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b" ContentType="application/vnd.ms-excel.sheet.binary.macroEnabled.12"/>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3.xml" ContentType="application/vnd.openxmlformats-officedocument.theme+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theme/theme4.xml" ContentType="application/vnd.openxmlformats-officedocument.theme+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theme/theme5.xml" ContentType="application/vnd.openxmlformats-officedocument.theme+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theme/theme6.xml" ContentType="application/vnd.openxmlformats-officedocument.theme+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7.xml" ContentType="application/vnd.openxmlformats-officedocument.theme+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theme/theme8.xml" ContentType="application/vnd.openxmlformats-officedocument.theme+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9.xml" ContentType="application/vnd.openxmlformats-officedocument.theme+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10.xml" ContentType="application/vnd.openxmlformats-officedocument.theme+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theme/theme11.xml" ContentType="application/vnd.openxmlformats-officedocument.theme+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heme/theme12.xml" ContentType="application/vnd.openxmlformats-officedocument.theme+xml"/>
  <Override PartName="/ppt/tags/tag1092.xml" ContentType="application/vnd.openxmlformats-officedocument.presentationml.tags+xml"/>
  <Override PartName="/ppt/notesSlides/notesSlide1.xml" ContentType="application/vnd.openxmlformats-officedocument.presentationml.notesSlide+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notesSlides/notesSlide2.xml" ContentType="application/vnd.openxmlformats-officedocument.presentationml.notesSlide+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notesSlides/notesSlide3.xml" ContentType="application/vnd.openxmlformats-officedocument.presentationml.notesSlide+xml"/>
  <Override PartName="/ppt/charts/chart1.xml" ContentType="application/vnd.openxmlformats-officedocument.drawingml.chart+xml"/>
  <Override PartName="/ppt/tags/tag1112.xml" ContentType="application/vnd.openxmlformats-officedocument.presentationml.tags+xml"/>
  <Override PartName="/ppt/tags/tag1113.xml" ContentType="application/vnd.openxmlformats-officedocument.presentationml.tags+xml"/>
  <Override PartName="/ppt/notesSlides/notesSlide4.xml" ContentType="application/vnd.openxmlformats-officedocument.presentationml.notesSlide+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notesSlides/notesSlide5.xml" ContentType="application/vnd.openxmlformats-officedocument.presentationml.notesSlide+xml"/>
  <Override PartName="/ppt/charts/chart2.xml" ContentType="application/vnd.openxmlformats-officedocument.drawingml.chart+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notesSlides/notesSlide6.xml" ContentType="application/vnd.openxmlformats-officedocument.presentationml.notesSlide+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notesSlides/notesSlide7.xml" ContentType="application/vnd.openxmlformats-officedocument.presentationml.notesSlide+xml"/>
  <Override PartName="/ppt/tags/tag1188.xml" ContentType="application/vnd.openxmlformats-officedocument.presentationml.tags+xml"/>
  <Override PartName="/ppt/notesSlides/notesSlide8.xml" ContentType="application/vnd.openxmlformats-officedocument.presentationml.notesSlide+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notesSlides/notesSlide9.xml" ContentType="application/vnd.openxmlformats-officedocument.presentationml.notesSlide+xml"/>
  <Override PartName="/ppt/charts/chart3.xml" ContentType="application/vnd.openxmlformats-officedocument.drawingml.chart+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notesSlides/notesSlide10.xml" ContentType="application/vnd.openxmlformats-officedocument.presentationml.notesSlide+xml"/>
  <Override PartName="/ppt/tags/tag1257.xml" ContentType="application/vnd.openxmlformats-officedocument.presentationml.tags+xml"/>
  <Override PartName="/ppt/notesSlides/notesSlide11.xml" ContentType="application/vnd.openxmlformats-officedocument.presentationml.notesSlide+xml"/>
  <Override PartName="/ppt/tags/tag1258.xml" ContentType="application/vnd.openxmlformats-officedocument.presentationml.tags+xml"/>
  <Override PartName="/ppt/tags/tag1259.xml" ContentType="application/vnd.openxmlformats-officedocument.presentationml.tags+xml"/>
  <Override PartName="/ppt/notesSlides/notesSlide12.xml" ContentType="application/vnd.openxmlformats-officedocument.presentationml.notesSlide+xml"/>
  <Override PartName="/ppt/tags/tag1260.xml" ContentType="application/vnd.openxmlformats-officedocument.presentationml.tags+xml"/>
  <Override PartName="/ppt/notesSlides/notesSlide13.xml" ContentType="application/vnd.openxmlformats-officedocument.presentationml.notesSlide+xml"/>
  <Override PartName="/ppt/tags/tag1261.xml" ContentType="application/vnd.openxmlformats-officedocument.presentationml.tags+xml"/>
  <Override PartName="/ppt/notesSlides/notesSlide14.xml" ContentType="application/vnd.openxmlformats-officedocument.presentationml.notesSlide+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charts/chart7.xml" ContentType="application/vnd.openxmlformats-officedocument.drawingml.chart+xml"/>
  <Override PartName="/ppt/tags/tag1276.xml" ContentType="application/vnd.openxmlformats-officedocument.presentationml.tags+xml"/>
  <Override PartName="/ppt/tags/tag1277.xml" ContentType="application/vnd.openxmlformats-officedocument.presentationml.tags+xml"/>
  <Override PartName="/ppt/notesSlides/notesSlide15.xml" ContentType="application/vnd.openxmlformats-officedocument.presentationml.notesSlide+xml"/>
  <Override PartName="/ppt/tags/tag1278.xml" ContentType="application/vnd.openxmlformats-officedocument.presentationml.tags+xml"/>
  <Override PartName="/ppt/tags/tag1279.xml" ContentType="application/vnd.openxmlformats-officedocument.presentationml.tags+xml"/>
  <Override PartName="/ppt/notesSlides/notesSlide16.xml" ContentType="application/vnd.openxmlformats-officedocument.presentationml.notesSlide+xml"/>
  <Override PartName="/ppt/tags/tag1280.xml" ContentType="application/vnd.openxmlformats-officedocument.presentationml.tags+xml"/>
  <Override PartName="/ppt/notesSlides/notesSlide17.xml" ContentType="application/vnd.openxmlformats-officedocument.presentationml.notesSlide+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notesSlides/notesSlide18.xml" ContentType="application/vnd.openxmlformats-officedocument.presentationml.notesSlide+xml"/>
  <Override PartName="/ppt/charts/chart14.xml" ContentType="application/vnd.openxmlformats-officedocument.drawingml.chart+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notesSlides/notesSlide19.xml" ContentType="application/vnd.openxmlformats-officedocument.presentationml.notesSlide+xml"/>
  <Override PartName="/ppt/charts/chart15.xml" ContentType="application/vnd.openxmlformats-officedocument.drawingml.chart+xml"/>
  <Override PartName="/ppt/tags/tag1381.xml" ContentType="application/vnd.openxmlformats-officedocument.presentationml.tags+xml"/>
  <Override PartName="/ppt/notesSlides/notesSlide20.xml" ContentType="application/vnd.openxmlformats-officedocument.presentationml.notesSlide+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notesSlides/notesSlide21.xml" ContentType="application/vnd.openxmlformats-officedocument.presentationml.notesSlide+xml"/>
  <Override PartName="/ppt/charts/chart16.xml" ContentType="application/vnd.openxmlformats-officedocument.drawingml.chart+xml"/>
  <Override PartName="/ppt/charts/chart17.xml" ContentType="application/vnd.openxmlformats-officedocument.drawingml.chart+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notesSlides/notesSlide22.xml" ContentType="application/vnd.openxmlformats-officedocument.presentationml.notesSlide+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notesSlides/notesSlide23.xml" ContentType="application/vnd.openxmlformats-officedocument.presentationml.notesSlide+xml"/>
  <Override PartName="/ppt/charts/chart21.xml" ContentType="application/vnd.openxmlformats-officedocument.drawingml.chart+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notesSlides/notesSlide24.xml" ContentType="application/vnd.openxmlformats-officedocument.presentationml.notesSlide+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notesSlides/notesSlide25.xml" ContentType="application/vnd.openxmlformats-officedocument.presentationml.notesSlide+xml"/>
  <Override PartName="/ppt/charts/chart26.xml" ContentType="application/vnd.openxmlformats-officedocument.drawingml.chart+xml"/>
  <Override PartName="/ppt/charts/chart27.xml" ContentType="application/vnd.openxmlformats-officedocument.drawingml.chart+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notesSlides/notesSlide26.xml" ContentType="application/vnd.openxmlformats-officedocument.presentationml.notesSlide+xml"/>
  <Override PartName="/ppt/charts/chart28.xml" ContentType="application/vnd.openxmlformats-officedocument.drawingml.chart+xml"/>
  <Override PartName="/ppt/charts/chart29.xml" ContentType="application/vnd.openxmlformats-officedocument.drawingml.chart+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notesSlides/notesSlide27.xml" ContentType="application/vnd.openxmlformats-officedocument.presentationml.notesSlide+xml"/>
  <Override PartName="/ppt/charts/chart30.xml" ContentType="application/vnd.openxmlformats-officedocument.drawingml.chart+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notesSlides/notesSlide28.xml" ContentType="application/vnd.openxmlformats-officedocument.presentationml.notesSlide+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notesSlides/notesSlide29.xml" ContentType="application/vnd.openxmlformats-officedocument.presentationml.notesSlide+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charts/chart37.xml" ContentType="application/vnd.openxmlformats-officedocument.drawingml.chart+xml"/>
  <Override PartName="/ppt/charts/chart38.xml" ContentType="application/vnd.openxmlformats-officedocument.drawingml.chart+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notesSlides/notesSlide30.xml" ContentType="application/vnd.openxmlformats-officedocument.presentationml.notesSlide+xml"/>
  <Override PartName="/ppt/charts/chart39.xml" ContentType="application/vnd.openxmlformats-officedocument.drawingml.chart+xml"/>
  <Override PartName="/ppt/charts/chart40.xml" ContentType="application/vnd.openxmlformats-officedocument.drawingml.chart+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notesSlides/notesSlide31.xml" ContentType="application/vnd.openxmlformats-officedocument.presentationml.notesSlide+xml"/>
  <Override PartName="/ppt/charts/chart41.xml" ContentType="application/vnd.openxmlformats-officedocument.drawingml.chart+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notesSlides/notesSlide32.xml" ContentType="application/vnd.openxmlformats-officedocument.presentationml.notesSlide+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notesSlides/notesSlide33.xml" ContentType="application/vnd.openxmlformats-officedocument.presentationml.notesSlide+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notesSlides/notesSlide34.xml" ContentType="application/vnd.openxmlformats-officedocument.presentationml.notesSlide+xml"/>
  <Override PartName="/ppt/charts/chart46.xml" ContentType="application/vnd.openxmlformats-officedocument.drawingml.chart+xml"/>
  <Override PartName="/ppt/charts/chart47.xml" ContentType="application/vnd.openxmlformats-officedocument.drawingml.chart+xml"/>
  <Override PartName="/ppt/tags/tag1860.xml" ContentType="application/vnd.openxmlformats-officedocument.presentationml.tags+xml"/>
  <Override PartName="/ppt/tags/tag1861.xml" ContentType="application/vnd.openxmlformats-officedocument.presentationml.tags+xml"/>
  <Override PartName="/ppt/notesSlides/notesSlide35.xml" ContentType="application/vnd.openxmlformats-officedocument.presentationml.notesSlide+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notesSlides/notesSlide36.xml" ContentType="application/vnd.openxmlformats-officedocument.presentationml.notesSlide+xml"/>
  <Override PartName="/ppt/charts/chart48.xml" ContentType="application/vnd.openxmlformats-officedocument.drawingml.chart+xml"/>
  <Override PartName="/ppt/charts/chart49.xml" ContentType="application/vnd.openxmlformats-officedocument.drawingml.chart+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notesSlides/notesSlide37.xml" ContentType="application/vnd.openxmlformats-officedocument.presentationml.notesSlide+xml"/>
  <Override PartName="/ppt/tags/tag1909.xml" ContentType="application/vnd.openxmlformats-officedocument.presentationml.tags+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29.xml" ContentType="application/vnd.openxmlformats-officedocument.presentationml.tags+xml"/>
  <Override PartName="/ppt/tags/tag1930.xml" ContentType="application/vnd.openxmlformats-officedocument.presentationml.tags+xml"/>
  <Override PartName="/ppt/tags/tag1931.xml" ContentType="application/vnd.openxmlformats-officedocument.presentationml.tags+xml"/>
  <Override PartName="/ppt/tags/tag1932.xml" ContentType="application/vnd.openxmlformats-officedocument.presentationml.tags+xml"/>
  <Override PartName="/ppt/tags/tag1933.xml" ContentType="application/vnd.openxmlformats-officedocument.presentationml.tags+xml"/>
  <Override PartName="/ppt/tags/tag1934.xml" ContentType="application/vnd.openxmlformats-officedocument.presentationml.tags+xml"/>
  <Override PartName="/ppt/tags/tag1935.xml" ContentType="application/vnd.openxmlformats-officedocument.presentationml.tags+xml"/>
  <Override PartName="/ppt/tags/tag1936.xml" ContentType="application/vnd.openxmlformats-officedocument.presentationml.tags+xml"/>
  <Override PartName="/ppt/tags/tag1937.xml" ContentType="application/vnd.openxmlformats-officedocument.presentationml.tags+xml"/>
  <Override PartName="/ppt/tags/tag1938.xml" ContentType="application/vnd.openxmlformats-officedocument.presentationml.tags+xml"/>
  <Override PartName="/ppt/tags/tag1939.xml" ContentType="application/vnd.openxmlformats-officedocument.presentationml.tags+xml"/>
  <Override PartName="/ppt/notesSlides/notesSlide38.xml" ContentType="application/vnd.openxmlformats-officedocument.presentationml.notesSlide+xml"/>
  <Override PartName="/ppt/charts/chart50.xml" ContentType="application/vnd.openxmlformats-officedocument.drawingml.chart+xml"/>
  <Override PartName="/ppt/tags/tag1940.xml" ContentType="application/vnd.openxmlformats-officedocument.presentationml.tags+xml"/>
  <Override PartName="/ppt/tags/tag1941.xml" ContentType="application/vnd.openxmlformats-officedocument.presentationml.tags+xml"/>
  <Override PartName="/ppt/tags/tag1942.xml" ContentType="application/vnd.openxmlformats-officedocument.presentationml.tags+xml"/>
  <Override PartName="/ppt/tags/tag1943.xml" ContentType="application/vnd.openxmlformats-officedocument.presentationml.tags+xml"/>
  <Override PartName="/ppt/tags/tag1944.xml" ContentType="application/vnd.openxmlformats-officedocument.presentationml.tags+xml"/>
  <Override PartName="/ppt/tags/tag1945.xml" ContentType="application/vnd.openxmlformats-officedocument.presentationml.tags+xml"/>
  <Override PartName="/ppt/tags/tag1946.xml" ContentType="application/vnd.openxmlformats-officedocument.presentationml.tags+xml"/>
  <Override PartName="/ppt/tags/tag1947.xml" ContentType="application/vnd.openxmlformats-officedocument.presentationml.tags+xml"/>
  <Override PartName="/ppt/tags/tag1948.xml" ContentType="application/vnd.openxmlformats-officedocument.presentationml.tags+xml"/>
  <Override PartName="/ppt/tags/tag1949.xml" ContentType="application/vnd.openxmlformats-officedocument.presentationml.tags+xml"/>
  <Override PartName="/ppt/tags/tag1950.xml" ContentType="application/vnd.openxmlformats-officedocument.presentationml.tags+xml"/>
  <Override PartName="/ppt/tags/tag1951.xml" ContentType="application/vnd.openxmlformats-officedocument.presentationml.tags+xml"/>
  <Override PartName="/ppt/tags/tag1952.xml" ContentType="application/vnd.openxmlformats-officedocument.presentationml.tags+xml"/>
  <Override PartName="/ppt/tags/tag1953.xml" ContentType="application/vnd.openxmlformats-officedocument.presentationml.tags+xml"/>
  <Override PartName="/ppt/tags/tag1954.xml" ContentType="application/vnd.openxmlformats-officedocument.presentationml.tags+xml"/>
  <Override PartName="/ppt/tags/tag1955.xml" ContentType="application/vnd.openxmlformats-officedocument.presentationml.tags+xml"/>
  <Override PartName="/ppt/tags/tag1956.xml" ContentType="application/vnd.openxmlformats-officedocument.presentationml.tags+xml"/>
  <Override PartName="/ppt/tags/tag1957.xml" ContentType="application/vnd.openxmlformats-officedocument.presentationml.tags+xml"/>
  <Override PartName="/ppt/tags/tag1958.xml" ContentType="application/vnd.openxmlformats-officedocument.presentationml.tags+xml"/>
  <Override PartName="/ppt/tags/tag1959.xml" ContentType="application/vnd.openxmlformats-officedocument.presentationml.tags+xml"/>
  <Override PartName="/ppt/tags/tag1960.xml" ContentType="application/vnd.openxmlformats-officedocument.presentationml.tags+xml"/>
  <Override PartName="/ppt/tags/tag1961.xml" ContentType="application/vnd.openxmlformats-officedocument.presentationml.tags+xml"/>
  <Override PartName="/ppt/tags/tag1962.xml" ContentType="application/vnd.openxmlformats-officedocument.presentationml.tags+xml"/>
  <Override PartName="/ppt/tags/tag1963.xml" ContentType="application/vnd.openxmlformats-officedocument.presentationml.tags+xml"/>
  <Override PartName="/ppt/tags/tag1964.xml" ContentType="application/vnd.openxmlformats-officedocument.presentationml.tags+xml"/>
  <Override PartName="/ppt/tags/tag1965.xml" ContentType="application/vnd.openxmlformats-officedocument.presentationml.tags+xml"/>
  <Override PartName="/ppt/notesSlides/notesSlide39.xml" ContentType="application/vnd.openxmlformats-officedocument.presentationml.notesSlide+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tags/tag1966.xml" ContentType="application/vnd.openxmlformats-officedocument.presentationml.tags+xml"/>
  <Override PartName="/ppt/tags/tag1967.xml" ContentType="application/vnd.openxmlformats-officedocument.presentationml.tags+xml"/>
  <Override PartName="/ppt/tags/tag1968.xml" ContentType="application/vnd.openxmlformats-officedocument.presentationml.tags+xml"/>
  <Override PartName="/ppt/tags/tag1969.xml" ContentType="application/vnd.openxmlformats-officedocument.presentationml.tags+xml"/>
  <Override PartName="/ppt/tags/tag1970.xml" ContentType="application/vnd.openxmlformats-officedocument.presentationml.tags+xml"/>
  <Override PartName="/ppt/tags/tag1971.xml" ContentType="application/vnd.openxmlformats-officedocument.presentationml.tags+xml"/>
  <Override PartName="/ppt/tags/tag1972.xml" ContentType="application/vnd.openxmlformats-officedocument.presentationml.tags+xml"/>
  <Override PartName="/ppt/tags/tag1973.xml" ContentType="application/vnd.openxmlformats-officedocument.presentationml.tags+xml"/>
  <Override PartName="/ppt/tags/tag1974.xml" ContentType="application/vnd.openxmlformats-officedocument.presentationml.tags+xml"/>
  <Override PartName="/ppt/tags/tag1975.xml" ContentType="application/vnd.openxmlformats-officedocument.presentationml.tags+xml"/>
  <Override PartName="/ppt/tags/tag1976.xml" ContentType="application/vnd.openxmlformats-officedocument.presentationml.tags+xml"/>
  <Override PartName="/ppt/tags/tag1977.xml" ContentType="application/vnd.openxmlformats-officedocument.presentationml.tags+xml"/>
  <Override PartName="/ppt/tags/tag1978.xml" ContentType="application/vnd.openxmlformats-officedocument.presentationml.tags+xml"/>
  <Override PartName="/ppt/tags/tag1979.xml" ContentType="application/vnd.openxmlformats-officedocument.presentationml.tags+xml"/>
  <Override PartName="/ppt/tags/tag1980.xml" ContentType="application/vnd.openxmlformats-officedocument.presentationml.tags+xml"/>
  <Override PartName="/ppt/tags/tag1981.xml" ContentType="application/vnd.openxmlformats-officedocument.presentationml.tags+xml"/>
  <Override PartName="/ppt/tags/tag1982.xml" ContentType="application/vnd.openxmlformats-officedocument.presentationml.tags+xml"/>
  <Override PartName="/ppt/tags/tag1983.xml" ContentType="application/vnd.openxmlformats-officedocument.presentationml.tags+xml"/>
  <Override PartName="/ppt/tags/tag1984.xml" ContentType="application/vnd.openxmlformats-officedocument.presentationml.tags+xml"/>
  <Override PartName="/ppt/tags/tag1985.xml" ContentType="application/vnd.openxmlformats-officedocument.presentationml.tags+xml"/>
  <Override PartName="/ppt/tags/tag1986.xml" ContentType="application/vnd.openxmlformats-officedocument.presentationml.tags+xml"/>
  <Override PartName="/ppt/tags/tag1987.xml" ContentType="application/vnd.openxmlformats-officedocument.presentationml.tags+xml"/>
  <Override PartName="/ppt/tags/tag1988.xml" ContentType="application/vnd.openxmlformats-officedocument.presentationml.tags+xml"/>
  <Override PartName="/ppt/tags/tag1989.xml" ContentType="application/vnd.openxmlformats-officedocument.presentationml.tags+xml"/>
  <Override PartName="/ppt/tags/tag1990.xml" ContentType="application/vnd.openxmlformats-officedocument.presentationml.tags+xml"/>
  <Override PartName="/ppt/tags/tag1991.xml" ContentType="application/vnd.openxmlformats-officedocument.presentationml.tags+xml"/>
  <Override PartName="/ppt/tags/tag1992.xml" ContentType="application/vnd.openxmlformats-officedocument.presentationml.tags+xml"/>
  <Override PartName="/ppt/tags/tag1993.xml" ContentType="application/vnd.openxmlformats-officedocument.presentationml.tags+xml"/>
  <Override PartName="/ppt/tags/tag1994.xml" ContentType="application/vnd.openxmlformats-officedocument.presentationml.tags+xml"/>
  <Override PartName="/ppt/tags/tag1995.xml" ContentType="application/vnd.openxmlformats-officedocument.presentationml.tags+xml"/>
  <Override PartName="/ppt/tags/tag1996.xml" ContentType="application/vnd.openxmlformats-officedocument.presentationml.tags+xml"/>
  <Override PartName="/ppt/tags/tag1997.xml" ContentType="application/vnd.openxmlformats-officedocument.presentationml.tags+xml"/>
  <Override PartName="/ppt/tags/tag1998.xml" ContentType="application/vnd.openxmlformats-officedocument.presentationml.tags+xml"/>
  <Override PartName="/ppt/tags/tag1999.xml" ContentType="application/vnd.openxmlformats-officedocument.presentationml.tags+xml"/>
  <Override PartName="/ppt/tags/tag2000.xml" ContentType="application/vnd.openxmlformats-officedocument.presentationml.tags+xml"/>
  <Override PartName="/ppt/tags/tag2001.xml" ContentType="application/vnd.openxmlformats-officedocument.presentationml.tags+xml"/>
  <Override PartName="/ppt/tags/tag2002.xml" ContentType="application/vnd.openxmlformats-officedocument.presentationml.tags+xml"/>
  <Override PartName="/ppt/tags/tag2003.xml" ContentType="application/vnd.openxmlformats-officedocument.presentationml.tags+xml"/>
  <Override PartName="/ppt/tags/tag2004.xml" ContentType="application/vnd.openxmlformats-officedocument.presentationml.tags+xml"/>
  <Override PartName="/ppt/notesSlides/notesSlide40.xml" ContentType="application/vnd.openxmlformats-officedocument.presentationml.notesSlide+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tags/tag2005.xml" ContentType="application/vnd.openxmlformats-officedocument.presentationml.tags+xml"/>
  <Override PartName="/ppt/tags/tag2006.xml" ContentType="application/vnd.openxmlformats-officedocument.presentationml.tags+xml"/>
  <Override PartName="/ppt/tags/tag2007.xml" ContentType="application/vnd.openxmlformats-officedocument.presentationml.tags+xml"/>
  <Override PartName="/ppt/tags/tag2008.xml" ContentType="application/vnd.openxmlformats-officedocument.presentationml.tags+xml"/>
  <Override PartName="/ppt/tags/tag2009.xml" ContentType="application/vnd.openxmlformats-officedocument.presentationml.tags+xml"/>
  <Override PartName="/ppt/tags/tag2010.xml" ContentType="application/vnd.openxmlformats-officedocument.presentationml.tags+xml"/>
  <Override PartName="/ppt/tags/tag2011.xml" ContentType="application/vnd.openxmlformats-officedocument.presentationml.tags+xml"/>
  <Override PartName="/ppt/tags/tag2012.xml" ContentType="application/vnd.openxmlformats-officedocument.presentationml.tags+xml"/>
  <Override PartName="/ppt/tags/tag2013.xml" ContentType="application/vnd.openxmlformats-officedocument.presentationml.tags+xml"/>
  <Override PartName="/ppt/tags/tag2014.xml" ContentType="application/vnd.openxmlformats-officedocument.presentationml.tags+xml"/>
  <Override PartName="/ppt/tags/tag2015.xml" ContentType="application/vnd.openxmlformats-officedocument.presentationml.tags+xml"/>
  <Override PartName="/ppt/tags/tag2016.xml" ContentType="application/vnd.openxmlformats-officedocument.presentationml.tags+xml"/>
  <Override PartName="/ppt/tags/tag2017.xml" ContentType="application/vnd.openxmlformats-officedocument.presentationml.tags+xml"/>
  <Override PartName="/ppt/tags/tag2018.xml" ContentType="application/vnd.openxmlformats-officedocument.presentationml.tags+xml"/>
  <Override PartName="/ppt/tags/tag2019.xml" ContentType="application/vnd.openxmlformats-officedocument.presentationml.tags+xml"/>
  <Override PartName="/ppt/tags/tag2020.xml" ContentType="application/vnd.openxmlformats-officedocument.presentationml.tags+xml"/>
  <Override PartName="/ppt/tags/tag2021.xml" ContentType="application/vnd.openxmlformats-officedocument.presentationml.tags+xml"/>
  <Override PartName="/ppt/tags/tag2022.xml" ContentType="application/vnd.openxmlformats-officedocument.presentationml.tags+xml"/>
  <Override PartName="/ppt/tags/tag2023.xml" ContentType="application/vnd.openxmlformats-officedocument.presentationml.tags+xml"/>
  <Override PartName="/ppt/tags/tag2024.xml" ContentType="application/vnd.openxmlformats-officedocument.presentationml.tags+xml"/>
  <Override PartName="/ppt/tags/tag2025.xml" ContentType="application/vnd.openxmlformats-officedocument.presentationml.tags+xml"/>
  <Override PartName="/ppt/tags/tag2026.xml" ContentType="application/vnd.openxmlformats-officedocument.presentationml.tags+xml"/>
  <Override PartName="/ppt/tags/tag2027.xml" ContentType="application/vnd.openxmlformats-officedocument.presentationml.tags+xml"/>
  <Override PartName="/ppt/tags/tag2028.xml" ContentType="application/vnd.openxmlformats-officedocument.presentationml.tags+xml"/>
  <Override PartName="/ppt/tags/tag2029.xml" ContentType="application/vnd.openxmlformats-officedocument.presentationml.tags+xml"/>
  <Override PartName="/ppt/tags/tag2030.xml" ContentType="application/vnd.openxmlformats-officedocument.presentationml.tags+xml"/>
  <Override PartName="/ppt/tags/tag2031.xml" ContentType="application/vnd.openxmlformats-officedocument.presentationml.tags+xml"/>
  <Override PartName="/ppt/tags/tag2032.xml" ContentType="application/vnd.openxmlformats-officedocument.presentationml.tags+xml"/>
  <Override PartName="/ppt/tags/tag2033.xml" ContentType="application/vnd.openxmlformats-officedocument.presentationml.tags+xml"/>
  <Override PartName="/ppt/tags/tag2034.xml" ContentType="application/vnd.openxmlformats-officedocument.presentationml.tags+xml"/>
  <Override PartName="/ppt/tags/tag2035.xml" ContentType="application/vnd.openxmlformats-officedocument.presentationml.tags+xml"/>
  <Override PartName="/ppt/tags/tag2036.xml" ContentType="application/vnd.openxmlformats-officedocument.presentationml.tags+xml"/>
  <Override PartName="/ppt/tags/tag2037.xml" ContentType="application/vnd.openxmlformats-officedocument.presentationml.tags+xml"/>
  <Override PartName="/ppt/tags/tag2038.xml" ContentType="application/vnd.openxmlformats-officedocument.presentationml.tags+xml"/>
  <Override PartName="/ppt/tags/tag2039.xml" ContentType="application/vnd.openxmlformats-officedocument.presentationml.tags+xml"/>
  <Override PartName="/ppt/tags/tag2040.xml" ContentType="application/vnd.openxmlformats-officedocument.presentationml.tags+xml"/>
  <Override PartName="/ppt/tags/tag2041.xml" ContentType="application/vnd.openxmlformats-officedocument.presentationml.tags+xml"/>
  <Override PartName="/ppt/tags/tag2042.xml" ContentType="application/vnd.openxmlformats-officedocument.presentationml.tags+xml"/>
  <Override PartName="/ppt/tags/tag2043.xml" ContentType="application/vnd.openxmlformats-officedocument.presentationml.tags+xml"/>
  <Override PartName="/ppt/tags/tag2044.xml" ContentType="application/vnd.openxmlformats-officedocument.presentationml.tags+xml"/>
  <Override PartName="/ppt/tags/tag2045.xml" ContentType="application/vnd.openxmlformats-officedocument.presentationml.tags+xml"/>
  <Override PartName="/ppt/tags/tag2046.xml" ContentType="application/vnd.openxmlformats-officedocument.presentationml.tags+xml"/>
  <Override PartName="/ppt/tags/tag2047.xml" ContentType="application/vnd.openxmlformats-officedocument.presentationml.tags+xml"/>
  <Override PartName="/ppt/tags/tag2048.xml" ContentType="application/vnd.openxmlformats-officedocument.presentationml.tags+xml"/>
  <Override PartName="/ppt/tags/tag2049.xml" ContentType="application/vnd.openxmlformats-officedocument.presentationml.tags+xml"/>
  <Override PartName="/ppt/tags/tag2050.xml" ContentType="application/vnd.openxmlformats-officedocument.presentationml.tags+xml"/>
  <Override PartName="/ppt/tags/tag2051.xml" ContentType="application/vnd.openxmlformats-officedocument.presentationml.tags+xml"/>
  <Override PartName="/ppt/tags/tag2052.xml" ContentType="application/vnd.openxmlformats-officedocument.presentationml.tags+xml"/>
  <Override PartName="/ppt/tags/tag2053.xml" ContentType="application/vnd.openxmlformats-officedocument.presentationml.tags+xml"/>
  <Override PartName="/ppt/tags/tag2054.xml" ContentType="application/vnd.openxmlformats-officedocument.presentationml.tags+xml"/>
  <Override PartName="/ppt/notesSlides/notesSlide41.xml" ContentType="application/vnd.openxmlformats-officedocument.presentationml.notesSlide+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tags/tag2055.xml" ContentType="application/vnd.openxmlformats-officedocument.presentationml.tags+xml"/>
  <Override PartName="/ppt/tags/tag2056.xml" ContentType="application/vnd.openxmlformats-officedocument.presentationml.tags+xml"/>
  <Override PartName="/ppt/tags/tag2057.xml" ContentType="application/vnd.openxmlformats-officedocument.presentationml.tags+xml"/>
  <Override PartName="/ppt/tags/tag2058.xml" ContentType="application/vnd.openxmlformats-officedocument.presentationml.tags+xml"/>
  <Override PartName="/ppt/tags/tag2059.xml" ContentType="application/vnd.openxmlformats-officedocument.presentationml.tags+xml"/>
  <Override PartName="/ppt/tags/tag2060.xml" ContentType="application/vnd.openxmlformats-officedocument.presentationml.tags+xml"/>
  <Override PartName="/ppt/tags/tag2061.xml" ContentType="application/vnd.openxmlformats-officedocument.presentationml.tags+xml"/>
  <Override PartName="/ppt/tags/tag2062.xml" ContentType="application/vnd.openxmlformats-officedocument.presentationml.tags+xml"/>
  <Override PartName="/ppt/tags/tag2063.xml" ContentType="application/vnd.openxmlformats-officedocument.presentationml.tags+xml"/>
  <Override PartName="/ppt/tags/tag2064.xml" ContentType="application/vnd.openxmlformats-officedocument.presentationml.tags+xml"/>
  <Override PartName="/ppt/tags/tag2065.xml" ContentType="application/vnd.openxmlformats-officedocument.presentationml.tags+xml"/>
  <Override PartName="/ppt/tags/tag2066.xml" ContentType="application/vnd.openxmlformats-officedocument.presentationml.tags+xml"/>
  <Override PartName="/ppt/tags/tag2067.xml" ContentType="application/vnd.openxmlformats-officedocument.presentationml.tags+xml"/>
  <Override PartName="/ppt/tags/tag2068.xml" ContentType="application/vnd.openxmlformats-officedocument.presentationml.tags+xml"/>
  <Override PartName="/ppt/tags/tag2069.xml" ContentType="application/vnd.openxmlformats-officedocument.presentationml.tags+xml"/>
  <Override PartName="/ppt/tags/tag2070.xml" ContentType="application/vnd.openxmlformats-officedocument.presentationml.tags+xml"/>
  <Override PartName="/ppt/tags/tag2071.xml" ContentType="application/vnd.openxmlformats-officedocument.presentationml.tags+xml"/>
  <Override PartName="/ppt/tags/tag2072.xml" ContentType="application/vnd.openxmlformats-officedocument.presentationml.tags+xml"/>
  <Override PartName="/ppt/tags/tag2073.xml" ContentType="application/vnd.openxmlformats-officedocument.presentationml.tags+xml"/>
  <Override PartName="/ppt/tags/tag2074.xml" ContentType="application/vnd.openxmlformats-officedocument.presentationml.tags+xml"/>
  <Override PartName="/ppt/tags/tag2075.xml" ContentType="application/vnd.openxmlformats-officedocument.presentationml.tags+xml"/>
  <Override PartName="/ppt/tags/tag2076.xml" ContentType="application/vnd.openxmlformats-officedocument.presentationml.tags+xml"/>
  <Override PartName="/ppt/tags/tag2077.xml" ContentType="application/vnd.openxmlformats-officedocument.presentationml.tags+xml"/>
  <Override PartName="/ppt/tags/tag2078.xml" ContentType="application/vnd.openxmlformats-officedocument.presentationml.tags+xml"/>
  <Override PartName="/ppt/tags/tag2079.xml" ContentType="application/vnd.openxmlformats-officedocument.presentationml.tags+xml"/>
  <Override PartName="/ppt/tags/tag2080.xml" ContentType="application/vnd.openxmlformats-officedocument.presentationml.tags+xml"/>
  <Override PartName="/ppt/tags/tag2081.xml" ContentType="application/vnd.openxmlformats-officedocument.presentationml.tags+xml"/>
  <Override PartName="/ppt/tags/tag2082.xml" ContentType="application/vnd.openxmlformats-officedocument.presentationml.tags+xml"/>
  <Override PartName="/ppt/tags/tag2083.xml" ContentType="application/vnd.openxmlformats-officedocument.presentationml.tags+xml"/>
  <Override PartName="/ppt/tags/tag2084.xml" ContentType="application/vnd.openxmlformats-officedocument.presentationml.tags+xml"/>
  <Override PartName="/ppt/charts/chart60.xml" ContentType="application/vnd.openxmlformats-officedocument.drawingml.chart+xml"/>
  <Override PartName="/ppt/tags/tag2085.xml" ContentType="application/vnd.openxmlformats-officedocument.presentationml.tags+xml"/>
  <Override PartName="/ppt/tags/tag2086.xml" ContentType="application/vnd.openxmlformats-officedocument.presentationml.tags+xml"/>
  <Override PartName="/ppt/tags/tag2087.xml" ContentType="application/vnd.openxmlformats-officedocument.presentationml.tags+xml"/>
  <Override PartName="/ppt/tags/tag2088.xml" ContentType="application/vnd.openxmlformats-officedocument.presentationml.tags+xml"/>
  <Override PartName="/ppt/tags/tag2089.xml" ContentType="application/vnd.openxmlformats-officedocument.presentationml.tags+xml"/>
  <Override PartName="/ppt/tags/tag2090.xml" ContentType="application/vnd.openxmlformats-officedocument.presentationml.tags+xml"/>
  <Override PartName="/ppt/tags/tag2091.xml" ContentType="application/vnd.openxmlformats-officedocument.presentationml.tags+xml"/>
  <Override PartName="/ppt/tags/tag2092.xml" ContentType="application/vnd.openxmlformats-officedocument.presentationml.tags+xml"/>
  <Override PartName="/ppt/tags/tag2093.xml" ContentType="application/vnd.openxmlformats-officedocument.presentationml.tags+xml"/>
  <Override PartName="/ppt/tags/tag2094.xml" ContentType="application/vnd.openxmlformats-officedocument.presentationml.tags+xml"/>
  <Override PartName="/ppt/tags/tag2095.xml" ContentType="application/vnd.openxmlformats-officedocument.presentationml.tags+xml"/>
  <Override PartName="/ppt/tags/tag2096.xml" ContentType="application/vnd.openxmlformats-officedocument.presentationml.tags+xml"/>
  <Override PartName="/ppt/tags/tag2097.xml" ContentType="application/vnd.openxmlformats-officedocument.presentationml.tags+xml"/>
  <Override PartName="/ppt/tags/tag2098.xml" ContentType="application/vnd.openxmlformats-officedocument.presentationml.tags+xml"/>
  <Override PartName="/ppt/tags/tag2099.xml" ContentType="application/vnd.openxmlformats-officedocument.presentationml.tags+xml"/>
  <Override PartName="/ppt/notesSlides/notesSlide42.xml" ContentType="application/vnd.openxmlformats-officedocument.presentationml.notesSlide+xml"/>
  <Override PartName="/ppt/charts/chart61.xml" ContentType="application/vnd.openxmlformats-officedocument.drawingml.chart+xml"/>
  <Override PartName="/ppt/tags/tag2100.xml" ContentType="application/vnd.openxmlformats-officedocument.presentationml.tags+xml"/>
  <Override PartName="/ppt/notesSlides/notesSlide43.xml" ContentType="application/vnd.openxmlformats-officedocument.presentationml.notesSlide+xml"/>
  <Override PartName="/ppt/tags/tag2101.xml" ContentType="application/vnd.openxmlformats-officedocument.presentationml.tags+xml"/>
  <Override PartName="/ppt/tags/tag2102.xml" ContentType="application/vnd.openxmlformats-officedocument.presentationml.tags+xml"/>
  <Override PartName="/ppt/tags/tag2103.xml" ContentType="application/vnd.openxmlformats-officedocument.presentationml.tags+xml"/>
  <Override PartName="/ppt/notesSlides/notesSlide44.xml" ContentType="application/vnd.openxmlformats-officedocument.presentationml.notesSlide+xml"/>
  <Override PartName="/ppt/tags/tag2104.xml" ContentType="application/vnd.openxmlformats-officedocument.presentationml.tags+xml"/>
  <Override PartName="/ppt/tags/tag2105.xml" ContentType="application/vnd.openxmlformats-officedocument.presentationml.tags+xml"/>
  <Override PartName="/ppt/tags/tag2106.xml" ContentType="application/vnd.openxmlformats-officedocument.presentationml.tags+xml"/>
  <Override PartName="/ppt/notesSlides/notesSlide45.xml" ContentType="application/vnd.openxmlformats-officedocument.presentationml.notesSlide+xml"/>
  <Override PartName="/ppt/tags/tag2107.xml" ContentType="application/vnd.openxmlformats-officedocument.presentationml.tags+xml"/>
  <Override PartName="/ppt/tags/tag2108.xml" ContentType="application/vnd.openxmlformats-officedocument.presentationml.tags+xml"/>
  <Override PartName="/ppt/tags/tag2109.xml" ContentType="application/vnd.openxmlformats-officedocument.presentationml.tags+xml"/>
  <Override PartName="/ppt/notesSlides/notesSlide46.xml" ContentType="application/vnd.openxmlformats-officedocument.presentationml.notesSlide+xml"/>
  <Override PartName="/ppt/tags/tag2110.xml" ContentType="application/vnd.openxmlformats-officedocument.presentationml.tags+xml"/>
  <Override PartName="/ppt/tags/tag2111.xml" ContentType="application/vnd.openxmlformats-officedocument.presentationml.tags+xml"/>
  <Override PartName="/ppt/tags/tag2112.xml" ContentType="application/vnd.openxmlformats-officedocument.presentationml.tags+xml"/>
  <Override PartName="/ppt/notesSlides/notesSlide47.xml" ContentType="application/vnd.openxmlformats-officedocument.presentationml.notesSlide+xml"/>
  <Override PartName="/ppt/tags/tag2113.xml" ContentType="application/vnd.openxmlformats-officedocument.presentationml.tags+xml"/>
  <Override PartName="/ppt/tags/tag2114.xml" ContentType="application/vnd.openxmlformats-officedocument.presentationml.tags+xml"/>
  <Override PartName="/ppt/tags/tag2115.xml" ContentType="application/vnd.openxmlformats-officedocument.presentationml.tags+xml"/>
  <Override PartName="/ppt/tags/tag2116.xml" ContentType="application/vnd.openxmlformats-officedocument.presentationml.tags+xml"/>
  <Override PartName="/ppt/notesSlides/notesSlide48.xml" ContentType="application/vnd.openxmlformats-officedocument.presentationml.notesSlide+xml"/>
  <Override PartName="/ppt/tags/tag2117.xml" ContentType="application/vnd.openxmlformats-officedocument.presentationml.tags+xml"/>
  <Override PartName="/ppt/tags/tag2118.xml" ContentType="application/vnd.openxmlformats-officedocument.presentationml.tags+xml"/>
  <Override PartName="/ppt/tags/tag2119.xml" ContentType="application/vnd.openxmlformats-officedocument.presentationml.tags+xml"/>
  <Override PartName="/ppt/notesSlides/notesSlide49.xml" ContentType="application/vnd.openxmlformats-officedocument.presentationml.notesSlide+xml"/>
  <Override PartName="/ppt/tags/tag2120.xml" ContentType="application/vnd.openxmlformats-officedocument.presentationml.tags+xml"/>
  <Override PartName="/ppt/tags/tag2121.xml" ContentType="application/vnd.openxmlformats-officedocument.presentationml.tags+xml"/>
  <Override PartName="/ppt/tags/tag2122.xml" ContentType="application/vnd.openxmlformats-officedocument.presentationml.tags+xml"/>
  <Override PartName="/ppt/notesSlides/notesSlide50.xml" ContentType="application/vnd.openxmlformats-officedocument.presentationml.notesSlide+xml"/>
  <Override PartName="/ppt/tags/tag2123.xml" ContentType="application/vnd.openxmlformats-officedocument.presentationml.tags+xml"/>
  <Override PartName="/ppt/tags/tag2124.xml" ContentType="application/vnd.openxmlformats-officedocument.presentationml.tags+xml"/>
  <Override PartName="/ppt/tags/tag2125.xml" ContentType="application/vnd.openxmlformats-officedocument.presentationml.tags+xml"/>
  <Override PartName="/ppt/notesSlides/notesSlide51.xml" ContentType="application/vnd.openxmlformats-officedocument.presentationml.notesSlide+xml"/>
  <Override PartName="/ppt/tags/tag2126.xml" ContentType="application/vnd.openxmlformats-officedocument.presentationml.tags+xml"/>
  <Override PartName="/ppt/tags/tag2127.xml" ContentType="application/vnd.openxmlformats-officedocument.presentationml.tags+xml"/>
  <Override PartName="/ppt/tags/tag2128.xml" ContentType="application/vnd.openxmlformats-officedocument.presentationml.tags+xml"/>
  <Override PartName="/ppt/notesSlides/notesSlide52.xml" ContentType="application/vnd.openxmlformats-officedocument.presentationml.notesSlide+xml"/>
  <Override PartName="/ppt/tags/tag2129.xml" ContentType="application/vnd.openxmlformats-officedocument.presentationml.tags+xml"/>
  <Override PartName="/ppt/tags/tag2130.xml" ContentType="application/vnd.openxmlformats-officedocument.presentationml.tags+xml"/>
  <Override PartName="/ppt/tags/tag2131.xml" ContentType="application/vnd.openxmlformats-officedocument.presentationml.tags+xml"/>
  <Override PartName="/ppt/notesSlides/notesSlide53.xml" ContentType="application/vnd.openxmlformats-officedocument.presentationml.notesSlide+xml"/>
  <Override PartName="/ppt/tags/tag2132.xml" ContentType="application/vnd.openxmlformats-officedocument.presentationml.tags+xml"/>
  <Override PartName="/ppt/tags/tag2133.xml" ContentType="application/vnd.openxmlformats-officedocument.presentationml.tags+xml"/>
  <Override PartName="/ppt/tags/tag2134.xml" ContentType="application/vnd.openxmlformats-officedocument.presentationml.tags+xml"/>
  <Override PartName="/ppt/notesSlides/notesSlide54.xml" ContentType="application/vnd.openxmlformats-officedocument.presentationml.notesSlide+xml"/>
  <Override PartName="/ppt/tags/tag2135.xml" ContentType="application/vnd.openxmlformats-officedocument.presentationml.tags+xml"/>
  <Override PartName="/ppt/tags/tag2136.xml" ContentType="application/vnd.openxmlformats-officedocument.presentationml.tags+xml"/>
  <Override PartName="/ppt/tags/tag2137.xml" ContentType="application/vnd.openxmlformats-officedocument.presentationml.tags+xml"/>
  <Override PartName="/ppt/notesSlides/notesSlide55.xml" ContentType="application/vnd.openxmlformats-officedocument.presentationml.notesSlide+xml"/>
  <Override PartName="/ppt/tags/tag2138.xml" ContentType="application/vnd.openxmlformats-officedocument.presentationml.tags+xml"/>
  <Override PartName="/ppt/tags/tag2139.xml" ContentType="application/vnd.openxmlformats-officedocument.presentationml.tags+xml"/>
  <Override PartName="/ppt/tags/tag2140.xml" ContentType="application/vnd.openxmlformats-officedocument.presentationml.tags+xml"/>
  <Override PartName="/ppt/tags/tag2141.xml" ContentType="application/vnd.openxmlformats-officedocument.presentationml.tags+xml"/>
  <Override PartName="/ppt/tags/tag2142.xml" ContentType="application/vnd.openxmlformats-officedocument.presentationml.tags+xml"/>
  <Override PartName="/ppt/tags/tag2143.xml" ContentType="application/vnd.openxmlformats-officedocument.presentationml.tags+xml"/>
  <Override PartName="/ppt/tags/tag2144.xml" ContentType="application/vnd.openxmlformats-officedocument.presentationml.tags+xml"/>
  <Override PartName="/ppt/tags/tag2145.xml" ContentType="application/vnd.openxmlformats-officedocument.presentationml.tags+xml"/>
  <Override PartName="/ppt/tags/tag2146.xml" ContentType="application/vnd.openxmlformats-officedocument.presentationml.tags+xml"/>
  <Override PartName="/ppt/tags/tag2147.xml" ContentType="application/vnd.openxmlformats-officedocument.presentationml.tags+xml"/>
  <Override PartName="/ppt/tags/tag2148.xml" ContentType="application/vnd.openxmlformats-officedocument.presentationml.tags+xml"/>
  <Override PartName="/ppt/tags/tag2149.xml" ContentType="application/vnd.openxmlformats-officedocument.presentationml.tags+xml"/>
  <Override PartName="/ppt/notesSlides/notesSlide56.xml" ContentType="application/vnd.openxmlformats-officedocument.presentationml.notesSlide+xml"/>
  <Override PartName="/ppt/tags/tag2150.xml" ContentType="application/vnd.openxmlformats-officedocument.presentationml.tags+xml"/>
  <Override PartName="/ppt/tags/tag2151.xml" ContentType="application/vnd.openxmlformats-officedocument.presentationml.tags+xml"/>
  <Override PartName="/ppt/tags/tag2152.xml" ContentType="application/vnd.openxmlformats-officedocument.presentationml.tags+xml"/>
  <Override PartName="/ppt/tags/tag2153.xml" ContentType="application/vnd.openxmlformats-officedocument.presentationml.tags+xml"/>
  <Override PartName="/ppt/tags/tag2154.xml" ContentType="application/vnd.openxmlformats-officedocument.presentationml.tags+xml"/>
  <Override PartName="/ppt/tags/tag2155.xml" ContentType="application/vnd.openxmlformats-officedocument.presentationml.tags+xml"/>
  <Override PartName="/ppt/tags/tag2156.xml" ContentType="application/vnd.openxmlformats-officedocument.presentationml.tags+xml"/>
  <Override PartName="/ppt/tags/tag2157.xml" ContentType="application/vnd.openxmlformats-officedocument.presentationml.tags+xml"/>
  <Override PartName="/ppt/tags/tag2158.xml" ContentType="application/vnd.openxmlformats-officedocument.presentationml.tags+xml"/>
  <Override PartName="/ppt/charts/chart62.xml" ContentType="application/vnd.openxmlformats-officedocument.drawingml.chart+xml"/>
  <Override PartName="/ppt/tags/tag2159.xml" ContentType="application/vnd.openxmlformats-officedocument.presentationml.tags+xml"/>
  <Override PartName="/ppt/tags/tag2160.xml" ContentType="application/vnd.openxmlformats-officedocument.presentationml.tags+xml"/>
  <Override PartName="/ppt/tags/tag2161.xml" ContentType="application/vnd.openxmlformats-officedocument.presentationml.tags+xml"/>
  <Override PartName="/ppt/tags/tag2162.xml" ContentType="application/vnd.openxmlformats-officedocument.presentationml.tags+xml"/>
  <Override PartName="/ppt/tags/tag2163.xml" ContentType="application/vnd.openxmlformats-officedocument.presentationml.tags+xml"/>
  <Override PartName="/ppt/tags/tag2164.xml" ContentType="application/vnd.openxmlformats-officedocument.presentationml.tags+xml"/>
  <Override PartName="/ppt/tags/tag2165.xml" ContentType="application/vnd.openxmlformats-officedocument.presentationml.tags+xml"/>
  <Override PartName="/ppt/tags/tag2166.xml" ContentType="application/vnd.openxmlformats-officedocument.presentationml.tags+xml"/>
  <Override PartName="/ppt/tags/tag2167.xml" ContentType="application/vnd.openxmlformats-officedocument.presentationml.tags+xml"/>
  <Override PartName="/ppt/tags/tag2168.xml" ContentType="application/vnd.openxmlformats-officedocument.presentationml.tags+xml"/>
  <Override PartName="/ppt/tags/tag2169.xml" ContentType="application/vnd.openxmlformats-officedocument.presentationml.tags+xml"/>
  <Override PartName="/ppt/tags/tag2170.xml" ContentType="application/vnd.openxmlformats-officedocument.presentationml.tags+xml"/>
  <Override PartName="/ppt/tags/tag2171.xml" ContentType="application/vnd.openxmlformats-officedocument.presentationml.tags+xml"/>
  <Override PartName="/ppt/tags/tag2172.xml" ContentType="application/vnd.openxmlformats-officedocument.presentationml.tags+xml"/>
  <Override PartName="/ppt/tags/tag2173.xml" ContentType="application/vnd.openxmlformats-officedocument.presentationml.tags+xml"/>
  <Override PartName="/ppt/tags/tag2174.xml" ContentType="application/vnd.openxmlformats-officedocument.presentationml.tags+xml"/>
  <Override PartName="/ppt/tags/tag2175.xml" ContentType="application/vnd.openxmlformats-officedocument.presentationml.tags+xml"/>
  <Override PartName="/ppt/tags/tag2176.xml" ContentType="application/vnd.openxmlformats-officedocument.presentationml.tags+xml"/>
  <Override PartName="/ppt/tags/tag2177.xml" ContentType="application/vnd.openxmlformats-officedocument.presentationml.tags+xml"/>
  <Override PartName="/ppt/tags/tag2178.xml" ContentType="application/vnd.openxmlformats-officedocument.presentationml.tags+xml"/>
  <Override PartName="/ppt/tags/tag2179.xml" ContentType="application/vnd.openxmlformats-officedocument.presentationml.tags+xml"/>
  <Override PartName="/ppt/tags/tag2180.xml" ContentType="application/vnd.openxmlformats-officedocument.presentationml.tags+xml"/>
  <Override PartName="/ppt/tags/tag2181.xml" ContentType="application/vnd.openxmlformats-officedocument.presentationml.tags+xml"/>
  <Override PartName="/ppt/tags/tag2182.xml" ContentType="application/vnd.openxmlformats-officedocument.presentationml.tags+xml"/>
  <Override PartName="/ppt/tags/tag2183.xml" ContentType="application/vnd.openxmlformats-officedocument.presentationml.tags+xml"/>
  <Override PartName="/ppt/tags/tag2184.xml" ContentType="application/vnd.openxmlformats-officedocument.presentationml.tags+xml"/>
  <Override PartName="/ppt/tags/tag2185.xml" ContentType="application/vnd.openxmlformats-officedocument.presentationml.tags+xml"/>
  <Override PartName="/ppt/tags/tag2186.xml" ContentType="application/vnd.openxmlformats-officedocument.presentationml.tags+xml"/>
  <Override PartName="/ppt/tags/tag2187.xml" ContentType="application/vnd.openxmlformats-officedocument.presentationml.tags+xml"/>
  <Override PartName="/ppt/tags/tag2188.xml" ContentType="application/vnd.openxmlformats-officedocument.presentationml.tags+xml"/>
  <Override PartName="/ppt/tags/tag2189.xml" ContentType="application/vnd.openxmlformats-officedocument.presentationml.tags+xml"/>
  <Override PartName="/ppt/tags/tag2190.xml" ContentType="application/vnd.openxmlformats-officedocument.presentationml.tags+xml"/>
  <Override PartName="/ppt/tags/tag2191.xml" ContentType="application/vnd.openxmlformats-officedocument.presentationml.tags+xml"/>
  <Override PartName="/ppt/tags/tag2192.xml" ContentType="application/vnd.openxmlformats-officedocument.presentationml.tags+xml"/>
  <Override PartName="/ppt/tags/tag2193.xml" ContentType="application/vnd.openxmlformats-officedocument.presentationml.tags+xml"/>
  <Override PartName="/ppt/tags/tag2194.xml" ContentType="application/vnd.openxmlformats-officedocument.presentationml.tags+xml"/>
  <Override PartName="/ppt/tags/tag2195.xml" ContentType="application/vnd.openxmlformats-officedocument.presentationml.tags+xml"/>
  <Override PartName="/ppt/charts/chart63.xml" ContentType="application/vnd.openxmlformats-officedocument.drawingml.chart+xml"/>
  <Override PartName="/ppt/charts/chart64.xml" ContentType="application/vnd.openxmlformats-officedocument.drawingml.chart+xml"/>
  <Override PartName="/ppt/tags/tag2196.xml" ContentType="application/vnd.openxmlformats-officedocument.presentationml.tags+xml"/>
  <Override PartName="/ppt/tags/tag2197.xml" ContentType="application/vnd.openxmlformats-officedocument.presentationml.tags+xml"/>
  <Override PartName="/ppt/tags/tag2198.xml" ContentType="application/vnd.openxmlformats-officedocument.presentationml.tags+xml"/>
  <Override PartName="/ppt/tags/tag2199.xml" ContentType="application/vnd.openxmlformats-officedocument.presentationml.tags+xml"/>
  <Override PartName="/ppt/tags/tag2200.xml" ContentType="application/vnd.openxmlformats-officedocument.presentationml.tags+xml"/>
  <Override PartName="/ppt/tags/tag2201.xml" ContentType="application/vnd.openxmlformats-officedocument.presentationml.tags+xml"/>
  <Override PartName="/ppt/tags/tag2202.xml" ContentType="application/vnd.openxmlformats-officedocument.presentationml.tags+xml"/>
  <Override PartName="/ppt/tags/tag2203.xml" ContentType="application/vnd.openxmlformats-officedocument.presentationml.tags+xml"/>
  <Override PartName="/ppt/tags/tag2204.xml" ContentType="application/vnd.openxmlformats-officedocument.presentationml.tags+xml"/>
  <Override PartName="/ppt/charts/chart65.xml" ContentType="application/vnd.openxmlformats-officedocument.drawingml.chart+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52" r:id="rId4"/>
    <p:sldMasterId id="2147483661" r:id="rId5"/>
    <p:sldMasterId id="2147483680" r:id="rId6"/>
    <p:sldMasterId id="2147483691" r:id="rId7"/>
    <p:sldMasterId id="2147483773" r:id="rId8"/>
    <p:sldMasterId id="2147483794" r:id="rId9"/>
    <p:sldMasterId id="2147483815" r:id="rId10"/>
    <p:sldMasterId id="2147483835" r:id="rId11"/>
    <p:sldMasterId id="2147483850" r:id="rId12"/>
    <p:sldMasterId id="2147483863" r:id="rId13"/>
    <p:sldMasterId id="2147483884" r:id="rId14"/>
  </p:sldMasterIdLst>
  <p:notesMasterIdLst>
    <p:notesMasterId r:id="rId88"/>
  </p:notesMasterIdLst>
  <p:sldIdLst>
    <p:sldId id="293" r:id="rId15"/>
    <p:sldId id="290" r:id="rId16"/>
    <p:sldId id="274" r:id="rId17"/>
    <p:sldId id="281" r:id="rId18"/>
    <p:sldId id="353" r:id="rId19"/>
    <p:sldId id="271" r:id="rId20"/>
    <p:sldId id="296" r:id="rId21"/>
    <p:sldId id="354" r:id="rId22"/>
    <p:sldId id="329" r:id="rId23"/>
    <p:sldId id="289" r:id="rId24"/>
    <p:sldId id="330" r:id="rId25"/>
    <p:sldId id="294" r:id="rId26"/>
    <p:sldId id="258" r:id="rId27"/>
    <p:sldId id="295" r:id="rId28"/>
    <p:sldId id="361" r:id="rId29"/>
    <p:sldId id="265" r:id="rId30"/>
    <p:sldId id="291" r:id="rId31"/>
    <p:sldId id="339" r:id="rId32"/>
    <p:sldId id="340" r:id="rId33"/>
    <p:sldId id="268" r:id="rId34"/>
    <p:sldId id="292" r:id="rId35"/>
    <p:sldId id="333" r:id="rId36"/>
    <p:sldId id="332" r:id="rId37"/>
    <p:sldId id="267" r:id="rId38"/>
    <p:sldId id="297" r:id="rId39"/>
    <p:sldId id="298" r:id="rId40"/>
    <p:sldId id="314" r:id="rId41"/>
    <p:sldId id="269" r:id="rId42"/>
    <p:sldId id="261" r:id="rId43"/>
    <p:sldId id="338" r:id="rId44"/>
    <p:sldId id="349" r:id="rId45"/>
    <p:sldId id="348" r:id="rId46"/>
    <p:sldId id="305" r:id="rId47"/>
    <p:sldId id="321" r:id="rId48"/>
    <p:sldId id="259" r:id="rId49"/>
    <p:sldId id="287" r:id="rId50"/>
    <p:sldId id="320" r:id="rId51"/>
    <p:sldId id="316" r:id="rId52"/>
    <p:sldId id="315" r:id="rId53"/>
    <p:sldId id="347" r:id="rId54"/>
    <p:sldId id="317" r:id="rId55"/>
    <p:sldId id="352" r:id="rId56"/>
    <p:sldId id="351" r:id="rId57"/>
    <p:sldId id="451" r:id="rId58"/>
    <p:sldId id="344" r:id="rId59"/>
    <p:sldId id="331" r:id="rId60"/>
    <p:sldId id="288" r:id="rId61"/>
    <p:sldId id="302" r:id="rId62"/>
    <p:sldId id="326" r:id="rId63"/>
    <p:sldId id="2147483643" r:id="rId64"/>
    <p:sldId id="346" r:id="rId65"/>
    <p:sldId id="343" r:id="rId66"/>
    <p:sldId id="272" r:id="rId67"/>
    <p:sldId id="322" r:id="rId68"/>
    <p:sldId id="318" r:id="rId69"/>
    <p:sldId id="2147483647" r:id="rId70"/>
    <p:sldId id="256" r:id="rId71"/>
    <p:sldId id="280" r:id="rId72"/>
    <p:sldId id="342" r:id="rId73"/>
    <p:sldId id="277" r:id="rId74"/>
    <p:sldId id="303" r:id="rId75"/>
    <p:sldId id="304" r:id="rId76"/>
    <p:sldId id="310" r:id="rId77"/>
    <p:sldId id="312" r:id="rId78"/>
    <p:sldId id="336" r:id="rId79"/>
    <p:sldId id="263" r:id="rId80"/>
    <p:sldId id="2147483646" r:id="rId81"/>
    <p:sldId id="284" r:id="rId82"/>
    <p:sldId id="306" r:id="rId83"/>
    <p:sldId id="285" r:id="rId84"/>
    <p:sldId id="2147483645" r:id="rId85"/>
    <p:sldId id="273" r:id="rId86"/>
    <p:sldId id="309" r:id="rId87"/>
  </p:sldIdLst>
  <p:sldSz cx="12192000" cy="6858000"/>
  <p:notesSz cx="6858000" cy="9144000"/>
  <p:custDataLst>
    <p:tags r:id="rId89"/>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page" id="{C68C3983-0FE3-40EB-B146-C3B82677B0A4}">
          <p14:sldIdLst>
            <p14:sldId id="293"/>
          </p14:sldIdLst>
        </p14:section>
        <p14:section name="Executive Summary - Board" id="{67E26707-B8F1-4028-9A46-30DFA9EF0721}">
          <p14:sldIdLst>
            <p14:sldId id="290"/>
            <p14:sldId id="274"/>
            <p14:sldId id="281"/>
            <p14:sldId id="353"/>
            <p14:sldId id="271"/>
            <p14:sldId id="296"/>
            <p14:sldId id="354"/>
          </p14:sldIdLst>
        </p14:section>
        <p14:section name="Market &amp; Business" id="{1E1247B2-D072-440C-9966-27BF6EC53D80}">
          <p14:sldIdLst>
            <p14:sldId id="329"/>
            <p14:sldId id="289"/>
            <p14:sldId id="330"/>
            <p14:sldId id="294"/>
            <p14:sldId id="258"/>
            <p14:sldId id="295"/>
            <p14:sldId id="361"/>
          </p14:sldIdLst>
        </p14:section>
        <p14:section name="Value Creataion Plan" id="{1C9108F2-F3D2-4461-9286-98CBF1C3F00F}">
          <p14:sldIdLst>
            <p14:sldId id="265"/>
            <p14:sldId id="291"/>
            <p14:sldId id="339"/>
            <p14:sldId id="340"/>
            <p14:sldId id="268"/>
            <p14:sldId id="292"/>
            <p14:sldId id="333"/>
            <p14:sldId id="332"/>
          </p14:sldIdLst>
        </p14:section>
        <p14:section name="Revised Business Case" id="{080DDBB1-6687-40E8-AE35-8C2B53FFE799}">
          <p14:sldIdLst>
            <p14:sldId id="267"/>
            <p14:sldId id="297"/>
            <p14:sldId id="298"/>
            <p14:sldId id="314"/>
          </p14:sldIdLst>
        </p14:section>
        <p14:section name="Initiatives Deep Dives" id="{6798CF92-45BE-41CD-A532-0409C0C658D7}">
          <p14:sldIdLst>
            <p14:sldId id="269"/>
            <p14:sldId id="261"/>
            <p14:sldId id="338"/>
            <p14:sldId id="349"/>
            <p14:sldId id="348"/>
            <p14:sldId id="305"/>
            <p14:sldId id="321"/>
            <p14:sldId id="259"/>
            <p14:sldId id="287"/>
            <p14:sldId id="320"/>
            <p14:sldId id="316"/>
            <p14:sldId id="315"/>
            <p14:sldId id="347"/>
            <p14:sldId id="317"/>
            <p14:sldId id="352"/>
            <p14:sldId id="351"/>
            <p14:sldId id="451"/>
            <p14:sldId id="344"/>
            <p14:sldId id="331"/>
            <p14:sldId id="288"/>
            <p14:sldId id="302"/>
            <p14:sldId id="326"/>
            <p14:sldId id="2147483643"/>
            <p14:sldId id="346"/>
            <p14:sldId id="343"/>
            <p14:sldId id="272"/>
            <p14:sldId id="322"/>
          </p14:sldIdLst>
        </p14:section>
        <p14:section name="Supplementary Material" id="{9A4F1D11-4547-4363-8F73-68B8923853C0}">
          <p14:sldIdLst>
            <p14:sldId id="318"/>
            <p14:sldId id="2147483647"/>
            <p14:sldId id="256"/>
            <p14:sldId id="280"/>
            <p14:sldId id="342"/>
            <p14:sldId id="277"/>
            <p14:sldId id="303"/>
            <p14:sldId id="304"/>
            <p14:sldId id="310"/>
            <p14:sldId id="312"/>
            <p14:sldId id="336"/>
            <p14:sldId id="263"/>
            <p14:sldId id="2147483646"/>
            <p14:sldId id="284"/>
            <p14:sldId id="306"/>
            <p14:sldId id="285"/>
            <p14:sldId id="2147483645"/>
            <p14:sldId id="273"/>
            <p14:sldId id="309"/>
          </p14:sldIdLst>
        </p14:section>
      </p14:sectionLst>
    </p:ext>
    <p:ext uri="{EFAFB233-063F-42B5-8137-9DF3F51BA10A}">
      <p15:sldGuideLst xmlns:p15="http://schemas.microsoft.com/office/powerpoint/2012/main">
        <p15:guide id="16" orient="horz" pos="210" userDrawn="1">
          <p15:clr>
            <a:srgbClr val="A4A3A4"/>
          </p15:clr>
        </p15:guide>
        <p15:guide id="26" pos="4536" userDrawn="1">
          <p15:clr>
            <a:srgbClr val="A4A3A4"/>
          </p15:clr>
        </p15:guide>
        <p15:guide id="27" pos="816"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468850F-4419-489A-31DF-A1E68DA1A7AE}" name="Mayssa Assaf" initials="MA" userId="S::massaf@oncoclinicasgroup.com::9b89e4fb-89b8-42c1-8577-f194b0049647" providerId="AD"/>
  <p188:author id="{18DBBE67-35E1-DA17-5B62-283A8CE57E9A}" name="Mohammed Alhaddad" initials="MA" userId="S::malhaddad@oncoclinicsgroup.com::275920e6-b4c1-4dc7-a286-f8ca930254f3" providerId="AD"/>
  <p188:author id="{FD08BA7C-030A-DE47-6F39-BB82A79A965E}" name="Ali Salman Khan" initials="" userId="S::asalman@oncoclinicasgroup.com::42caf0a4-e2a5-4d31-81f4-077bb16e4093" providerId="AD"/>
  <p188:author id="{63016F85-E550-0EDF-E5D5-19FE9F7F06C3}" name="Muhammad Umar [Intellia]" initials="M[" userId="9cf5b8b2546807bc" providerId="Windows Live"/>
  <p188:author id="{931A479A-9E46-49CC-D26B-539A58CA3E30}" name="Muhammed Arif" initials="MA" userId="S::muharif@oncoclinicasgroup.com::da81701a-0bf1-4b4b-ab58-415f5c2d8d66" providerId="AD"/>
  <p188:author id="{679748B9-D3B0-17A0-8676-08C73D8AE9F4}" name="Mohammed Alhaddad" initials="MA" userId="S::malhaddad@oncoclinicasgroup.com::275920e6-b4c1-4dc7-a286-f8ca930254f3" providerId="AD"/>
  <p188:author id="{5C6BDDE6-82FD-DC48-6127-05BE8A32B7E2}" name="Yousaf Haider" initials="" userId="S::yhaider@oncoclinicasgroup.com::a642efc9-6c47-4f8f-bd5f-f4b03b89376b"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4748A"/>
    <a:srgbClr val="17B2AF"/>
    <a:srgbClr val="BFBFBF"/>
    <a:srgbClr val="FBE5D6"/>
    <a:srgbClr val="E2F0D9"/>
    <a:srgbClr val="548235"/>
    <a:srgbClr val="FFC000"/>
    <a:srgbClr val="F0F7EC"/>
    <a:srgbClr val="DAFAF9"/>
    <a:srgbClr val="C8F8F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421BBB7-3231-489D-A1F1-1D95E2147EDA}" v="130487" dt="2025-11-29T08:06:17.948"/>
    <p1510:client id="{51E6BFC2-BABC-2A9D-EC9E-3BC0F28ABCBE}" v="174" dt="2025-11-29T22:23:00.176"/>
    <p1510:client id="{DC13B32B-DFEA-423E-BFDF-7B3565F6C95A}" v="82466" dt="2025-11-29T19:26:25.332"/>
    <p1510:client id="{FC4AC1C6-B5A9-4A62-A914-86B57FB2D7BC}" v="18905" dt="2025-11-29T15:55:11.485"/>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8799B23B-EC83-4686-B30A-512413B5E67A}" styleName="Light Style 3 - Accent 3">
    <a:wholeTbl>
      <a:tcTxStyle>
        <a:fontRef idx="minor">
          <a:scrgbClr r="0" g="0" b="0"/>
        </a:fontRef>
        <a:schemeClr val="tx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noFill/>
        </a:fill>
      </a:tcStyle>
    </a:wholeTbl>
    <a:band1H>
      <a:tcStyle>
        <a:tcBdr/>
        <a:fill>
          <a:solidFill>
            <a:schemeClr val="accent3">
              <a:alpha val="20000"/>
            </a:schemeClr>
          </a:solidFill>
        </a:fill>
      </a:tcStyle>
    </a:band1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noFill/>
        </a:fill>
      </a:tcStyle>
    </a:lastRow>
    <a:firstRow>
      <a:tcTxStyle b="on"/>
      <a:tcStyle>
        <a:tcBdr>
          <a:bottom>
            <a:ln w="25400" cmpd="sng">
              <a:solidFill>
                <a:schemeClr val="accent3"/>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20"/>
    <p:restoredTop sz="95492" autoAdjust="0"/>
  </p:normalViewPr>
  <p:slideViewPr>
    <p:cSldViewPr snapToGrid="0" showGuides="1">
      <p:cViewPr>
        <p:scale>
          <a:sx n="80" d="100"/>
          <a:sy n="80" d="100"/>
        </p:scale>
        <p:origin x="682" y="288"/>
      </p:cViewPr>
      <p:guideLst>
        <p:guide orient="horz" pos="210"/>
        <p:guide pos="4536"/>
        <p:guide pos="816"/>
      </p:guideLst>
    </p:cSldViewPr>
  </p:slideViewPr>
  <p:notesTextViewPr>
    <p:cViewPr>
      <p:scale>
        <a:sx n="1" d="1"/>
        <a:sy n="1" d="1"/>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2.xml"/><Relationship Id="rId21" Type="http://schemas.openxmlformats.org/officeDocument/2006/relationships/slide" Target="slides/slide7.xml"/><Relationship Id="rId42" Type="http://schemas.openxmlformats.org/officeDocument/2006/relationships/slide" Target="slides/slide28.xml"/><Relationship Id="rId47" Type="http://schemas.openxmlformats.org/officeDocument/2006/relationships/slide" Target="slides/slide33.xml"/><Relationship Id="rId63" Type="http://schemas.openxmlformats.org/officeDocument/2006/relationships/slide" Target="slides/slide49.xml"/><Relationship Id="rId68" Type="http://schemas.openxmlformats.org/officeDocument/2006/relationships/slide" Target="slides/slide54.xml"/><Relationship Id="rId84" Type="http://schemas.openxmlformats.org/officeDocument/2006/relationships/slide" Target="slides/slide70.xml"/><Relationship Id="rId89" Type="http://schemas.openxmlformats.org/officeDocument/2006/relationships/tags" Target="tags/tag1.xml"/><Relationship Id="rId16" Type="http://schemas.openxmlformats.org/officeDocument/2006/relationships/slide" Target="slides/slide2.xml"/><Relationship Id="rId11" Type="http://schemas.openxmlformats.org/officeDocument/2006/relationships/slideMaster" Target="slideMasters/slideMaster8.xml"/><Relationship Id="rId32" Type="http://schemas.openxmlformats.org/officeDocument/2006/relationships/slide" Target="slides/slide18.xml"/><Relationship Id="rId37" Type="http://schemas.openxmlformats.org/officeDocument/2006/relationships/slide" Target="slides/slide23.xml"/><Relationship Id="rId53" Type="http://schemas.openxmlformats.org/officeDocument/2006/relationships/slide" Target="slides/slide39.xml"/><Relationship Id="rId58" Type="http://schemas.openxmlformats.org/officeDocument/2006/relationships/slide" Target="slides/slide44.xml"/><Relationship Id="rId74" Type="http://schemas.openxmlformats.org/officeDocument/2006/relationships/slide" Target="slides/slide60.xml"/><Relationship Id="rId79" Type="http://schemas.openxmlformats.org/officeDocument/2006/relationships/slide" Target="slides/slide65.xml"/><Relationship Id="rId5" Type="http://schemas.openxmlformats.org/officeDocument/2006/relationships/slideMaster" Target="slideMasters/slideMaster2.xml"/><Relationship Id="rId90" Type="http://schemas.openxmlformats.org/officeDocument/2006/relationships/presProps" Target="presProps.xml"/><Relationship Id="rId95" Type="http://schemas.microsoft.com/office/2015/10/relationships/revisionInfo" Target="revisionInfo.xml"/><Relationship Id="rId22" Type="http://schemas.openxmlformats.org/officeDocument/2006/relationships/slide" Target="slides/slide8.xml"/><Relationship Id="rId27" Type="http://schemas.openxmlformats.org/officeDocument/2006/relationships/slide" Target="slides/slide13.xml"/><Relationship Id="rId43" Type="http://schemas.openxmlformats.org/officeDocument/2006/relationships/slide" Target="slides/slide29.xml"/><Relationship Id="rId48" Type="http://schemas.openxmlformats.org/officeDocument/2006/relationships/slide" Target="slides/slide34.xml"/><Relationship Id="rId64" Type="http://schemas.openxmlformats.org/officeDocument/2006/relationships/slide" Target="slides/slide50.xml"/><Relationship Id="rId69" Type="http://schemas.openxmlformats.org/officeDocument/2006/relationships/slide" Target="slides/slide55.xml"/><Relationship Id="rId8" Type="http://schemas.openxmlformats.org/officeDocument/2006/relationships/slideMaster" Target="slideMasters/slideMaster5.xml"/><Relationship Id="rId51" Type="http://schemas.openxmlformats.org/officeDocument/2006/relationships/slide" Target="slides/slide37.xml"/><Relationship Id="rId72" Type="http://schemas.openxmlformats.org/officeDocument/2006/relationships/slide" Target="slides/slide58.xml"/><Relationship Id="rId80" Type="http://schemas.openxmlformats.org/officeDocument/2006/relationships/slide" Target="slides/slide66.xml"/><Relationship Id="rId85" Type="http://schemas.openxmlformats.org/officeDocument/2006/relationships/slide" Target="slides/slide71.xml"/><Relationship Id="rId93"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Master" Target="slideMasters/slideMaster9.xml"/><Relationship Id="rId17" Type="http://schemas.openxmlformats.org/officeDocument/2006/relationships/slide" Target="slides/slide3.xml"/><Relationship Id="rId25" Type="http://schemas.openxmlformats.org/officeDocument/2006/relationships/slide" Target="slides/slide11.xml"/><Relationship Id="rId33" Type="http://schemas.openxmlformats.org/officeDocument/2006/relationships/slide" Target="slides/slide19.xml"/><Relationship Id="rId38" Type="http://schemas.openxmlformats.org/officeDocument/2006/relationships/slide" Target="slides/slide24.xml"/><Relationship Id="rId46" Type="http://schemas.openxmlformats.org/officeDocument/2006/relationships/slide" Target="slides/slide32.xml"/><Relationship Id="rId59" Type="http://schemas.openxmlformats.org/officeDocument/2006/relationships/slide" Target="slides/slide45.xml"/><Relationship Id="rId67" Type="http://schemas.openxmlformats.org/officeDocument/2006/relationships/slide" Target="slides/slide53.xml"/><Relationship Id="rId20" Type="http://schemas.openxmlformats.org/officeDocument/2006/relationships/slide" Target="slides/slide6.xml"/><Relationship Id="rId41" Type="http://schemas.openxmlformats.org/officeDocument/2006/relationships/slide" Target="slides/slide27.xml"/><Relationship Id="rId54" Type="http://schemas.openxmlformats.org/officeDocument/2006/relationships/slide" Target="slides/slide40.xml"/><Relationship Id="rId62" Type="http://schemas.openxmlformats.org/officeDocument/2006/relationships/slide" Target="slides/slide48.xml"/><Relationship Id="rId70" Type="http://schemas.openxmlformats.org/officeDocument/2006/relationships/slide" Target="slides/slide56.xml"/><Relationship Id="rId75" Type="http://schemas.openxmlformats.org/officeDocument/2006/relationships/slide" Target="slides/slide61.xml"/><Relationship Id="rId83" Type="http://schemas.openxmlformats.org/officeDocument/2006/relationships/slide" Target="slides/slide69.xml"/><Relationship Id="rId88" Type="http://schemas.openxmlformats.org/officeDocument/2006/relationships/notesMaster" Target="notesMasters/notesMaster1.xml"/><Relationship Id="rId91" Type="http://schemas.openxmlformats.org/officeDocument/2006/relationships/viewProps" Target="viewProps.xml"/><Relationship Id="rId96"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1.xml"/><Relationship Id="rId23" Type="http://schemas.openxmlformats.org/officeDocument/2006/relationships/slide" Target="slides/slide9.xml"/><Relationship Id="rId28" Type="http://schemas.openxmlformats.org/officeDocument/2006/relationships/slide" Target="slides/slide14.xml"/><Relationship Id="rId36" Type="http://schemas.openxmlformats.org/officeDocument/2006/relationships/slide" Target="slides/slide22.xml"/><Relationship Id="rId49" Type="http://schemas.openxmlformats.org/officeDocument/2006/relationships/slide" Target="slides/slide35.xml"/><Relationship Id="rId57" Type="http://schemas.openxmlformats.org/officeDocument/2006/relationships/slide" Target="slides/slide43.xml"/><Relationship Id="rId10" Type="http://schemas.openxmlformats.org/officeDocument/2006/relationships/slideMaster" Target="slideMasters/slideMaster7.xml"/><Relationship Id="rId31" Type="http://schemas.openxmlformats.org/officeDocument/2006/relationships/slide" Target="slides/slide17.xml"/><Relationship Id="rId44" Type="http://schemas.openxmlformats.org/officeDocument/2006/relationships/slide" Target="slides/slide30.xml"/><Relationship Id="rId52" Type="http://schemas.openxmlformats.org/officeDocument/2006/relationships/slide" Target="slides/slide38.xml"/><Relationship Id="rId60" Type="http://schemas.openxmlformats.org/officeDocument/2006/relationships/slide" Target="slides/slide46.xml"/><Relationship Id="rId65" Type="http://schemas.openxmlformats.org/officeDocument/2006/relationships/slide" Target="slides/slide51.xml"/><Relationship Id="rId73" Type="http://schemas.openxmlformats.org/officeDocument/2006/relationships/slide" Target="slides/slide59.xml"/><Relationship Id="rId78" Type="http://schemas.openxmlformats.org/officeDocument/2006/relationships/slide" Target="slides/slide64.xml"/><Relationship Id="rId81" Type="http://schemas.openxmlformats.org/officeDocument/2006/relationships/slide" Target="slides/slide67.xml"/><Relationship Id="rId86" Type="http://schemas.openxmlformats.org/officeDocument/2006/relationships/slide" Target="slides/slide72.xml"/><Relationship Id="rId94" Type="http://schemas.microsoft.com/office/2016/11/relationships/changesInfo" Target="changesInfos/changesInfo1.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Master" Target="slideMasters/slideMaster10.xml"/><Relationship Id="rId18" Type="http://schemas.openxmlformats.org/officeDocument/2006/relationships/slide" Target="slides/slide4.xml"/><Relationship Id="rId39" Type="http://schemas.openxmlformats.org/officeDocument/2006/relationships/slide" Target="slides/slide25.xml"/><Relationship Id="rId34" Type="http://schemas.openxmlformats.org/officeDocument/2006/relationships/slide" Target="slides/slide20.xml"/><Relationship Id="rId50" Type="http://schemas.openxmlformats.org/officeDocument/2006/relationships/slide" Target="slides/slide36.xml"/><Relationship Id="rId55" Type="http://schemas.openxmlformats.org/officeDocument/2006/relationships/slide" Target="slides/slide41.xml"/><Relationship Id="rId76" Type="http://schemas.openxmlformats.org/officeDocument/2006/relationships/slide" Target="slides/slide62.xml"/><Relationship Id="rId7" Type="http://schemas.openxmlformats.org/officeDocument/2006/relationships/slideMaster" Target="slideMasters/slideMaster4.xml"/><Relationship Id="rId71" Type="http://schemas.openxmlformats.org/officeDocument/2006/relationships/slide" Target="slides/slide57.xml"/><Relationship Id="rId92" Type="http://schemas.openxmlformats.org/officeDocument/2006/relationships/theme" Target="theme/theme1.xml"/><Relationship Id="rId2" Type="http://schemas.openxmlformats.org/officeDocument/2006/relationships/customXml" Target="../customXml/item2.xml"/><Relationship Id="rId29" Type="http://schemas.openxmlformats.org/officeDocument/2006/relationships/slide" Target="slides/slide15.xml"/><Relationship Id="rId24" Type="http://schemas.openxmlformats.org/officeDocument/2006/relationships/slide" Target="slides/slide10.xml"/><Relationship Id="rId40" Type="http://schemas.openxmlformats.org/officeDocument/2006/relationships/slide" Target="slides/slide26.xml"/><Relationship Id="rId45" Type="http://schemas.openxmlformats.org/officeDocument/2006/relationships/slide" Target="slides/slide31.xml"/><Relationship Id="rId66" Type="http://schemas.openxmlformats.org/officeDocument/2006/relationships/slide" Target="slides/slide52.xml"/><Relationship Id="rId87" Type="http://schemas.openxmlformats.org/officeDocument/2006/relationships/slide" Target="slides/slide73.xml"/><Relationship Id="rId61" Type="http://schemas.openxmlformats.org/officeDocument/2006/relationships/slide" Target="slides/slide47.xml"/><Relationship Id="rId82" Type="http://schemas.openxmlformats.org/officeDocument/2006/relationships/slide" Target="slides/slide68.xml"/><Relationship Id="rId19" Type="http://schemas.openxmlformats.org/officeDocument/2006/relationships/slide" Target="slides/slide5.xml"/><Relationship Id="rId14" Type="http://schemas.openxmlformats.org/officeDocument/2006/relationships/slideMaster" Target="slideMasters/slideMaster11.xml"/><Relationship Id="rId30" Type="http://schemas.openxmlformats.org/officeDocument/2006/relationships/slide" Target="slides/slide16.xml"/><Relationship Id="rId35" Type="http://schemas.openxmlformats.org/officeDocument/2006/relationships/slide" Target="slides/slide21.xml"/><Relationship Id="rId56" Type="http://schemas.openxmlformats.org/officeDocument/2006/relationships/slide" Target="slides/slide42.xml"/><Relationship Id="rId77" Type="http://schemas.openxmlformats.org/officeDocument/2006/relationships/slide" Target="slides/slide6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alaar.rauf@intelliaadvisors.com" userId="S::urn:spo:guest#salaar.rauf@intelliaadvisors.com::" providerId="AD" clId="Web-{51E6BFC2-BABC-2A9D-EC9E-3BC0F28ABCBE}"/>
    <pc:docChg chg="modSld">
      <pc:chgData name="salaar.rauf@intelliaadvisors.com" userId="S::urn:spo:guest#salaar.rauf@intelliaadvisors.com::" providerId="AD" clId="Web-{51E6BFC2-BABC-2A9D-EC9E-3BC0F28ABCBE}" dt="2025-11-29T22:23:00.176" v="172" actId="20577"/>
      <pc:docMkLst>
        <pc:docMk/>
      </pc:docMkLst>
      <pc:sldChg chg="modSp">
        <pc:chgData name="salaar.rauf@intelliaadvisors.com" userId="S::urn:spo:guest#salaar.rauf@intelliaadvisors.com::" providerId="AD" clId="Web-{51E6BFC2-BABC-2A9D-EC9E-3BC0F28ABCBE}" dt="2025-11-29T22:23:00.176" v="172" actId="20577"/>
        <pc:sldMkLst>
          <pc:docMk/>
          <pc:sldMk cId="3305035374" sldId="290"/>
        </pc:sldMkLst>
        <pc:spChg chg="mod">
          <ac:chgData name="salaar.rauf@intelliaadvisors.com" userId="S::urn:spo:guest#salaar.rauf@intelliaadvisors.com::" providerId="AD" clId="Web-{51E6BFC2-BABC-2A9D-EC9E-3BC0F28ABCBE}" dt="2025-11-29T22:23:00.176" v="172" actId="20577"/>
          <ac:spMkLst>
            <pc:docMk/>
            <pc:sldMk cId="3305035374" sldId="290"/>
            <ac:spMk id="4" creationId="{8818ADE2-CF6B-2529-F8A4-11A6627F4D45}"/>
          </ac:spMkLst>
        </pc:spChg>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Binary_Worksheet.xlsb"/></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Binary_Worksheet1.xlsb"/></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Binary_Worksheet2.xlsb"/></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Binary_Worksheet3.xlsb"/></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Binary_Worksheet4.xlsb"/></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Binary_Worksheet5.xlsb"/></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Binary_Worksheet6.xlsb"/></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Binary_Worksheet7.xlsb"/></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Binary_Worksheet8.xlsb"/></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Binary_Worksheet9.xlsb"/></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Binary_Worksheet10.xlsb"/></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Binary_Worksheet11.xlsb"/></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Binary_Worksheet12.xlsb"/></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Binary_Worksheet13.xlsb"/></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Binary_Worksheet14.xlsb"/></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Binary_Worksheet15.xlsb"/></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Binary_Worksheet16.xlsb"/></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Binary_Worksheet17.xlsb"/></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Binary_Worksheet18.xlsb"/></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Binary_Worksheet19.xlsb"/></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Binary_Worksheet20.xlsb"/></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Binary_Worksheet21.xlsb"/></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Binary_Worksheet22.xlsb"/></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Binary_Worksheet23.xlsb"/></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Binary_Worksheet24.xlsb"/></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Binary_Worksheet25.xlsb"/></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Binary_Worksheet26.xlsb"/></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Binary_Worksheet27.xlsb"/></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Binary_Worksheet28.xlsb"/></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Binary_Worksheet29.xlsb"/></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Binary_Worksheet30.xlsb"/></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Binary_Worksheet31.xlsb"/></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Binary_Worksheet32.xlsb"/></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Binary_Worksheet33.xlsb"/></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Binary_Worksheet34.xlsb"/></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Binary_Worksheet35.xlsb"/></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Binary_Worksheet36.xlsb"/></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Binary_Worksheet37.xlsb"/></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Binary_Worksheet38.xlsb"/></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Binary_Worksheet39.xlsb"/></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Binary_Worksheet40.xlsb"/></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Binary_Worksheet41.xlsb"/></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Binary_Worksheet42.xlsb"/></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Binary_Worksheet43.xlsb"/></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Binary_Worksheet44.xlsb"/></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Binary_Worksheet45.xlsb"/></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Binary_Worksheet46.xlsb"/></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Binary_Worksheet47.xlsb"/></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Binary_Worksheet48.xlsb"/></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Binary_Worksheet49.xlsb"/></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Binary_Worksheet50.xlsb"/></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Binary_Worksheet51.xlsb"/></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Binary_Worksheet52.xlsb"/></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Binary_Worksheet53.xlsb"/></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Binary_Worksheet54.xlsb"/></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Binary_Worksheet55.xlsb"/></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Binary_Worksheet56.xlsb"/></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Binary_Worksheet57.xlsb"/></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Binary_Worksheet58.xlsb"/></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Binary_Worksheet59.xlsb"/></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Binary_Worksheet60.xlsb"/></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Binary_Worksheet61.xlsb"/></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Binary_Worksheet62.xlsb"/></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Binary_Worksheet63.xlsb"/></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Binary_Worksheet64.xlsb"/></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367526211391329E-3"/>
          <c:y val="0.26415094339622641"/>
          <c:w val="0.98526494757721739"/>
          <c:h val="0.5480274442538593"/>
        </c:manualLayout>
      </c:layout>
      <c:barChart>
        <c:barDir val="col"/>
        <c:grouping val="stacked"/>
        <c:varyColors val="0"/>
        <c:ser>
          <c:idx val="0"/>
          <c:order val="0"/>
          <c:spPr>
            <a:no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039C-4544-AD65-B7DF4E199F29}"/>
              </c:ext>
            </c:extLst>
          </c:dPt>
          <c:dPt>
            <c:idx val="4"/>
            <c:invertIfNegative val="0"/>
            <c:bubble3D val="0"/>
            <c:spPr>
              <a:solidFill>
                <a:srgbClr val="206971"/>
              </a:solidFill>
              <a:ln>
                <a:noFill/>
              </a:ln>
            </c:spPr>
            <c:extLst>
              <c:ext xmlns:c16="http://schemas.microsoft.com/office/drawing/2014/chart" uri="{C3380CC4-5D6E-409C-BE32-E72D297353CC}">
                <c16:uniqueId val="{00000001-039C-4544-AD65-B7DF4E199F29}"/>
              </c:ext>
            </c:extLst>
          </c:dPt>
          <c:dLbls>
            <c:dLbl>
              <c:idx val="0"/>
              <c:layout>
                <c:manualLayout>
                  <c:x val="0"/>
                  <c:y val="-0.20497427101200685"/>
                </c:manualLayout>
              </c:layout>
              <c:numFmt formatCode="#,##0;&quot;-&quot;#,##0" sourceLinked="0"/>
              <c:spPr>
                <a:noFill/>
                <a:ln>
                  <a:noFill/>
                </a:ln>
              </c:spPr>
              <c:txPr>
                <a:bodyPr wrap="none"/>
                <a:lstStyle/>
                <a:p>
                  <a:pPr>
                    <a:defRPr sz="16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39C-4544-AD65-B7DF4E199F29}"/>
                </c:ext>
              </c:extLst>
            </c:dLbl>
            <c:dLbl>
              <c:idx val="4"/>
              <c:layout>
                <c:manualLayout>
                  <c:x val="0"/>
                  <c:y val="-0.34991423670668953"/>
                </c:manualLayout>
              </c:layout>
              <c:numFmt formatCode="#,##0;&quot;-&quot;#,##0" sourceLinked="0"/>
              <c:spPr>
                <a:noFill/>
                <a:ln>
                  <a:noFill/>
                </a:ln>
              </c:spPr>
              <c:txPr>
                <a:bodyPr wrap="none"/>
                <a:lstStyle/>
                <a:p>
                  <a:pPr>
                    <a:defRPr sz="16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39C-4544-AD65-B7DF4E199F2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8</c:v>
                </c:pt>
                <c:pt idx="1">
                  <c:v>8</c:v>
                </c:pt>
                <c:pt idx="2">
                  <c:v>10</c:v>
                </c:pt>
                <c:pt idx="3">
                  <c:v>16</c:v>
                </c:pt>
                <c:pt idx="4">
                  <c:v>17</c:v>
                </c:pt>
              </c:numCache>
            </c:numRef>
          </c:val>
          <c:extLst>
            <c:ext xmlns:c16="http://schemas.microsoft.com/office/drawing/2014/chart" uri="{C3380CC4-5D6E-409C-BE32-E72D297353CC}">
              <c16:uniqueId val="{00000002-039C-4544-AD65-B7DF4E199F29}"/>
            </c:ext>
          </c:extLst>
        </c:ser>
        <c:ser>
          <c:idx val="1"/>
          <c:order val="1"/>
          <c:spPr>
            <a:solidFill>
              <a:srgbClr val="17B2AF"/>
            </a:solidFill>
            <a:ln>
              <a:noFill/>
            </a:ln>
          </c:spPr>
          <c:invertIfNegative val="0"/>
          <c:dLbls>
            <c:dLbl>
              <c:idx val="2"/>
              <c:layout>
                <c:manualLayout>
                  <c:x val="0"/>
                  <c:y val="-3.4305317324185248E-3"/>
                </c:manualLayout>
              </c:layout>
              <c:numFmt formatCode="#,##0;#,##0" sourceLinked="0"/>
              <c:spPr>
                <a:noFill/>
                <a:ln>
                  <a:noFill/>
                </a:ln>
              </c:spPr>
              <c:txPr>
                <a:bodyPr wrap="none"/>
                <a:lstStyle/>
                <a:p>
                  <a:pPr>
                    <a:defRPr sz="16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39C-4544-AD65-B7DF4E199F2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Sheet1!$A$2:$E$2</c:f>
              <c:numCache>
                <c:formatCode>General</c:formatCode>
                <c:ptCount val="5"/>
                <c:pt idx="1">
                  <c:v>2</c:v>
                </c:pt>
                <c:pt idx="2">
                  <c:v>6</c:v>
                </c:pt>
                <c:pt idx="3">
                  <c:v>1</c:v>
                </c:pt>
              </c:numCache>
            </c:numRef>
          </c:val>
          <c:extLst>
            <c:ext xmlns:c16="http://schemas.microsoft.com/office/drawing/2014/chart" uri="{C3380CC4-5D6E-409C-BE32-E72D297353CC}">
              <c16:uniqueId val="{00000004-039C-4544-AD65-B7DF4E199F29}"/>
            </c:ext>
          </c:extLst>
        </c:ser>
        <c:dLbls>
          <c:showLegendKey val="0"/>
          <c:showVal val="0"/>
          <c:showCatName val="0"/>
          <c:showSerName val="0"/>
          <c:showPercent val="0"/>
          <c:showBubbleSize val="0"/>
        </c:dLbls>
        <c:gapWidth val="80"/>
        <c:overlap val="100"/>
        <c:axId val="1997019791"/>
        <c:axId val="1"/>
      </c:barChart>
      <c:catAx>
        <c:axId val="199701979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7"/>
          <c:min val="0"/>
        </c:scaling>
        <c:delete val="0"/>
        <c:axPos val="l"/>
        <c:majorGridlines>
          <c:spPr>
            <a:ln>
              <a:noFill/>
            </a:ln>
          </c:spPr>
        </c:majorGridlines>
        <c:numFmt formatCode="General" sourceLinked="1"/>
        <c:majorTickMark val="none"/>
        <c:minorTickMark val="none"/>
        <c:tickLblPos val="none"/>
        <c:spPr>
          <a:ln>
            <a:noFill/>
          </a:ln>
        </c:spPr>
        <c:crossAx val="1997019791"/>
        <c:crosses val="min"/>
        <c:crossBetween val="between"/>
      </c:valAx>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1750640478223739E-2"/>
          <c:y val="5.4211843202668891E-2"/>
          <c:w val="0.93936806148590946"/>
          <c:h val="0.88532110091743121"/>
        </c:manualLayout>
      </c:layout>
      <c:bubbleChart>
        <c:varyColors val="0"/>
        <c:ser>
          <c:idx val="0"/>
          <c:order val="0"/>
          <c:spPr>
            <a:solidFill>
              <a:srgbClr val="17B2AF"/>
            </a:solidFill>
            <a:ln>
              <a:noFill/>
            </a:ln>
          </c:spPr>
          <c:invertIfNegative val="0"/>
          <c:xVal>
            <c:numRef>
              <c:f>Sheet1!$A$1:$A$12</c:f>
              <c:numCache>
                <c:formatCode>General</c:formatCode>
                <c:ptCount val="12"/>
                <c:pt idx="0">
                  <c:v>0.14299999999999999</c:v>
                </c:pt>
                <c:pt idx="1">
                  <c:v>3.9</c:v>
                </c:pt>
                <c:pt idx="2">
                  <c:v>3.8</c:v>
                </c:pt>
                <c:pt idx="3">
                  <c:v>13.9</c:v>
                </c:pt>
                <c:pt idx="4">
                  <c:v>0.72</c:v>
                </c:pt>
                <c:pt idx="5">
                  <c:v>0.45</c:v>
                </c:pt>
              </c:numCache>
            </c:numRef>
          </c:xVal>
          <c:yVal>
            <c:numRef>
              <c:f>Sheet1!$B$1:$B$12</c:f>
              <c:numCache>
                <c:formatCode>General</c:formatCode>
                <c:ptCount val="12"/>
                <c:pt idx="0">
                  <c:v>8</c:v>
                </c:pt>
                <c:pt idx="1">
                  <c:v>7.0000000000000009</c:v>
                </c:pt>
                <c:pt idx="2">
                  <c:v>9</c:v>
                </c:pt>
                <c:pt idx="3">
                  <c:v>4</c:v>
                </c:pt>
                <c:pt idx="4">
                  <c:v>18</c:v>
                </c:pt>
                <c:pt idx="5">
                  <c:v>0.1</c:v>
                </c:pt>
              </c:numCache>
            </c:numRef>
          </c:yVal>
          <c:bubbleSize>
            <c:numRef>
              <c:f>Sheet1!$C$1:$C$12</c:f>
              <c:numCache>
                <c:formatCode>General</c:formatCode>
                <c:ptCount val="12"/>
                <c:pt idx="0">
                  <c:v>0.2</c:v>
                </c:pt>
                <c:pt idx="1">
                  <c:v>0.5</c:v>
                </c:pt>
                <c:pt idx="2">
                  <c:v>0.1</c:v>
                </c:pt>
                <c:pt idx="3">
                  <c:v>0.1</c:v>
                </c:pt>
                <c:pt idx="4">
                  <c:v>0.5</c:v>
                </c:pt>
                <c:pt idx="5">
                  <c:v>0.05</c:v>
                </c:pt>
              </c:numCache>
            </c:numRef>
          </c:bubbleSize>
          <c:bubble3D val="0"/>
          <c:extLst>
            <c:ext xmlns:c16="http://schemas.microsoft.com/office/drawing/2014/chart" uri="{C3380CC4-5D6E-409C-BE32-E72D297353CC}">
              <c16:uniqueId val="{00000000-9237-4366-919F-0B4BCE23CD91}"/>
            </c:ext>
          </c:extLst>
        </c:ser>
        <c:ser>
          <c:idx val="1"/>
          <c:order val="1"/>
          <c:spPr>
            <a:solidFill>
              <a:srgbClr val="04748A"/>
            </a:solidFill>
            <a:ln>
              <a:noFill/>
            </a:ln>
          </c:spPr>
          <c:invertIfNegative val="0"/>
          <c:xVal>
            <c:numRef>
              <c:f>Sheet1!$A$1:$A$12</c:f>
              <c:numCache>
                <c:formatCode>General</c:formatCode>
                <c:ptCount val="12"/>
                <c:pt idx="6">
                  <c:v>15.623522340212382</c:v>
                </c:pt>
                <c:pt idx="7">
                  <c:v>2.5099999999999998</c:v>
                </c:pt>
                <c:pt idx="8">
                  <c:v>0.1</c:v>
                </c:pt>
                <c:pt idx="9">
                  <c:v>0.6</c:v>
                </c:pt>
              </c:numCache>
            </c:numRef>
          </c:xVal>
          <c:yVal>
            <c:numRef>
              <c:f>Sheet1!$D$1:$D$12</c:f>
              <c:numCache>
                <c:formatCode>General</c:formatCode>
                <c:ptCount val="12"/>
                <c:pt idx="6">
                  <c:v>17</c:v>
                </c:pt>
                <c:pt idx="7">
                  <c:v>5.5</c:v>
                </c:pt>
                <c:pt idx="8">
                  <c:v>7.0000000000000009</c:v>
                </c:pt>
                <c:pt idx="9">
                  <c:v>9</c:v>
                </c:pt>
              </c:numCache>
            </c:numRef>
          </c:yVal>
          <c:bubbleSize>
            <c:numRef>
              <c:f>Sheet1!$E$1:$E$12</c:f>
              <c:numCache>
                <c:formatCode>General</c:formatCode>
                <c:ptCount val="12"/>
                <c:pt idx="6">
                  <c:v>24</c:v>
                </c:pt>
                <c:pt idx="7">
                  <c:v>0.1</c:v>
                </c:pt>
                <c:pt idx="8">
                  <c:v>0.2</c:v>
                </c:pt>
                <c:pt idx="9">
                  <c:v>0.3</c:v>
                </c:pt>
              </c:numCache>
            </c:numRef>
          </c:bubbleSize>
          <c:bubble3D val="0"/>
          <c:extLst>
            <c:ext xmlns:c16="http://schemas.microsoft.com/office/drawing/2014/chart" uri="{C3380CC4-5D6E-409C-BE32-E72D297353CC}">
              <c16:uniqueId val="{00000001-9237-4366-919F-0B4BCE23CD91}"/>
            </c:ext>
          </c:extLst>
        </c:ser>
        <c:ser>
          <c:idx val="2"/>
          <c:order val="2"/>
          <c:spPr>
            <a:solidFill>
              <a:srgbClr val="C0C0C0"/>
            </a:solidFill>
            <a:ln>
              <a:noFill/>
            </a:ln>
          </c:spPr>
          <c:invertIfNegative val="0"/>
          <c:xVal>
            <c:numRef>
              <c:f>Sheet1!$A$1:$A$12</c:f>
              <c:numCache>
                <c:formatCode>General</c:formatCode>
                <c:ptCount val="12"/>
                <c:pt idx="10">
                  <c:v>6.4</c:v>
                </c:pt>
                <c:pt idx="11">
                  <c:v>1.2</c:v>
                </c:pt>
              </c:numCache>
            </c:numRef>
          </c:xVal>
          <c:yVal>
            <c:numRef>
              <c:f>Sheet1!$F$1:$F$12</c:f>
              <c:numCache>
                <c:formatCode>General</c:formatCode>
                <c:ptCount val="12"/>
                <c:pt idx="10">
                  <c:v>8</c:v>
                </c:pt>
                <c:pt idx="11">
                  <c:v>12</c:v>
                </c:pt>
              </c:numCache>
            </c:numRef>
          </c:yVal>
          <c:bubbleSize>
            <c:numRef>
              <c:f>Sheet1!$G$1:$G$12</c:f>
              <c:numCache>
                <c:formatCode>General</c:formatCode>
                <c:ptCount val="12"/>
                <c:pt idx="10">
                  <c:v>3.4</c:v>
                </c:pt>
                <c:pt idx="11">
                  <c:v>2</c:v>
                </c:pt>
              </c:numCache>
            </c:numRef>
          </c:bubbleSize>
          <c:bubble3D val="0"/>
          <c:extLst>
            <c:ext xmlns:c16="http://schemas.microsoft.com/office/drawing/2014/chart" uri="{C3380CC4-5D6E-409C-BE32-E72D297353CC}">
              <c16:uniqueId val="{00000002-9237-4366-919F-0B4BCE23CD91}"/>
            </c:ext>
          </c:extLst>
        </c:ser>
        <c:dLbls>
          <c:showLegendKey val="0"/>
          <c:showVal val="0"/>
          <c:showCatName val="0"/>
          <c:showSerName val="0"/>
          <c:showPercent val="0"/>
          <c:showBubbleSize val="0"/>
        </c:dLbls>
        <c:bubbleScale val="99"/>
        <c:showNegBubbles val="0"/>
        <c:axId val="999285855"/>
        <c:axId val="1"/>
      </c:bubbleChart>
      <c:valAx>
        <c:axId val="999285855"/>
        <c:scaling>
          <c:orientation val="minMax"/>
          <c:max val="16.623522340212382"/>
          <c:min val="-2"/>
        </c:scaling>
        <c:delete val="0"/>
        <c:axPos val="b"/>
        <c:majorGridlines>
          <c:spPr>
            <a:ln>
              <a:noFill/>
            </a:ln>
          </c:spPr>
        </c:majorGridlines>
        <c:numFmt formatCode="General" sourceLinked="1"/>
        <c:majorTickMark val="none"/>
        <c:minorTickMark val="none"/>
        <c:tickLblPos val="none"/>
        <c:spPr>
          <a:ln w="9525" cmpd="sng" algn="ctr">
            <a:solidFill>
              <a:schemeClr val="tx1"/>
            </a:solidFill>
            <a:prstDash val="solid"/>
          </a:ln>
        </c:spPr>
        <c:crossAx val="1"/>
        <c:crosses val="min"/>
        <c:crossBetween val="midCat"/>
      </c:valAx>
      <c:valAx>
        <c:axId val="1"/>
        <c:scaling>
          <c:orientation val="minMax"/>
          <c:max val="21"/>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400" kern="1200">
                <a:solidFill>
                  <a:schemeClr val="tx1"/>
                </a:solidFill>
                <a:latin typeface="+mn-lt"/>
                <a:ea typeface="+mn-ea"/>
                <a:cs typeface="+mn-cs"/>
              </a:defRPr>
            </a:pPr>
            <a:endParaRPr lang="en-US"/>
          </a:p>
        </c:txPr>
        <c:crossAx val="999285855"/>
        <c:crosses val="min"/>
        <c:crossBetween val="midCat"/>
        <c:majorUnit val="3"/>
      </c:valAx>
    </c:plotArea>
    <c:plotVisOnly val="0"/>
    <c:dispBlanksAs val="gap"/>
    <c:showDLblsOverMax val="1"/>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8399781540142E-2"/>
          <c:y val="0.21099290780141844"/>
          <c:w val="0.943200436919716"/>
          <c:h val="0.64007092198581561"/>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47B7-4B37-B78B-581DA0DA623F}"/>
              </c:ext>
            </c:extLst>
          </c:dPt>
          <c:dPt>
            <c:idx val="1"/>
            <c:invertIfNegative val="0"/>
            <c:bubble3D val="0"/>
            <c:spPr>
              <a:solidFill>
                <a:srgbClr val="04748A"/>
              </a:solidFill>
              <a:ln w="9525" cmpd="sng" algn="ctr">
                <a:solidFill>
                  <a:schemeClr val="bg1"/>
                </a:solidFill>
                <a:prstDash val="solid"/>
              </a:ln>
            </c:spPr>
            <c:extLst>
              <c:ext xmlns:c16="http://schemas.microsoft.com/office/drawing/2014/chart" uri="{C3380CC4-5D6E-409C-BE32-E72D297353CC}">
                <c16:uniqueId val="{00000001-47B7-4B37-B78B-581DA0DA623F}"/>
              </c:ext>
            </c:extLst>
          </c:dPt>
          <c:dLbls>
            <c:dLbl>
              <c:idx val="0"/>
              <c:layout>
                <c:manualLayout>
                  <c:x val="0"/>
                  <c:y val="-0.29698581560283688"/>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7B7-4B37-B78B-581DA0DA623F}"/>
                </c:ext>
              </c:extLst>
            </c:dLbl>
            <c:dLbl>
              <c:idx val="1"/>
              <c:layout>
                <c:manualLayout>
                  <c:x val="0"/>
                  <c:y val="-0.33687943262411346"/>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7B7-4B37-B78B-581DA0DA623F}"/>
                </c:ext>
              </c:extLst>
            </c:dLbl>
            <c:dLbl>
              <c:idx val="2"/>
              <c:layout>
                <c:manualLayout>
                  <c:x val="0"/>
                  <c:y val="-0.38297872340425532"/>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7B7-4B37-B78B-581DA0DA623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13.9</c:v>
                </c:pt>
                <c:pt idx="1">
                  <c:v>16.262999999999998</c:v>
                </c:pt>
                <c:pt idx="2">
                  <c:v>19</c:v>
                </c:pt>
              </c:numCache>
            </c:numRef>
          </c:val>
          <c:extLst>
            <c:ext xmlns:c16="http://schemas.microsoft.com/office/drawing/2014/chart" uri="{C3380CC4-5D6E-409C-BE32-E72D297353CC}">
              <c16:uniqueId val="{00000003-47B7-4B37-B78B-581DA0DA623F}"/>
            </c:ext>
          </c:extLst>
        </c:ser>
        <c:dLbls>
          <c:showLegendKey val="0"/>
          <c:showVal val="0"/>
          <c:showCatName val="0"/>
          <c:showSerName val="0"/>
          <c:showPercent val="0"/>
          <c:showBubbleSize val="0"/>
        </c:dLbls>
        <c:gapWidth val="50"/>
        <c:overlap val="100"/>
        <c:axId val="1514135711"/>
        <c:axId val="1"/>
      </c:barChart>
      <c:catAx>
        <c:axId val="151413571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9"/>
          <c:min val="0"/>
        </c:scaling>
        <c:delete val="0"/>
        <c:axPos val="l"/>
        <c:majorGridlines>
          <c:spPr>
            <a:ln>
              <a:noFill/>
            </a:ln>
          </c:spPr>
        </c:majorGridlines>
        <c:numFmt formatCode="General" sourceLinked="1"/>
        <c:majorTickMark val="none"/>
        <c:minorTickMark val="none"/>
        <c:tickLblPos val="none"/>
        <c:spPr>
          <a:ln>
            <a:noFill/>
          </a:ln>
        </c:spPr>
        <c:crossAx val="1514135711"/>
        <c:crosses val="min"/>
        <c:crossBetween val="between"/>
      </c:valAx>
    </c:plotArea>
    <c:plotVisOnly val="0"/>
    <c:dispBlanksAs val="gap"/>
    <c:showDLblsOverMax val="1"/>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7659574468085105E-2"/>
          <c:y val="0.12316715542521994"/>
          <c:w val="0.94468085106382982"/>
          <c:h val="0.75366568914956011"/>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92DF-4218-92A1-7AEAD3B141BB}"/>
              </c:ext>
            </c:extLst>
          </c:dPt>
          <c:dLbls>
            <c:dLbl>
              <c:idx val="0"/>
              <c:layout>
                <c:manualLayout>
                  <c:x val="0"/>
                  <c:y val="-0.16495601173020527"/>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2DF-4218-92A1-7AEAD3B141BB}"/>
                </c:ext>
              </c:extLst>
            </c:dLbl>
            <c:dLbl>
              <c:idx val="1"/>
              <c:layout>
                <c:manualLayout>
                  <c:x val="0"/>
                  <c:y val="-0.34017595307917886"/>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2DF-4218-92A1-7AEAD3B141B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294</c:v>
                </c:pt>
                <c:pt idx="1">
                  <c:v>760</c:v>
                </c:pt>
              </c:numCache>
            </c:numRef>
          </c:val>
          <c:extLst>
            <c:ext xmlns:c16="http://schemas.microsoft.com/office/drawing/2014/chart" uri="{C3380CC4-5D6E-409C-BE32-E72D297353CC}">
              <c16:uniqueId val="{00000002-92DF-4218-92A1-7AEAD3B141BB}"/>
            </c:ext>
          </c:extLst>
        </c:ser>
        <c:dLbls>
          <c:showLegendKey val="0"/>
          <c:showVal val="0"/>
          <c:showCatName val="0"/>
          <c:showSerName val="0"/>
          <c:showPercent val="0"/>
          <c:showBubbleSize val="0"/>
        </c:dLbls>
        <c:gapWidth val="40"/>
        <c:overlap val="100"/>
        <c:axId val="1439692831"/>
        <c:axId val="1"/>
      </c:barChart>
      <c:catAx>
        <c:axId val="143969283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0"/>
          <c:min val="0"/>
        </c:scaling>
        <c:delete val="0"/>
        <c:axPos val="l"/>
        <c:majorGridlines>
          <c:spPr>
            <a:ln>
              <a:noFill/>
            </a:ln>
          </c:spPr>
        </c:majorGridlines>
        <c:numFmt formatCode="General" sourceLinked="1"/>
        <c:majorTickMark val="none"/>
        <c:minorTickMark val="none"/>
        <c:tickLblPos val="none"/>
        <c:spPr>
          <a:ln>
            <a:noFill/>
          </a:ln>
        </c:spPr>
        <c:crossAx val="1439692831"/>
        <c:crosses val="min"/>
        <c:crossBetween val="between"/>
      </c:valAx>
    </c:plotArea>
    <c:plotVisOnly val="0"/>
    <c:dispBlanksAs val="gap"/>
    <c:showDLblsOverMax val="1"/>
  </c:chart>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764486975013291E-2"/>
          <c:y val="0.12316715542521994"/>
          <c:w val="0.94471026049973417"/>
          <c:h val="0.75366568914956011"/>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BA1B-4F13-BBD9-D1694DC15E87}"/>
              </c:ext>
            </c:extLst>
          </c:dPt>
          <c:dLbls>
            <c:dLbl>
              <c:idx val="0"/>
              <c:layout>
                <c:manualLayout>
                  <c:x val="0"/>
                  <c:y val="-0.33797653958944279"/>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A1B-4F13-BBD9-D1694DC15E8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3300</c:v>
                </c:pt>
                <c:pt idx="1">
                  <c:v>4388.6157826649414</c:v>
                </c:pt>
              </c:numCache>
            </c:numRef>
          </c:val>
          <c:extLst>
            <c:ext xmlns:c16="http://schemas.microsoft.com/office/drawing/2014/chart" uri="{C3380CC4-5D6E-409C-BE32-E72D297353CC}">
              <c16:uniqueId val="{00000001-BA1B-4F13-BBD9-D1694DC15E87}"/>
            </c:ext>
          </c:extLst>
        </c:ser>
        <c:dLbls>
          <c:showLegendKey val="0"/>
          <c:showVal val="0"/>
          <c:showCatName val="0"/>
          <c:showSerName val="0"/>
          <c:showPercent val="0"/>
          <c:showBubbleSize val="0"/>
        </c:dLbls>
        <c:gapWidth val="40"/>
        <c:overlap val="100"/>
        <c:axId val="1366177552"/>
        <c:axId val="1"/>
      </c:barChart>
      <c:catAx>
        <c:axId val="136617755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388.6157826649414"/>
          <c:min val="0"/>
        </c:scaling>
        <c:delete val="0"/>
        <c:axPos val="l"/>
        <c:majorGridlines>
          <c:spPr>
            <a:ln>
              <a:noFill/>
            </a:ln>
          </c:spPr>
        </c:majorGridlines>
        <c:numFmt formatCode="General" sourceLinked="1"/>
        <c:majorTickMark val="none"/>
        <c:minorTickMark val="none"/>
        <c:tickLblPos val="none"/>
        <c:spPr>
          <a:ln>
            <a:noFill/>
          </a:ln>
        </c:spPr>
        <c:crossAx val="1366177552"/>
        <c:crosses val="min"/>
        <c:crossBetween val="between"/>
      </c:valAx>
    </c:plotArea>
    <c:plotVisOnly val="0"/>
    <c:dispBlanksAs val="gap"/>
    <c:showDLblsOverMax val="1"/>
  </c:chart>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764486975013291E-2"/>
          <c:y val="0.12316715542521994"/>
          <c:w val="0.94471026049973417"/>
          <c:h val="0.75366568914956011"/>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642D-4B45-B36E-36CB664428BD}"/>
              </c:ext>
            </c:extLst>
          </c:dPt>
          <c:dLbls>
            <c:dLbl>
              <c:idx val="0"/>
              <c:layout>
                <c:manualLayout>
                  <c:x val="0"/>
                  <c:y val="-0.12756598240469208"/>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42D-4B45-B36E-36CB664428BD}"/>
                </c:ext>
              </c:extLst>
            </c:dLbl>
            <c:dLbl>
              <c:idx val="1"/>
              <c:layout>
                <c:manualLayout>
                  <c:x val="0"/>
                  <c:y val="-0.35043988269794724"/>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42D-4B45-B36E-36CB664428B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195</c:v>
                </c:pt>
                <c:pt idx="1">
                  <c:v>785</c:v>
                </c:pt>
              </c:numCache>
            </c:numRef>
          </c:val>
          <c:extLst>
            <c:ext xmlns:c16="http://schemas.microsoft.com/office/drawing/2014/chart" uri="{C3380CC4-5D6E-409C-BE32-E72D297353CC}">
              <c16:uniqueId val="{00000002-642D-4B45-B36E-36CB664428BD}"/>
            </c:ext>
          </c:extLst>
        </c:ser>
        <c:dLbls>
          <c:showLegendKey val="0"/>
          <c:showVal val="0"/>
          <c:showCatName val="0"/>
          <c:showSerName val="0"/>
          <c:showPercent val="0"/>
          <c:showBubbleSize val="0"/>
        </c:dLbls>
        <c:gapWidth val="40"/>
        <c:overlap val="100"/>
        <c:axId val="1513901471"/>
        <c:axId val="1"/>
      </c:barChart>
      <c:catAx>
        <c:axId val="151390147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0"/>
          <c:min val="0"/>
        </c:scaling>
        <c:delete val="0"/>
        <c:axPos val="l"/>
        <c:majorGridlines>
          <c:spPr>
            <a:ln>
              <a:noFill/>
            </a:ln>
          </c:spPr>
        </c:majorGridlines>
        <c:numFmt formatCode="General" sourceLinked="1"/>
        <c:majorTickMark val="none"/>
        <c:minorTickMark val="none"/>
        <c:tickLblPos val="none"/>
        <c:spPr>
          <a:ln>
            <a:noFill/>
          </a:ln>
        </c:spPr>
        <c:crossAx val="1513901471"/>
        <c:crosses val="min"/>
        <c:crossBetween val="between"/>
      </c:valAx>
    </c:plotArea>
    <c:plotVisOnly val="0"/>
    <c:dispBlanksAs val="gap"/>
    <c:showDLblsOverMax val="1"/>
  </c:chart>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7832659781469837E-3"/>
          <c:y val="0.23963133640552994"/>
          <c:w val="0.98443346804370602"/>
          <c:h val="0.52073732718894006"/>
        </c:manualLayout>
      </c:layout>
      <c:scatterChart>
        <c:scatterStyle val="lineMarker"/>
        <c:varyColors val="0"/>
        <c:ser>
          <c:idx val="0"/>
          <c:order val="0"/>
          <c:smooth val="0"/>
          <c:extLst>
            <c:ext xmlns:c16="http://schemas.microsoft.com/office/drawing/2014/chart" uri="{C3380CC4-5D6E-409C-BE32-E72D297353CC}">
              <c16:uniqueId val="{00000000-CF95-4DC0-BA8E-BE06670C4974}"/>
            </c:ext>
          </c:extLst>
        </c:ser>
        <c:dLbls>
          <c:showLegendKey val="0"/>
          <c:showVal val="0"/>
          <c:showCatName val="0"/>
          <c:showSerName val="0"/>
          <c:showPercent val="0"/>
          <c:showBubbleSize val="0"/>
        </c:dLbls>
        <c:axId val="4"/>
        <c:axId val="5"/>
      </c:scatterChart>
      <c:valAx>
        <c:axId val="4"/>
        <c:scaling>
          <c:orientation val="minMax"/>
          <c:max val="7"/>
          <c:min val="0"/>
        </c:scaling>
        <c:delete val="0"/>
        <c:axPos val="b"/>
        <c:majorGridlines>
          <c:spPr>
            <a:ln>
              <a:noFill/>
            </a:ln>
          </c:spPr>
        </c:majorGridlines>
        <c:majorTickMark val="none"/>
        <c:minorTickMark val="none"/>
        <c:tickLblPos val="none"/>
        <c:spPr>
          <a:ln w="9525" cmpd="sng" algn="ctr">
            <a:solidFill>
              <a:srgbClr val="C0C0C0"/>
            </a:solidFill>
            <a:prstDash val="solid"/>
          </a:ln>
        </c:spPr>
        <c:crossAx val="5"/>
        <c:crosses val="min"/>
        <c:crossBetween val="midCat"/>
      </c:valAx>
      <c:valAx>
        <c:axId val="5"/>
        <c:scaling>
          <c:orientation val="minMax"/>
          <c:max val="1"/>
          <c:min val="0"/>
        </c:scaling>
        <c:delete val="0"/>
        <c:axPos val="l"/>
        <c:majorGridlines>
          <c:spPr>
            <a:ln>
              <a:noFill/>
            </a:ln>
          </c:spPr>
        </c:majorGridlines>
        <c:majorTickMark val="none"/>
        <c:minorTickMark val="none"/>
        <c:tickLblPos val="none"/>
        <c:spPr>
          <a:ln>
            <a:noFill/>
          </a:ln>
        </c:spPr>
        <c:crossAx val="4"/>
        <c:crosses val="min"/>
        <c:crossBetween val="midCat"/>
      </c:valAx>
    </c:plotArea>
    <c:plotVisOnly val="0"/>
    <c:dispBlanksAs val="gap"/>
    <c:showDLblsOverMax val="1"/>
  </c:chart>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820430600091615E-2"/>
          <c:y val="0.17262969588550983"/>
          <c:w val="0.95235913879981682"/>
          <c:h val="0.65474060822898028"/>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9F36-4B95-AFF2-4B59734D84DF}"/>
              </c:ext>
            </c:extLst>
          </c:dPt>
          <c:dPt>
            <c:idx val="1"/>
            <c:invertIfNegative val="0"/>
            <c:bubble3D val="0"/>
            <c:spPr>
              <a:solidFill>
                <a:srgbClr val="04748A"/>
              </a:solidFill>
              <a:ln>
                <a:noFill/>
              </a:ln>
            </c:spPr>
            <c:extLst>
              <c:ext xmlns:c16="http://schemas.microsoft.com/office/drawing/2014/chart" uri="{C3380CC4-5D6E-409C-BE32-E72D297353CC}">
                <c16:uniqueId val="{00000001-9F36-4B95-AFF2-4B59734D84DF}"/>
              </c:ext>
            </c:extLst>
          </c:dPt>
          <c:dLbls>
            <c:dLbl>
              <c:idx val="0"/>
              <c:layout>
                <c:manualLayout>
                  <c:x val="0"/>
                  <c:y val="-2.6833631484794273E-3"/>
                </c:manualLayout>
              </c:layout>
              <c:numFmt formatCode="#,##0;&quot;-&quot;#,##0" sourceLinked="0"/>
              <c:spPr>
                <a:noFill/>
                <a:ln>
                  <a:noFill/>
                </a:ln>
              </c:spPr>
              <c:txPr>
                <a:bodyPr wrap="none"/>
                <a:lstStyle/>
                <a:p>
                  <a:pPr>
                    <a:defRPr sz="1400" kern="1200">
                      <a:solidFill>
                        <a:srgbClr val="FFFFFF"/>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F36-4B95-AFF2-4B59734D84DF}"/>
                </c:ext>
              </c:extLst>
            </c:dLbl>
            <c:dLbl>
              <c:idx val="1"/>
              <c:layout>
                <c:manualLayout>
                  <c:x val="0"/>
                  <c:y val="-2.6833631484794273E-3"/>
                </c:manualLayout>
              </c:layout>
              <c:numFmt formatCode="#,##0;&quot;-&quot;#,##0" sourceLinked="0"/>
              <c:spPr>
                <a:noFill/>
                <a:ln>
                  <a:noFill/>
                </a:ln>
              </c:spPr>
              <c:txPr>
                <a:bodyPr wrap="none"/>
                <a:lstStyle/>
                <a:p>
                  <a:pPr>
                    <a:defRPr sz="1400" kern="1200">
                      <a:solidFill>
                        <a:srgbClr val="FFFFFF"/>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F36-4B95-AFF2-4B59734D84DF}"/>
                </c:ext>
              </c:extLst>
            </c:dLbl>
            <c:dLbl>
              <c:idx val="2"/>
              <c:layout>
                <c:manualLayout>
                  <c:x val="0"/>
                  <c:y val="-2.6833631484794273E-3"/>
                </c:manualLayout>
              </c:layout>
              <c:numFmt formatCode="#,##0;&quot;-&quot;#,##0" sourceLinked="0"/>
              <c:spPr>
                <a:noFill/>
                <a:ln>
                  <a:noFill/>
                </a:ln>
              </c:spPr>
              <c:txPr>
                <a:bodyPr wrap="none"/>
                <a:lstStyle/>
                <a:p>
                  <a:pPr>
                    <a:defRPr sz="1400" b="1" kern="1200">
                      <a:solidFill>
                        <a:srgbClr val="FFFFFF"/>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F36-4B95-AFF2-4B59734D84D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173</c:v>
                </c:pt>
                <c:pt idx="1">
                  <c:v>469</c:v>
                </c:pt>
                <c:pt idx="2">
                  <c:v>645</c:v>
                </c:pt>
              </c:numCache>
            </c:numRef>
          </c:val>
          <c:extLst>
            <c:ext xmlns:c16="http://schemas.microsoft.com/office/drawing/2014/chart" uri="{C3380CC4-5D6E-409C-BE32-E72D297353CC}">
              <c16:uniqueId val="{00000003-9F36-4B95-AFF2-4B59734D84DF}"/>
            </c:ext>
          </c:extLst>
        </c:ser>
        <c:dLbls>
          <c:showLegendKey val="0"/>
          <c:showVal val="0"/>
          <c:showCatName val="0"/>
          <c:showSerName val="0"/>
          <c:showPercent val="0"/>
          <c:showBubbleSize val="0"/>
        </c:dLbls>
        <c:gapWidth val="80"/>
        <c:overlap val="100"/>
        <c:axId val="1176631840"/>
        <c:axId val="1"/>
      </c:barChart>
      <c:catAx>
        <c:axId val="1176631840"/>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645"/>
          <c:min val="0"/>
        </c:scaling>
        <c:delete val="0"/>
        <c:axPos val="l"/>
        <c:majorGridlines>
          <c:spPr>
            <a:ln>
              <a:noFill/>
            </a:ln>
          </c:spPr>
        </c:majorGridlines>
        <c:numFmt formatCode="General" sourceLinked="1"/>
        <c:majorTickMark val="none"/>
        <c:minorTickMark val="none"/>
        <c:tickLblPos val="none"/>
        <c:spPr>
          <a:ln>
            <a:noFill/>
          </a:ln>
        </c:spPr>
        <c:crossAx val="1176631840"/>
        <c:crosses val="min"/>
        <c:crossBetween val="between"/>
      </c:valAx>
    </c:plotArea>
    <c:plotVisOnly val="0"/>
    <c:dispBlanksAs val="gap"/>
    <c:showDLblsOverMax val="1"/>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820430600091615E-2"/>
          <c:y val="0.17262969588550983"/>
          <c:w val="0.95235913879981682"/>
          <c:h val="0.65474060822898028"/>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A241-4DD5-892A-F3E28ECA3E18}"/>
              </c:ext>
            </c:extLst>
          </c:dPt>
          <c:dPt>
            <c:idx val="1"/>
            <c:invertIfNegative val="0"/>
            <c:bubble3D val="0"/>
            <c:spPr>
              <a:solidFill>
                <a:srgbClr val="04748A"/>
              </a:solidFill>
              <a:ln>
                <a:noFill/>
              </a:ln>
            </c:spPr>
            <c:extLst>
              <c:ext xmlns:c16="http://schemas.microsoft.com/office/drawing/2014/chart" uri="{C3380CC4-5D6E-409C-BE32-E72D297353CC}">
                <c16:uniqueId val="{00000001-A241-4DD5-892A-F3E28ECA3E18}"/>
              </c:ext>
            </c:extLst>
          </c:dPt>
          <c:dLbls>
            <c:dLbl>
              <c:idx val="0"/>
              <c:layout>
                <c:manualLayout>
                  <c:x val="0"/>
                  <c:y val="2.6833631484794273E-3"/>
                </c:manualLayout>
              </c:layout>
              <c:numFmt formatCode="#,##0;&quot;-&quot;#,##0" sourceLinked="0"/>
              <c:spPr>
                <a:noFill/>
                <a:ln>
                  <a:noFill/>
                </a:ln>
              </c:spPr>
              <c:txPr>
                <a:bodyPr wrap="none"/>
                <a:lstStyle/>
                <a:p>
                  <a:pPr>
                    <a:defRPr sz="1400" kern="1200">
                      <a:solidFill>
                        <a:srgbClr val="C30C3E"/>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241-4DD5-892A-F3E28ECA3E18}"/>
                </c:ext>
              </c:extLst>
            </c:dLbl>
            <c:dLbl>
              <c:idx val="1"/>
              <c:layout>
                <c:manualLayout>
                  <c:x val="0"/>
                  <c:y val="-2.6833631484794273E-3"/>
                </c:manualLayout>
              </c:layout>
              <c:numFmt formatCode="#,##0;&quot;-&quot;#,##0" sourceLinked="0"/>
              <c:spPr>
                <a:noFill/>
                <a:ln>
                  <a:noFill/>
                </a:ln>
              </c:spPr>
              <c:txPr>
                <a:bodyPr wrap="none"/>
                <a:lstStyle/>
                <a:p>
                  <a:pPr>
                    <a:defRPr sz="14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241-4DD5-892A-F3E28ECA3E18}"/>
                </c:ext>
              </c:extLst>
            </c:dLbl>
            <c:dLbl>
              <c:idx val="2"/>
              <c:layout>
                <c:manualLayout>
                  <c:x val="0"/>
                  <c:y val="-2.6833631484794273E-3"/>
                </c:manualLayout>
              </c:layout>
              <c:numFmt formatCode="#,##0;&quot;-&quot;#,##0" sourceLinked="0"/>
              <c:spPr>
                <a:noFill/>
                <a:ln>
                  <a:noFill/>
                </a:ln>
              </c:spPr>
              <c:txPr>
                <a:bodyPr wrap="none"/>
                <a:lstStyle/>
                <a:p>
                  <a:pPr>
                    <a:defRPr sz="14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241-4DD5-892A-F3E28ECA3E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-39</c:v>
                </c:pt>
                <c:pt idx="1">
                  <c:v>36</c:v>
                </c:pt>
                <c:pt idx="2">
                  <c:v>75</c:v>
                </c:pt>
              </c:numCache>
            </c:numRef>
          </c:val>
          <c:extLst>
            <c:ext xmlns:c16="http://schemas.microsoft.com/office/drawing/2014/chart" uri="{C3380CC4-5D6E-409C-BE32-E72D297353CC}">
              <c16:uniqueId val="{00000003-A241-4DD5-892A-F3E28ECA3E18}"/>
            </c:ext>
          </c:extLst>
        </c:ser>
        <c:dLbls>
          <c:showLegendKey val="0"/>
          <c:showVal val="0"/>
          <c:showCatName val="0"/>
          <c:showSerName val="0"/>
          <c:showPercent val="0"/>
          <c:showBubbleSize val="0"/>
        </c:dLbls>
        <c:gapWidth val="80"/>
        <c:overlap val="100"/>
        <c:axId val="1914723567"/>
        <c:axId val="1"/>
      </c:barChart>
      <c:catAx>
        <c:axId val="1914723567"/>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At val="0"/>
        <c:auto val="0"/>
        <c:lblAlgn val="ctr"/>
        <c:lblOffset val="100"/>
        <c:noMultiLvlLbl val="0"/>
      </c:catAx>
      <c:valAx>
        <c:axId val="1"/>
        <c:scaling>
          <c:orientation val="minMax"/>
          <c:max val="75"/>
          <c:min val="-39"/>
        </c:scaling>
        <c:delete val="0"/>
        <c:axPos val="l"/>
        <c:majorGridlines>
          <c:spPr>
            <a:ln>
              <a:noFill/>
            </a:ln>
          </c:spPr>
        </c:majorGridlines>
        <c:numFmt formatCode="General" sourceLinked="1"/>
        <c:majorTickMark val="none"/>
        <c:minorTickMark val="none"/>
        <c:tickLblPos val="none"/>
        <c:spPr>
          <a:ln>
            <a:noFill/>
          </a:ln>
        </c:spPr>
        <c:crossAx val="1914723567"/>
        <c:crosses val="min"/>
        <c:crossBetween val="between"/>
      </c:valAx>
    </c:plotArea>
    <c:plotVisOnly val="0"/>
    <c:dispBlanksAs val="gap"/>
    <c:showDLblsOverMax val="1"/>
  </c:chart>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820430600091615E-2"/>
          <c:y val="0.17262969588550983"/>
          <c:w val="0.95235913879981682"/>
          <c:h val="0.65474060822898028"/>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610D-4DD6-988B-3934EE170142}"/>
              </c:ext>
            </c:extLst>
          </c:dPt>
          <c:dPt>
            <c:idx val="1"/>
            <c:invertIfNegative val="0"/>
            <c:bubble3D val="0"/>
            <c:spPr>
              <a:solidFill>
                <a:srgbClr val="04748A"/>
              </a:solidFill>
              <a:ln>
                <a:noFill/>
              </a:ln>
            </c:spPr>
            <c:extLst>
              <c:ext xmlns:c16="http://schemas.microsoft.com/office/drawing/2014/chart" uri="{C3380CC4-5D6E-409C-BE32-E72D297353CC}">
                <c16:uniqueId val="{00000001-610D-4DD6-988B-3934EE170142}"/>
              </c:ext>
            </c:extLst>
          </c:dPt>
          <c:dLbls>
            <c:dLbl>
              <c:idx val="0"/>
              <c:layout>
                <c:manualLayout>
                  <c:x val="0"/>
                  <c:y val="3.5778175313059034E-3"/>
                </c:manualLayout>
              </c:layout>
              <c:numFmt formatCode="#,##0;&quot;-&quot;#,##0" sourceLinked="0"/>
              <c:spPr>
                <a:noFill/>
                <a:ln>
                  <a:noFill/>
                </a:ln>
              </c:spPr>
              <c:txPr>
                <a:bodyPr wrap="none"/>
                <a:lstStyle/>
                <a:p>
                  <a:pPr>
                    <a:defRPr sz="1400" kern="1200">
                      <a:solidFill>
                        <a:srgbClr val="C30C3E"/>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10D-4DD6-988B-3934EE170142}"/>
                </c:ext>
              </c:extLst>
            </c:dLbl>
            <c:dLbl>
              <c:idx val="1"/>
              <c:layout>
                <c:manualLayout>
                  <c:x val="0"/>
                  <c:y val="-2.6833631484794273E-3"/>
                </c:manualLayout>
              </c:layout>
              <c:numFmt formatCode="#,##0;&quot;-&quot;#,##0" sourceLinked="0"/>
              <c:spPr>
                <a:noFill/>
                <a:ln>
                  <a:noFill/>
                </a:ln>
              </c:spPr>
              <c:txPr>
                <a:bodyPr wrap="none"/>
                <a:lstStyle/>
                <a:p>
                  <a:pPr>
                    <a:defRPr sz="1400" kern="1200">
                      <a:solidFill>
                        <a:srgbClr val="FFFFFF"/>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10D-4DD6-988B-3934EE170142}"/>
                </c:ext>
              </c:extLst>
            </c:dLbl>
            <c:dLbl>
              <c:idx val="2"/>
              <c:layout>
                <c:manualLayout>
                  <c:x val="0"/>
                  <c:y val="-3.5778175313059034E-3"/>
                </c:manualLayout>
              </c:layout>
              <c:numFmt formatCode="#,##0;&quot;-&quot;#,##0" sourceLinked="0"/>
              <c:spPr>
                <a:noFill/>
                <a:ln>
                  <a:noFill/>
                </a:ln>
              </c:spPr>
              <c:txPr>
                <a:bodyPr wrap="none"/>
                <a:lstStyle/>
                <a:p>
                  <a:pPr>
                    <a:defRPr sz="14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10D-4DD6-988B-3934EE17014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-56</c:v>
                </c:pt>
                <c:pt idx="1">
                  <c:v>46</c:v>
                </c:pt>
                <c:pt idx="2">
                  <c:v>83</c:v>
                </c:pt>
              </c:numCache>
            </c:numRef>
          </c:val>
          <c:extLst>
            <c:ext xmlns:c16="http://schemas.microsoft.com/office/drawing/2014/chart" uri="{C3380CC4-5D6E-409C-BE32-E72D297353CC}">
              <c16:uniqueId val="{00000003-610D-4DD6-988B-3934EE170142}"/>
            </c:ext>
          </c:extLst>
        </c:ser>
        <c:dLbls>
          <c:showLegendKey val="0"/>
          <c:showVal val="0"/>
          <c:showCatName val="0"/>
          <c:showSerName val="0"/>
          <c:showPercent val="0"/>
          <c:showBubbleSize val="0"/>
        </c:dLbls>
        <c:gapWidth val="80"/>
        <c:overlap val="100"/>
        <c:axId val="1124261536"/>
        <c:axId val="1"/>
      </c:barChart>
      <c:catAx>
        <c:axId val="112426153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At val="0"/>
        <c:auto val="0"/>
        <c:lblAlgn val="ctr"/>
        <c:lblOffset val="100"/>
        <c:noMultiLvlLbl val="0"/>
      </c:catAx>
      <c:valAx>
        <c:axId val="1"/>
        <c:scaling>
          <c:orientation val="minMax"/>
          <c:max val="83"/>
          <c:min val="-56"/>
        </c:scaling>
        <c:delete val="0"/>
        <c:axPos val="l"/>
        <c:majorGridlines>
          <c:spPr>
            <a:ln>
              <a:noFill/>
            </a:ln>
          </c:spPr>
        </c:majorGridlines>
        <c:numFmt formatCode="General" sourceLinked="1"/>
        <c:majorTickMark val="none"/>
        <c:minorTickMark val="none"/>
        <c:tickLblPos val="none"/>
        <c:spPr>
          <a:ln>
            <a:noFill/>
          </a:ln>
        </c:spPr>
        <c:crossAx val="1124261536"/>
        <c:crosses val="min"/>
        <c:crossBetween val="between"/>
      </c:valAx>
    </c:plotArea>
    <c:plotVisOnly val="0"/>
    <c:dispBlanksAs val="gap"/>
    <c:showDLblsOverMax val="1"/>
  </c:chart>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820430600091615E-2"/>
          <c:y val="0.17262969588550983"/>
          <c:w val="0.95235913879981682"/>
          <c:h val="0.65474060822898028"/>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6AD6-482D-8548-D003D0071FC6}"/>
              </c:ext>
            </c:extLst>
          </c:dPt>
          <c:dPt>
            <c:idx val="1"/>
            <c:invertIfNegative val="0"/>
            <c:bubble3D val="0"/>
            <c:spPr>
              <a:solidFill>
                <a:srgbClr val="04748A"/>
              </a:solidFill>
              <a:ln>
                <a:noFill/>
              </a:ln>
            </c:spPr>
            <c:extLst>
              <c:ext xmlns:c16="http://schemas.microsoft.com/office/drawing/2014/chart" uri="{C3380CC4-5D6E-409C-BE32-E72D297353CC}">
                <c16:uniqueId val="{00000001-6AD6-482D-8548-D003D0071FC6}"/>
              </c:ext>
            </c:extLst>
          </c:dPt>
          <c:dLbls>
            <c:dLbl>
              <c:idx val="0"/>
              <c:layout>
                <c:manualLayout>
                  <c:x val="0"/>
                  <c:y val="-2.6833631484794273E-3"/>
                </c:manualLayout>
              </c:layout>
              <c:numFmt formatCode="#,##0;&quot;-&quot;#,##0" sourceLinked="0"/>
              <c:spPr>
                <a:noFill/>
                <a:ln>
                  <a:noFill/>
                </a:ln>
              </c:spPr>
              <c:txPr>
                <a:bodyPr wrap="none"/>
                <a:lstStyle/>
                <a:p>
                  <a:pPr>
                    <a:defRPr sz="14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AD6-482D-8548-D003D0071FC6}"/>
                </c:ext>
              </c:extLst>
            </c:dLbl>
            <c:dLbl>
              <c:idx val="1"/>
              <c:layout>
                <c:manualLayout>
                  <c:x val="0"/>
                  <c:y val="-2.6833631484794273E-3"/>
                </c:manualLayout>
              </c:layout>
              <c:numFmt formatCode="#,##0;&quot;-&quot;#,##0" sourceLinked="0"/>
              <c:spPr>
                <a:noFill/>
                <a:ln>
                  <a:noFill/>
                </a:ln>
              </c:spPr>
              <c:txPr>
                <a:bodyPr wrap="none"/>
                <a:lstStyle/>
                <a:p>
                  <a:pPr>
                    <a:defRPr sz="14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AD6-482D-8548-D003D0071FC6}"/>
                </c:ext>
              </c:extLst>
            </c:dLbl>
            <c:dLbl>
              <c:idx val="2"/>
              <c:layout>
                <c:manualLayout>
                  <c:x val="0"/>
                  <c:y val="-2.6833631484794273E-3"/>
                </c:manualLayout>
              </c:layout>
              <c:numFmt formatCode="#,##0;&quot;-&quot;#,##0" sourceLinked="0"/>
              <c:spPr>
                <a:noFill/>
                <a:ln>
                  <a:noFill/>
                </a:ln>
              </c:spPr>
              <c:txPr>
                <a:bodyPr wrap="none"/>
                <a:lstStyle/>
                <a:p>
                  <a:pPr>
                    <a:defRPr sz="14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AD6-482D-8548-D003D0071FC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27.398</c:v>
                </c:pt>
                <c:pt idx="1">
                  <c:v>13.859</c:v>
                </c:pt>
                <c:pt idx="2">
                  <c:v>13.97</c:v>
                </c:pt>
              </c:numCache>
            </c:numRef>
          </c:val>
          <c:extLst>
            <c:ext xmlns:c16="http://schemas.microsoft.com/office/drawing/2014/chart" uri="{C3380CC4-5D6E-409C-BE32-E72D297353CC}">
              <c16:uniqueId val="{00000003-6AD6-482D-8548-D003D0071FC6}"/>
            </c:ext>
          </c:extLst>
        </c:ser>
        <c:dLbls>
          <c:showLegendKey val="0"/>
          <c:showVal val="0"/>
          <c:showCatName val="0"/>
          <c:showSerName val="0"/>
          <c:showPercent val="0"/>
          <c:showBubbleSize val="0"/>
        </c:dLbls>
        <c:gapWidth val="80"/>
        <c:overlap val="100"/>
        <c:axId val="169112848"/>
        <c:axId val="1"/>
      </c:barChart>
      <c:catAx>
        <c:axId val="16911284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7.398"/>
          <c:min val="0"/>
        </c:scaling>
        <c:delete val="0"/>
        <c:axPos val="l"/>
        <c:majorGridlines>
          <c:spPr>
            <a:ln>
              <a:noFill/>
            </a:ln>
          </c:spPr>
        </c:majorGridlines>
        <c:numFmt formatCode="General" sourceLinked="1"/>
        <c:majorTickMark val="none"/>
        <c:minorTickMark val="none"/>
        <c:tickLblPos val="none"/>
        <c:spPr>
          <a:ln>
            <a:noFill/>
          </a:ln>
        </c:spPr>
        <c:crossAx val="169112848"/>
        <c:crosses val="min"/>
        <c:crossBetween val="between"/>
      </c:valAx>
    </c:plotArea>
    <c:plotVisOnly val="0"/>
    <c:dispBlanksAs val="gap"/>
    <c:showDLblsOverMax val="1"/>
  </c:chart>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820430600091615E-2"/>
          <c:y val="0.17262969588550983"/>
          <c:w val="0.95235913879981682"/>
          <c:h val="0.65474060822898028"/>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CC00-4316-A484-93A9944BB18E}"/>
              </c:ext>
            </c:extLst>
          </c:dPt>
          <c:dPt>
            <c:idx val="1"/>
            <c:invertIfNegative val="0"/>
            <c:bubble3D val="0"/>
            <c:spPr>
              <a:solidFill>
                <a:srgbClr val="04748A"/>
              </a:solidFill>
              <a:ln>
                <a:noFill/>
              </a:ln>
            </c:spPr>
            <c:extLst>
              <c:ext xmlns:c16="http://schemas.microsoft.com/office/drawing/2014/chart" uri="{C3380CC4-5D6E-409C-BE32-E72D297353CC}">
                <c16:uniqueId val="{00000001-CC00-4316-A484-93A9944BB18E}"/>
              </c:ext>
            </c:extLst>
          </c:dPt>
          <c:dLbls>
            <c:dLbl>
              <c:idx val="0"/>
              <c:layout>
                <c:manualLayout>
                  <c:x val="0"/>
                  <c:y val="2.6833631484794273E-3"/>
                </c:manualLayout>
              </c:layout>
              <c:numFmt formatCode="#,##0;&quot;-&quot;#,##0" sourceLinked="0"/>
              <c:spPr>
                <a:noFill/>
                <a:ln>
                  <a:noFill/>
                </a:ln>
              </c:spPr>
              <c:txPr>
                <a:bodyPr wrap="none"/>
                <a:lstStyle/>
                <a:p>
                  <a:pPr>
                    <a:defRPr sz="1400" kern="1200">
                      <a:solidFill>
                        <a:srgbClr val="C30C3E"/>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CC00-4316-A484-93A9944BB18E}"/>
                </c:ext>
              </c:extLst>
            </c:dLbl>
            <c:dLbl>
              <c:idx val="1"/>
              <c:layout>
                <c:manualLayout>
                  <c:x val="0"/>
                  <c:y val="-2.6833631484794273E-3"/>
                </c:manualLayout>
              </c:layout>
              <c:numFmt formatCode="#,##0;&quot;-&quot;#,##0" sourceLinked="0"/>
              <c:spPr>
                <a:noFill/>
                <a:ln>
                  <a:noFill/>
                </a:ln>
              </c:spPr>
              <c:txPr>
                <a:bodyPr wrap="none"/>
                <a:lstStyle/>
                <a:p>
                  <a:pPr>
                    <a:defRPr sz="1400" kern="1200">
                      <a:solidFill>
                        <a:srgbClr val="FFFFFF"/>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C00-4316-A484-93A9944BB18E}"/>
                </c:ext>
              </c:extLst>
            </c:dLbl>
            <c:dLbl>
              <c:idx val="2"/>
              <c:layout>
                <c:manualLayout>
                  <c:x val="0"/>
                  <c:y val="-2.6833631484794273E-3"/>
                </c:manualLayout>
              </c:layout>
              <c:numFmt formatCode="#,##0;&quot;-&quot;#,##0" sourceLinked="0"/>
              <c:spPr>
                <a:noFill/>
                <a:ln>
                  <a:noFill/>
                </a:ln>
              </c:spPr>
              <c:txPr>
                <a:bodyPr wrap="none"/>
                <a:lstStyle/>
                <a:p>
                  <a:pPr>
                    <a:defRPr sz="14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C00-4316-A484-93A9944BB18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-18</c:v>
                </c:pt>
                <c:pt idx="1">
                  <c:v>17</c:v>
                </c:pt>
                <c:pt idx="2">
                  <c:v>36</c:v>
                </c:pt>
              </c:numCache>
            </c:numRef>
          </c:val>
          <c:extLst>
            <c:ext xmlns:c16="http://schemas.microsoft.com/office/drawing/2014/chart" uri="{C3380CC4-5D6E-409C-BE32-E72D297353CC}">
              <c16:uniqueId val="{00000003-CC00-4316-A484-93A9944BB18E}"/>
            </c:ext>
          </c:extLst>
        </c:ser>
        <c:dLbls>
          <c:showLegendKey val="0"/>
          <c:showVal val="0"/>
          <c:showCatName val="0"/>
          <c:showSerName val="0"/>
          <c:showPercent val="0"/>
          <c:showBubbleSize val="0"/>
        </c:dLbls>
        <c:gapWidth val="80"/>
        <c:overlap val="100"/>
        <c:axId val="1392166736"/>
        <c:axId val="1"/>
      </c:barChart>
      <c:catAx>
        <c:axId val="139216673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At val="0"/>
        <c:auto val="0"/>
        <c:lblAlgn val="ctr"/>
        <c:lblOffset val="100"/>
        <c:noMultiLvlLbl val="0"/>
      </c:catAx>
      <c:valAx>
        <c:axId val="1"/>
        <c:scaling>
          <c:orientation val="minMax"/>
          <c:max val="36"/>
          <c:min val="-18"/>
        </c:scaling>
        <c:delete val="0"/>
        <c:axPos val="l"/>
        <c:majorGridlines>
          <c:spPr>
            <a:ln>
              <a:noFill/>
            </a:ln>
          </c:spPr>
        </c:majorGridlines>
        <c:numFmt formatCode="General" sourceLinked="1"/>
        <c:majorTickMark val="none"/>
        <c:minorTickMark val="none"/>
        <c:tickLblPos val="none"/>
        <c:spPr>
          <a:ln>
            <a:noFill/>
          </a:ln>
        </c:spPr>
        <c:crossAx val="1392166736"/>
        <c:crosses val="min"/>
        <c:crossBetween val="between"/>
      </c:valAx>
    </c:plotArea>
    <c:plotVisOnly val="0"/>
    <c:dispBlanksAs val="gap"/>
    <c:showDLblsOverMax val="1"/>
  </c:chart>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820430600091615E-2"/>
          <c:y val="0.17262969588550983"/>
          <c:w val="0.95235913879981682"/>
          <c:h val="0.65474060822898028"/>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3F94-43DF-8493-318C21BD40EC}"/>
              </c:ext>
            </c:extLst>
          </c:dPt>
          <c:dPt>
            <c:idx val="1"/>
            <c:invertIfNegative val="0"/>
            <c:bubble3D val="0"/>
            <c:spPr>
              <a:solidFill>
                <a:srgbClr val="04748A"/>
              </a:solidFill>
              <a:ln>
                <a:noFill/>
              </a:ln>
            </c:spPr>
            <c:extLst>
              <c:ext xmlns:c16="http://schemas.microsoft.com/office/drawing/2014/chart" uri="{C3380CC4-5D6E-409C-BE32-E72D297353CC}">
                <c16:uniqueId val="{00000001-3F94-43DF-8493-318C21BD40EC}"/>
              </c:ext>
            </c:extLst>
          </c:dPt>
          <c:dLbls>
            <c:dLbl>
              <c:idx val="0"/>
              <c:layout>
                <c:manualLayout>
                  <c:x val="0"/>
                  <c:y val="3.5778175313059034E-3"/>
                </c:manualLayout>
              </c:layout>
              <c:numFmt formatCode="#,##0;&quot;-&quot;#,##0" sourceLinked="0"/>
              <c:spPr>
                <a:noFill/>
                <a:ln>
                  <a:noFill/>
                </a:ln>
              </c:spPr>
              <c:txPr>
                <a:bodyPr wrap="none"/>
                <a:lstStyle/>
                <a:p>
                  <a:pPr>
                    <a:defRPr sz="1400" kern="1200">
                      <a:solidFill>
                        <a:srgbClr val="C30C3E"/>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F94-43DF-8493-318C21BD40EC}"/>
                </c:ext>
              </c:extLst>
            </c:dLbl>
            <c:dLbl>
              <c:idx val="1"/>
              <c:layout>
                <c:manualLayout>
                  <c:x val="0"/>
                  <c:y val="-2.6833631484794273E-3"/>
                </c:manualLayout>
              </c:layout>
              <c:numFmt formatCode="#,##0;&quot;-&quot;#,##0" sourceLinked="0"/>
              <c:spPr>
                <a:noFill/>
                <a:ln>
                  <a:noFill/>
                </a:ln>
              </c:spPr>
              <c:txPr>
                <a:bodyPr wrap="none"/>
                <a:lstStyle/>
                <a:p>
                  <a:pPr>
                    <a:defRPr sz="14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F94-43DF-8493-318C21BD40EC}"/>
                </c:ext>
              </c:extLst>
            </c:dLbl>
            <c:dLbl>
              <c:idx val="2"/>
              <c:layout>
                <c:manualLayout>
                  <c:x val="0"/>
                  <c:y val="-3.5778175313059034E-3"/>
                </c:manualLayout>
              </c:layout>
              <c:numFmt formatCode="#,##0;&quot;-&quot;#,##0" sourceLinked="0"/>
              <c:spPr>
                <a:noFill/>
                <a:ln>
                  <a:noFill/>
                </a:ln>
              </c:spPr>
              <c:txPr>
                <a:bodyPr wrap="none"/>
                <a:lstStyle/>
                <a:p>
                  <a:pPr>
                    <a:defRPr sz="1400" b="1"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F94-43DF-8493-318C21BD40E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-21</c:v>
                </c:pt>
                <c:pt idx="1">
                  <c:v>54</c:v>
                </c:pt>
                <c:pt idx="2">
                  <c:v>95</c:v>
                </c:pt>
              </c:numCache>
            </c:numRef>
          </c:val>
          <c:extLst>
            <c:ext xmlns:c16="http://schemas.microsoft.com/office/drawing/2014/chart" uri="{C3380CC4-5D6E-409C-BE32-E72D297353CC}">
              <c16:uniqueId val="{00000003-3F94-43DF-8493-318C21BD40EC}"/>
            </c:ext>
          </c:extLst>
        </c:ser>
        <c:dLbls>
          <c:showLegendKey val="0"/>
          <c:showVal val="0"/>
          <c:showCatName val="0"/>
          <c:showSerName val="0"/>
          <c:showPercent val="0"/>
          <c:showBubbleSize val="0"/>
        </c:dLbls>
        <c:gapWidth val="80"/>
        <c:overlap val="100"/>
        <c:axId val="179532816"/>
        <c:axId val="1"/>
      </c:barChart>
      <c:catAx>
        <c:axId val="17953281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At val="0"/>
        <c:auto val="0"/>
        <c:lblAlgn val="ctr"/>
        <c:lblOffset val="100"/>
        <c:noMultiLvlLbl val="0"/>
      </c:catAx>
      <c:valAx>
        <c:axId val="1"/>
        <c:scaling>
          <c:orientation val="minMax"/>
          <c:max val="95"/>
          <c:min val="-21"/>
        </c:scaling>
        <c:delete val="0"/>
        <c:axPos val="l"/>
        <c:majorGridlines>
          <c:spPr>
            <a:ln>
              <a:noFill/>
            </a:ln>
          </c:spPr>
        </c:majorGridlines>
        <c:numFmt formatCode="General" sourceLinked="1"/>
        <c:majorTickMark val="none"/>
        <c:minorTickMark val="none"/>
        <c:tickLblPos val="none"/>
        <c:spPr>
          <a:ln>
            <a:noFill/>
          </a:ln>
        </c:spPr>
        <c:crossAx val="179532816"/>
        <c:crosses val="min"/>
        <c:crossBetween val="between"/>
      </c:valAx>
    </c:plotArea>
    <c:plotVisOnly val="0"/>
    <c:dispBlanksAs val="gap"/>
    <c:showDLblsOverMax val="1"/>
  </c:chart>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1853202644175975E-2"/>
          <c:y val="9.9512591389114544E-2"/>
          <c:w val="0.97629359471164801"/>
          <c:h val="0.80097481722177089"/>
        </c:manualLayout>
      </c:layout>
      <c:barChart>
        <c:barDir val="col"/>
        <c:grouping val="stacked"/>
        <c:varyColors val="0"/>
        <c:ser>
          <c:idx val="0"/>
          <c:order val="0"/>
          <c:spPr>
            <a:solidFill>
              <a:srgbClr val="173F44"/>
            </a:solidFill>
            <a:ln>
              <a:noFill/>
            </a:ln>
          </c:spPr>
          <c:invertIfNegative val="0"/>
          <c:dLbls>
            <c:dLbl>
              <c:idx val="0"/>
              <c:layout>
                <c:manualLayout>
                  <c:x val="0"/>
                  <c:y val="-2.0308692120227455E-3"/>
                </c:manualLayout>
              </c:layout>
              <c:numFmt formatCode="#,##0;&quot;-&quot;#,##0" sourceLinked="0"/>
              <c:spPr>
                <a:noFill/>
                <a:ln>
                  <a:noFill/>
                </a:ln>
              </c:spPr>
              <c:txPr>
                <a:bodyPr wrap="none"/>
                <a:lstStyle/>
                <a:p>
                  <a:pPr>
                    <a:defRPr sz="18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1F4-444E-A842-E2922A31BF65}"/>
                </c:ext>
              </c:extLst>
            </c:dLbl>
            <c:dLbl>
              <c:idx val="1"/>
              <c:layout>
                <c:manualLayout>
                  <c:x val="0"/>
                  <c:y val="-2.0308692120227455E-3"/>
                </c:manualLayout>
              </c:layout>
              <c:numFmt formatCode="#,##0;&quot;-&quot;#,##0" sourceLinked="0"/>
              <c:spPr>
                <a:noFill/>
                <a:ln>
                  <a:noFill/>
                </a:ln>
              </c:spPr>
              <c:txPr>
                <a:bodyPr wrap="none"/>
                <a:lstStyle/>
                <a:p>
                  <a:pPr>
                    <a:defRPr sz="18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1F4-444E-A842-E2922A31BF65}"/>
                </c:ext>
              </c:extLst>
            </c:dLbl>
            <c:dLbl>
              <c:idx val="2"/>
              <c:layout>
                <c:manualLayout>
                  <c:x val="0"/>
                  <c:y val="-2.0308692120227455E-3"/>
                </c:manualLayout>
              </c:layout>
              <c:numFmt formatCode="#,##0;&quot;-&quot;#,##0" sourceLinked="0"/>
              <c:spPr>
                <a:noFill/>
                <a:ln>
                  <a:noFill/>
                </a:ln>
              </c:spPr>
              <c:txPr>
                <a:bodyPr wrap="none"/>
                <a:lstStyle/>
                <a:p>
                  <a:pPr>
                    <a:defRPr sz="18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1F4-444E-A842-E2922A31BF6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126.2</c:v>
                </c:pt>
                <c:pt idx="1">
                  <c:v>403.8</c:v>
                </c:pt>
                <c:pt idx="2">
                  <c:v>574.20000000000005</c:v>
                </c:pt>
              </c:numCache>
            </c:numRef>
          </c:val>
          <c:extLst>
            <c:ext xmlns:c16="http://schemas.microsoft.com/office/drawing/2014/chart" uri="{C3380CC4-5D6E-409C-BE32-E72D297353CC}">
              <c16:uniqueId val="{00000003-A1F4-444E-A842-E2922A31BF65}"/>
            </c:ext>
          </c:extLst>
        </c:ser>
        <c:ser>
          <c:idx val="1"/>
          <c:order val="1"/>
          <c:spPr>
            <a:solidFill>
              <a:srgbClr val="D6D7D9"/>
            </a:solidFill>
            <a:ln>
              <a:noFill/>
            </a:ln>
          </c:spPr>
          <c:invertIfNegative val="0"/>
          <c:dLbls>
            <c:dLbl>
              <c:idx val="1"/>
              <c:layout>
                <c:manualLayout>
                  <c:x val="0"/>
                  <c:y val="-2.0308692120227455E-3"/>
                </c:manualLayout>
              </c:layout>
              <c:numFmt formatCode="#,##0;&quot;-&quot;#,##0" sourceLinked="0"/>
              <c:spPr>
                <a:noFill/>
                <a:ln>
                  <a:noFill/>
                </a:ln>
              </c:spPr>
              <c:txPr>
                <a:bodyPr wrap="none"/>
                <a:lstStyle/>
                <a:p>
                  <a:pPr>
                    <a:defRPr sz="18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1F4-444E-A842-E2922A31BF65}"/>
                </c:ext>
              </c:extLst>
            </c:dLbl>
            <c:dLbl>
              <c:idx val="2"/>
              <c:layout>
                <c:manualLayout>
                  <c:x val="0"/>
                  <c:y val="-2.0308692120227455E-3"/>
                </c:manualLayout>
              </c:layout>
              <c:numFmt formatCode="#,##0;&quot;-&quot;#,##0" sourceLinked="0"/>
              <c:spPr>
                <a:noFill/>
                <a:ln>
                  <a:noFill/>
                </a:ln>
              </c:spPr>
              <c:txPr>
                <a:bodyPr wrap="none"/>
                <a:lstStyle/>
                <a:p>
                  <a:pPr>
                    <a:defRPr sz="18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A1F4-444E-A842-E2922A31BF6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32.100000000000009</c:v>
                </c:pt>
                <c:pt idx="1">
                  <c:v>53</c:v>
                </c:pt>
                <c:pt idx="2">
                  <c:v>69.100000000000023</c:v>
                </c:pt>
              </c:numCache>
            </c:numRef>
          </c:val>
          <c:extLst>
            <c:ext xmlns:c16="http://schemas.microsoft.com/office/drawing/2014/chart" uri="{C3380CC4-5D6E-409C-BE32-E72D297353CC}">
              <c16:uniqueId val="{00000006-A1F4-444E-A842-E2922A31BF65}"/>
            </c:ext>
          </c:extLst>
        </c:ser>
        <c:ser>
          <c:idx val="2"/>
          <c:order val="2"/>
          <c:spPr>
            <a:solidFill>
              <a:srgbClr val="17B2AF"/>
            </a:solidFill>
            <a:ln>
              <a:noFill/>
            </a:ln>
          </c:spPr>
          <c:invertIfNegative val="0"/>
          <c:dPt>
            <c:idx val="2"/>
            <c:invertIfNegative val="0"/>
            <c:bubble3D val="0"/>
            <c:spPr>
              <a:solidFill>
                <a:srgbClr val="04748A"/>
              </a:solidFill>
              <a:ln>
                <a:noFill/>
              </a:ln>
            </c:spPr>
            <c:extLst>
              <c:ext xmlns:c16="http://schemas.microsoft.com/office/drawing/2014/chart" uri="{C3380CC4-5D6E-409C-BE32-E72D297353CC}">
                <c16:uniqueId val="{00000007-A1F4-444E-A842-E2922A31BF65}"/>
              </c:ext>
            </c:extLst>
          </c:dPt>
          <c:dLbls>
            <c:dLbl>
              <c:idx val="1"/>
              <c:layout>
                <c:manualLayout>
                  <c:x val="-3.236836106678824E-2"/>
                  <c:y val="-2.0308692120227455E-3"/>
                </c:manualLayout>
              </c:layout>
              <c:numFmt formatCode="#,##0;&quot;-&quot;#,##0" sourceLinked="0"/>
              <c:spPr>
                <a:noFill/>
                <a:ln>
                  <a:noFill/>
                </a:ln>
              </c:spPr>
              <c:txPr>
                <a:bodyPr wrap="none"/>
                <a:lstStyle/>
                <a:p>
                  <a:pPr>
                    <a:defRPr sz="18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A1F4-444E-A842-E2922A31BF65}"/>
                </c:ext>
              </c:extLst>
            </c:dLbl>
            <c:dLbl>
              <c:idx val="2"/>
              <c:layout>
                <c:manualLayout>
                  <c:x val="0"/>
                  <c:y val="-2.0308692120227455E-3"/>
                </c:manualLayout>
              </c:layout>
              <c:numFmt formatCode="#,##0;&quot;-&quot;#,##0" sourceLinked="0"/>
              <c:spPr>
                <a:noFill/>
                <a:ln>
                  <a:noFill/>
                </a:ln>
              </c:spPr>
              <c:txPr>
                <a:bodyPr wrap="none"/>
                <a:lstStyle/>
                <a:p>
                  <a:pPr>
                    <a:defRPr sz="18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A1F4-444E-A842-E2922A31BF6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29.199999999999989</c:v>
                </c:pt>
                <c:pt idx="1">
                  <c:v>49.600000000000023</c:v>
                </c:pt>
                <c:pt idx="2">
                  <c:v>51.5</c:v>
                </c:pt>
              </c:numCache>
            </c:numRef>
          </c:val>
          <c:extLst>
            <c:ext xmlns:c16="http://schemas.microsoft.com/office/drawing/2014/chart" uri="{C3380CC4-5D6E-409C-BE32-E72D297353CC}">
              <c16:uniqueId val="{00000009-A1F4-444E-A842-E2922A31BF65}"/>
            </c:ext>
          </c:extLst>
        </c:ser>
        <c:ser>
          <c:idx val="3"/>
          <c:order val="3"/>
          <c:spPr>
            <a:solidFill>
              <a:srgbClr val="04748A"/>
            </a:solidFill>
            <a:ln>
              <a:noFill/>
            </a:ln>
          </c:spPr>
          <c:invertIfNegative val="0"/>
          <c:dPt>
            <c:idx val="2"/>
            <c:invertIfNegative val="0"/>
            <c:bubble3D val="0"/>
            <c:spPr>
              <a:solidFill>
                <a:srgbClr val="17B2AF"/>
              </a:solidFill>
              <a:ln>
                <a:noFill/>
              </a:ln>
            </c:spPr>
            <c:extLst>
              <c:ext xmlns:c16="http://schemas.microsoft.com/office/drawing/2014/chart" uri="{C3380CC4-5D6E-409C-BE32-E72D297353CC}">
                <c16:uniqueId val="{0000000A-A1F4-444E-A842-E2922A31BF65}"/>
              </c:ext>
            </c:extLst>
          </c:dPt>
          <c:dLbls>
            <c:dLbl>
              <c:idx val="0"/>
              <c:layout>
                <c:manualLayout>
                  <c:x val="9.072258946888534E-2"/>
                  <c:y val="-2.0308692120227455E-3"/>
                </c:manualLayout>
              </c:layout>
              <c:numFmt formatCode="#,##0;&quot;-&quot;#,##0" sourceLinked="0"/>
              <c:spPr>
                <a:noFill/>
                <a:ln>
                  <a:noFill/>
                </a:ln>
              </c:spPr>
              <c:txPr>
                <a:bodyPr wrap="none"/>
                <a:lstStyle/>
                <a:p>
                  <a:pPr>
                    <a:defRPr sz="18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A1F4-444E-A842-E2922A31BF65}"/>
                </c:ext>
              </c:extLst>
            </c:dLbl>
            <c:dLbl>
              <c:idx val="2"/>
              <c:layout>
                <c:manualLayout>
                  <c:x val="0"/>
                  <c:y val="-2.0308692120227455E-3"/>
                </c:manualLayout>
              </c:layout>
              <c:numFmt formatCode="#,##0;&quot;-&quot;#,##0" sourceLinked="0"/>
              <c:spPr>
                <a:noFill/>
                <a:ln>
                  <a:noFill/>
                </a:ln>
              </c:spPr>
              <c:txPr>
                <a:bodyPr wrap="none"/>
                <a:lstStyle/>
                <a:p>
                  <a:pPr>
                    <a:defRPr sz="18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A1F4-444E-A842-E2922A31BF6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Sheet1!$A$4:$C$4</c:f>
              <c:numCache>
                <c:formatCode>General</c:formatCode>
                <c:ptCount val="3"/>
                <c:pt idx="0">
                  <c:v>17.599999999999994</c:v>
                </c:pt>
                <c:pt idx="1">
                  <c:v>36.500000000000057</c:v>
                </c:pt>
                <c:pt idx="2">
                  <c:v>51.299999999999955</c:v>
                </c:pt>
              </c:numCache>
            </c:numRef>
          </c:val>
          <c:extLst>
            <c:ext xmlns:c16="http://schemas.microsoft.com/office/drawing/2014/chart" uri="{C3380CC4-5D6E-409C-BE32-E72D297353CC}">
              <c16:uniqueId val="{0000000C-A1F4-444E-A842-E2922A31BF65}"/>
            </c:ext>
          </c:extLst>
        </c:ser>
        <c:dLbls>
          <c:showLegendKey val="0"/>
          <c:showVal val="0"/>
          <c:showCatName val="0"/>
          <c:showSerName val="0"/>
          <c:showPercent val="0"/>
          <c:showBubbleSize val="0"/>
        </c:dLbls>
        <c:gapWidth val="150"/>
        <c:overlap val="100"/>
        <c:axId val="801305232"/>
        <c:axId val="1"/>
      </c:barChart>
      <c:catAx>
        <c:axId val="80130523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46.1"/>
          <c:min val="0"/>
        </c:scaling>
        <c:delete val="0"/>
        <c:axPos val="l"/>
        <c:majorGridlines>
          <c:spPr>
            <a:ln>
              <a:noFill/>
            </a:ln>
          </c:spPr>
        </c:majorGridlines>
        <c:numFmt formatCode="General" sourceLinked="1"/>
        <c:majorTickMark val="none"/>
        <c:minorTickMark val="none"/>
        <c:tickLblPos val="none"/>
        <c:spPr>
          <a:ln>
            <a:noFill/>
          </a:ln>
        </c:spPr>
        <c:crossAx val="801305232"/>
        <c:crosses val="min"/>
        <c:crossBetween val="between"/>
      </c:valAx>
    </c:plotArea>
    <c:plotVisOnly val="0"/>
    <c:dispBlanksAs val="gap"/>
    <c:showDLblsOverMax val="1"/>
  </c:chart>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1072653570314936E-3"/>
          <c:y val="0.10068965517241379"/>
          <c:w val="0.98378546928593702"/>
          <c:h val="0.76137931034482753"/>
        </c:manualLayout>
      </c:layout>
      <c:barChart>
        <c:barDir val="col"/>
        <c:grouping val="stacked"/>
        <c:varyColors val="0"/>
        <c:ser>
          <c:idx val="0"/>
          <c:order val="0"/>
          <c:spPr>
            <a:noFill/>
            <a:ln>
              <a:noFill/>
            </a:ln>
          </c:spPr>
          <c:invertIfNegative val="0"/>
          <c:dPt>
            <c:idx val="0"/>
            <c:invertIfNegative val="0"/>
            <c:bubble3D val="0"/>
            <c:spPr>
              <a:solidFill>
                <a:srgbClr val="2B6188"/>
              </a:solidFill>
              <a:ln>
                <a:noFill/>
              </a:ln>
            </c:spPr>
            <c:extLst>
              <c:ext xmlns:c16="http://schemas.microsoft.com/office/drawing/2014/chart" uri="{C3380CC4-5D6E-409C-BE32-E72D297353CC}">
                <c16:uniqueId val="{00000000-68BF-485C-B7F3-08B7CEA41B5B}"/>
              </c:ext>
            </c:extLst>
          </c:dPt>
          <c:dPt>
            <c:idx val="2"/>
            <c:invertIfNegative val="0"/>
            <c:bubble3D val="0"/>
            <c:spPr>
              <a:solidFill>
                <a:srgbClr val="1F4762"/>
              </a:solidFill>
              <a:ln>
                <a:noFill/>
              </a:ln>
            </c:spPr>
            <c:extLst>
              <c:ext xmlns:c16="http://schemas.microsoft.com/office/drawing/2014/chart" uri="{C3380CC4-5D6E-409C-BE32-E72D297353CC}">
                <c16:uniqueId val="{00000001-68BF-485C-B7F3-08B7CEA41B5B}"/>
              </c:ext>
            </c:extLst>
          </c:dPt>
          <c:dPt>
            <c:idx val="4"/>
            <c:invertIfNegative val="0"/>
            <c:bubble3D val="0"/>
            <c:spPr>
              <a:solidFill>
                <a:srgbClr val="1F4762"/>
              </a:solidFill>
              <a:ln>
                <a:noFill/>
              </a:ln>
            </c:spPr>
            <c:extLst>
              <c:ext xmlns:c16="http://schemas.microsoft.com/office/drawing/2014/chart" uri="{C3380CC4-5D6E-409C-BE32-E72D297353CC}">
                <c16:uniqueId val="{00000002-68BF-485C-B7F3-08B7CEA41B5B}"/>
              </c:ext>
            </c:extLst>
          </c:dPt>
          <c:dPt>
            <c:idx val="6"/>
            <c:invertIfNegative val="0"/>
            <c:bubble3D val="0"/>
            <c:spPr>
              <a:solidFill>
                <a:srgbClr val="BFBFBF"/>
              </a:solidFill>
              <a:ln>
                <a:noFill/>
              </a:ln>
            </c:spPr>
            <c:extLst>
              <c:ext xmlns:c16="http://schemas.microsoft.com/office/drawing/2014/chart" uri="{C3380CC4-5D6E-409C-BE32-E72D297353CC}">
                <c16:uniqueId val="{00000003-68BF-485C-B7F3-08B7CEA41B5B}"/>
              </c:ext>
            </c:extLst>
          </c:dPt>
          <c:dPt>
            <c:idx val="8"/>
            <c:invertIfNegative val="0"/>
            <c:bubble3D val="0"/>
            <c:spPr>
              <a:solidFill>
                <a:srgbClr val="C30C3E"/>
              </a:solidFill>
              <a:ln>
                <a:noFill/>
              </a:ln>
            </c:spPr>
            <c:extLst>
              <c:ext xmlns:c16="http://schemas.microsoft.com/office/drawing/2014/chart" uri="{C3380CC4-5D6E-409C-BE32-E72D297353CC}">
                <c16:uniqueId val="{00000004-68BF-485C-B7F3-08B7CEA41B5B}"/>
              </c:ext>
            </c:extLst>
          </c:dPt>
          <c:dLbls>
            <c:dLbl>
              <c:idx val="0"/>
              <c:layout>
                <c:manualLayout>
                  <c:x val="0"/>
                  <c:y val="-1.8390804597701149E-3"/>
                </c:manualLayout>
              </c:layout>
              <c:numFmt formatCode="#,##0;&quot;(&quot;#,##0&quot;)&quot;" sourceLinked="0"/>
              <c:spPr>
                <a:noFill/>
                <a:ln>
                  <a:noFill/>
                </a:ln>
              </c:spPr>
              <c:txPr>
                <a:bodyPr wrap="none"/>
                <a:lstStyle/>
                <a:p>
                  <a:pPr>
                    <a:defRPr sz="16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8BF-485C-B7F3-08B7CEA41B5B}"/>
                </c:ext>
              </c:extLst>
            </c:dLbl>
            <c:dLbl>
              <c:idx val="2"/>
              <c:layout>
                <c:manualLayout>
                  <c:x val="0"/>
                  <c:y val="-0.31126436781609196"/>
                </c:manualLayout>
              </c:layout>
              <c:numFmt formatCode="#,##0;&quot;-&quot;#,##0" sourceLinked="0"/>
              <c:spPr>
                <a:noFill/>
                <a:ln>
                  <a:noFill/>
                </a:ln>
              </c:spPr>
              <c:txPr>
                <a:bodyPr wrap="none"/>
                <a:lstStyle/>
                <a:p>
                  <a:pPr>
                    <a:defRPr sz="16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8BF-485C-B7F3-08B7CEA41B5B}"/>
                </c:ext>
              </c:extLst>
            </c:dLbl>
            <c:dLbl>
              <c:idx val="4"/>
              <c:layout>
                <c:manualLayout>
                  <c:x val="0"/>
                  <c:y val="-0.12873563218390804"/>
                </c:manualLayout>
              </c:layout>
              <c:numFmt formatCode="#,##0;&quot;-&quot;#,##0" sourceLinked="0"/>
              <c:spPr>
                <a:noFill/>
                <a:ln>
                  <a:noFill/>
                </a:ln>
              </c:spPr>
              <c:txPr>
                <a:bodyPr wrap="none"/>
                <a:lstStyle/>
                <a:p>
                  <a:pPr>
                    <a:defRPr sz="16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8BF-485C-B7F3-08B7CEA41B5B}"/>
                </c:ext>
              </c:extLst>
            </c:dLbl>
            <c:dLbl>
              <c:idx val="8"/>
              <c:layout>
                <c:manualLayout>
                  <c:x val="0"/>
                  <c:y val="-9.7931034482758625E-2"/>
                </c:manualLayout>
              </c:layout>
              <c:numFmt formatCode="#,##0;&quot;-&quot;#,##0" sourceLinked="0"/>
              <c:spPr>
                <a:noFill/>
                <a:ln>
                  <a:noFill/>
                </a:ln>
              </c:spPr>
              <c:txPr>
                <a:bodyPr wrap="none"/>
                <a:lstStyle/>
                <a:p>
                  <a:pPr>
                    <a:defRPr sz="16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8BF-485C-B7F3-08B7CEA41B5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126.19</c:v>
                </c:pt>
                <c:pt idx="1">
                  <c:v>173.47099999999995</c:v>
                </c:pt>
                <c:pt idx="2">
                  <c:v>173.47099999999992</c:v>
                </c:pt>
                <c:pt idx="3">
                  <c:v>56.270999999999887</c:v>
                </c:pt>
                <c:pt idx="4">
                  <c:v>56.270999999999887</c:v>
                </c:pt>
                <c:pt idx="5">
                  <c:v>9.1409999999998846</c:v>
                </c:pt>
                <c:pt idx="6">
                  <c:v>9.1409999999998917</c:v>
                </c:pt>
                <c:pt idx="7">
                  <c:v>-20.419000000000111</c:v>
                </c:pt>
                <c:pt idx="8">
                  <c:v>-38.929000000000102</c:v>
                </c:pt>
              </c:numCache>
            </c:numRef>
          </c:val>
          <c:extLst>
            <c:ext xmlns:c16="http://schemas.microsoft.com/office/drawing/2014/chart" uri="{C3380CC4-5D6E-409C-BE32-E72D297353CC}">
              <c16:uniqueId val="{00000005-68BF-485C-B7F3-08B7CEA41B5B}"/>
            </c:ext>
          </c:extLst>
        </c:ser>
        <c:ser>
          <c:idx val="1"/>
          <c:order val="1"/>
          <c:spPr>
            <a:solidFill>
              <a:srgbClr val="BFBFBF"/>
            </a:solidFill>
            <a:ln>
              <a:noFill/>
            </a:ln>
          </c:spPr>
          <c:invertIfNegative val="0"/>
          <c:dPt>
            <c:idx val="0"/>
            <c:invertIfNegative val="0"/>
            <c:bubble3D val="0"/>
            <c:spPr>
              <a:solidFill>
                <a:srgbClr val="1B5B74"/>
              </a:solidFill>
              <a:ln>
                <a:noFill/>
              </a:ln>
            </c:spPr>
            <c:extLst>
              <c:ext xmlns:c16="http://schemas.microsoft.com/office/drawing/2014/chart" uri="{C3380CC4-5D6E-409C-BE32-E72D297353CC}">
                <c16:uniqueId val="{00000006-68BF-485C-B7F3-08B7CEA41B5B}"/>
              </c:ext>
            </c:extLst>
          </c:dPt>
          <c:dLbls>
            <c:dLbl>
              <c:idx val="0"/>
              <c:layout>
                <c:manualLayout>
                  <c:x val="0"/>
                  <c:y val="-1.8390804597701149E-3"/>
                </c:manualLayout>
              </c:layout>
              <c:numFmt formatCode="#,##0;&quot;(&quot;#,##0&quot;)&quot;" sourceLinked="0"/>
              <c:spPr>
                <a:noFill/>
                <a:ln>
                  <a:noFill/>
                </a:ln>
              </c:spPr>
              <c:txPr>
                <a:bodyPr wrap="none"/>
                <a:lstStyle/>
                <a:p>
                  <a:pPr>
                    <a:defRPr sz="16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68BF-485C-B7F3-08B7CEA41B5B}"/>
                </c:ext>
              </c:extLst>
            </c:dLbl>
            <c:dLbl>
              <c:idx val="7"/>
              <c:layout>
                <c:manualLayout>
                  <c:x val="0"/>
                  <c:y val="1.8390804597701149E-3"/>
                </c:manualLayout>
              </c:layout>
              <c:numFmt formatCode="#,##0;&quot;(&quot;#,##0&quot;)&quot;" sourceLinked="0"/>
              <c:spPr>
                <a:noFill/>
                <a:ln>
                  <a:noFill/>
                </a:ln>
              </c:spPr>
              <c:txPr>
                <a:bodyPr wrap="none"/>
                <a:lstStyle/>
                <a:p>
                  <a:pPr>
                    <a:defRPr sz="16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68BF-485C-B7F3-08B7CEA41B5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Sheet1!$A$2:$I$2</c:f>
              <c:numCache>
                <c:formatCode>General</c:formatCode>
                <c:ptCount val="9"/>
                <c:pt idx="0">
                  <c:v>29.199999999999989</c:v>
                </c:pt>
                <c:pt idx="1">
                  <c:v>31.782000000000011</c:v>
                </c:pt>
                <c:pt idx="3">
                  <c:v>117.2</c:v>
                </c:pt>
                <c:pt idx="5">
                  <c:v>47.13</c:v>
                </c:pt>
                <c:pt idx="6">
                  <c:v>-20.419000000000107</c:v>
                </c:pt>
                <c:pt idx="7">
                  <c:v>-18.510000000000005</c:v>
                </c:pt>
              </c:numCache>
            </c:numRef>
          </c:val>
          <c:extLst>
            <c:ext xmlns:c16="http://schemas.microsoft.com/office/drawing/2014/chart" uri="{C3380CC4-5D6E-409C-BE32-E72D297353CC}">
              <c16:uniqueId val="{00000008-68BF-485C-B7F3-08B7CEA41B5B}"/>
            </c:ext>
          </c:extLst>
        </c:ser>
        <c:ser>
          <c:idx val="2"/>
          <c:order val="2"/>
          <c:spPr>
            <a:solidFill>
              <a:srgbClr val="04748A"/>
            </a:solidFill>
            <a:ln>
              <a:noFill/>
            </a:ln>
          </c:spPr>
          <c:invertIfNegative val="0"/>
          <c:dLbls>
            <c:dLbl>
              <c:idx val="0"/>
              <c:layout>
                <c:manualLayout>
                  <c:x val="0"/>
                  <c:y val="-1.8390804597701149E-3"/>
                </c:manualLayout>
              </c:layout>
              <c:numFmt formatCode="#,##0;&quot;(&quot;#,##0&quot;)&quot;" sourceLinked="0"/>
              <c:spPr>
                <a:noFill/>
                <a:ln>
                  <a:noFill/>
                </a:ln>
              </c:spPr>
              <c:txPr>
                <a:bodyPr wrap="none"/>
                <a:lstStyle/>
                <a:p>
                  <a:pPr>
                    <a:defRPr sz="16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68BF-485C-B7F3-08B7CEA41B5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Sheet1!$A$3:$I$3</c:f>
              <c:numCache>
                <c:formatCode>General</c:formatCode>
                <c:ptCount val="9"/>
                <c:pt idx="0">
                  <c:v>17.599999999999994</c:v>
                </c:pt>
              </c:numCache>
            </c:numRef>
          </c:val>
          <c:extLst>
            <c:ext xmlns:c16="http://schemas.microsoft.com/office/drawing/2014/chart" uri="{C3380CC4-5D6E-409C-BE32-E72D297353CC}">
              <c16:uniqueId val="{0000000A-68BF-485C-B7F3-08B7CEA41B5B}"/>
            </c:ext>
          </c:extLst>
        </c:ser>
        <c:ser>
          <c:idx val="3"/>
          <c:order val="3"/>
          <c:spPr>
            <a:solidFill>
              <a:srgbClr val="17B2AF"/>
            </a:solidFill>
            <a:ln>
              <a:noFill/>
            </a:ln>
          </c:spPr>
          <c:invertIfNegative val="0"/>
          <c:val>
            <c:numRef>
              <c:f>Sheet1!$A$4:$I$4</c:f>
              <c:numCache>
                <c:formatCode>General</c:formatCode>
                <c:ptCount val="9"/>
                <c:pt idx="0">
                  <c:v>5.3499999999999943</c:v>
                </c:pt>
              </c:numCache>
            </c:numRef>
          </c:val>
          <c:extLst>
            <c:ext xmlns:c16="http://schemas.microsoft.com/office/drawing/2014/chart" uri="{C3380CC4-5D6E-409C-BE32-E72D297353CC}">
              <c16:uniqueId val="{0000000B-68BF-485C-B7F3-08B7CEA41B5B}"/>
            </c:ext>
          </c:extLst>
        </c:ser>
        <c:ser>
          <c:idx val="4"/>
          <c:order val="4"/>
          <c:spPr>
            <a:solidFill>
              <a:schemeClr val="accent5"/>
            </a:solidFill>
            <a:ln>
              <a:noFill/>
            </a:ln>
          </c:spPr>
          <c:invertIfNegative val="0"/>
          <c:val>
            <c:numRef>
              <c:f>Sheet1!$A$5:$I$5</c:f>
              <c:numCache>
                <c:formatCode>General</c:formatCode>
                <c:ptCount val="9"/>
                <c:pt idx="0">
                  <c:v>3.9000000000000057</c:v>
                </c:pt>
              </c:numCache>
            </c:numRef>
          </c:val>
          <c:extLst>
            <c:ext xmlns:c16="http://schemas.microsoft.com/office/drawing/2014/chart" uri="{C3380CC4-5D6E-409C-BE32-E72D297353CC}">
              <c16:uniqueId val="{0000000C-68BF-485C-B7F3-08B7CEA41B5B}"/>
            </c:ext>
          </c:extLst>
        </c:ser>
        <c:ser>
          <c:idx val="5"/>
          <c:order val="5"/>
          <c:spPr>
            <a:solidFill>
              <a:srgbClr val="C0C0C0"/>
            </a:solidFill>
            <a:ln>
              <a:noFill/>
            </a:ln>
          </c:spPr>
          <c:invertIfNegative val="0"/>
          <c:val>
            <c:numRef>
              <c:f>Sheet1!$A$6:$I$6</c:f>
              <c:numCache>
                <c:formatCode>General</c:formatCode>
                <c:ptCount val="9"/>
                <c:pt idx="0">
                  <c:v>3.8499999999999943</c:v>
                </c:pt>
              </c:numCache>
            </c:numRef>
          </c:val>
          <c:extLst>
            <c:ext xmlns:c16="http://schemas.microsoft.com/office/drawing/2014/chart" uri="{C3380CC4-5D6E-409C-BE32-E72D297353CC}">
              <c16:uniqueId val="{0000000D-68BF-485C-B7F3-08B7CEA41B5B}"/>
            </c:ext>
          </c:extLst>
        </c:ser>
        <c:ser>
          <c:idx val="6"/>
          <c:order val="6"/>
          <c:spPr>
            <a:solidFill>
              <a:srgbClr val="808080"/>
            </a:solidFill>
            <a:ln>
              <a:noFill/>
            </a:ln>
          </c:spPr>
          <c:invertIfNegative val="0"/>
          <c:val>
            <c:numRef>
              <c:f>Sheet1!$A$7:$I$7</c:f>
              <c:numCache>
                <c:formatCode>General</c:formatCode>
                <c:ptCount val="9"/>
                <c:pt idx="0">
                  <c:v>0.34100000000000819</c:v>
                </c:pt>
              </c:numCache>
            </c:numRef>
          </c:val>
          <c:extLst>
            <c:ext xmlns:c16="http://schemas.microsoft.com/office/drawing/2014/chart" uri="{C3380CC4-5D6E-409C-BE32-E72D297353CC}">
              <c16:uniqueId val="{0000000E-68BF-485C-B7F3-08B7CEA41B5B}"/>
            </c:ext>
          </c:extLst>
        </c:ser>
        <c:ser>
          <c:idx val="7"/>
          <c:order val="7"/>
          <c:spPr>
            <a:solidFill>
              <a:schemeClr val="accent2"/>
            </a:solidFill>
            <a:ln>
              <a:noFill/>
            </a:ln>
          </c:spPr>
          <c:invertIfNegative val="0"/>
          <c:val>
            <c:numRef>
              <c:f>Sheet1!$A$8:$I$8</c:f>
              <c:numCache>
                <c:formatCode>General</c:formatCode>
                <c:ptCount val="9"/>
                <c:pt idx="0">
                  <c:v>1.6450000000000102</c:v>
                </c:pt>
              </c:numCache>
            </c:numRef>
          </c:val>
          <c:extLst>
            <c:ext xmlns:c16="http://schemas.microsoft.com/office/drawing/2014/chart" uri="{C3380CC4-5D6E-409C-BE32-E72D297353CC}">
              <c16:uniqueId val="{0000000F-68BF-485C-B7F3-08B7CEA41B5B}"/>
            </c:ext>
          </c:extLst>
        </c:ser>
        <c:ser>
          <c:idx val="8"/>
          <c:order val="8"/>
          <c:spPr>
            <a:solidFill>
              <a:schemeClr val="accent3"/>
            </a:solidFill>
            <a:ln>
              <a:noFill/>
            </a:ln>
          </c:spPr>
          <c:invertIfNegative val="0"/>
          <c:val>
            <c:numRef>
              <c:f>Sheet1!$A$9:$I$9</c:f>
              <c:numCache>
                <c:formatCode>General</c:formatCode>
                <c:ptCount val="9"/>
                <c:pt idx="0">
                  <c:v>14.276999999999987</c:v>
                </c:pt>
              </c:numCache>
            </c:numRef>
          </c:val>
          <c:extLst>
            <c:ext xmlns:c16="http://schemas.microsoft.com/office/drawing/2014/chart" uri="{C3380CC4-5D6E-409C-BE32-E72D297353CC}">
              <c16:uniqueId val="{00000010-68BF-485C-B7F3-08B7CEA41B5B}"/>
            </c:ext>
          </c:extLst>
        </c:ser>
        <c:ser>
          <c:idx val="9"/>
          <c:order val="9"/>
          <c:spPr>
            <a:solidFill>
              <a:schemeClr val="accent4"/>
            </a:solidFill>
            <a:ln>
              <a:noFill/>
            </a:ln>
          </c:spPr>
          <c:invertIfNegative val="0"/>
          <c:val>
            <c:numRef>
              <c:f>Sheet1!$A$10:$I$10</c:f>
              <c:numCache>
                <c:formatCode>General</c:formatCode>
                <c:ptCount val="9"/>
                <c:pt idx="0">
                  <c:v>0.12999999999999545</c:v>
                </c:pt>
              </c:numCache>
            </c:numRef>
          </c:val>
          <c:extLst>
            <c:ext xmlns:c16="http://schemas.microsoft.com/office/drawing/2014/chart" uri="{C3380CC4-5D6E-409C-BE32-E72D297353CC}">
              <c16:uniqueId val="{00000011-68BF-485C-B7F3-08B7CEA41B5B}"/>
            </c:ext>
          </c:extLst>
        </c:ser>
        <c:ser>
          <c:idx val="10"/>
          <c:order val="10"/>
          <c:spPr>
            <a:solidFill>
              <a:schemeClr val="accent5"/>
            </a:solidFill>
            <a:ln>
              <a:noFill/>
            </a:ln>
          </c:spPr>
          <c:invertIfNegative val="0"/>
          <c:val>
            <c:numRef>
              <c:f>Sheet1!$A$11:$I$11</c:f>
              <c:numCache>
                <c:formatCode>General</c:formatCode>
                <c:ptCount val="9"/>
                <c:pt idx="0">
                  <c:v>2.6299999999999955</c:v>
                </c:pt>
              </c:numCache>
            </c:numRef>
          </c:val>
          <c:extLst>
            <c:ext xmlns:c16="http://schemas.microsoft.com/office/drawing/2014/chart" uri="{C3380CC4-5D6E-409C-BE32-E72D297353CC}">
              <c16:uniqueId val="{00000012-68BF-485C-B7F3-08B7CEA41B5B}"/>
            </c:ext>
          </c:extLst>
        </c:ser>
        <c:ser>
          <c:idx val="11"/>
          <c:order val="11"/>
          <c:spPr>
            <a:solidFill>
              <a:schemeClr val="accent6"/>
            </a:solidFill>
            <a:ln>
              <a:noFill/>
            </a:ln>
          </c:spPr>
          <c:invertIfNegative val="0"/>
          <c:val>
            <c:numRef>
              <c:f>Sheet1!$A$12:$I$12</c:f>
              <c:numCache>
                <c:formatCode>General</c:formatCode>
                <c:ptCount val="9"/>
                <c:pt idx="0">
                  <c:v>0.13999999999998636</c:v>
                </c:pt>
              </c:numCache>
            </c:numRef>
          </c:val>
          <c:extLst>
            <c:ext xmlns:c16="http://schemas.microsoft.com/office/drawing/2014/chart" uri="{C3380CC4-5D6E-409C-BE32-E72D297353CC}">
              <c16:uniqueId val="{00000013-68BF-485C-B7F3-08B7CEA41B5B}"/>
            </c:ext>
          </c:extLst>
        </c:ser>
        <c:dLbls>
          <c:showLegendKey val="0"/>
          <c:showVal val="0"/>
          <c:showCatName val="0"/>
          <c:showSerName val="0"/>
          <c:showPercent val="0"/>
          <c:showBubbleSize val="0"/>
        </c:dLbls>
        <c:gapWidth val="80"/>
        <c:overlap val="100"/>
        <c:axId val="1892769887"/>
        <c:axId val="1"/>
      </c:barChart>
      <c:catAx>
        <c:axId val="1892769887"/>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At val="0"/>
        <c:auto val="0"/>
        <c:lblAlgn val="ctr"/>
        <c:lblOffset val="100"/>
        <c:noMultiLvlLbl val="0"/>
      </c:catAx>
      <c:valAx>
        <c:axId val="1"/>
        <c:scaling>
          <c:orientation val="minMax"/>
          <c:max val="205.25299999999996"/>
          <c:min val="-38.929000000000116"/>
        </c:scaling>
        <c:delete val="0"/>
        <c:axPos val="l"/>
        <c:majorGridlines>
          <c:spPr>
            <a:ln>
              <a:noFill/>
            </a:ln>
          </c:spPr>
        </c:majorGridlines>
        <c:numFmt formatCode="General" sourceLinked="1"/>
        <c:majorTickMark val="none"/>
        <c:minorTickMark val="none"/>
        <c:tickLblPos val="none"/>
        <c:spPr>
          <a:ln>
            <a:noFill/>
          </a:ln>
        </c:spPr>
        <c:crossAx val="1892769887"/>
        <c:crosses val="min"/>
        <c:crossBetween val="between"/>
      </c:valAx>
    </c:plotArea>
    <c:plotVisOnly val="0"/>
    <c:dispBlanksAs val="gap"/>
    <c:showDLblsOverMax val="1"/>
  </c:chart>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1675698207586493E-2"/>
          <c:y val="0.12903225806451613"/>
          <c:w val="0.95664860358482706"/>
          <c:h val="0.74193548387096775"/>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DEAC-44C2-A40D-05CDAF426AAF}"/>
              </c:ext>
            </c:extLst>
          </c:dPt>
          <c:val>
            <c:numRef>
              <c:f>Sheet1!$A$1:$B$1</c:f>
              <c:numCache>
                <c:formatCode>General</c:formatCode>
                <c:ptCount val="2"/>
                <c:pt idx="0">
                  <c:v>5172490119</c:v>
                </c:pt>
                <c:pt idx="1">
                  <c:v>5636963203</c:v>
                </c:pt>
              </c:numCache>
            </c:numRef>
          </c:val>
          <c:extLst>
            <c:ext xmlns:c16="http://schemas.microsoft.com/office/drawing/2014/chart" uri="{C3380CC4-5D6E-409C-BE32-E72D297353CC}">
              <c16:uniqueId val="{00000001-DEAC-44C2-A40D-05CDAF426AAF}"/>
            </c:ext>
          </c:extLst>
        </c:ser>
        <c:dLbls>
          <c:showLegendKey val="0"/>
          <c:showVal val="0"/>
          <c:showCatName val="0"/>
          <c:showSerName val="0"/>
          <c:showPercent val="0"/>
          <c:showBubbleSize val="0"/>
        </c:dLbls>
        <c:gapWidth val="80"/>
        <c:overlap val="100"/>
        <c:axId val="1614168143"/>
        <c:axId val="1"/>
      </c:barChart>
      <c:catAx>
        <c:axId val="161416814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5636963203"/>
          <c:min val="0"/>
        </c:scaling>
        <c:delete val="0"/>
        <c:axPos val="l"/>
        <c:majorGridlines>
          <c:spPr>
            <a:ln>
              <a:noFill/>
            </a:ln>
          </c:spPr>
        </c:majorGridlines>
        <c:numFmt formatCode="General" sourceLinked="1"/>
        <c:majorTickMark val="none"/>
        <c:minorTickMark val="none"/>
        <c:tickLblPos val="none"/>
        <c:spPr>
          <a:ln>
            <a:noFill/>
          </a:ln>
        </c:spPr>
        <c:crossAx val="1614168143"/>
        <c:crosses val="min"/>
        <c:crossBetween val="between"/>
      </c:valAx>
    </c:plotArea>
    <c:plotVisOnly val="0"/>
    <c:dispBlanksAs val="gap"/>
    <c:showDLblsOverMax val="1"/>
  </c:chart>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9711902956785442E-2"/>
          <c:y val="0.32176234979973295"/>
          <c:w val="0.96057619408642914"/>
          <c:h val="0.45393858477970628"/>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3B1C-4D08-8513-8634F893FE02}"/>
              </c:ext>
            </c:extLst>
          </c:dPt>
          <c:dPt>
            <c:idx val="1"/>
            <c:invertIfNegative val="0"/>
            <c:bubble3D val="0"/>
            <c:spPr>
              <a:solidFill>
                <a:srgbClr val="04748A"/>
              </a:solidFill>
              <a:ln w="9525" cmpd="sng" algn="ctr">
                <a:solidFill>
                  <a:schemeClr val="bg1"/>
                </a:solidFill>
                <a:prstDash val="solid"/>
              </a:ln>
            </c:spPr>
            <c:extLst>
              <c:ext xmlns:c16="http://schemas.microsoft.com/office/drawing/2014/chart" uri="{C3380CC4-5D6E-409C-BE32-E72D297353CC}">
                <c16:uniqueId val="{00000001-3B1C-4D08-8513-8634F893FE02}"/>
              </c:ext>
            </c:extLst>
          </c:dPt>
          <c:dLbls>
            <c:dLbl>
              <c:idx val="0"/>
              <c:layout>
                <c:manualLayout>
                  <c:x val="0"/>
                  <c:y val="-0.25634178905206945"/>
                </c:manualLayout>
              </c:layout>
              <c:numFmt formatCode="#,##0.0;&quot;-&quot;#,##0.0" sourceLinked="0"/>
              <c:spPr>
                <a:noFill/>
                <a:ln>
                  <a:noFill/>
                </a:ln>
              </c:spPr>
              <c:txPr>
                <a:bodyPr wrap="none"/>
                <a:lstStyle/>
                <a:p>
                  <a:pPr>
                    <a:defRPr sz="1200" kern="1200">
                      <a:solidFill>
                        <a:srgbClr val="000000"/>
                      </a:solidFill>
                      <a:latin typeface="+mn-lt"/>
                      <a:ea typeface="+mn-ea"/>
                      <a:cs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B1C-4D08-8513-8634F893FE02}"/>
                </c:ext>
              </c:extLst>
            </c:dLbl>
            <c:dLbl>
              <c:idx val="1"/>
              <c:layout>
                <c:manualLayout>
                  <c:x val="0"/>
                  <c:y val="-0.30841121495327101"/>
                </c:manualLayout>
              </c:layout>
              <c:numFmt formatCode="#,##0.0;&quot;-&quot;#,##0.0" sourceLinked="0"/>
              <c:spPr>
                <a:noFill/>
                <a:ln>
                  <a:noFill/>
                </a:ln>
              </c:spPr>
              <c:txPr>
                <a:bodyPr wrap="none"/>
                <a:lstStyle/>
                <a:p>
                  <a:pPr>
                    <a:defRPr sz="1200" kern="1200">
                      <a:solidFill>
                        <a:srgbClr val="000000"/>
                      </a:solidFill>
                      <a:latin typeface="+mn-lt"/>
                      <a:ea typeface="+mn-ea"/>
                      <a:cs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B1C-4D08-8513-8634F893FE02}"/>
                </c:ext>
              </c:extLst>
            </c:dLbl>
            <c:dLbl>
              <c:idx val="2"/>
              <c:layout>
                <c:manualLayout>
                  <c:x val="0"/>
                  <c:y val="-0.32576769025367158"/>
                </c:manualLayout>
              </c:layout>
              <c:numFmt formatCode="#,##0.0;&quot;-&quot;#,##0.0" sourceLinked="0"/>
              <c:spPr>
                <a:noFill/>
                <a:ln>
                  <a:noFill/>
                </a:ln>
              </c:spPr>
              <c:txPr>
                <a:bodyPr wrap="none"/>
                <a:lstStyle/>
                <a:p>
                  <a:pPr>
                    <a:defRPr sz="1200" kern="1200">
                      <a:solidFill>
                        <a:srgbClr val="000000"/>
                      </a:solidFill>
                      <a:latin typeface="+mn-lt"/>
                      <a:ea typeface="+mn-ea"/>
                      <a:cs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B1C-4D08-8513-8634F893FE0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14.3</c:v>
                </c:pt>
                <c:pt idx="1">
                  <c:v>18.899999999999999</c:v>
                </c:pt>
                <c:pt idx="2">
                  <c:v>20.5</c:v>
                </c:pt>
              </c:numCache>
            </c:numRef>
          </c:val>
          <c:extLst>
            <c:ext xmlns:c16="http://schemas.microsoft.com/office/drawing/2014/chart" uri="{C3380CC4-5D6E-409C-BE32-E72D297353CC}">
              <c16:uniqueId val="{00000003-3B1C-4D08-8513-8634F893FE02}"/>
            </c:ext>
          </c:extLst>
        </c:ser>
        <c:dLbls>
          <c:showLegendKey val="0"/>
          <c:showVal val="0"/>
          <c:showCatName val="0"/>
          <c:showSerName val="0"/>
          <c:showPercent val="0"/>
          <c:showBubbleSize val="0"/>
        </c:dLbls>
        <c:gapWidth val="80"/>
        <c:overlap val="100"/>
        <c:axId val="1826751936"/>
        <c:axId val="1"/>
      </c:barChart>
      <c:catAx>
        <c:axId val="182675193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0.5"/>
          <c:min val="0"/>
        </c:scaling>
        <c:delete val="0"/>
        <c:axPos val="l"/>
        <c:majorGridlines>
          <c:spPr>
            <a:ln>
              <a:noFill/>
            </a:ln>
          </c:spPr>
        </c:majorGridlines>
        <c:numFmt formatCode="General" sourceLinked="1"/>
        <c:majorTickMark val="none"/>
        <c:minorTickMark val="none"/>
        <c:tickLblPos val="none"/>
        <c:spPr>
          <a:ln>
            <a:noFill/>
          </a:ln>
        </c:spPr>
        <c:crossAx val="1826751936"/>
        <c:crosses val="min"/>
        <c:crossBetween val="between"/>
      </c:valAx>
    </c:plotArea>
    <c:plotVisOnly val="0"/>
    <c:dispBlanksAs val="gap"/>
    <c:showDLblsOverMax val="1"/>
  </c:chart>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179379715004191E-2"/>
          <c:y val="0.21441441441441442"/>
          <c:w val="0.95641240569991615"/>
          <c:h val="0.6342342342342342"/>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8335-49D7-AABA-4E80F9BF91D4}"/>
              </c:ext>
            </c:extLst>
          </c:dPt>
          <c:dPt>
            <c:idx val="1"/>
            <c:invertIfNegative val="0"/>
            <c:bubble3D val="0"/>
            <c:spPr>
              <a:solidFill>
                <a:srgbClr val="04748A"/>
              </a:solidFill>
              <a:ln w="9525" cmpd="sng" algn="ctr">
                <a:solidFill>
                  <a:schemeClr val="bg1"/>
                </a:solidFill>
                <a:prstDash val="solid"/>
              </a:ln>
            </c:spPr>
            <c:extLst>
              <c:ext xmlns:c16="http://schemas.microsoft.com/office/drawing/2014/chart" uri="{C3380CC4-5D6E-409C-BE32-E72D297353CC}">
                <c16:uniqueId val="{00000001-8335-49D7-AABA-4E80F9BF91D4}"/>
              </c:ext>
            </c:extLst>
          </c:dPt>
          <c:dLbls>
            <c:dLbl>
              <c:idx val="0"/>
              <c:layout>
                <c:manualLayout>
                  <c:x val="0"/>
                  <c:y val="-0.31531531531531531"/>
                </c:manualLayout>
              </c:layout>
              <c:numFmt formatCode="#,##0;&quot;-&quot;#,##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335-49D7-AABA-4E80F9BF91D4}"/>
                </c:ext>
              </c:extLst>
            </c:dLbl>
            <c:dLbl>
              <c:idx val="1"/>
              <c:layout>
                <c:manualLayout>
                  <c:x val="0"/>
                  <c:y val="-0.34684684684684686"/>
                </c:manualLayout>
              </c:layout>
              <c:numFmt formatCode="#,##0;&quot;-&quot;#,##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335-49D7-AABA-4E80F9BF91D4}"/>
                </c:ext>
              </c:extLst>
            </c:dLbl>
            <c:dLbl>
              <c:idx val="2"/>
              <c:layout>
                <c:manualLayout>
                  <c:x val="0"/>
                  <c:y val="-0.38108108108108107"/>
                </c:manualLayout>
              </c:layout>
              <c:numFmt formatCode="#,##0;&quot;-&quot;#,##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335-49D7-AABA-4E80F9BF91D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86.568318550000001</c:v>
                </c:pt>
                <c:pt idx="1">
                  <c:v>97.229330320000003</c:v>
                </c:pt>
                <c:pt idx="2">
                  <c:v>109.2032609</c:v>
                </c:pt>
              </c:numCache>
            </c:numRef>
          </c:val>
          <c:extLst>
            <c:ext xmlns:c16="http://schemas.microsoft.com/office/drawing/2014/chart" uri="{C3380CC4-5D6E-409C-BE32-E72D297353CC}">
              <c16:uniqueId val="{00000003-8335-49D7-AABA-4E80F9BF91D4}"/>
            </c:ext>
          </c:extLst>
        </c:ser>
        <c:dLbls>
          <c:showLegendKey val="0"/>
          <c:showVal val="0"/>
          <c:showCatName val="0"/>
          <c:showSerName val="0"/>
          <c:showPercent val="0"/>
          <c:showBubbleSize val="0"/>
        </c:dLbls>
        <c:gapWidth val="50"/>
        <c:overlap val="100"/>
        <c:axId val="2034880864"/>
        <c:axId val="1"/>
      </c:barChart>
      <c:catAx>
        <c:axId val="2034880864"/>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9.2032609"/>
          <c:min val="0"/>
        </c:scaling>
        <c:delete val="0"/>
        <c:axPos val="l"/>
        <c:majorGridlines>
          <c:spPr>
            <a:ln>
              <a:noFill/>
            </a:ln>
          </c:spPr>
        </c:majorGridlines>
        <c:numFmt formatCode="General" sourceLinked="1"/>
        <c:majorTickMark val="none"/>
        <c:minorTickMark val="none"/>
        <c:tickLblPos val="none"/>
        <c:spPr>
          <a:ln>
            <a:noFill/>
          </a:ln>
        </c:spPr>
        <c:crossAx val="2034880864"/>
        <c:crosses val="min"/>
        <c:crossBetween val="between"/>
      </c:valAx>
    </c:plotArea>
    <c:plotVisOnly val="0"/>
    <c:dispBlanksAs val="gap"/>
    <c:showDLblsOverMax val="1"/>
  </c:chart>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0891924467657693E-2"/>
          <c:y val="7.3651907058307764E-2"/>
          <c:w val="0.95821615106468461"/>
          <c:h val="0.85269618588338447"/>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0"/>
              <c:layout>
                <c:manualLayout>
                  <c:x val="0"/>
                  <c:y val="-1.31521262604121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CBF8-48EA-9394-78F9597DCC06}"/>
                </c:ext>
              </c:extLst>
            </c:dLbl>
            <c:dLbl>
              <c:idx val="1"/>
              <c:layout>
                <c:manualLayout>
                  <c:x val="0"/>
                  <c:y val="-1.31521262604121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BF8-48EA-9394-78F9597DCC06}"/>
                </c:ext>
              </c:extLst>
            </c:dLbl>
            <c:dLbl>
              <c:idx val="2"/>
              <c:layout>
                <c:manualLayout>
                  <c:x val="0"/>
                  <c:y val="-1.31521262604121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BF8-48EA-9394-78F9597DCC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50.784767471999999</c:v>
                </c:pt>
                <c:pt idx="1">
                  <c:v>53.019297240000007</c:v>
                </c:pt>
                <c:pt idx="2">
                  <c:v>55.352146320000003</c:v>
                </c:pt>
              </c:numCache>
            </c:numRef>
          </c:val>
          <c:extLst>
            <c:ext xmlns:c16="http://schemas.microsoft.com/office/drawing/2014/chart" uri="{C3380CC4-5D6E-409C-BE32-E72D297353CC}">
              <c16:uniqueId val="{00000003-CBF8-48EA-9394-78F9597DCC06}"/>
            </c:ext>
          </c:extLst>
        </c:ser>
        <c:ser>
          <c:idx val="1"/>
          <c:order val="1"/>
          <c:spPr>
            <a:solidFill>
              <a:srgbClr val="17B2AF"/>
            </a:solidFill>
            <a:ln w="9525" cmpd="sng" algn="ctr">
              <a:solidFill>
                <a:schemeClr val="bg1"/>
              </a:solidFill>
              <a:prstDash val="solid"/>
            </a:ln>
          </c:spPr>
          <c:invertIfNegative val="0"/>
          <c:dLbls>
            <c:dLbl>
              <c:idx val="0"/>
              <c:layout>
                <c:manualLayout>
                  <c:x val="0"/>
                  <c:y val="-1.31521262604121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CBF8-48EA-9394-78F9597DCC06}"/>
                </c:ext>
              </c:extLst>
            </c:dLbl>
            <c:dLbl>
              <c:idx val="1"/>
              <c:layout>
                <c:manualLayout>
                  <c:x val="0"/>
                  <c:y val="-1.7536168347216134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CBF8-48EA-9394-78F9597DCC06}"/>
                </c:ext>
              </c:extLst>
            </c:dLbl>
            <c:dLbl>
              <c:idx val="2"/>
              <c:layout>
                <c:manualLayout>
                  <c:x val="0"/>
                  <c:y val="-1.31521262604121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CBF8-48EA-9394-78F9597DCC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10.7917630878</c:v>
                </c:pt>
                <c:pt idx="1">
                  <c:v>11.266600663500007</c:v>
                </c:pt>
                <c:pt idx="2">
                  <c:v>11.762331093</c:v>
                </c:pt>
              </c:numCache>
            </c:numRef>
          </c:val>
          <c:extLst>
            <c:ext xmlns:c16="http://schemas.microsoft.com/office/drawing/2014/chart" uri="{C3380CC4-5D6E-409C-BE32-E72D297353CC}">
              <c16:uniqueId val="{00000007-CBF8-48EA-9394-78F9597DCC06}"/>
            </c:ext>
          </c:extLst>
        </c:ser>
        <c:ser>
          <c:idx val="2"/>
          <c:order val="2"/>
          <c:spPr>
            <a:solidFill>
              <a:srgbClr val="BFBFBF"/>
            </a:solidFill>
            <a:ln w="9525" cmpd="sng" algn="ctr">
              <a:solidFill>
                <a:schemeClr val="bg1"/>
              </a:solidFill>
              <a:prstDash val="solid"/>
            </a:ln>
          </c:spPr>
          <c:invertIfNegative val="0"/>
          <c:val>
            <c:numRef>
              <c:f>Sheet1!$A$3:$C$3</c:f>
              <c:numCache>
                <c:formatCode>General</c:formatCode>
                <c:ptCount val="3"/>
                <c:pt idx="0">
                  <c:v>1.9044287801999999</c:v>
                </c:pt>
                <c:pt idx="1">
                  <c:v>1.9882236465000034</c:v>
                </c:pt>
                <c:pt idx="2">
                  <c:v>2.0757054869999934</c:v>
                </c:pt>
              </c:numCache>
            </c:numRef>
          </c:val>
          <c:extLst>
            <c:ext xmlns:c16="http://schemas.microsoft.com/office/drawing/2014/chart" uri="{C3380CC4-5D6E-409C-BE32-E72D297353CC}">
              <c16:uniqueId val="{00000008-CBF8-48EA-9394-78F9597DCC06}"/>
            </c:ext>
          </c:extLst>
        </c:ser>
        <c:dLbls>
          <c:showLegendKey val="0"/>
          <c:showVal val="0"/>
          <c:showCatName val="0"/>
          <c:showSerName val="0"/>
          <c:showPercent val="0"/>
          <c:showBubbleSize val="0"/>
        </c:dLbls>
        <c:gapWidth val="50"/>
        <c:overlap val="100"/>
        <c:axId val="120387008"/>
        <c:axId val="1"/>
      </c:barChart>
      <c:catAx>
        <c:axId val="12038700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69.190182899999996"/>
          <c:min val="0"/>
        </c:scaling>
        <c:delete val="0"/>
        <c:axPos val="l"/>
        <c:majorGridlines>
          <c:spPr>
            <a:ln>
              <a:noFill/>
            </a:ln>
          </c:spPr>
        </c:majorGridlines>
        <c:numFmt formatCode="General" sourceLinked="1"/>
        <c:majorTickMark val="none"/>
        <c:minorTickMark val="none"/>
        <c:tickLblPos val="none"/>
        <c:spPr>
          <a:ln>
            <a:noFill/>
          </a:ln>
        </c:spPr>
        <c:crossAx val="120387008"/>
        <c:crosses val="min"/>
        <c:crossBetween val="between"/>
      </c:valAx>
    </c:plotArea>
    <c:plotVisOnly val="0"/>
    <c:dispBlanksAs val="gap"/>
    <c:showDLblsOverMax val="1"/>
  </c:chart>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3504273504273504"/>
          <c:y val="0.1858108108108108"/>
          <c:w val="0.52991452991452992"/>
          <c:h val="0.6283783783783784"/>
        </c:manualLayout>
      </c:layout>
      <c:doughnutChart>
        <c:varyColors val="0"/>
        <c:ser>
          <c:idx val="0"/>
          <c:order val="0"/>
          <c:dPt>
            <c:idx val="0"/>
            <c:bubble3D val="0"/>
            <c:explosion val="10"/>
            <c:spPr>
              <a:solidFill>
                <a:srgbClr val="17B2AF"/>
              </a:solidFill>
              <a:ln>
                <a:noFill/>
              </a:ln>
            </c:spPr>
            <c:extLst>
              <c:ext xmlns:c16="http://schemas.microsoft.com/office/drawing/2014/chart" uri="{C3380CC4-5D6E-409C-BE32-E72D297353CC}">
                <c16:uniqueId val="{00000000-32B8-4B63-B734-431D5B768024}"/>
              </c:ext>
            </c:extLst>
          </c:dPt>
          <c:dPt>
            <c:idx val="1"/>
            <c:bubble3D val="0"/>
            <c:spPr>
              <a:solidFill>
                <a:srgbClr val="04748A"/>
              </a:solidFill>
              <a:ln>
                <a:noFill/>
              </a:ln>
            </c:spPr>
            <c:extLst>
              <c:ext xmlns:c16="http://schemas.microsoft.com/office/drawing/2014/chart" uri="{C3380CC4-5D6E-409C-BE32-E72D297353CC}">
                <c16:uniqueId val="{00000001-32B8-4B63-B734-431D5B768024}"/>
              </c:ext>
            </c:extLst>
          </c:dPt>
          <c:dLbls>
            <c:dLbl>
              <c:idx val="0"/>
              <c:layout>
                <c:manualLayout>
                  <c:x val="-7.1225071225071229E-4"/>
                  <c:y val="0"/>
                </c:manualLayout>
              </c:layout>
              <c:numFmt formatCode="#,##0&quot;%&quot;;&quot;-&quot;#,##0&quot;%&quot;" sourceLinked="0"/>
              <c:spPr>
                <a:noFill/>
                <a:ln>
                  <a:noFill/>
                </a:ln>
              </c:spPr>
              <c:txPr>
                <a:bodyPr wrap="none"/>
                <a:lstStyle/>
                <a:p>
                  <a:pPr>
                    <a:defRPr sz="1200" kern="1200">
                      <a:solidFill>
                        <a:schemeClr val="bg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2B8-4B63-B734-431D5B768024}"/>
                </c:ext>
              </c:extLst>
            </c:dLbl>
            <c:dLbl>
              <c:idx val="1"/>
              <c:layout>
                <c:manualLayout>
                  <c:x val="7.1225071225071229E-4"/>
                  <c:y val="-5.0675675675675678E-3"/>
                </c:manualLayout>
              </c:layout>
              <c:numFmt formatCode="#,##0&quot;%&quot;;&quot;-&quot;#,##0&quot;%&quot;" sourceLinked="0"/>
              <c:spPr>
                <a:noFill/>
                <a:ln>
                  <a:noFill/>
                </a:ln>
              </c:spPr>
              <c:txPr>
                <a:bodyPr wrap="none"/>
                <a:lstStyle/>
                <a:p>
                  <a:pPr>
                    <a:defRPr sz="1200" kern="1200">
                      <a:solidFill>
                        <a:schemeClr val="bg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2B8-4B63-B734-431D5B76802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val>
            <c:numRef>
              <c:f>Sheet1!$A$1:$A$2</c:f>
              <c:numCache>
                <c:formatCode>General</c:formatCode>
                <c:ptCount val="2"/>
                <c:pt idx="0">
                  <c:v>15</c:v>
                </c:pt>
                <c:pt idx="1">
                  <c:v>85</c:v>
                </c:pt>
              </c:numCache>
            </c:numRef>
          </c:val>
          <c:extLst>
            <c:ext xmlns:c16="http://schemas.microsoft.com/office/drawing/2014/chart" uri="{C3380CC4-5D6E-409C-BE32-E72D297353CC}">
              <c16:uniqueId val="{00000002-32B8-4B63-B734-431D5B768024}"/>
            </c:ext>
          </c:extLst>
        </c:ser>
        <c:dLbls>
          <c:showLegendKey val="0"/>
          <c:showVal val="0"/>
          <c:showCatName val="0"/>
          <c:showSerName val="0"/>
          <c:showPercent val="0"/>
          <c:showBubbleSize val="0"/>
          <c:showLeaderLines val="1"/>
        </c:dLbls>
        <c:firstSliceAng val="0"/>
        <c:holeSize val="50"/>
      </c:doughnutChart>
    </c:plotArea>
    <c:plotVisOnly val="0"/>
    <c:dispBlanksAs val="gap"/>
    <c:showDLblsOverMax val="1"/>
  </c:chart>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0225593154414623E-2"/>
          <c:y val="7.0365358592692828E-2"/>
          <c:w val="0.95954881369117073"/>
          <c:h val="0.85926928281461434"/>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C176-4436-9524-EF3B7D758F8E}"/>
              </c:ext>
            </c:extLst>
          </c:dPt>
          <c:dPt>
            <c:idx val="1"/>
            <c:invertIfNegative val="0"/>
            <c:bubble3D val="0"/>
            <c:spPr>
              <a:solidFill>
                <a:srgbClr val="04748A"/>
              </a:solidFill>
              <a:ln>
                <a:noFill/>
              </a:ln>
            </c:spPr>
            <c:extLst>
              <c:ext xmlns:c16="http://schemas.microsoft.com/office/drawing/2014/chart" uri="{C3380CC4-5D6E-409C-BE32-E72D297353CC}">
                <c16:uniqueId val="{00000001-C176-4436-9524-EF3B7D758F8E}"/>
              </c:ext>
            </c:extLst>
          </c:dPt>
          <c:val>
            <c:numRef>
              <c:f>Sheet1!$A$1:$C$1</c:f>
              <c:numCache>
                <c:formatCode>General</c:formatCode>
                <c:ptCount val="3"/>
                <c:pt idx="0">
                  <c:v>792000</c:v>
                </c:pt>
                <c:pt idx="1">
                  <c:v>871200</c:v>
                </c:pt>
                <c:pt idx="2">
                  <c:v>950400</c:v>
                </c:pt>
              </c:numCache>
            </c:numRef>
          </c:val>
          <c:extLst>
            <c:ext xmlns:c16="http://schemas.microsoft.com/office/drawing/2014/chart" uri="{C3380CC4-5D6E-409C-BE32-E72D297353CC}">
              <c16:uniqueId val="{00000002-C176-4436-9524-EF3B7D758F8E}"/>
            </c:ext>
          </c:extLst>
        </c:ser>
        <c:dLbls>
          <c:showLegendKey val="0"/>
          <c:showVal val="0"/>
          <c:showCatName val="0"/>
          <c:showSerName val="0"/>
          <c:showPercent val="0"/>
          <c:showBubbleSize val="0"/>
        </c:dLbls>
        <c:gapWidth val="80"/>
        <c:overlap val="100"/>
        <c:axId val="1286796304"/>
        <c:axId val="1"/>
      </c:barChart>
      <c:catAx>
        <c:axId val="1286796304"/>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950400"/>
          <c:min val="0"/>
        </c:scaling>
        <c:delete val="0"/>
        <c:axPos val="l"/>
        <c:majorGridlines>
          <c:spPr>
            <a:ln>
              <a:noFill/>
            </a:ln>
          </c:spPr>
        </c:majorGridlines>
        <c:numFmt formatCode="General" sourceLinked="1"/>
        <c:majorTickMark val="none"/>
        <c:minorTickMark val="none"/>
        <c:tickLblPos val="none"/>
        <c:spPr>
          <a:ln>
            <a:noFill/>
          </a:ln>
        </c:spPr>
        <c:crossAx val="1286796304"/>
        <c:crosses val="min"/>
        <c:crossBetween val="between"/>
      </c:valAx>
    </c:plotArea>
    <c:plotVisOnly val="0"/>
    <c:dispBlanksAs val="gap"/>
    <c:showDLblsOverMax val="1"/>
  </c:chart>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8399781540142E-2"/>
          <c:y val="0.19636963696369636"/>
          <c:w val="0.943200436919716"/>
          <c:h val="0.66501650165016502"/>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1221-4DAD-9A46-4B990FBF6313}"/>
              </c:ext>
            </c:extLst>
          </c:dPt>
          <c:dPt>
            <c:idx val="1"/>
            <c:invertIfNegative val="0"/>
            <c:bubble3D val="0"/>
            <c:spPr>
              <a:solidFill>
                <a:srgbClr val="04748A"/>
              </a:solidFill>
              <a:ln w="9525" cmpd="sng" algn="ctr">
                <a:solidFill>
                  <a:schemeClr val="bg1"/>
                </a:solidFill>
                <a:prstDash val="solid"/>
              </a:ln>
            </c:spPr>
            <c:extLst>
              <c:ext xmlns:c16="http://schemas.microsoft.com/office/drawing/2014/chart" uri="{C3380CC4-5D6E-409C-BE32-E72D297353CC}">
                <c16:uniqueId val="{00000001-1221-4DAD-9A46-4B990FBF6313}"/>
              </c:ext>
            </c:extLst>
          </c:dPt>
          <c:dLbls>
            <c:dLbl>
              <c:idx val="0"/>
              <c:layout>
                <c:manualLayout>
                  <c:x val="0"/>
                  <c:y val="-0.37871287128712872"/>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221-4DAD-9A46-4B990FBF6313}"/>
                </c:ext>
              </c:extLst>
            </c:dLbl>
            <c:dLbl>
              <c:idx val="1"/>
              <c:layout>
                <c:manualLayout>
                  <c:x val="0"/>
                  <c:y val="-0.38448844884488448"/>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221-4DAD-9A46-4B990FBF6313}"/>
                </c:ext>
              </c:extLst>
            </c:dLbl>
            <c:dLbl>
              <c:idx val="2"/>
              <c:layout>
                <c:manualLayout>
                  <c:x val="0"/>
                  <c:y val="-0.3910891089108911"/>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221-4DAD-9A46-4B990FBF631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97.771035516666686</c:v>
                </c:pt>
                <c:pt idx="1">
                  <c:v>99.677570709241692</c:v>
                </c:pt>
                <c:pt idx="2">
                  <c:v>101.62128333807192</c:v>
                </c:pt>
              </c:numCache>
            </c:numRef>
          </c:val>
          <c:extLst>
            <c:ext xmlns:c16="http://schemas.microsoft.com/office/drawing/2014/chart" uri="{C3380CC4-5D6E-409C-BE32-E72D297353CC}">
              <c16:uniqueId val="{00000003-1221-4DAD-9A46-4B990FBF6313}"/>
            </c:ext>
          </c:extLst>
        </c:ser>
        <c:dLbls>
          <c:showLegendKey val="0"/>
          <c:showVal val="0"/>
          <c:showCatName val="0"/>
          <c:showSerName val="0"/>
          <c:showPercent val="0"/>
          <c:showBubbleSize val="0"/>
        </c:dLbls>
        <c:gapWidth val="50"/>
        <c:overlap val="100"/>
        <c:axId val="1823226864"/>
        <c:axId val="1"/>
      </c:barChart>
      <c:catAx>
        <c:axId val="1823226864"/>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1.62128333807192"/>
          <c:min val="0"/>
        </c:scaling>
        <c:delete val="0"/>
        <c:axPos val="l"/>
        <c:majorGridlines>
          <c:spPr>
            <a:ln>
              <a:noFill/>
            </a:ln>
          </c:spPr>
        </c:majorGridlines>
        <c:numFmt formatCode="General" sourceLinked="1"/>
        <c:majorTickMark val="none"/>
        <c:minorTickMark val="none"/>
        <c:tickLblPos val="none"/>
        <c:spPr>
          <a:ln>
            <a:noFill/>
          </a:ln>
        </c:spPr>
        <c:crossAx val="1823226864"/>
        <c:crosses val="min"/>
        <c:crossBetween val="between"/>
      </c:valAx>
    </c:plotArea>
    <c:plotVisOnly val="0"/>
    <c:dispBlanksAs val="gap"/>
    <c:showDLblsOverMax val="1"/>
  </c:chart>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1900826446281E-2"/>
          <c:y val="0.22962962962962963"/>
          <c:w val="0.96561983471074375"/>
          <c:h val="0.54074074074074074"/>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463E-4F24-8773-C2BCEE643EC0}"/>
              </c:ext>
            </c:extLst>
          </c:dPt>
          <c:dPt>
            <c:idx val="1"/>
            <c:invertIfNegative val="0"/>
            <c:bubble3D val="0"/>
            <c:spPr>
              <a:solidFill>
                <a:srgbClr val="1B5B74"/>
              </a:solidFill>
              <a:ln>
                <a:noFill/>
              </a:ln>
            </c:spPr>
            <c:extLst>
              <c:ext xmlns:c16="http://schemas.microsoft.com/office/drawing/2014/chart" uri="{C3380CC4-5D6E-409C-BE32-E72D297353CC}">
                <c16:uniqueId val="{00000001-463E-4F24-8773-C2BCEE643EC0}"/>
              </c:ext>
            </c:extLst>
          </c:dPt>
          <c:dPt>
            <c:idx val="3"/>
            <c:invertIfNegative val="0"/>
            <c:bubble3D val="0"/>
            <c:spPr>
              <a:solidFill>
                <a:srgbClr val="04748A"/>
              </a:solidFill>
              <a:ln>
                <a:noFill/>
              </a:ln>
            </c:spPr>
            <c:extLst>
              <c:ext xmlns:c16="http://schemas.microsoft.com/office/drawing/2014/chart" uri="{C3380CC4-5D6E-409C-BE32-E72D297353CC}">
                <c16:uniqueId val="{00000002-463E-4F24-8773-C2BCEE643EC0}"/>
              </c:ext>
            </c:extLst>
          </c:dPt>
          <c:dPt>
            <c:idx val="4"/>
            <c:invertIfNegative val="0"/>
            <c:bubble3D val="0"/>
            <c:spPr>
              <a:solidFill>
                <a:srgbClr val="969696"/>
              </a:solidFill>
              <a:ln>
                <a:noFill/>
              </a:ln>
            </c:spPr>
            <c:extLst>
              <c:ext xmlns:c16="http://schemas.microsoft.com/office/drawing/2014/chart" uri="{C3380CC4-5D6E-409C-BE32-E72D297353CC}">
                <c16:uniqueId val="{00000003-463E-4F24-8773-C2BCEE643EC0}"/>
              </c:ext>
            </c:extLst>
          </c:dPt>
          <c:dLbls>
            <c:dLbl>
              <c:idx val="1"/>
              <c:layout>
                <c:manualLayout>
                  <c:x val="0"/>
                  <c:y val="-0.24888888888888888"/>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63E-4F24-8773-C2BCEE643EC0}"/>
                </c:ext>
              </c:extLst>
            </c:dLbl>
            <c:dLbl>
              <c:idx val="2"/>
              <c:layout>
                <c:manualLayout>
                  <c:x val="0"/>
                  <c:y val="-0.20296296296296296"/>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63E-4F24-8773-C2BCEE643EC0}"/>
                </c:ext>
              </c:extLst>
            </c:dLbl>
            <c:dLbl>
              <c:idx val="3"/>
              <c:layout>
                <c:manualLayout>
                  <c:x val="0"/>
                  <c:y val="-0.18074074074074073"/>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63E-4F24-8773-C2BCEE643EC0}"/>
                </c:ext>
              </c:extLst>
            </c:dLbl>
            <c:dLbl>
              <c:idx val="4"/>
              <c:layout>
                <c:manualLayout>
                  <c:x val="0"/>
                  <c:y val="-0.12888888888888889"/>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63E-4F24-8773-C2BCEE643EC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93.49753694581284</c:v>
                </c:pt>
                <c:pt idx="1">
                  <c:v>52</c:v>
                </c:pt>
                <c:pt idx="2">
                  <c:v>36</c:v>
                </c:pt>
                <c:pt idx="3">
                  <c:v>28.8</c:v>
                </c:pt>
                <c:pt idx="4">
                  <c:v>10.5</c:v>
                </c:pt>
              </c:numCache>
            </c:numRef>
          </c:val>
          <c:extLst>
            <c:ext xmlns:c16="http://schemas.microsoft.com/office/drawing/2014/chart" uri="{C3380CC4-5D6E-409C-BE32-E72D297353CC}">
              <c16:uniqueId val="{00000005-463E-4F24-8773-C2BCEE643EC0}"/>
            </c:ext>
          </c:extLst>
        </c:ser>
        <c:dLbls>
          <c:showLegendKey val="0"/>
          <c:showVal val="0"/>
          <c:showCatName val="0"/>
          <c:showSerName val="0"/>
          <c:showPercent val="0"/>
          <c:showBubbleSize val="0"/>
        </c:dLbls>
        <c:gapWidth val="80"/>
        <c:overlap val="100"/>
        <c:axId val="1043112752"/>
        <c:axId val="1"/>
      </c:barChart>
      <c:catAx>
        <c:axId val="104311275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93.49753694581284"/>
          <c:min val="0"/>
        </c:scaling>
        <c:delete val="0"/>
        <c:axPos val="l"/>
        <c:majorGridlines>
          <c:spPr>
            <a:ln>
              <a:noFill/>
            </a:ln>
          </c:spPr>
        </c:majorGridlines>
        <c:numFmt formatCode="General" sourceLinked="1"/>
        <c:majorTickMark val="none"/>
        <c:minorTickMark val="none"/>
        <c:tickLblPos val="none"/>
        <c:spPr>
          <a:ln>
            <a:noFill/>
          </a:ln>
        </c:spPr>
        <c:crossAx val="1043112752"/>
        <c:crosses val="min"/>
        <c:crossBetween val="between"/>
      </c:valAx>
    </c:plotArea>
    <c:plotVisOnly val="0"/>
    <c:dispBlanksAs val="gap"/>
    <c:showDLblsOverMax val="1"/>
  </c:chart>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9541525742202179E-2"/>
          <c:y val="0.28776041666666669"/>
          <c:w val="0.96091694851559561"/>
          <c:h val="0.51041666666666663"/>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6482-4EDB-AC6E-F19B3109CC8A}"/>
              </c:ext>
            </c:extLst>
          </c:dPt>
          <c:dPt>
            <c:idx val="1"/>
            <c:invertIfNegative val="0"/>
            <c:bubble3D val="0"/>
            <c:spPr>
              <a:solidFill>
                <a:srgbClr val="04748A"/>
              </a:solidFill>
              <a:ln>
                <a:noFill/>
              </a:ln>
            </c:spPr>
            <c:extLst>
              <c:ext xmlns:c16="http://schemas.microsoft.com/office/drawing/2014/chart" uri="{C3380CC4-5D6E-409C-BE32-E72D297353CC}">
                <c16:uniqueId val="{00000001-6482-4EDB-AC6E-F19B3109CC8A}"/>
              </c:ext>
            </c:extLst>
          </c:dPt>
          <c:dLbls>
            <c:dLbl>
              <c:idx val="0"/>
              <c:layout>
                <c:manualLayout>
                  <c:x val="0"/>
                  <c:y val="-0.25"/>
                </c:manualLayout>
              </c:layout>
              <c:numFmt formatCode="#,##0.0;&quot;-&quot;#,##0.0" sourceLinked="0"/>
              <c:spPr>
                <a:noFill/>
                <a:ln>
                  <a:noFill/>
                </a:ln>
              </c:spPr>
              <c:txPr>
                <a:bodyPr wrap="none"/>
                <a:lstStyle/>
                <a:p>
                  <a:pPr>
                    <a:defRPr sz="11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482-4EDB-AC6E-F19B3109CC8A}"/>
                </c:ext>
              </c:extLst>
            </c:dLbl>
            <c:dLbl>
              <c:idx val="1"/>
              <c:layout>
                <c:manualLayout>
                  <c:x val="0"/>
                  <c:y val="-0.296875"/>
                </c:manualLayout>
              </c:layout>
              <c:numFmt formatCode="#,##0.0;&quot;-&quot;#,##0.0" sourceLinked="0"/>
              <c:spPr>
                <a:noFill/>
                <a:ln>
                  <a:noFill/>
                </a:ln>
              </c:spPr>
              <c:txPr>
                <a:bodyPr wrap="none"/>
                <a:lstStyle/>
                <a:p>
                  <a:pPr>
                    <a:defRPr sz="11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482-4EDB-AC6E-F19B3109CC8A}"/>
                </c:ext>
              </c:extLst>
            </c:dLbl>
            <c:dLbl>
              <c:idx val="2"/>
              <c:layout>
                <c:manualLayout>
                  <c:x val="0"/>
                  <c:y val="-0.34114583333333331"/>
                </c:manualLayout>
              </c:layout>
              <c:numFmt formatCode="#,##0.0;&quot;-&quot;#,##0.0" sourceLinked="0"/>
              <c:spPr>
                <a:noFill/>
                <a:ln>
                  <a:noFill/>
                </a:ln>
              </c:spPr>
              <c:txPr>
                <a:bodyPr wrap="none"/>
                <a:lstStyle/>
                <a:p>
                  <a:pPr>
                    <a:defRPr sz="11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482-4EDB-AC6E-F19B3109CC8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8.389500889999999</c:v>
                </c:pt>
                <c:pt idx="1">
                  <c:v>10.769868143</c:v>
                </c:pt>
                <c:pt idx="2">
                  <c:v>13.040272777999999</c:v>
                </c:pt>
              </c:numCache>
            </c:numRef>
          </c:val>
          <c:extLst>
            <c:ext xmlns:c16="http://schemas.microsoft.com/office/drawing/2014/chart" uri="{C3380CC4-5D6E-409C-BE32-E72D297353CC}">
              <c16:uniqueId val="{00000003-6482-4EDB-AC6E-F19B3109CC8A}"/>
            </c:ext>
          </c:extLst>
        </c:ser>
        <c:dLbls>
          <c:showLegendKey val="0"/>
          <c:showVal val="0"/>
          <c:showCatName val="0"/>
          <c:showSerName val="0"/>
          <c:showPercent val="0"/>
          <c:showBubbleSize val="0"/>
        </c:dLbls>
        <c:gapWidth val="80"/>
        <c:overlap val="100"/>
        <c:axId val="1626928912"/>
        <c:axId val="1"/>
      </c:barChart>
      <c:catAx>
        <c:axId val="162692891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3.040272777999999"/>
          <c:min val="0"/>
        </c:scaling>
        <c:delete val="0"/>
        <c:axPos val="l"/>
        <c:majorGridlines>
          <c:spPr>
            <a:ln>
              <a:noFill/>
            </a:ln>
          </c:spPr>
        </c:majorGridlines>
        <c:numFmt formatCode="General" sourceLinked="1"/>
        <c:majorTickMark val="none"/>
        <c:minorTickMark val="none"/>
        <c:tickLblPos val="none"/>
        <c:spPr>
          <a:ln>
            <a:noFill/>
          </a:ln>
        </c:spPr>
        <c:crossAx val="1626928912"/>
        <c:crosses val="min"/>
        <c:crossBetween val="between"/>
      </c:valAx>
    </c:plotArea>
    <c:plotVisOnly val="0"/>
    <c:dispBlanksAs val="gap"/>
    <c:showDLblsOverMax val="1"/>
  </c:chart>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568862275449102E-2"/>
          <c:y val="0.31524249422632794"/>
          <c:w val="0.96886227544910175"/>
          <c:h val="0.46189376443418012"/>
        </c:manualLayout>
      </c:layout>
      <c:barChart>
        <c:barDir val="col"/>
        <c:grouping val="stacked"/>
        <c:varyColors val="0"/>
        <c:ser>
          <c:idx val="0"/>
          <c:order val="0"/>
          <c:spPr>
            <a:solidFill>
              <a:srgbClr val="04748A"/>
            </a:solidFill>
            <a:ln>
              <a:noFill/>
            </a:ln>
          </c:spPr>
          <c:invertIfNegative val="0"/>
          <c:dLbls>
            <c:dLbl>
              <c:idx val="0"/>
              <c:layout>
                <c:manualLayout>
                  <c:x val="0"/>
                  <c:y val="-0.32332563510392609"/>
                </c:manualLayout>
              </c:layout>
              <c:numFmt formatCode="#,##0&quot;%&quot;;&quot;-&quot;#,##0&quot;%&quot;"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4C8-437B-8DE9-AFC430386E32}"/>
                </c:ext>
              </c:extLst>
            </c:dLbl>
            <c:dLbl>
              <c:idx val="1"/>
              <c:layout>
                <c:manualLayout>
                  <c:x val="0"/>
                  <c:y val="-0.29792147806004621"/>
                </c:manualLayout>
              </c:layout>
              <c:numFmt formatCode="#,##0&quot;%&quot;;&quot;-&quot;#,##0&quot;%&quot;"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4C8-437B-8DE9-AFC430386E32}"/>
                </c:ext>
              </c:extLst>
            </c:dLbl>
            <c:dLbl>
              <c:idx val="2"/>
              <c:layout>
                <c:manualLayout>
                  <c:x val="0"/>
                  <c:y val="-0.1674364896073903"/>
                </c:manualLayout>
              </c:layout>
              <c:numFmt formatCode="#,##0&quot;%&quot;;&quot;-&quot;#,##0&quot;%&quot;"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4C8-437B-8DE9-AFC430386E32}"/>
                </c:ext>
              </c:extLst>
            </c:dLbl>
            <c:dLbl>
              <c:idx val="3"/>
              <c:layout>
                <c:manualLayout>
                  <c:x val="0"/>
                  <c:y val="-0.12702078521939955"/>
                </c:manualLayout>
              </c:layout>
              <c:numFmt formatCode="#,##0&quot;%&quot;;&quot;-&quot;#,##0&quot;%&quot;"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4C8-437B-8DE9-AFC430386E32}"/>
                </c:ext>
              </c:extLst>
            </c:dLbl>
            <c:dLbl>
              <c:idx val="4"/>
              <c:layout>
                <c:manualLayout>
                  <c:x val="0"/>
                  <c:y val="-0.10739030023094688"/>
                </c:manualLayout>
              </c:layout>
              <c:numFmt formatCode="#,##0&quot;%&quot;;&quot;-&quot;#,##0&quot;%&quot;"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4C8-437B-8DE9-AFC430386E3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80</c:v>
                </c:pt>
                <c:pt idx="1">
                  <c:v>71</c:v>
                </c:pt>
                <c:pt idx="2">
                  <c:v>26</c:v>
                </c:pt>
                <c:pt idx="3">
                  <c:v>12</c:v>
                </c:pt>
                <c:pt idx="4">
                  <c:v>5</c:v>
                </c:pt>
              </c:numCache>
            </c:numRef>
          </c:val>
          <c:extLst>
            <c:ext xmlns:c16="http://schemas.microsoft.com/office/drawing/2014/chart" uri="{C3380CC4-5D6E-409C-BE32-E72D297353CC}">
              <c16:uniqueId val="{00000005-94C8-437B-8DE9-AFC430386E32}"/>
            </c:ext>
          </c:extLst>
        </c:ser>
        <c:dLbls>
          <c:showLegendKey val="0"/>
          <c:showVal val="0"/>
          <c:showCatName val="0"/>
          <c:showSerName val="0"/>
          <c:showPercent val="0"/>
          <c:showBubbleSize val="0"/>
        </c:dLbls>
        <c:gapWidth val="80"/>
        <c:overlap val="100"/>
        <c:axId val="2056202096"/>
        <c:axId val="1"/>
      </c:barChart>
      <c:catAx>
        <c:axId val="205620209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80"/>
          <c:min val="0"/>
        </c:scaling>
        <c:delete val="0"/>
        <c:axPos val="l"/>
        <c:majorGridlines>
          <c:spPr>
            <a:ln>
              <a:noFill/>
            </a:ln>
          </c:spPr>
        </c:majorGridlines>
        <c:numFmt formatCode="General" sourceLinked="1"/>
        <c:majorTickMark val="none"/>
        <c:minorTickMark val="none"/>
        <c:tickLblPos val="none"/>
        <c:spPr>
          <a:ln>
            <a:noFill/>
          </a:ln>
        </c:spPr>
        <c:crossAx val="2056202096"/>
        <c:crosses val="min"/>
        <c:crossBetween val="between"/>
      </c:valAx>
    </c:plotArea>
    <c:plotVisOnly val="0"/>
    <c:dispBlanksAs val="gap"/>
    <c:showDLblsOverMax val="1"/>
  </c:chart>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9902242668200116E-2"/>
          <c:y val="0.21238938053097345"/>
          <c:w val="0.94019551466359974"/>
          <c:h val="0.5752212389380531"/>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Lbls>
            <c:dLbl>
              <c:idx val="0"/>
              <c:layout>
                <c:manualLayout>
                  <c:x val="0"/>
                  <c:y val="-3.7926675094816687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F2E-4216-939E-14ADED619C80}"/>
                </c:ext>
              </c:extLst>
            </c:dLbl>
            <c:dLbl>
              <c:idx val="1"/>
              <c:layout>
                <c:manualLayout>
                  <c:x val="0"/>
                  <c:y val="-3.7926675094816687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F2E-4216-939E-14ADED619C80}"/>
                </c:ext>
              </c:extLst>
            </c:dLbl>
            <c:dLbl>
              <c:idx val="2"/>
              <c:layout>
                <c:manualLayout>
                  <c:x val="0"/>
                  <c:y val="-5.0568900126422255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F2E-4216-939E-14ADED619C8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18.306903119999998</c:v>
                </c:pt>
                <c:pt idx="1">
                  <c:v>19.533465629999998</c:v>
                </c:pt>
                <c:pt idx="2">
                  <c:v>20.842207823999999</c:v>
                </c:pt>
              </c:numCache>
            </c:numRef>
          </c:val>
          <c:extLst>
            <c:ext xmlns:c16="http://schemas.microsoft.com/office/drawing/2014/chart" uri="{C3380CC4-5D6E-409C-BE32-E72D297353CC}">
              <c16:uniqueId val="{00000003-0F2E-4216-939E-14ADED619C80}"/>
            </c:ext>
          </c:extLst>
        </c:ser>
        <c:ser>
          <c:idx val="1"/>
          <c:order val="1"/>
          <c:spPr>
            <a:solidFill>
              <a:srgbClr val="17B2AF"/>
            </a:solidFill>
            <a:ln w="9525" cmpd="sng" algn="ctr">
              <a:solidFill>
                <a:schemeClr val="bg1"/>
              </a:solidFill>
              <a:prstDash val="solid"/>
            </a:ln>
          </c:spPr>
          <c:invertIfNegative val="0"/>
          <c:dLbls>
            <c:dLbl>
              <c:idx val="2"/>
              <c:layout>
                <c:manualLayout>
                  <c:x val="0"/>
                  <c:y val="-5.0568900126422255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F2E-4216-939E-14ADED619C8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6.1023010400000004</c:v>
                </c:pt>
                <c:pt idx="1">
                  <c:v>6.5111552100000019</c:v>
                </c:pt>
                <c:pt idx="2">
                  <c:v>6.9474026080000009</c:v>
                </c:pt>
              </c:numCache>
            </c:numRef>
          </c:val>
          <c:extLst>
            <c:ext xmlns:c16="http://schemas.microsoft.com/office/drawing/2014/chart" uri="{C3380CC4-5D6E-409C-BE32-E72D297353CC}">
              <c16:uniqueId val="{00000005-0F2E-4216-939E-14ADED619C80}"/>
            </c:ext>
          </c:extLst>
        </c:ser>
        <c:ser>
          <c:idx val="2"/>
          <c:order val="2"/>
          <c:spPr>
            <a:solidFill>
              <a:srgbClr val="BFBFBF"/>
            </a:solidFill>
            <a:ln w="9525" cmpd="sng" algn="ctr">
              <a:solidFill>
                <a:schemeClr val="bg1"/>
              </a:solidFill>
              <a:prstDash val="solid"/>
            </a:ln>
          </c:spPr>
          <c:invertIfNegative val="0"/>
          <c:dLbls>
            <c:dLbl>
              <c:idx val="2"/>
              <c:layout>
                <c:manualLayout>
                  <c:x val="0"/>
                  <c:y val="-5.0568900126422255E-3"/>
                </c:manualLayout>
              </c:layout>
              <c:numFmt formatCode="#,##0;&quot;-&quot;#,##0" sourceLinked="0"/>
              <c:spPr>
                <a:noFill/>
                <a:ln>
                  <a:noFill/>
                </a:ln>
              </c:spPr>
              <c:txPr>
                <a:bodyPr wrap="none"/>
                <a:lstStyle/>
                <a:p>
                  <a:pPr>
                    <a:defRPr sz="12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0F2E-4216-939E-14ADED619C8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6.1023010400000004</c:v>
                </c:pt>
                <c:pt idx="1">
                  <c:v>6.5111552099999983</c:v>
                </c:pt>
                <c:pt idx="2">
                  <c:v>6.9474026080000009</c:v>
                </c:pt>
              </c:numCache>
            </c:numRef>
          </c:val>
          <c:extLst>
            <c:ext xmlns:c16="http://schemas.microsoft.com/office/drawing/2014/chart" uri="{C3380CC4-5D6E-409C-BE32-E72D297353CC}">
              <c16:uniqueId val="{00000007-0F2E-4216-939E-14ADED619C80}"/>
            </c:ext>
          </c:extLst>
        </c:ser>
        <c:dLbls>
          <c:showLegendKey val="0"/>
          <c:showVal val="0"/>
          <c:showCatName val="0"/>
          <c:showSerName val="0"/>
          <c:showPercent val="0"/>
          <c:showBubbleSize val="0"/>
        </c:dLbls>
        <c:gapWidth val="50"/>
        <c:overlap val="100"/>
        <c:axId val="1842652255"/>
        <c:axId val="1"/>
      </c:barChart>
      <c:catAx>
        <c:axId val="184265225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34.737013040000001"/>
          <c:min val="0"/>
        </c:scaling>
        <c:delete val="0"/>
        <c:axPos val="l"/>
        <c:majorGridlines>
          <c:spPr>
            <a:ln>
              <a:noFill/>
            </a:ln>
          </c:spPr>
        </c:majorGridlines>
        <c:numFmt formatCode="General" sourceLinked="1"/>
        <c:majorTickMark val="none"/>
        <c:minorTickMark val="none"/>
        <c:tickLblPos val="none"/>
        <c:spPr>
          <a:ln>
            <a:noFill/>
          </a:ln>
        </c:spPr>
        <c:crossAx val="1842652255"/>
        <c:crosses val="min"/>
        <c:crossBetween val="between"/>
      </c:valAx>
    </c:plotArea>
    <c:plotVisOnly val="0"/>
    <c:dispBlanksAs val="gap"/>
    <c:showDLblsOverMax val="1"/>
  </c:chart>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869415807560136E-2"/>
          <c:y val="0.40625"/>
          <c:w val="0.96426116838487974"/>
          <c:h val="0.30654761904761907"/>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1E04-4138-BD22-0A5A0D047053}"/>
              </c:ext>
            </c:extLst>
          </c:dPt>
          <c:dPt>
            <c:idx val="1"/>
            <c:invertIfNegative val="0"/>
            <c:bubble3D val="0"/>
            <c:spPr>
              <a:solidFill>
                <a:srgbClr val="04748A"/>
              </a:solidFill>
              <a:ln>
                <a:noFill/>
              </a:ln>
            </c:spPr>
            <c:extLst>
              <c:ext xmlns:c16="http://schemas.microsoft.com/office/drawing/2014/chart" uri="{C3380CC4-5D6E-409C-BE32-E72D297353CC}">
                <c16:uniqueId val="{00000001-1E04-4138-BD22-0A5A0D047053}"/>
              </c:ext>
            </c:extLst>
          </c:dPt>
          <c:dLbls>
            <c:dLbl>
              <c:idx val="0"/>
              <c:layout>
                <c:manualLayout>
                  <c:x val="0"/>
                  <c:y val="-0.14434523809523808"/>
                </c:manualLayout>
              </c:layout>
              <c:numFmt formatCode="#,##0.00;&quot;-&quot;#,##0.0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E04-4138-BD22-0A5A0D047053}"/>
                </c:ext>
              </c:extLst>
            </c:dLbl>
            <c:dLbl>
              <c:idx val="1"/>
              <c:layout>
                <c:manualLayout>
                  <c:x val="0"/>
                  <c:y val="-0.21577380952380953"/>
                </c:manualLayout>
              </c:layout>
              <c:numFmt formatCode="#,##0.00;&quot;-&quot;#,##0.0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E04-4138-BD22-0A5A0D047053}"/>
                </c:ext>
              </c:extLst>
            </c:dLbl>
            <c:dLbl>
              <c:idx val="2"/>
              <c:layout>
                <c:manualLayout>
                  <c:x val="0"/>
                  <c:y val="-0.27232142857142855"/>
                </c:manualLayout>
              </c:layout>
              <c:numFmt formatCode="#,##0.00;&quot;-&quot;#,##0.0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E04-4138-BD22-0A5A0D04705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0.10161000000000001</c:v>
                </c:pt>
                <c:pt idx="1">
                  <c:v>0.39903100000000002</c:v>
                </c:pt>
                <c:pt idx="2">
                  <c:v>0.63865000000000005</c:v>
                </c:pt>
              </c:numCache>
            </c:numRef>
          </c:val>
          <c:extLst>
            <c:ext xmlns:c16="http://schemas.microsoft.com/office/drawing/2014/chart" uri="{C3380CC4-5D6E-409C-BE32-E72D297353CC}">
              <c16:uniqueId val="{00000003-1E04-4138-BD22-0A5A0D047053}"/>
            </c:ext>
          </c:extLst>
        </c:ser>
        <c:dLbls>
          <c:showLegendKey val="0"/>
          <c:showVal val="0"/>
          <c:showCatName val="0"/>
          <c:showSerName val="0"/>
          <c:showPercent val="0"/>
          <c:showBubbleSize val="0"/>
        </c:dLbls>
        <c:gapWidth val="80"/>
        <c:overlap val="100"/>
        <c:axId val="1824654816"/>
        <c:axId val="1"/>
      </c:barChart>
      <c:catAx>
        <c:axId val="182465481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0.63865000000000005"/>
          <c:min val="0"/>
        </c:scaling>
        <c:delete val="0"/>
        <c:axPos val="l"/>
        <c:majorGridlines>
          <c:spPr>
            <a:ln>
              <a:noFill/>
            </a:ln>
          </c:spPr>
        </c:majorGridlines>
        <c:numFmt formatCode="General" sourceLinked="1"/>
        <c:majorTickMark val="none"/>
        <c:minorTickMark val="none"/>
        <c:tickLblPos val="none"/>
        <c:spPr>
          <a:ln>
            <a:noFill/>
          </a:ln>
        </c:spPr>
        <c:crossAx val="1824654816"/>
        <c:crosses val="min"/>
        <c:crossBetween val="between"/>
      </c:valAx>
    </c:plotArea>
    <c:plotVisOnly val="0"/>
    <c:dispBlanksAs val="gap"/>
    <c:showDLblsOverMax val="1"/>
  </c:chart>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2080679405520168E-2"/>
          <c:y val="0.30739795918367346"/>
          <c:w val="0.95583864118895967"/>
          <c:h val="0.47831632653061223"/>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7430-4B89-8E7C-24656A7DFAB2}"/>
              </c:ext>
            </c:extLst>
          </c:dPt>
          <c:dLbls>
            <c:dLbl>
              <c:idx val="0"/>
              <c:layout>
                <c:manualLayout>
                  <c:x val="0"/>
                  <c:y val="-0.2767857142857143"/>
                </c:manualLayout>
              </c:layout>
              <c:numFmt formatCode="#,##0;&quot;-&quot;#,##0" sourceLinked="0"/>
              <c:spPr>
                <a:noFill/>
                <a:ln>
                  <a:noFill/>
                </a:ln>
              </c:spPr>
              <c:txPr>
                <a:bodyPr wrap="none"/>
                <a:lstStyle/>
                <a:p>
                  <a:pPr>
                    <a:defRPr sz="1200" kern="1200">
                      <a:solidFill>
                        <a:srgbClr val="000000"/>
                      </a:solidFill>
                      <a:latin typeface="+mn-lt"/>
                      <a:ea typeface="+mn-ea"/>
                      <a:cs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430-4B89-8E7C-24656A7DFAB2}"/>
                </c:ext>
              </c:extLst>
            </c:dLbl>
            <c:dLbl>
              <c:idx val="1"/>
              <c:layout>
                <c:manualLayout>
                  <c:x val="0"/>
                  <c:y val="-0.33418367346938777"/>
                </c:manualLayout>
              </c:layout>
              <c:numFmt formatCode="#,##0;&quot;-&quot;#,##0" sourceLinked="0"/>
              <c:spPr>
                <a:noFill/>
                <a:ln>
                  <a:noFill/>
                </a:ln>
              </c:spPr>
              <c:txPr>
                <a:bodyPr wrap="none"/>
                <a:lstStyle/>
                <a:p>
                  <a:pPr>
                    <a:defRPr sz="1200" kern="1200">
                      <a:solidFill>
                        <a:srgbClr val="000000"/>
                      </a:solidFill>
                      <a:latin typeface="+mn-lt"/>
                      <a:ea typeface="+mn-ea"/>
                      <a:cs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430-4B89-8E7C-24656A7DFAB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6500</c:v>
                </c:pt>
                <c:pt idx="1">
                  <c:v>8500</c:v>
                </c:pt>
              </c:numCache>
            </c:numRef>
          </c:val>
          <c:extLst>
            <c:ext xmlns:c16="http://schemas.microsoft.com/office/drawing/2014/chart" uri="{C3380CC4-5D6E-409C-BE32-E72D297353CC}">
              <c16:uniqueId val="{00000002-7430-4B89-8E7C-24656A7DFAB2}"/>
            </c:ext>
          </c:extLst>
        </c:ser>
        <c:dLbls>
          <c:showLegendKey val="0"/>
          <c:showVal val="0"/>
          <c:showCatName val="0"/>
          <c:showSerName val="0"/>
          <c:showPercent val="0"/>
          <c:showBubbleSize val="0"/>
        </c:dLbls>
        <c:gapWidth val="80"/>
        <c:overlap val="100"/>
        <c:axId val="1831148640"/>
        <c:axId val="1"/>
      </c:barChart>
      <c:catAx>
        <c:axId val="1831148640"/>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8500"/>
          <c:min val="0"/>
        </c:scaling>
        <c:delete val="0"/>
        <c:axPos val="l"/>
        <c:majorGridlines>
          <c:spPr>
            <a:ln>
              <a:noFill/>
            </a:ln>
          </c:spPr>
        </c:majorGridlines>
        <c:numFmt formatCode="General" sourceLinked="1"/>
        <c:majorTickMark val="none"/>
        <c:minorTickMark val="none"/>
        <c:tickLblPos val="none"/>
        <c:spPr>
          <a:ln>
            <a:noFill/>
          </a:ln>
        </c:spPr>
        <c:crossAx val="1831148640"/>
        <c:crosses val="min"/>
        <c:crossBetween val="between"/>
      </c:valAx>
    </c:plotArea>
    <c:plotVisOnly val="0"/>
    <c:dispBlanksAs val="gap"/>
    <c:showDLblsOverMax val="1"/>
  </c:chart>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0758483033932136E-2"/>
          <c:y val="0.33612273361227335"/>
          <c:w val="0.95848303393213574"/>
          <c:h val="0.42956764295676431"/>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339A-40E9-99D1-DD2F7C0BE1ED}"/>
              </c:ext>
            </c:extLst>
          </c:dPt>
          <c:dPt>
            <c:idx val="1"/>
            <c:invertIfNegative val="0"/>
            <c:bubble3D val="0"/>
            <c:spPr>
              <a:solidFill>
                <a:srgbClr val="04748A"/>
              </a:solidFill>
              <a:ln w="9525" cmpd="sng" algn="ctr">
                <a:solidFill>
                  <a:schemeClr val="bg1"/>
                </a:solidFill>
                <a:prstDash val="solid"/>
              </a:ln>
            </c:spPr>
            <c:extLst>
              <c:ext xmlns:c16="http://schemas.microsoft.com/office/drawing/2014/chart" uri="{C3380CC4-5D6E-409C-BE32-E72D297353CC}">
                <c16:uniqueId val="{00000001-339A-40E9-99D1-DD2F7C0BE1ED}"/>
              </c:ext>
            </c:extLst>
          </c:dPt>
          <c:dLbls>
            <c:dLbl>
              <c:idx val="0"/>
              <c:layout>
                <c:manualLayout>
                  <c:x val="0"/>
                  <c:y val="-0.20223152022315202"/>
                </c:manualLayout>
              </c:layout>
              <c:numFmt formatCode="#,##0.0;&quot;-&quot;#,##0.0" sourceLinked="0"/>
              <c:spPr>
                <a:noFill/>
                <a:ln>
                  <a:noFill/>
                </a:ln>
              </c:spPr>
              <c:txPr>
                <a:bodyPr wrap="none"/>
                <a:lstStyle/>
                <a:p>
                  <a:pPr>
                    <a:defRPr sz="1200" kern="1200">
                      <a:solidFill>
                        <a:srgbClr val="000000"/>
                      </a:solidFill>
                      <a:latin typeface="+mn-lt"/>
                      <a:ea typeface="+mn-ea"/>
                      <a:cs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39A-40E9-99D1-DD2F7C0BE1ED}"/>
                </c:ext>
              </c:extLst>
            </c:dLbl>
            <c:dLbl>
              <c:idx val="1"/>
              <c:layout>
                <c:manualLayout>
                  <c:x val="0"/>
                  <c:y val="-0.26778242677824265"/>
                </c:manualLayout>
              </c:layout>
              <c:numFmt formatCode="#,##0.0;&quot;-&quot;#,##0.0" sourceLinked="0"/>
              <c:spPr>
                <a:noFill/>
                <a:ln>
                  <a:noFill/>
                </a:ln>
              </c:spPr>
              <c:txPr>
                <a:bodyPr wrap="none"/>
                <a:lstStyle/>
                <a:p>
                  <a:pPr>
                    <a:defRPr sz="1200" kern="1200">
                      <a:solidFill>
                        <a:srgbClr val="000000"/>
                      </a:solidFill>
                      <a:latin typeface="+mn-lt"/>
                      <a:ea typeface="+mn-ea"/>
                      <a:cs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39A-40E9-99D1-DD2F7C0BE1ED}"/>
                </c:ext>
              </c:extLst>
            </c:dLbl>
            <c:dLbl>
              <c:idx val="2"/>
              <c:layout>
                <c:manualLayout>
                  <c:x val="0"/>
                  <c:y val="-0.31799163179916318"/>
                </c:manualLayout>
              </c:layout>
              <c:numFmt formatCode="#,##0.0;&quot;-&quot;#,##0.0" sourceLinked="0"/>
              <c:spPr>
                <a:noFill/>
                <a:ln>
                  <a:noFill/>
                </a:ln>
              </c:spPr>
              <c:txPr>
                <a:bodyPr wrap="none"/>
                <a:lstStyle/>
                <a:p>
                  <a:pPr>
                    <a:defRPr sz="1200" kern="1200">
                      <a:solidFill>
                        <a:srgbClr val="000000"/>
                      </a:solidFill>
                      <a:latin typeface="+mn-lt"/>
                      <a:ea typeface="+mn-ea"/>
                      <a:cs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39A-40E9-99D1-DD2F7C0BE1E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3.8460000000000001</c:v>
                </c:pt>
                <c:pt idx="1">
                  <c:v>6.3029999999999999</c:v>
                </c:pt>
                <c:pt idx="2">
                  <c:v>8.2759999999999998</c:v>
                </c:pt>
              </c:numCache>
            </c:numRef>
          </c:val>
          <c:extLst>
            <c:ext xmlns:c16="http://schemas.microsoft.com/office/drawing/2014/chart" uri="{C3380CC4-5D6E-409C-BE32-E72D297353CC}">
              <c16:uniqueId val="{00000003-339A-40E9-99D1-DD2F7C0BE1ED}"/>
            </c:ext>
          </c:extLst>
        </c:ser>
        <c:dLbls>
          <c:showLegendKey val="0"/>
          <c:showVal val="0"/>
          <c:showCatName val="0"/>
          <c:showSerName val="0"/>
          <c:showPercent val="0"/>
          <c:showBubbleSize val="0"/>
        </c:dLbls>
        <c:gapWidth val="80"/>
        <c:overlap val="100"/>
        <c:axId val="1408504672"/>
        <c:axId val="1"/>
      </c:barChart>
      <c:catAx>
        <c:axId val="140850467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8.2759999999999998"/>
          <c:min val="0"/>
        </c:scaling>
        <c:delete val="0"/>
        <c:axPos val="l"/>
        <c:majorGridlines>
          <c:spPr>
            <a:ln>
              <a:noFill/>
            </a:ln>
          </c:spPr>
        </c:majorGridlines>
        <c:numFmt formatCode="General" sourceLinked="1"/>
        <c:majorTickMark val="none"/>
        <c:minorTickMark val="none"/>
        <c:tickLblPos val="none"/>
        <c:spPr>
          <a:ln>
            <a:noFill/>
          </a:ln>
        </c:spPr>
        <c:crossAx val="1408504672"/>
        <c:crosses val="min"/>
        <c:crossBetween val="between"/>
      </c:valAx>
    </c:plotArea>
    <c:plotVisOnly val="0"/>
    <c:dispBlanksAs val="gap"/>
    <c:showDLblsOverMax val="1"/>
  </c:chart>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7063435495367072E-2"/>
          <c:y val="0.14115308151093439"/>
          <c:w val="0.92587312900926588"/>
          <c:h val="0.71769383697813116"/>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0"/>
              <c:layout>
                <c:manualLayout>
                  <c:x val="0"/>
                  <c:y val="-3.9761431411530811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FB9-46A0-9427-1AD85829D34B}"/>
                </c:ext>
              </c:extLst>
            </c:dLbl>
            <c:dLbl>
              <c:idx val="1"/>
              <c:layout>
                <c:manualLayout>
                  <c:x val="0"/>
                  <c:y val="-2.982107355864811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FB9-46A0-9427-1AD85829D34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204</c:v>
                </c:pt>
                <c:pt idx="1">
                  <c:v>323.7223618805761</c:v>
                </c:pt>
              </c:numCache>
            </c:numRef>
          </c:val>
          <c:extLst>
            <c:ext xmlns:c16="http://schemas.microsoft.com/office/drawing/2014/chart" uri="{C3380CC4-5D6E-409C-BE32-E72D297353CC}">
              <c16:uniqueId val="{00000002-0FB9-46A0-9427-1AD85829D34B}"/>
            </c:ext>
          </c:extLst>
        </c:ser>
        <c:ser>
          <c:idx val="1"/>
          <c:order val="1"/>
          <c:spPr>
            <a:solidFill>
              <a:srgbClr val="17B2AF"/>
            </a:solidFill>
            <a:ln w="9525" cmpd="sng" algn="ctr">
              <a:solidFill>
                <a:schemeClr val="bg1"/>
              </a:solidFill>
              <a:prstDash val="solid"/>
            </a:ln>
          </c:spPr>
          <c:invertIfNegative val="0"/>
          <c:dLbls>
            <c:dLbl>
              <c:idx val="0"/>
              <c:layout>
                <c:manualLayout>
                  <c:x val="0"/>
                  <c:y val="-3.9761431411530811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FB9-46A0-9427-1AD85829D34B}"/>
                </c:ext>
              </c:extLst>
            </c:dLbl>
            <c:dLbl>
              <c:idx val="1"/>
              <c:layout>
                <c:manualLayout>
                  <c:x val="0"/>
                  <c:y val="-2.982107355864811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FB9-46A0-9427-1AD85829D34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1449.2222199999999</c:v>
                </c:pt>
                <c:pt idx="1">
                  <c:v>1601.0267287544436</c:v>
                </c:pt>
              </c:numCache>
            </c:numRef>
          </c:val>
          <c:extLst>
            <c:ext xmlns:c16="http://schemas.microsoft.com/office/drawing/2014/chart" uri="{C3380CC4-5D6E-409C-BE32-E72D297353CC}">
              <c16:uniqueId val="{00000005-0FB9-46A0-9427-1AD85829D34B}"/>
            </c:ext>
          </c:extLst>
        </c:ser>
        <c:dLbls>
          <c:showLegendKey val="0"/>
          <c:showVal val="0"/>
          <c:showCatName val="0"/>
          <c:showSerName val="0"/>
          <c:showPercent val="0"/>
          <c:showBubbleSize val="0"/>
        </c:dLbls>
        <c:gapWidth val="50"/>
        <c:overlap val="100"/>
        <c:axId val="1595323296"/>
        <c:axId val="1"/>
      </c:barChart>
      <c:catAx>
        <c:axId val="159532329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924.7490906350197"/>
          <c:min val="0"/>
        </c:scaling>
        <c:delete val="0"/>
        <c:axPos val="l"/>
        <c:majorGridlines>
          <c:spPr>
            <a:ln>
              <a:noFill/>
            </a:ln>
          </c:spPr>
        </c:majorGridlines>
        <c:numFmt formatCode="General" sourceLinked="1"/>
        <c:majorTickMark val="none"/>
        <c:minorTickMark val="none"/>
        <c:tickLblPos val="none"/>
        <c:spPr>
          <a:ln>
            <a:noFill/>
          </a:ln>
        </c:spPr>
        <c:crossAx val="1595323296"/>
        <c:crosses val="min"/>
        <c:crossBetween val="between"/>
      </c:valAx>
    </c:plotArea>
    <c:plotVisOnly val="0"/>
    <c:dispBlanksAs val="gap"/>
    <c:showDLblsOverMax val="1"/>
  </c:chart>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078744819419775E-2"/>
          <c:y val="0.1655011655011655"/>
          <c:w val="0.93842510361160447"/>
          <c:h val="0.66899766899766899"/>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0"/>
              <c:layout>
                <c:manualLayout>
                  <c:x val="0"/>
                  <c:y val="-4.662004662004662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BFE-4862-80DB-B3631E7412CE}"/>
                </c:ext>
              </c:extLst>
            </c:dLbl>
            <c:dLbl>
              <c:idx val="1"/>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BFE-4862-80DB-B3631E7412CE}"/>
                </c:ext>
              </c:extLst>
            </c:dLbl>
            <c:dLbl>
              <c:idx val="2"/>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BFE-4862-80DB-B3631E7412C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48</c:v>
                </c:pt>
                <c:pt idx="1">
                  <c:v>62</c:v>
                </c:pt>
                <c:pt idx="2">
                  <c:v>75</c:v>
                </c:pt>
              </c:numCache>
            </c:numRef>
          </c:val>
          <c:extLst>
            <c:ext xmlns:c16="http://schemas.microsoft.com/office/drawing/2014/chart" uri="{C3380CC4-5D6E-409C-BE32-E72D297353CC}">
              <c16:uniqueId val="{00000003-FBFE-4862-80DB-B3631E7412CE}"/>
            </c:ext>
          </c:extLst>
        </c:ser>
        <c:ser>
          <c:idx val="1"/>
          <c:order val="1"/>
          <c:spPr>
            <a:solidFill>
              <a:srgbClr val="17B2AF"/>
            </a:solidFill>
            <a:ln w="9525" cmpd="sng" algn="ctr">
              <a:solidFill>
                <a:schemeClr val="bg1"/>
              </a:solidFill>
              <a:prstDash val="solid"/>
            </a:ln>
          </c:spPr>
          <c:invertIfNegative val="0"/>
          <c:dLbls>
            <c:dLbl>
              <c:idx val="0"/>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BFE-4862-80DB-B3631E7412CE}"/>
                </c:ext>
              </c:extLst>
            </c:dLbl>
            <c:dLbl>
              <c:idx val="1"/>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BFE-4862-80DB-B3631E7412CE}"/>
                </c:ext>
              </c:extLst>
            </c:dLbl>
            <c:dLbl>
              <c:idx val="2"/>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FBFE-4862-80DB-B3631E7412C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41</c:v>
                </c:pt>
                <c:pt idx="1">
                  <c:v>53</c:v>
                </c:pt>
                <c:pt idx="2">
                  <c:v>65</c:v>
                </c:pt>
              </c:numCache>
            </c:numRef>
          </c:val>
          <c:extLst>
            <c:ext xmlns:c16="http://schemas.microsoft.com/office/drawing/2014/chart" uri="{C3380CC4-5D6E-409C-BE32-E72D297353CC}">
              <c16:uniqueId val="{00000007-FBFE-4862-80DB-B3631E7412CE}"/>
            </c:ext>
          </c:extLst>
        </c:ser>
        <c:dLbls>
          <c:showLegendKey val="0"/>
          <c:showVal val="0"/>
          <c:showCatName val="0"/>
          <c:showSerName val="0"/>
          <c:showPercent val="0"/>
          <c:showBubbleSize val="0"/>
        </c:dLbls>
        <c:gapWidth val="50"/>
        <c:overlap val="100"/>
        <c:axId val="1354192447"/>
        <c:axId val="1"/>
      </c:barChart>
      <c:catAx>
        <c:axId val="1354192447"/>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40"/>
          <c:min val="0"/>
        </c:scaling>
        <c:delete val="0"/>
        <c:axPos val="l"/>
        <c:majorGridlines>
          <c:spPr>
            <a:ln>
              <a:noFill/>
            </a:ln>
          </c:spPr>
        </c:majorGridlines>
        <c:numFmt formatCode="General" sourceLinked="1"/>
        <c:majorTickMark val="none"/>
        <c:minorTickMark val="none"/>
        <c:tickLblPos val="none"/>
        <c:spPr>
          <a:ln>
            <a:noFill/>
          </a:ln>
        </c:spPr>
        <c:crossAx val="1354192447"/>
        <c:crosses val="min"/>
        <c:crossBetween val="between"/>
      </c:valAx>
    </c:plotArea>
    <c:plotVisOnly val="0"/>
    <c:dispBlanksAs val="gap"/>
    <c:showDLblsOverMax val="1"/>
  </c:chart>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078744819419775E-2"/>
          <c:y val="0.1655011655011655"/>
          <c:w val="0.93842510361160447"/>
          <c:h val="0.66899766899766899"/>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0"/>
              <c:layout>
                <c:manualLayout>
                  <c:x val="0"/>
                  <c:y val="-4.662004662004662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A58-46A7-813A-217582E71018}"/>
                </c:ext>
              </c:extLst>
            </c:dLbl>
            <c:dLbl>
              <c:idx val="1"/>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A58-46A7-813A-217582E71018}"/>
                </c:ext>
              </c:extLst>
            </c:dLbl>
            <c:dLbl>
              <c:idx val="2"/>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A58-46A7-813A-217582E710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48</c:v>
                </c:pt>
                <c:pt idx="1">
                  <c:v>62</c:v>
                </c:pt>
                <c:pt idx="2">
                  <c:v>75</c:v>
                </c:pt>
              </c:numCache>
            </c:numRef>
          </c:val>
          <c:extLst>
            <c:ext xmlns:c16="http://schemas.microsoft.com/office/drawing/2014/chart" uri="{C3380CC4-5D6E-409C-BE32-E72D297353CC}">
              <c16:uniqueId val="{00000003-AA58-46A7-813A-217582E71018}"/>
            </c:ext>
          </c:extLst>
        </c:ser>
        <c:ser>
          <c:idx val="1"/>
          <c:order val="1"/>
          <c:spPr>
            <a:solidFill>
              <a:srgbClr val="17B2AF"/>
            </a:solidFill>
            <a:ln w="9525" cmpd="sng" algn="ctr">
              <a:solidFill>
                <a:schemeClr val="bg1"/>
              </a:solidFill>
              <a:prstDash val="solid"/>
            </a:ln>
          </c:spPr>
          <c:invertIfNegative val="0"/>
          <c:dLbls>
            <c:dLbl>
              <c:idx val="0"/>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A58-46A7-813A-217582E71018}"/>
                </c:ext>
              </c:extLst>
            </c:dLbl>
            <c:dLbl>
              <c:idx val="1"/>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AA58-46A7-813A-217582E71018}"/>
                </c:ext>
              </c:extLst>
            </c:dLbl>
            <c:dLbl>
              <c:idx val="2"/>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AA58-46A7-813A-217582E7101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41</c:v>
                </c:pt>
                <c:pt idx="1">
                  <c:v>53</c:v>
                </c:pt>
                <c:pt idx="2">
                  <c:v>65</c:v>
                </c:pt>
              </c:numCache>
            </c:numRef>
          </c:val>
          <c:extLst>
            <c:ext xmlns:c16="http://schemas.microsoft.com/office/drawing/2014/chart" uri="{C3380CC4-5D6E-409C-BE32-E72D297353CC}">
              <c16:uniqueId val="{00000007-AA58-46A7-813A-217582E71018}"/>
            </c:ext>
          </c:extLst>
        </c:ser>
        <c:dLbls>
          <c:showLegendKey val="0"/>
          <c:showVal val="0"/>
          <c:showCatName val="0"/>
          <c:showSerName val="0"/>
          <c:showPercent val="0"/>
          <c:showBubbleSize val="0"/>
        </c:dLbls>
        <c:gapWidth val="50"/>
        <c:overlap val="100"/>
        <c:axId val="231578431"/>
        <c:axId val="1"/>
      </c:barChart>
      <c:catAx>
        <c:axId val="23157843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40"/>
          <c:min val="0"/>
        </c:scaling>
        <c:delete val="0"/>
        <c:axPos val="l"/>
        <c:majorGridlines>
          <c:spPr>
            <a:ln>
              <a:noFill/>
            </a:ln>
          </c:spPr>
        </c:majorGridlines>
        <c:numFmt formatCode="General" sourceLinked="1"/>
        <c:majorTickMark val="none"/>
        <c:minorTickMark val="none"/>
        <c:tickLblPos val="none"/>
        <c:spPr>
          <a:ln>
            <a:noFill/>
          </a:ln>
        </c:spPr>
        <c:crossAx val="231578431"/>
        <c:crosses val="min"/>
        <c:crossBetween val="between"/>
      </c:valAx>
    </c:plotArea>
    <c:plotVisOnly val="0"/>
    <c:dispBlanksAs val="gap"/>
    <c:showDLblsOverMax val="1"/>
  </c:chart>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078744819419775E-2"/>
          <c:y val="0.1655011655011655"/>
          <c:w val="0.93842510361160447"/>
          <c:h val="0.66899766899766899"/>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2"/>
              <c:layout>
                <c:manualLayout>
                  <c:x val="0"/>
                  <c:y val="-4.662004662004662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C391-43C0-AB08-6CE42F49B6D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53</c:v>
                </c:pt>
                <c:pt idx="1">
                  <c:v>67</c:v>
                </c:pt>
                <c:pt idx="2">
                  <c:v>80</c:v>
                </c:pt>
              </c:numCache>
            </c:numRef>
          </c:val>
          <c:extLst>
            <c:ext xmlns:c16="http://schemas.microsoft.com/office/drawing/2014/chart" uri="{C3380CC4-5D6E-409C-BE32-E72D297353CC}">
              <c16:uniqueId val="{00000001-C391-43C0-AB08-6CE42F49B6D9}"/>
            </c:ext>
          </c:extLst>
        </c:ser>
        <c:ser>
          <c:idx val="1"/>
          <c:order val="1"/>
          <c:spPr>
            <a:solidFill>
              <a:srgbClr val="17B2AF"/>
            </a:solidFill>
            <a:ln w="9525" cmpd="sng" algn="ctr">
              <a:solidFill>
                <a:schemeClr val="bg1"/>
              </a:solidFill>
              <a:prstDash val="solid"/>
            </a:ln>
          </c:spPr>
          <c:invertIfNegative val="0"/>
          <c:dLbls>
            <c:dLbl>
              <c:idx val="0"/>
              <c:layout>
                <c:manualLayout>
                  <c:x val="0"/>
                  <c:y val="-3.4965034965034965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391-43C0-AB08-6CE42F49B6D9}"/>
                </c:ext>
              </c:extLst>
            </c:dLbl>
            <c:dLbl>
              <c:idx val="1"/>
              <c:layout>
                <c:manualLayout>
                  <c:x val="0"/>
                  <c:y val="-4.662004662004662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C391-43C0-AB08-6CE42F49B6D9}"/>
                </c:ext>
              </c:extLst>
            </c:dLbl>
            <c:dLbl>
              <c:idx val="2"/>
              <c:layout>
                <c:manualLayout>
                  <c:x val="0"/>
                  <c:y val="-4.662004662004662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C391-43C0-AB08-6CE42F49B6D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191</c:v>
                </c:pt>
                <c:pt idx="1">
                  <c:v>285</c:v>
                </c:pt>
                <c:pt idx="2">
                  <c:v>463</c:v>
                </c:pt>
              </c:numCache>
            </c:numRef>
          </c:val>
          <c:extLst>
            <c:ext xmlns:c16="http://schemas.microsoft.com/office/drawing/2014/chart" uri="{C3380CC4-5D6E-409C-BE32-E72D297353CC}">
              <c16:uniqueId val="{00000005-C391-43C0-AB08-6CE42F49B6D9}"/>
            </c:ext>
          </c:extLst>
        </c:ser>
        <c:dLbls>
          <c:showLegendKey val="0"/>
          <c:showVal val="0"/>
          <c:showCatName val="0"/>
          <c:showSerName val="0"/>
          <c:showPercent val="0"/>
          <c:showBubbleSize val="0"/>
        </c:dLbls>
        <c:gapWidth val="50"/>
        <c:overlap val="100"/>
        <c:axId val="1405448207"/>
        <c:axId val="1"/>
      </c:barChart>
      <c:catAx>
        <c:axId val="1405448207"/>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543"/>
          <c:min val="0"/>
        </c:scaling>
        <c:delete val="0"/>
        <c:axPos val="l"/>
        <c:majorGridlines>
          <c:spPr>
            <a:ln>
              <a:noFill/>
            </a:ln>
          </c:spPr>
        </c:majorGridlines>
        <c:numFmt formatCode="General" sourceLinked="1"/>
        <c:majorTickMark val="none"/>
        <c:minorTickMark val="none"/>
        <c:tickLblPos val="none"/>
        <c:spPr>
          <a:ln>
            <a:noFill/>
          </a:ln>
        </c:spPr>
        <c:crossAx val="1405448207"/>
        <c:crosses val="min"/>
        <c:crossBetween val="between"/>
      </c:valAx>
    </c:plotArea>
    <c:plotVisOnly val="0"/>
    <c:dispBlanksAs val="gap"/>
    <c:showDLblsOverMax val="1"/>
  </c:chart>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078744819419775E-2"/>
          <c:y val="6.933333333333333E-2"/>
          <c:w val="0.93842510361160447"/>
          <c:h val="0.86133333333333328"/>
        </c:manualLayout>
      </c:layout>
      <c:barChart>
        <c:barDir val="col"/>
        <c:grouping val="stacked"/>
        <c:varyColors val="0"/>
        <c:ser>
          <c:idx val="0"/>
          <c:order val="0"/>
          <c:spPr>
            <a:solidFill>
              <a:srgbClr val="04748A"/>
            </a:solidFill>
            <a:ln w="9525" cmpd="sng" algn="ctr">
              <a:solidFill>
                <a:schemeClr val="bg1"/>
              </a:solidFill>
              <a:prstDash val="solid"/>
            </a:ln>
          </c:spPr>
          <c:invertIfNegative val="0"/>
          <c:val>
            <c:numRef>
              <c:f>Sheet1!$A$1:$C$1</c:f>
              <c:numCache>
                <c:formatCode>General</c:formatCode>
                <c:ptCount val="3"/>
                <c:pt idx="0">
                  <c:v>27706</c:v>
                </c:pt>
                <c:pt idx="1">
                  <c:v>36207</c:v>
                </c:pt>
                <c:pt idx="2">
                  <c:v>44629</c:v>
                </c:pt>
              </c:numCache>
            </c:numRef>
          </c:val>
          <c:extLst>
            <c:ext xmlns:c16="http://schemas.microsoft.com/office/drawing/2014/chart" uri="{C3380CC4-5D6E-409C-BE32-E72D297353CC}">
              <c16:uniqueId val="{00000000-5E40-4B3F-B8D9-A541A80E39F8}"/>
            </c:ext>
          </c:extLst>
        </c:ser>
        <c:ser>
          <c:idx val="1"/>
          <c:order val="1"/>
          <c:spPr>
            <a:solidFill>
              <a:srgbClr val="17B2AF"/>
            </a:solidFill>
            <a:ln w="9525" cmpd="sng" algn="ctr">
              <a:solidFill>
                <a:schemeClr val="bg1"/>
              </a:solidFill>
              <a:prstDash val="solid"/>
            </a:ln>
          </c:spPr>
          <c:invertIfNegative val="0"/>
          <c:val>
            <c:numRef>
              <c:f>Sheet1!$A$2:$C$2</c:f>
              <c:numCache>
                <c:formatCode>General</c:formatCode>
                <c:ptCount val="3"/>
                <c:pt idx="0">
                  <c:v>128319</c:v>
                </c:pt>
                <c:pt idx="1">
                  <c:v>167692</c:v>
                </c:pt>
                <c:pt idx="2">
                  <c:v>206699</c:v>
                </c:pt>
              </c:numCache>
            </c:numRef>
          </c:val>
          <c:extLst>
            <c:ext xmlns:c16="http://schemas.microsoft.com/office/drawing/2014/chart" uri="{C3380CC4-5D6E-409C-BE32-E72D297353CC}">
              <c16:uniqueId val="{00000001-5E40-4B3F-B8D9-A541A80E39F8}"/>
            </c:ext>
          </c:extLst>
        </c:ser>
        <c:dLbls>
          <c:showLegendKey val="0"/>
          <c:showVal val="0"/>
          <c:showCatName val="0"/>
          <c:showSerName val="0"/>
          <c:showPercent val="0"/>
          <c:showBubbleSize val="0"/>
        </c:dLbls>
        <c:gapWidth val="50"/>
        <c:overlap val="100"/>
        <c:axId val="233076959"/>
        <c:axId val="1"/>
      </c:barChart>
      <c:catAx>
        <c:axId val="23307695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51328"/>
          <c:min val="0"/>
        </c:scaling>
        <c:delete val="0"/>
        <c:axPos val="l"/>
        <c:majorGridlines>
          <c:spPr>
            <a:ln>
              <a:noFill/>
            </a:ln>
          </c:spPr>
        </c:majorGridlines>
        <c:numFmt formatCode="General" sourceLinked="1"/>
        <c:majorTickMark val="none"/>
        <c:minorTickMark val="none"/>
        <c:tickLblPos val="none"/>
        <c:spPr>
          <a:ln>
            <a:noFill/>
          </a:ln>
        </c:spPr>
        <c:crossAx val="233076959"/>
        <c:crosses val="min"/>
        <c:crossBetween val="between"/>
      </c:valAx>
    </c:plotArea>
    <c:plotVisOnly val="0"/>
    <c:dispBlanksAs val="gap"/>
    <c:showDLblsOverMax val="1"/>
  </c:chart>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078744819419775E-2"/>
          <c:y val="0.15268817204301074"/>
          <c:w val="0.93842510361160447"/>
          <c:h val="0.69462365591397845"/>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0"/>
              <c:layout>
                <c:manualLayout>
                  <c:x val="0"/>
                  <c:y val="-4.3010752688172043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F64-4A9E-B39D-96DF5D4AE111}"/>
                </c:ext>
              </c:extLst>
            </c:dLbl>
            <c:dLbl>
              <c:idx val="1"/>
              <c:layout>
                <c:manualLayout>
                  <c:x val="0"/>
                  <c:y val="-4.3010752688172043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F64-4A9E-B39D-96DF5D4AE111}"/>
                </c:ext>
              </c:extLst>
            </c:dLbl>
            <c:dLbl>
              <c:idx val="2"/>
              <c:layout>
                <c:manualLayout>
                  <c:x val="0"/>
                  <c:y val="-3.2258064516129032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F64-4A9E-B39D-96DF5D4AE11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0.29000000000000004</c:v>
                </c:pt>
                <c:pt idx="1">
                  <c:v>0.60999999999999988</c:v>
                </c:pt>
                <c:pt idx="2">
                  <c:v>0.98</c:v>
                </c:pt>
              </c:numCache>
            </c:numRef>
          </c:val>
          <c:extLst>
            <c:ext xmlns:c16="http://schemas.microsoft.com/office/drawing/2014/chart" uri="{C3380CC4-5D6E-409C-BE32-E72D297353CC}">
              <c16:uniqueId val="{00000003-7F64-4A9E-B39D-96DF5D4AE111}"/>
            </c:ext>
          </c:extLst>
        </c:ser>
        <c:ser>
          <c:idx val="1"/>
          <c:order val="1"/>
          <c:spPr>
            <a:solidFill>
              <a:srgbClr val="17B2AF"/>
            </a:solidFill>
            <a:ln w="9525" cmpd="sng" algn="ctr">
              <a:solidFill>
                <a:schemeClr val="bg1"/>
              </a:solidFill>
              <a:prstDash val="solid"/>
            </a:ln>
          </c:spPr>
          <c:invertIfNegative val="0"/>
          <c:dLbls>
            <c:dLbl>
              <c:idx val="0"/>
              <c:layout>
                <c:manualLayout>
                  <c:x val="0"/>
                  <c:y val="-4.3010752688172043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F64-4A9E-B39D-96DF5D4AE111}"/>
                </c:ext>
              </c:extLst>
            </c:dLbl>
            <c:dLbl>
              <c:idx val="1"/>
              <c:layout>
                <c:manualLayout>
                  <c:x val="0"/>
                  <c:y val="-3.2258064516129032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F64-4A9E-B39D-96DF5D4AE111}"/>
                </c:ext>
              </c:extLst>
            </c:dLbl>
            <c:dLbl>
              <c:idx val="2"/>
              <c:layout>
                <c:manualLayout>
                  <c:x val="0"/>
                  <c:y val="-3.2258064516129032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F64-4A9E-B39D-96DF5D4AE11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0.98</c:v>
                </c:pt>
                <c:pt idx="1">
                  <c:v>1.28</c:v>
                </c:pt>
                <c:pt idx="2">
                  <c:v>1.6</c:v>
                </c:pt>
              </c:numCache>
            </c:numRef>
          </c:val>
          <c:extLst>
            <c:ext xmlns:c16="http://schemas.microsoft.com/office/drawing/2014/chart" uri="{C3380CC4-5D6E-409C-BE32-E72D297353CC}">
              <c16:uniqueId val="{00000007-7F64-4A9E-B39D-96DF5D4AE111}"/>
            </c:ext>
          </c:extLst>
        </c:ser>
        <c:dLbls>
          <c:showLegendKey val="0"/>
          <c:showVal val="0"/>
          <c:showCatName val="0"/>
          <c:showSerName val="0"/>
          <c:showPercent val="0"/>
          <c:showBubbleSize val="0"/>
        </c:dLbls>
        <c:gapWidth val="50"/>
        <c:overlap val="100"/>
        <c:axId val="1508027823"/>
        <c:axId val="1"/>
      </c:barChart>
      <c:catAx>
        <c:axId val="150802782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58"/>
          <c:min val="0"/>
        </c:scaling>
        <c:delete val="0"/>
        <c:axPos val="l"/>
        <c:majorGridlines>
          <c:spPr>
            <a:ln>
              <a:noFill/>
            </a:ln>
          </c:spPr>
        </c:majorGridlines>
        <c:numFmt formatCode="General" sourceLinked="1"/>
        <c:majorTickMark val="none"/>
        <c:minorTickMark val="none"/>
        <c:tickLblPos val="none"/>
        <c:spPr>
          <a:ln>
            <a:noFill/>
          </a:ln>
        </c:spPr>
        <c:crossAx val="1508027823"/>
        <c:crosses val="min"/>
        <c:crossBetween val="between"/>
      </c:valAx>
    </c:plotArea>
    <c:plotVisOnly val="0"/>
    <c:dispBlanksAs val="gap"/>
    <c:showDLblsOverMax val="1"/>
  </c:chart>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078744819419775E-2"/>
          <c:y val="0.15268817204301074"/>
          <c:w val="0.93842510361160447"/>
          <c:h val="0.69462365591397845"/>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2"/>
              <c:layout>
                <c:manualLayout>
                  <c:x val="0"/>
                  <c:y val="-3.2258064516129032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43D-4765-81E1-8A72FDD0F22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0.34299999999999997</c:v>
                </c:pt>
                <c:pt idx="1">
                  <c:v>1.2110000000000003</c:v>
                </c:pt>
                <c:pt idx="2">
                  <c:v>2.1450000000000014</c:v>
                </c:pt>
              </c:numCache>
            </c:numRef>
          </c:val>
          <c:extLst>
            <c:ext xmlns:c16="http://schemas.microsoft.com/office/drawing/2014/chart" uri="{C3380CC4-5D6E-409C-BE32-E72D297353CC}">
              <c16:uniqueId val="{00000001-F43D-4765-81E1-8A72FDD0F227}"/>
            </c:ext>
          </c:extLst>
        </c:ser>
        <c:ser>
          <c:idx val="1"/>
          <c:order val="1"/>
          <c:spPr>
            <a:solidFill>
              <a:srgbClr val="17B2AF"/>
            </a:solidFill>
            <a:ln w="9525" cmpd="sng" algn="ctr">
              <a:solidFill>
                <a:schemeClr val="bg1"/>
              </a:solidFill>
              <a:prstDash val="solid"/>
            </a:ln>
          </c:spPr>
          <c:invertIfNegative val="0"/>
          <c:dLbls>
            <c:dLbl>
              <c:idx val="0"/>
              <c:layout>
                <c:manualLayout>
                  <c:x val="0"/>
                  <c:y val="-3.2258064516129032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43D-4765-81E1-8A72FDD0F227}"/>
                </c:ext>
              </c:extLst>
            </c:dLbl>
            <c:dLbl>
              <c:idx val="1"/>
              <c:layout>
                <c:manualLayout>
                  <c:x val="0"/>
                  <c:y val="-3.2258064516129032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F43D-4765-81E1-8A72FDD0F227}"/>
                </c:ext>
              </c:extLst>
            </c:dLbl>
            <c:dLbl>
              <c:idx val="2"/>
              <c:layout>
                <c:manualLayout>
                  <c:x val="0"/>
                  <c:y val="-3.2258064516129032E-3"/>
                </c:manualLayout>
              </c:layout>
              <c:numFmt formatCode="#,##0.00;&quot;-&quot;#,##0.00" sourceLinked="0"/>
              <c:spPr>
                <a:noFill/>
                <a:ln>
                  <a:noFill/>
                </a:ln>
              </c:spPr>
              <c:txPr>
                <a:bodyPr wrap="none"/>
                <a:lstStyle/>
                <a:p>
                  <a:pPr>
                    <a:defRPr sz="1000" kern="1200">
                      <a:solidFill>
                        <a:srgbClr val="FFFFFF"/>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43D-4765-81E1-8A72FDD0F22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6.0570000000000004</c:v>
                </c:pt>
                <c:pt idx="1">
                  <c:v>8.7889999999999997</c:v>
                </c:pt>
                <c:pt idx="2">
                  <c:v>14.725</c:v>
                </c:pt>
              </c:numCache>
            </c:numRef>
          </c:val>
          <c:extLst>
            <c:ext xmlns:c16="http://schemas.microsoft.com/office/drawing/2014/chart" uri="{C3380CC4-5D6E-409C-BE32-E72D297353CC}">
              <c16:uniqueId val="{00000005-F43D-4765-81E1-8A72FDD0F227}"/>
            </c:ext>
          </c:extLst>
        </c:ser>
        <c:dLbls>
          <c:showLegendKey val="0"/>
          <c:showVal val="0"/>
          <c:showCatName val="0"/>
          <c:showSerName val="0"/>
          <c:showPercent val="0"/>
          <c:showBubbleSize val="0"/>
        </c:dLbls>
        <c:gapWidth val="50"/>
        <c:overlap val="100"/>
        <c:axId val="1345072335"/>
        <c:axId val="1"/>
      </c:barChart>
      <c:catAx>
        <c:axId val="134507233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6.87"/>
          <c:min val="0"/>
        </c:scaling>
        <c:delete val="0"/>
        <c:axPos val="l"/>
        <c:majorGridlines>
          <c:spPr>
            <a:ln>
              <a:noFill/>
            </a:ln>
          </c:spPr>
        </c:majorGridlines>
        <c:numFmt formatCode="General" sourceLinked="1"/>
        <c:majorTickMark val="none"/>
        <c:minorTickMark val="none"/>
        <c:tickLblPos val="none"/>
        <c:spPr>
          <a:ln>
            <a:noFill/>
          </a:ln>
        </c:spPr>
        <c:crossAx val="1345072335"/>
        <c:crosses val="min"/>
        <c:crossBetween val="between"/>
      </c:valAx>
    </c:plotArea>
    <c:plotVisOnly val="0"/>
    <c:dispBlanksAs val="gap"/>
    <c:showDLblsOverMax val="1"/>
  </c:chart>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107495642068565E-2"/>
          <c:y val="0.26039387308533918"/>
          <c:w val="0.96978500871586282"/>
          <c:h val="0.55579868708971558"/>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78AB-4DBD-B5CA-AB4753B09490}"/>
              </c:ext>
            </c:extLst>
          </c:dPt>
          <c:dPt>
            <c:idx val="1"/>
            <c:invertIfNegative val="0"/>
            <c:bubble3D val="0"/>
            <c:spPr>
              <a:solidFill>
                <a:srgbClr val="04748A"/>
              </a:solidFill>
              <a:ln w="9525" cmpd="sng" algn="ctr">
                <a:solidFill>
                  <a:schemeClr val="bg1"/>
                </a:solidFill>
                <a:prstDash val="solid"/>
              </a:ln>
            </c:spPr>
            <c:extLst>
              <c:ext xmlns:c16="http://schemas.microsoft.com/office/drawing/2014/chart" uri="{C3380CC4-5D6E-409C-BE32-E72D297353CC}">
                <c16:uniqueId val="{00000001-78AB-4DBD-B5CA-AB4753B09490}"/>
              </c:ext>
            </c:extLst>
          </c:dPt>
          <c:dLbls>
            <c:dLbl>
              <c:idx val="0"/>
              <c:layout>
                <c:manualLayout>
                  <c:x val="0"/>
                  <c:y val="-7.9868708971553612E-2"/>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8AB-4DBD-B5CA-AB4753B09490}"/>
                </c:ext>
              </c:extLst>
            </c:dLbl>
            <c:dLbl>
              <c:idx val="1"/>
              <c:layout>
                <c:manualLayout>
                  <c:x val="0"/>
                  <c:y val="-0.25382932166301969"/>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8AB-4DBD-B5CA-AB4753B09490}"/>
                </c:ext>
              </c:extLst>
            </c:dLbl>
            <c:dLbl>
              <c:idx val="2"/>
              <c:layout>
                <c:manualLayout>
                  <c:x val="0"/>
                  <c:y val="-0.35557986870897157"/>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8AB-4DBD-B5CA-AB4753B0949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0.156</c:v>
                </c:pt>
                <c:pt idx="1">
                  <c:v>6.4</c:v>
                </c:pt>
                <c:pt idx="2">
                  <c:v>10</c:v>
                </c:pt>
              </c:numCache>
            </c:numRef>
          </c:val>
          <c:extLst>
            <c:ext xmlns:c16="http://schemas.microsoft.com/office/drawing/2014/chart" uri="{C3380CC4-5D6E-409C-BE32-E72D297353CC}">
              <c16:uniqueId val="{00000003-78AB-4DBD-B5CA-AB4753B09490}"/>
            </c:ext>
          </c:extLst>
        </c:ser>
        <c:dLbls>
          <c:showLegendKey val="0"/>
          <c:showVal val="0"/>
          <c:showCatName val="0"/>
          <c:showSerName val="0"/>
          <c:showPercent val="0"/>
          <c:showBubbleSize val="0"/>
        </c:dLbls>
        <c:gapWidth val="50"/>
        <c:overlap val="100"/>
        <c:axId val="2123247279"/>
        <c:axId val="1"/>
      </c:barChart>
      <c:catAx>
        <c:axId val="212324727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
          <c:min val="0.1"/>
        </c:scaling>
        <c:delete val="0"/>
        <c:axPos val="l"/>
        <c:majorGridlines>
          <c:spPr>
            <a:ln>
              <a:noFill/>
            </a:ln>
          </c:spPr>
        </c:majorGridlines>
        <c:numFmt formatCode="General" sourceLinked="1"/>
        <c:majorTickMark val="none"/>
        <c:minorTickMark val="none"/>
        <c:tickLblPos val="none"/>
        <c:spPr>
          <a:ln>
            <a:noFill/>
          </a:ln>
        </c:spPr>
        <c:crossAx val="2123247279"/>
        <c:crosses val="min"/>
        <c:crossBetween val="between"/>
      </c:valAx>
    </c:plotArea>
    <c:plotVisOnly val="0"/>
    <c:dispBlanksAs val="gap"/>
    <c:showDLblsOverMax val="1"/>
  </c:chart>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107495642068565E-2"/>
          <c:y val="0.26039387308533918"/>
          <c:w val="0.96978500871586282"/>
          <c:h val="0.55579868708971558"/>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7E04-431A-B73A-3080015505C3}"/>
              </c:ext>
            </c:extLst>
          </c:dPt>
          <c:dPt>
            <c:idx val="1"/>
            <c:invertIfNegative val="0"/>
            <c:bubble3D val="0"/>
            <c:spPr>
              <a:solidFill>
                <a:srgbClr val="04748A"/>
              </a:solidFill>
              <a:ln w="9525" cmpd="sng" algn="ctr">
                <a:solidFill>
                  <a:schemeClr val="bg1"/>
                </a:solidFill>
                <a:prstDash val="solid"/>
              </a:ln>
            </c:spPr>
            <c:extLst>
              <c:ext xmlns:c16="http://schemas.microsoft.com/office/drawing/2014/chart" uri="{C3380CC4-5D6E-409C-BE32-E72D297353CC}">
                <c16:uniqueId val="{00000001-7E04-431A-B73A-3080015505C3}"/>
              </c:ext>
            </c:extLst>
          </c:dPt>
          <c:dLbls>
            <c:dLbl>
              <c:idx val="0"/>
              <c:layout>
                <c:manualLayout>
                  <c:x val="0"/>
                  <c:y val="-9.1903719912472648E-2"/>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E04-431A-B73A-3080015505C3}"/>
                </c:ext>
              </c:extLst>
            </c:dLbl>
            <c:dLbl>
              <c:idx val="1"/>
              <c:layout>
                <c:manualLayout>
                  <c:x val="0"/>
                  <c:y val="-0.25711159737417943"/>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E04-431A-B73A-3080015505C3}"/>
                </c:ext>
              </c:extLst>
            </c:dLbl>
            <c:dLbl>
              <c:idx val="2"/>
              <c:layout>
                <c:manualLayout>
                  <c:x val="0"/>
                  <c:y val="-0.35557986870897157"/>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E04-431A-B73A-3080015505C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0.156</c:v>
                </c:pt>
                <c:pt idx="1">
                  <c:v>2</c:v>
                </c:pt>
                <c:pt idx="2">
                  <c:v>3.1</c:v>
                </c:pt>
              </c:numCache>
            </c:numRef>
          </c:val>
          <c:extLst>
            <c:ext xmlns:c16="http://schemas.microsoft.com/office/drawing/2014/chart" uri="{C3380CC4-5D6E-409C-BE32-E72D297353CC}">
              <c16:uniqueId val="{00000003-7E04-431A-B73A-3080015505C3}"/>
            </c:ext>
          </c:extLst>
        </c:ser>
        <c:dLbls>
          <c:showLegendKey val="0"/>
          <c:showVal val="0"/>
          <c:showCatName val="0"/>
          <c:showSerName val="0"/>
          <c:showPercent val="0"/>
          <c:showBubbleSize val="0"/>
        </c:dLbls>
        <c:gapWidth val="50"/>
        <c:overlap val="100"/>
        <c:axId val="1477888511"/>
        <c:axId val="1"/>
      </c:barChart>
      <c:catAx>
        <c:axId val="147788851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3.1"/>
          <c:min val="0"/>
        </c:scaling>
        <c:delete val="0"/>
        <c:axPos val="l"/>
        <c:majorGridlines>
          <c:spPr>
            <a:ln>
              <a:noFill/>
            </a:ln>
          </c:spPr>
        </c:majorGridlines>
        <c:numFmt formatCode="General" sourceLinked="1"/>
        <c:majorTickMark val="none"/>
        <c:minorTickMark val="none"/>
        <c:tickLblPos val="none"/>
        <c:spPr>
          <a:ln>
            <a:noFill/>
          </a:ln>
        </c:spPr>
        <c:crossAx val="1477888511"/>
        <c:crosses val="min"/>
        <c:crossBetween val="between"/>
      </c:valAx>
    </c:plotArea>
    <c:plotVisOnly val="0"/>
    <c:dispBlanksAs val="gap"/>
    <c:showDLblsOverMax val="1"/>
  </c:chart>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6313472262987967E-3"/>
          <c:y val="0.22270426608821403"/>
          <c:w val="0.98473730554740235"/>
          <c:h val="0.56037599421547357"/>
        </c:manualLayout>
      </c:layout>
      <c:barChart>
        <c:barDir val="col"/>
        <c:grouping val="stacked"/>
        <c:varyColors val="0"/>
        <c:ser>
          <c:idx val="0"/>
          <c:order val="0"/>
          <c:spPr>
            <a:noFill/>
            <a:ln>
              <a:noFill/>
            </a:ln>
          </c:spPr>
          <c:invertIfNegative val="0"/>
          <c:dPt>
            <c:idx val="0"/>
            <c:invertIfNegative val="0"/>
            <c:bubble3D val="0"/>
            <c:spPr>
              <a:solidFill>
                <a:srgbClr val="04748A"/>
              </a:solidFill>
              <a:ln>
                <a:noFill/>
              </a:ln>
            </c:spPr>
            <c:extLst>
              <c:ext xmlns:c16="http://schemas.microsoft.com/office/drawing/2014/chart" uri="{C3380CC4-5D6E-409C-BE32-E72D297353CC}">
                <c16:uniqueId val="{00000000-A55B-49C6-A36B-EEC81F5F96FB}"/>
              </c:ext>
            </c:extLst>
          </c:dPt>
          <c:dPt>
            <c:idx val="2"/>
            <c:invertIfNegative val="0"/>
            <c:bubble3D val="0"/>
            <c:spPr>
              <a:solidFill>
                <a:srgbClr val="04748A"/>
              </a:solidFill>
              <a:ln>
                <a:noFill/>
              </a:ln>
            </c:spPr>
            <c:extLst>
              <c:ext xmlns:c16="http://schemas.microsoft.com/office/drawing/2014/chart" uri="{C3380CC4-5D6E-409C-BE32-E72D297353CC}">
                <c16:uniqueId val="{00000001-A55B-49C6-A36B-EEC81F5F96FB}"/>
              </c:ext>
            </c:extLst>
          </c:dPt>
          <c:dPt>
            <c:idx val="6"/>
            <c:invertIfNegative val="0"/>
            <c:bubble3D val="0"/>
            <c:spPr>
              <a:solidFill>
                <a:srgbClr val="BFBFBF"/>
              </a:solidFill>
              <a:ln>
                <a:noFill/>
              </a:ln>
            </c:spPr>
            <c:extLst>
              <c:ext xmlns:c16="http://schemas.microsoft.com/office/drawing/2014/chart" uri="{C3380CC4-5D6E-409C-BE32-E72D297353CC}">
                <c16:uniqueId val="{00000002-A55B-49C6-A36B-EEC81F5F96FB}"/>
              </c:ext>
            </c:extLst>
          </c:dPt>
          <c:dPt>
            <c:idx val="8"/>
            <c:invertIfNegative val="0"/>
            <c:bubble3D val="0"/>
            <c:spPr>
              <a:solidFill>
                <a:srgbClr val="F8ACA2"/>
              </a:solidFill>
              <a:ln>
                <a:noFill/>
              </a:ln>
            </c:spPr>
            <c:extLst>
              <c:ext xmlns:c16="http://schemas.microsoft.com/office/drawing/2014/chart" uri="{C3380CC4-5D6E-409C-BE32-E72D297353CC}">
                <c16:uniqueId val="{00000003-A55B-49C6-A36B-EEC81F5F96FB}"/>
              </c:ext>
            </c:extLst>
          </c:dPt>
          <c:dLbls>
            <c:dLbl>
              <c:idx val="0"/>
              <c:layout>
                <c:manualLayout>
                  <c:x val="0"/>
                  <c:y val="-0.30657989877078812"/>
                </c:manualLayout>
              </c:layout>
              <c:numFmt formatCode="#,##0.00;&quot;-&quot;#,##0.00" sourceLinked="0"/>
              <c:spPr>
                <a:noFill/>
                <a:ln>
                  <a:noFill/>
                </a:ln>
              </c:spPr>
              <c:txPr>
                <a:bodyPr wrap="none"/>
                <a:lstStyle/>
                <a:p>
                  <a:pPr>
                    <a:defRPr sz="16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55B-49C6-A36B-EEC81F5F96FB}"/>
                </c:ext>
              </c:extLst>
            </c:dLbl>
            <c:dLbl>
              <c:idx val="2"/>
              <c:layout>
                <c:manualLayout>
                  <c:x val="0"/>
                  <c:y val="-0.23065798987707881"/>
                </c:manualLayout>
              </c:layout>
              <c:numFmt formatCode="#,##0.00;&quot;-&quot;#,##0.00" sourceLinked="0"/>
              <c:spPr>
                <a:noFill/>
                <a:ln>
                  <a:noFill/>
                </a:ln>
              </c:spPr>
              <c:txPr>
                <a:bodyPr wrap="none"/>
                <a:lstStyle/>
                <a:p>
                  <a:pPr>
                    <a:defRPr sz="16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55B-49C6-A36B-EEC81F5F96FB}"/>
                </c:ext>
              </c:extLst>
            </c:dLbl>
            <c:dLbl>
              <c:idx val="8"/>
              <c:layout>
                <c:manualLayout>
                  <c:x val="0"/>
                  <c:y val="-9.689081706435286E-2"/>
                </c:manualLayout>
              </c:layout>
              <c:numFmt formatCode="#,##0.00;&quot;-&quot;#,##0.00" sourceLinked="0"/>
              <c:spPr>
                <a:noFill/>
                <a:ln>
                  <a:noFill/>
                </a:ln>
              </c:spPr>
              <c:txPr>
                <a:bodyPr wrap="none"/>
                <a:lstStyle/>
                <a:p>
                  <a:pPr>
                    <a:defRPr sz="16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55B-49C6-A36B-EEC81F5F96F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1</c:v>
                </c:pt>
                <c:pt idx="1">
                  <c:v>0.69</c:v>
                </c:pt>
                <c:pt idx="2">
                  <c:v>0.69</c:v>
                </c:pt>
                <c:pt idx="3">
                  <c:v>0.24984251968503929</c:v>
                </c:pt>
                <c:pt idx="4">
                  <c:v>0.18847351889825728</c:v>
                </c:pt>
                <c:pt idx="5">
                  <c:v>3.8984927238147199E-2</c:v>
                </c:pt>
                <c:pt idx="6">
                  <c:v>3.8984927238147282E-2</c:v>
                </c:pt>
                <c:pt idx="7">
                  <c:v>-0.12781286977208084</c:v>
                </c:pt>
                <c:pt idx="8">
                  <c:v>-0.15771058810410282</c:v>
                </c:pt>
              </c:numCache>
            </c:numRef>
          </c:val>
          <c:extLst>
            <c:ext xmlns:c16="http://schemas.microsoft.com/office/drawing/2014/chart" uri="{C3380CC4-5D6E-409C-BE32-E72D297353CC}">
              <c16:uniqueId val="{00000004-A55B-49C6-A36B-EEC81F5F96FB}"/>
            </c:ext>
          </c:extLst>
        </c:ser>
        <c:ser>
          <c:idx val="1"/>
          <c:order val="1"/>
          <c:spPr>
            <a:solidFill>
              <a:srgbClr val="BFBFBF"/>
            </a:solidFill>
            <a:ln>
              <a:noFill/>
            </a:ln>
          </c:spPr>
          <c:invertIfNegative val="0"/>
          <c:dPt>
            <c:idx val="1"/>
            <c:invertIfNegative val="0"/>
            <c:bubble3D val="0"/>
            <c:spPr>
              <a:solidFill>
                <a:srgbClr val="C0C0C0"/>
              </a:solidFill>
              <a:ln>
                <a:noFill/>
              </a:ln>
            </c:spPr>
            <c:extLst>
              <c:ext xmlns:c16="http://schemas.microsoft.com/office/drawing/2014/chart" uri="{C3380CC4-5D6E-409C-BE32-E72D297353CC}">
                <c16:uniqueId val="{00000005-A55B-49C6-A36B-EEC81F5F96FB}"/>
              </c:ext>
            </c:extLst>
          </c:dPt>
          <c:dPt>
            <c:idx val="3"/>
            <c:invertIfNegative val="0"/>
            <c:bubble3D val="0"/>
            <c:spPr>
              <a:solidFill>
                <a:srgbClr val="C0C0C0"/>
              </a:solidFill>
              <a:ln>
                <a:noFill/>
              </a:ln>
            </c:spPr>
            <c:extLst>
              <c:ext xmlns:c16="http://schemas.microsoft.com/office/drawing/2014/chart" uri="{C3380CC4-5D6E-409C-BE32-E72D297353CC}">
                <c16:uniqueId val="{00000006-A55B-49C6-A36B-EEC81F5F96FB}"/>
              </c:ext>
            </c:extLst>
          </c:dPt>
          <c:val>
            <c:numRef>
              <c:f>Sheet1!$A$2:$I$2</c:f>
              <c:numCache>
                <c:formatCode>General</c:formatCode>
                <c:ptCount val="9"/>
                <c:pt idx="1">
                  <c:v>0.31000000000000005</c:v>
                </c:pt>
                <c:pt idx="3">
                  <c:v>0.44015748031496066</c:v>
                </c:pt>
                <c:pt idx="4">
                  <c:v>6.1369000786782063E-2</c:v>
                </c:pt>
                <c:pt idx="5">
                  <c:v>0.14948859166011016</c:v>
                </c:pt>
                <c:pt idx="6">
                  <c:v>-0.12781286977208089</c:v>
                </c:pt>
                <c:pt idx="7">
                  <c:v>-2.9897718332022039E-2</c:v>
                </c:pt>
              </c:numCache>
            </c:numRef>
          </c:val>
          <c:extLst>
            <c:ext xmlns:c16="http://schemas.microsoft.com/office/drawing/2014/chart" uri="{C3380CC4-5D6E-409C-BE32-E72D297353CC}">
              <c16:uniqueId val="{00000007-A55B-49C6-A36B-EEC81F5F96FB}"/>
            </c:ext>
          </c:extLst>
        </c:ser>
        <c:dLbls>
          <c:showLegendKey val="0"/>
          <c:showVal val="0"/>
          <c:showCatName val="0"/>
          <c:showSerName val="0"/>
          <c:showPercent val="0"/>
          <c:showBubbleSize val="0"/>
        </c:dLbls>
        <c:gapWidth val="80"/>
        <c:overlap val="100"/>
        <c:axId val="789880671"/>
        <c:axId val="1"/>
      </c:barChart>
      <c:catAx>
        <c:axId val="78988067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At val="0"/>
        <c:auto val="0"/>
        <c:lblAlgn val="ctr"/>
        <c:lblOffset val="100"/>
        <c:noMultiLvlLbl val="0"/>
      </c:catAx>
      <c:valAx>
        <c:axId val="1"/>
        <c:scaling>
          <c:orientation val="minMax"/>
          <c:max val="1"/>
          <c:min val="-0.15771058810410288"/>
        </c:scaling>
        <c:delete val="0"/>
        <c:axPos val="l"/>
        <c:majorGridlines>
          <c:spPr>
            <a:ln>
              <a:noFill/>
            </a:ln>
          </c:spPr>
        </c:majorGridlines>
        <c:numFmt formatCode="General" sourceLinked="1"/>
        <c:majorTickMark val="none"/>
        <c:minorTickMark val="none"/>
        <c:tickLblPos val="none"/>
        <c:spPr>
          <a:ln>
            <a:noFill/>
          </a:ln>
        </c:spPr>
        <c:crossAx val="789880671"/>
        <c:crosses val="min"/>
        <c:crossBetween val="between"/>
      </c:valAx>
    </c:plotArea>
    <c:plotVisOnly val="0"/>
    <c:dispBlanksAs val="gap"/>
    <c:showDLblsOverMax val="1"/>
  </c:chart>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6313472262987967E-3"/>
          <c:y val="0.17312252964426877"/>
          <c:w val="0.98473730554740235"/>
          <c:h val="0.65375494071146245"/>
        </c:manualLayout>
      </c:layout>
      <c:barChart>
        <c:barDir val="col"/>
        <c:grouping val="stacked"/>
        <c:varyColors val="0"/>
        <c:ser>
          <c:idx val="0"/>
          <c:order val="0"/>
          <c:spPr>
            <a:noFill/>
            <a:ln>
              <a:noFill/>
            </a:ln>
          </c:spPr>
          <c:invertIfNegative val="0"/>
          <c:dPt>
            <c:idx val="0"/>
            <c:invertIfNegative val="0"/>
            <c:bubble3D val="0"/>
            <c:spPr>
              <a:solidFill>
                <a:srgbClr val="04748A"/>
              </a:solidFill>
              <a:ln>
                <a:noFill/>
              </a:ln>
            </c:spPr>
            <c:extLst>
              <c:ext xmlns:c16="http://schemas.microsoft.com/office/drawing/2014/chart" uri="{C3380CC4-5D6E-409C-BE32-E72D297353CC}">
                <c16:uniqueId val="{00000000-775C-4F4B-AE87-5D70EC7A4FE4}"/>
              </c:ext>
            </c:extLst>
          </c:dPt>
          <c:dPt>
            <c:idx val="2"/>
            <c:invertIfNegative val="0"/>
            <c:bubble3D val="0"/>
            <c:spPr>
              <a:solidFill>
                <a:srgbClr val="04748A"/>
              </a:solidFill>
              <a:ln>
                <a:noFill/>
              </a:ln>
            </c:spPr>
            <c:extLst>
              <c:ext xmlns:c16="http://schemas.microsoft.com/office/drawing/2014/chart" uri="{C3380CC4-5D6E-409C-BE32-E72D297353CC}">
                <c16:uniqueId val="{00000001-775C-4F4B-AE87-5D70EC7A4FE4}"/>
              </c:ext>
            </c:extLst>
          </c:dPt>
          <c:dPt>
            <c:idx val="8"/>
            <c:invertIfNegative val="0"/>
            <c:bubble3D val="0"/>
            <c:spPr>
              <a:solidFill>
                <a:srgbClr val="C4E0B2"/>
              </a:solidFill>
              <a:ln>
                <a:noFill/>
              </a:ln>
            </c:spPr>
            <c:extLst>
              <c:ext xmlns:c16="http://schemas.microsoft.com/office/drawing/2014/chart" uri="{C3380CC4-5D6E-409C-BE32-E72D297353CC}">
                <c16:uniqueId val="{00000002-775C-4F4B-AE87-5D70EC7A4FE4}"/>
              </c:ext>
            </c:extLst>
          </c:dPt>
          <c:dLbls>
            <c:dLbl>
              <c:idx val="0"/>
              <c:layout>
                <c:manualLayout>
                  <c:x val="0"/>
                  <c:y val="-3.952569169960474E-3"/>
                </c:manualLayout>
              </c:layout>
              <c:numFmt formatCode="#,##0.00;&quot;(&quot;#,##0.00&quot;)&quot;" sourceLinked="0"/>
              <c:spPr>
                <a:noFill/>
                <a:ln>
                  <a:noFill/>
                </a:ln>
              </c:spPr>
              <c:txPr>
                <a:bodyPr wrap="none"/>
                <a:lstStyle/>
                <a:p>
                  <a:pPr>
                    <a:defRPr sz="16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75C-4F4B-AE87-5D70EC7A4FE4}"/>
                </c:ext>
              </c:extLst>
            </c:dLbl>
            <c:dLbl>
              <c:idx val="2"/>
              <c:layout>
                <c:manualLayout>
                  <c:x val="0"/>
                  <c:y val="-0.32094861660079049"/>
                </c:manualLayout>
              </c:layout>
              <c:numFmt formatCode="#,##0.00;&quot;-&quot;#,##0.00" sourceLinked="0"/>
              <c:spPr>
                <a:noFill/>
                <a:ln>
                  <a:noFill/>
                </a:ln>
              </c:spPr>
              <c:txPr>
                <a:bodyPr wrap="none"/>
                <a:lstStyle/>
                <a:p>
                  <a:pPr>
                    <a:defRPr sz="16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75C-4F4B-AE87-5D70EC7A4FE4}"/>
                </c:ext>
              </c:extLst>
            </c:dLbl>
            <c:dLbl>
              <c:idx val="8"/>
              <c:layout>
                <c:manualLayout>
                  <c:x val="0"/>
                  <c:y val="-0.17233201581027668"/>
                </c:manualLayout>
              </c:layout>
              <c:numFmt formatCode="#,##0.00;&quot;-&quot;#,##0.00" sourceLinked="0"/>
              <c:spPr>
                <a:noFill/>
                <a:ln>
                  <a:noFill/>
                </a:ln>
              </c:spPr>
              <c:txPr>
                <a:bodyPr wrap="none"/>
                <a:lstStyle/>
                <a:p>
                  <a:pPr>
                    <a:defRPr sz="1600" b="1"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75C-4F4B-AE87-5D70EC7A4FE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0.19890453834115807</c:v>
                </c:pt>
                <c:pt idx="1">
                  <c:v>0.76447574334898283</c:v>
                </c:pt>
                <c:pt idx="2">
                  <c:v>0.76447574334898283</c:v>
                </c:pt>
                <c:pt idx="3">
                  <c:v>0.67699530516431927</c:v>
                </c:pt>
                <c:pt idx="4">
                  <c:v>0.58482003129890459</c:v>
                </c:pt>
                <c:pt idx="5">
                  <c:v>0.43380281690140848</c:v>
                </c:pt>
                <c:pt idx="6">
                  <c:v>0.38075117370892014</c:v>
                </c:pt>
                <c:pt idx="7">
                  <c:v>0.3101721439749609</c:v>
                </c:pt>
                <c:pt idx="8">
                  <c:v>0.31017214397496096</c:v>
                </c:pt>
              </c:numCache>
            </c:numRef>
          </c:val>
          <c:extLst>
            <c:ext xmlns:c16="http://schemas.microsoft.com/office/drawing/2014/chart" uri="{C3380CC4-5D6E-409C-BE32-E72D297353CC}">
              <c16:uniqueId val="{00000003-775C-4F4B-AE87-5D70EC7A4FE4}"/>
            </c:ext>
          </c:extLst>
        </c:ser>
        <c:ser>
          <c:idx val="1"/>
          <c:order val="1"/>
          <c:spPr>
            <a:solidFill>
              <a:srgbClr val="BFBFBF"/>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4-775C-4F4B-AE87-5D70EC7A4FE4}"/>
              </c:ext>
            </c:extLst>
          </c:dPt>
          <c:dPt>
            <c:idx val="1"/>
            <c:invertIfNegative val="0"/>
            <c:bubble3D val="0"/>
            <c:spPr>
              <a:solidFill>
                <a:srgbClr val="C0C0C0"/>
              </a:solidFill>
              <a:ln>
                <a:noFill/>
              </a:ln>
            </c:spPr>
            <c:extLst>
              <c:ext xmlns:c16="http://schemas.microsoft.com/office/drawing/2014/chart" uri="{C3380CC4-5D6E-409C-BE32-E72D297353CC}">
                <c16:uniqueId val="{00000005-775C-4F4B-AE87-5D70EC7A4FE4}"/>
              </c:ext>
            </c:extLst>
          </c:dPt>
          <c:dPt>
            <c:idx val="3"/>
            <c:invertIfNegative val="0"/>
            <c:bubble3D val="0"/>
            <c:spPr>
              <a:solidFill>
                <a:srgbClr val="C0C0C0"/>
              </a:solidFill>
              <a:ln>
                <a:noFill/>
              </a:ln>
            </c:spPr>
            <c:extLst>
              <c:ext xmlns:c16="http://schemas.microsoft.com/office/drawing/2014/chart" uri="{C3380CC4-5D6E-409C-BE32-E72D297353CC}">
                <c16:uniqueId val="{00000006-775C-4F4B-AE87-5D70EC7A4FE4}"/>
              </c:ext>
            </c:extLst>
          </c:dPt>
          <c:dLbls>
            <c:dLbl>
              <c:idx val="0"/>
              <c:layout>
                <c:manualLayout>
                  <c:x val="0"/>
                  <c:y val="-3.952569169960474E-3"/>
                </c:manualLayout>
              </c:layout>
              <c:numFmt formatCode="#,##0.00;&quot;(&quot;#,##0.00&quot;)&quot;" sourceLinked="0"/>
              <c:spPr>
                <a:noFill/>
                <a:ln>
                  <a:noFill/>
                </a:ln>
              </c:spPr>
              <c:txPr>
                <a:bodyPr wrap="none"/>
                <a:lstStyle/>
                <a:p>
                  <a:pPr>
                    <a:defRPr sz="16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75C-4F4B-AE87-5D70EC7A4FE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Sheet1!$A$2:$I$2</c:f>
              <c:numCache>
                <c:formatCode>General</c:formatCode>
                <c:ptCount val="9"/>
                <c:pt idx="0">
                  <c:v>0.78247261345852903</c:v>
                </c:pt>
                <c:pt idx="1">
                  <c:v>0.23474178403755874</c:v>
                </c:pt>
                <c:pt idx="3">
                  <c:v>8.7480438184663556E-2</c:v>
                </c:pt>
                <c:pt idx="4">
                  <c:v>9.2175273865414686E-2</c:v>
                </c:pt>
                <c:pt idx="5">
                  <c:v>0.1510172143974961</c:v>
                </c:pt>
                <c:pt idx="6">
                  <c:v>5.3051643192488285E-2</c:v>
                </c:pt>
                <c:pt idx="7">
                  <c:v>7.0579029733959298E-2</c:v>
                </c:pt>
              </c:numCache>
            </c:numRef>
          </c:val>
          <c:extLst>
            <c:ext xmlns:c16="http://schemas.microsoft.com/office/drawing/2014/chart" uri="{C3380CC4-5D6E-409C-BE32-E72D297353CC}">
              <c16:uniqueId val="{00000007-775C-4F4B-AE87-5D70EC7A4FE4}"/>
            </c:ext>
          </c:extLst>
        </c:ser>
        <c:ser>
          <c:idx val="2"/>
          <c:order val="2"/>
          <c:spPr>
            <a:solidFill>
              <a:srgbClr val="747977"/>
            </a:solidFill>
            <a:ln>
              <a:noFill/>
            </a:ln>
          </c:spPr>
          <c:invertIfNegative val="0"/>
          <c:val>
            <c:numRef>
              <c:f>Sheet1!$A$3:$I$3</c:f>
              <c:numCache>
                <c:formatCode>General</c:formatCode>
                <c:ptCount val="9"/>
                <c:pt idx="0">
                  <c:v>1.7840375586854473E-2</c:v>
                </c:pt>
              </c:numCache>
            </c:numRef>
          </c:val>
          <c:extLst>
            <c:ext xmlns:c16="http://schemas.microsoft.com/office/drawing/2014/chart" uri="{C3380CC4-5D6E-409C-BE32-E72D297353CC}">
              <c16:uniqueId val="{00000008-775C-4F4B-AE87-5D70EC7A4FE4}"/>
            </c:ext>
          </c:extLst>
        </c:ser>
        <c:dLbls>
          <c:showLegendKey val="0"/>
          <c:showVal val="0"/>
          <c:showCatName val="0"/>
          <c:showSerName val="0"/>
          <c:showPercent val="0"/>
          <c:showBubbleSize val="0"/>
        </c:dLbls>
        <c:gapWidth val="80"/>
        <c:overlap val="100"/>
        <c:axId val="1141173823"/>
        <c:axId val="1"/>
      </c:barChart>
      <c:catAx>
        <c:axId val="114117382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0.99921752738654157"/>
          <c:min val="0"/>
        </c:scaling>
        <c:delete val="0"/>
        <c:axPos val="l"/>
        <c:majorGridlines>
          <c:spPr>
            <a:ln>
              <a:noFill/>
            </a:ln>
          </c:spPr>
        </c:majorGridlines>
        <c:numFmt formatCode="General" sourceLinked="1"/>
        <c:majorTickMark val="none"/>
        <c:minorTickMark val="none"/>
        <c:tickLblPos val="none"/>
        <c:spPr>
          <a:ln>
            <a:noFill/>
          </a:ln>
        </c:spPr>
        <c:crossAx val="1141173823"/>
        <c:crosses val="min"/>
        <c:crossBetween val="between"/>
      </c:valAx>
    </c:plotArea>
    <c:plotVisOnly val="0"/>
    <c:dispBlanksAs val="gap"/>
    <c:showDLblsOverMax val="1"/>
  </c:chart>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8030513176144243E-2"/>
          <c:y val="0.10639645345155162"/>
          <c:w val="0.96393897364771153"/>
          <c:h val="0.78720709309689674"/>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0"/>
              <c:layout>
                <c:manualLayout>
                  <c:x val="0"/>
                  <c:y val="-2.5332488917036099E-3"/>
                </c:manualLayout>
              </c:layout>
              <c:numFmt formatCode="#,##0.00;&quot;-&quot;#,##0.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E1A-4B67-B07A-A3E1C51AF8FA}"/>
                </c:ext>
              </c:extLst>
            </c:dLbl>
            <c:dLbl>
              <c:idx val="1"/>
              <c:layout>
                <c:manualLayout>
                  <c:x val="0"/>
                  <c:y val="-2.5332488917036099E-3"/>
                </c:manualLayout>
              </c:layout>
              <c:numFmt formatCode="#,##0.00;&quot;-&quot;#,##0.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E1A-4B67-B07A-A3E1C51AF8FA}"/>
                </c:ext>
              </c:extLst>
            </c:dLbl>
            <c:dLbl>
              <c:idx val="2"/>
              <c:layout>
                <c:manualLayout>
                  <c:x val="0"/>
                  <c:y val="-2.5332488917036099E-3"/>
                </c:manualLayout>
              </c:layout>
              <c:numFmt formatCode="#,##0.00;&quot;-&quot;#,##0.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E1A-4B67-B07A-A3E1C51AF8F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0.25</c:v>
                </c:pt>
                <c:pt idx="1">
                  <c:v>0.25</c:v>
                </c:pt>
                <c:pt idx="2">
                  <c:v>0.25</c:v>
                </c:pt>
              </c:numCache>
            </c:numRef>
          </c:val>
          <c:extLst>
            <c:ext xmlns:c16="http://schemas.microsoft.com/office/drawing/2014/chart" uri="{C3380CC4-5D6E-409C-BE32-E72D297353CC}">
              <c16:uniqueId val="{00000003-FE1A-4B67-B07A-A3E1C51AF8FA}"/>
            </c:ext>
          </c:extLst>
        </c:ser>
        <c:ser>
          <c:idx val="1"/>
          <c:order val="1"/>
          <c:spPr>
            <a:solidFill>
              <a:srgbClr val="17B2AF"/>
            </a:solidFill>
            <a:ln w="9525" cmpd="sng" algn="ctr">
              <a:solidFill>
                <a:schemeClr val="bg1"/>
              </a:solidFill>
              <a:prstDash val="solid"/>
            </a:ln>
          </c:spPr>
          <c:invertIfNegative val="0"/>
          <c:dLbls>
            <c:dLbl>
              <c:idx val="0"/>
              <c:layout>
                <c:manualLayout>
                  <c:x val="0"/>
                  <c:y val="-1.8999366687777073E-3"/>
                </c:manualLayout>
              </c:layout>
              <c:numFmt formatCode="#,##0.00;&quot;-&quot;#,##0.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E1A-4B67-B07A-A3E1C51AF8FA}"/>
                </c:ext>
              </c:extLst>
            </c:dLbl>
            <c:dLbl>
              <c:idx val="1"/>
              <c:layout>
                <c:manualLayout>
                  <c:x val="0"/>
                  <c:y val="-1.8999366687777073E-3"/>
                </c:manualLayout>
              </c:layout>
              <c:numFmt formatCode="#,##0.00;&quot;-&quot;#,##0.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E1A-4B67-B07A-A3E1C51AF8FA}"/>
                </c:ext>
              </c:extLst>
            </c:dLbl>
            <c:dLbl>
              <c:idx val="2"/>
              <c:layout>
                <c:manualLayout>
                  <c:x val="0"/>
                  <c:y val="-1.8999366687777073E-3"/>
                </c:manualLayout>
              </c:layout>
              <c:numFmt formatCode="#,##0.00;&quot;-&quot;#,##0.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FE1A-4B67-B07A-A3E1C51AF8F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0.2</c:v>
                </c:pt>
                <c:pt idx="1">
                  <c:v>0.2</c:v>
                </c:pt>
                <c:pt idx="2">
                  <c:v>0.2</c:v>
                </c:pt>
              </c:numCache>
            </c:numRef>
          </c:val>
          <c:extLst>
            <c:ext xmlns:c16="http://schemas.microsoft.com/office/drawing/2014/chart" uri="{C3380CC4-5D6E-409C-BE32-E72D297353CC}">
              <c16:uniqueId val="{00000007-FE1A-4B67-B07A-A3E1C51AF8FA}"/>
            </c:ext>
          </c:extLst>
        </c:ser>
        <c:dLbls>
          <c:showLegendKey val="0"/>
          <c:showVal val="0"/>
          <c:showCatName val="0"/>
          <c:showSerName val="0"/>
          <c:showPercent val="0"/>
          <c:showBubbleSize val="0"/>
        </c:dLbls>
        <c:gapWidth val="90"/>
        <c:overlap val="100"/>
        <c:axId val="1366378719"/>
        <c:axId val="1"/>
      </c:barChart>
      <c:catAx>
        <c:axId val="136637871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0.45"/>
          <c:min val="0"/>
        </c:scaling>
        <c:delete val="0"/>
        <c:axPos val="l"/>
        <c:majorGridlines>
          <c:spPr>
            <a:ln>
              <a:noFill/>
            </a:ln>
          </c:spPr>
        </c:majorGridlines>
        <c:numFmt formatCode="General" sourceLinked="1"/>
        <c:majorTickMark val="none"/>
        <c:minorTickMark val="none"/>
        <c:tickLblPos val="none"/>
        <c:spPr>
          <a:ln>
            <a:noFill/>
          </a:ln>
        </c:spPr>
        <c:crossAx val="1366378719"/>
        <c:crosses val="min"/>
        <c:crossBetween val="between"/>
      </c:valAx>
    </c:plotArea>
    <c:plotVisOnly val="0"/>
    <c:dispBlanksAs val="gap"/>
    <c:showDLblsOverMax val="1"/>
  </c:chart>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1306441902468396E-2"/>
          <c:y val="6.2953995157384993E-2"/>
          <c:w val="0.93738711619506321"/>
          <c:h val="0.87409200968523004"/>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7739-487B-9A20-47FFC7F57943}"/>
              </c:ext>
            </c:extLst>
          </c:dPt>
          <c:val>
            <c:numRef>
              <c:f>Sheet1!$A$1:$B$1</c:f>
              <c:numCache>
                <c:formatCode>General</c:formatCode>
                <c:ptCount val="2"/>
                <c:pt idx="0">
                  <c:v>4.3457535999999992</c:v>
                </c:pt>
                <c:pt idx="1">
                  <c:v>6.092120758681598</c:v>
                </c:pt>
              </c:numCache>
            </c:numRef>
          </c:val>
          <c:extLst>
            <c:ext xmlns:c16="http://schemas.microsoft.com/office/drawing/2014/chart" uri="{C3380CC4-5D6E-409C-BE32-E72D297353CC}">
              <c16:uniqueId val="{00000001-7739-487B-9A20-47FFC7F57943}"/>
            </c:ext>
          </c:extLst>
        </c:ser>
        <c:dLbls>
          <c:showLegendKey val="0"/>
          <c:showVal val="0"/>
          <c:showCatName val="0"/>
          <c:showSerName val="0"/>
          <c:showPercent val="0"/>
          <c:showBubbleSize val="0"/>
        </c:dLbls>
        <c:gapWidth val="50"/>
        <c:overlap val="100"/>
        <c:axId val="1245058703"/>
        <c:axId val="1"/>
      </c:barChart>
      <c:catAx>
        <c:axId val="124505870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6.092120758681598"/>
          <c:min val="0"/>
        </c:scaling>
        <c:delete val="0"/>
        <c:axPos val="l"/>
        <c:majorGridlines>
          <c:spPr>
            <a:ln>
              <a:noFill/>
            </a:ln>
          </c:spPr>
        </c:majorGridlines>
        <c:numFmt formatCode="General" sourceLinked="1"/>
        <c:majorTickMark val="none"/>
        <c:minorTickMark val="none"/>
        <c:tickLblPos val="none"/>
        <c:spPr>
          <a:ln>
            <a:noFill/>
          </a:ln>
        </c:spPr>
        <c:crossAx val="1245058703"/>
        <c:crosses val="min"/>
        <c:crossBetween val="between"/>
      </c:valAx>
    </c:plotArea>
    <c:plotVisOnly val="0"/>
    <c:dispBlanksAs val="gap"/>
    <c:showDLblsOverMax val="1"/>
  </c:chart>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3876221498371335E-2"/>
          <c:y val="6.6838046272493568E-2"/>
          <c:w val="0.93224755700325734"/>
          <c:h val="0.86632390745501286"/>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3372-47BB-80F7-76989FB5C4F9}"/>
              </c:ext>
            </c:extLst>
          </c:dPt>
          <c:dPt>
            <c:idx val="1"/>
            <c:invertIfNegative val="0"/>
            <c:bubble3D val="0"/>
            <c:spPr>
              <a:solidFill>
                <a:srgbClr val="04748A"/>
              </a:solidFill>
              <a:ln w="9525" cmpd="sng" algn="ctr">
                <a:solidFill>
                  <a:schemeClr val="bg1"/>
                </a:solidFill>
                <a:prstDash val="solid"/>
              </a:ln>
            </c:spPr>
            <c:extLst>
              <c:ext xmlns:c16="http://schemas.microsoft.com/office/drawing/2014/chart" uri="{C3380CC4-5D6E-409C-BE32-E72D297353CC}">
                <c16:uniqueId val="{00000001-3372-47BB-80F7-76989FB5C4F9}"/>
              </c:ext>
            </c:extLst>
          </c:dPt>
          <c:val>
            <c:numRef>
              <c:f>Sheet1!$A$1:$C$1</c:f>
              <c:numCache>
                <c:formatCode>General</c:formatCode>
                <c:ptCount val="3"/>
                <c:pt idx="0">
                  <c:v>727100</c:v>
                </c:pt>
                <c:pt idx="1">
                  <c:v>2498185</c:v>
                </c:pt>
                <c:pt idx="2">
                  <c:v>4869958</c:v>
                </c:pt>
              </c:numCache>
            </c:numRef>
          </c:val>
          <c:extLst>
            <c:ext xmlns:c16="http://schemas.microsoft.com/office/drawing/2014/chart" uri="{C3380CC4-5D6E-409C-BE32-E72D297353CC}">
              <c16:uniqueId val="{00000002-3372-47BB-80F7-76989FB5C4F9}"/>
            </c:ext>
          </c:extLst>
        </c:ser>
        <c:dLbls>
          <c:showLegendKey val="0"/>
          <c:showVal val="0"/>
          <c:showCatName val="0"/>
          <c:showSerName val="0"/>
          <c:showPercent val="0"/>
          <c:showBubbleSize val="0"/>
        </c:dLbls>
        <c:gapWidth val="90"/>
        <c:overlap val="100"/>
        <c:axId val="1343924400"/>
        <c:axId val="1"/>
      </c:barChart>
      <c:catAx>
        <c:axId val="1343924400"/>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869958"/>
          <c:min val="0"/>
        </c:scaling>
        <c:delete val="0"/>
        <c:axPos val="l"/>
        <c:majorGridlines>
          <c:spPr>
            <a:ln>
              <a:noFill/>
            </a:ln>
          </c:spPr>
        </c:majorGridlines>
        <c:numFmt formatCode="General" sourceLinked="1"/>
        <c:majorTickMark val="none"/>
        <c:minorTickMark val="none"/>
        <c:tickLblPos val="none"/>
        <c:spPr>
          <a:ln>
            <a:noFill/>
          </a:ln>
        </c:spPr>
        <c:crossAx val="1343924400"/>
        <c:crosses val="min"/>
        <c:crossBetween val="between"/>
      </c:valAx>
    </c:plotArea>
    <c:plotVisOnly val="0"/>
    <c:dispBlanksAs val="gap"/>
    <c:showDLblsOverMax val="1"/>
  </c:chart>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849217638691323E-2"/>
          <c:y val="0.14432989690721648"/>
          <c:w val="0.9630156472261735"/>
          <c:h val="0.71134020618556704"/>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4175-423B-8992-E0D496E2ADFF}"/>
              </c:ext>
            </c:extLst>
          </c:dPt>
          <c:dLbls>
            <c:dLbl>
              <c:idx val="0"/>
              <c:layout>
                <c:manualLayout>
                  <c:x val="0"/>
                  <c:y val="-0.1211340206185567"/>
                </c:manualLayout>
              </c:layout>
              <c:numFmt formatCode="#,##0;&quot;-&quot;#,##0" sourceLinked="0"/>
              <c:spPr>
                <a:noFill/>
                <a:ln>
                  <a:noFill/>
                </a:ln>
              </c:spPr>
              <c:txPr>
                <a:bodyPr wrap="none"/>
                <a:lstStyle/>
                <a:p>
                  <a:pPr>
                    <a:defRPr sz="12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175-423B-8992-E0D496E2ADF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45</c:v>
                </c:pt>
                <c:pt idx="1">
                  <c:v>103.22727272727252</c:v>
                </c:pt>
                <c:pt idx="2">
                  <c:v>205.22727272727252</c:v>
                </c:pt>
              </c:numCache>
            </c:numRef>
          </c:val>
          <c:extLst>
            <c:ext xmlns:c16="http://schemas.microsoft.com/office/drawing/2014/chart" uri="{C3380CC4-5D6E-409C-BE32-E72D297353CC}">
              <c16:uniqueId val="{00000001-4175-423B-8992-E0D496E2ADFF}"/>
            </c:ext>
          </c:extLst>
        </c:ser>
        <c:ser>
          <c:idx val="1"/>
          <c:order val="1"/>
          <c:spPr>
            <a:solidFill>
              <a:srgbClr val="17B2AF"/>
            </a:solidFill>
            <a:ln w="9525" cmpd="sng" algn="ctr">
              <a:solidFill>
                <a:schemeClr val="bg1"/>
              </a:solidFill>
              <a:prstDash val="solid"/>
            </a:ln>
          </c:spPr>
          <c:invertIfNegative val="0"/>
          <c:val>
            <c:numRef>
              <c:f>Sheet1!$A$2:$C$2</c:f>
              <c:numCache>
                <c:formatCode>General</c:formatCode>
                <c:ptCount val="3"/>
                <c:pt idx="1">
                  <c:v>2</c:v>
                </c:pt>
                <c:pt idx="2">
                  <c:v>58.227272727272521</c:v>
                </c:pt>
              </c:numCache>
            </c:numRef>
          </c:val>
          <c:extLst>
            <c:ext xmlns:c16="http://schemas.microsoft.com/office/drawing/2014/chart" uri="{C3380CC4-5D6E-409C-BE32-E72D297353CC}">
              <c16:uniqueId val="{00000002-4175-423B-8992-E0D496E2ADFF}"/>
            </c:ext>
          </c:extLst>
        </c:ser>
        <c:dLbls>
          <c:showLegendKey val="0"/>
          <c:showVal val="0"/>
          <c:showCatName val="0"/>
          <c:showSerName val="0"/>
          <c:showPercent val="0"/>
          <c:showBubbleSize val="0"/>
        </c:dLbls>
        <c:gapWidth val="150"/>
        <c:overlap val="100"/>
        <c:axId val="572018143"/>
        <c:axId val="1"/>
      </c:barChart>
      <c:catAx>
        <c:axId val="57201814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63.45454545454504"/>
          <c:min val="0"/>
        </c:scaling>
        <c:delete val="0"/>
        <c:axPos val="l"/>
        <c:majorGridlines>
          <c:spPr>
            <a:ln>
              <a:noFill/>
            </a:ln>
          </c:spPr>
        </c:majorGridlines>
        <c:numFmt formatCode="General" sourceLinked="1"/>
        <c:majorTickMark val="none"/>
        <c:minorTickMark val="none"/>
        <c:tickLblPos val="none"/>
        <c:spPr>
          <a:ln>
            <a:noFill/>
          </a:ln>
        </c:spPr>
        <c:crossAx val="572018143"/>
        <c:crosses val="min"/>
        <c:crossBetween val="between"/>
      </c:valAx>
    </c:plotArea>
    <c:plotVisOnly val="0"/>
    <c:dispBlanksAs val="gap"/>
    <c:showDLblsOverMax val="1"/>
  </c:chart>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636363636363636E-2"/>
          <c:y val="0.14023372287145242"/>
          <c:w val="0.95272727272727276"/>
          <c:h val="0.71953255425709517"/>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0"/>
              <c:layout>
                <c:manualLayout>
                  <c:x val="0"/>
                  <c:y val="-2.5041736227045075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506-42E5-9BD4-06887619F2D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43</c:v>
                </c:pt>
                <c:pt idx="1">
                  <c:v>63.144079885877332</c:v>
                </c:pt>
                <c:pt idx="2">
                  <c:v>87.144079885877332</c:v>
                </c:pt>
              </c:numCache>
            </c:numRef>
          </c:val>
          <c:extLst>
            <c:ext xmlns:c16="http://schemas.microsoft.com/office/drawing/2014/chart" uri="{C3380CC4-5D6E-409C-BE32-E72D297353CC}">
              <c16:uniqueId val="{00000001-1506-42E5-9BD4-06887619F2D2}"/>
            </c:ext>
          </c:extLst>
        </c:ser>
        <c:ser>
          <c:idx val="1"/>
          <c:order val="1"/>
          <c:spPr>
            <a:solidFill>
              <a:srgbClr val="17B2AF"/>
            </a:solidFill>
            <a:ln w="9525" cmpd="sng" algn="ctr">
              <a:solidFill>
                <a:schemeClr val="bg1"/>
              </a:solidFill>
              <a:prstDash val="solid"/>
            </a:ln>
          </c:spPr>
          <c:invertIfNegative val="0"/>
          <c:dLbls>
            <c:dLbl>
              <c:idx val="2"/>
              <c:layout>
                <c:manualLayout>
                  <c:x val="0"/>
                  <c:y val="-2.5041736227045075E-3"/>
                </c:manualLayout>
              </c:layout>
              <c:numFmt formatCode="#,##0;&quot;-&quot;#,##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506-42E5-9BD4-06887619F2D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2</c:v>
                </c:pt>
                <c:pt idx="1">
                  <c:v>6</c:v>
                </c:pt>
                <c:pt idx="2">
                  <c:v>10</c:v>
                </c:pt>
              </c:numCache>
            </c:numRef>
          </c:val>
          <c:extLst>
            <c:ext xmlns:c16="http://schemas.microsoft.com/office/drawing/2014/chart" uri="{C3380CC4-5D6E-409C-BE32-E72D297353CC}">
              <c16:uniqueId val="{00000003-1506-42E5-9BD4-06887619F2D2}"/>
            </c:ext>
          </c:extLst>
        </c:ser>
        <c:dLbls>
          <c:showLegendKey val="0"/>
          <c:showVal val="0"/>
          <c:showCatName val="0"/>
          <c:showSerName val="0"/>
          <c:showPercent val="0"/>
          <c:showBubbleSize val="0"/>
        </c:dLbls>
        <c:gapWidth val="150"/>
        <c:overlap val="100"/>
        <c:axId val="1535987040"/>
        <c:axId val="1"/>
      </c:barChart>
      <c:catAx>
        <c:axId val="1535987040"/>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97.144079885877332"/>
          <c:min val="0"/>
        </c:scaling>
        <c:delete val="0"/>
        <c:axPos val="l"/>
        <c:majorGridlines>
          <c:spPr>
            <a:ln>
              <a:noFill/>
            </a:ln>
          </c:spPr>
        </c:majorGridlines>
        <c:numFmt formatCode="General" sourceLinked="1"/>
        <c:majorTickMark val="none"/>
        <c:minorTickMark val="none"/>
        <c:tickLblPos val="none"/>
        <c:spPr>
          <a:ln>
            <a:noFill/>
          </a:ln>
        </c:spPr>
        <c:crossAx val="1535987040"/>
        <c:crosses val="min"/>
        <c:crossBetween val="between"/>
      </c:valAx>
    </c:plotArea>
    <c:plotVisOnly val="0"/>
    <c:dispBlanksAs val="gap"/>
    <c:showDLblsOverMax val="1"/>
  </c:chart>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45413870246085E-2"/>
          <c:y val="4.1666666666666664E-2"/>
          <c:w val="0.970917225950783"/>
          <c:h val="0.91666666666666663"/>
        </c:manualLayout>
      </c:layout>
      <c:barChart>
        <c:barDir val="bar"/>
        <c:grouping val="stacked"/>
        <c:varyColors val="0"/>
        <c:ser>
          <c:idx val="0"/>
          <c:order val="0"/>
          <c:spPr>
            <a:solidFill>
              <a:srgbClr val="04748A"/>
            </a:solidFill>
            <a:ln w="9525" cmpd="sng" algn="ctr">
              <a:solidFill>
                <a:schemeClr val="bg1"/>
              </a:solidFill>
              <a:prstDash val="solid"/>
            </a:ln>
          </c:spPr>
          <c:invertIfNegative val="0"/>
          <c:val>
            <c:numRef>
              <c:f>Sheet1!$A$1</c:f>
              <c:numCache>
                <c:formatCode>General</c:formatCode>
                <c:ptCount val="1"/>
                <c:pt idx="0">
                  <c:v>542168</c:v>
                </c:pt>
              </c:numCache>
            </c:numRef>
          </c:val>
          <c:extLst>
            <c:ext xmlns:c16="http://schemas.microsoft.com/office/drawing/2014/chart" uri="{C3380CC4-5D6E-409C-BE32-E72D297353CC}">
              <c16:uniqueId val="{00000000-9638-4BC9-8AD0-992AADB894AA}"/>
            </c:ext>
          </c:extLst>
        </c:ser>
        <c:ser>
          <c:idx val="1"/>
          <c:order val="1"/>
          <c:spPr>
            <a:solidFill>
              <a:srgbClr val="0581A2"/>
            </a:solidFill>
            <a:ln w="9525" cmpd="sng" algn="ctr">
              <a:solidFill>
                <a:schemeClr val="bg1"/>
              </a:solidFill>
              <a:prstDash val="solid"/>
            </a:ln>
          </c:spPr>
          <c:invertIfNegative val="0"/>
          <c:val>
            <c:numRef>
              <c:f>Sheet1!$A$2</c:f>
              <c:numCache>
                <c:formatCode>General</c:formatCode>
                <c:ptCount val="1"/>
                <c:pt idx="0">
                  <c:v>71417</c:v>
                </c:pt>
              </c:numCache>
            </c:numRef>
          </c:val>
          <c:extLst>
            <c:ext xmlns:c16="http://schemas.microsoft.com/office/drawing/2014/chart" uri="{C3380CC4-5D6E-409C-BE32-E72D297353CC}">
              <c16:uniqueId val="{00000001-9638-4BC9-8AD0-992AADB894AA}"/>
            </c:ext>
          </c:extLst>
        </c:ser>
        <c:ser>
          <c:idx val="2"/>
          <c:order val="2"/>
          <c:spPr>
            <a:solidFill>
              <a:srgbClr val="069DC5"/>
            </a:solidFill>
            <a:ln w="9525" cmpd="sng" algn="ctr">
              <a:solidFill>
                <a:schemeClr val="bg1"/>
              </a:solidFill>
              <a:prstDash val="solid"/>
            </a:ln>
          </c:spPr>
          <c:invertIfNegative val="0"/>
          <c:val>
            <c:numRef>
              <c:f>Sheet1!$A$3</c:f>
              <c:numCache>
                <c:formatCode>General</c:formatCode>
                <c:ptCount val="1"/>
                <c:pt idx="0">
                  <c:v>65643</c:v>
                </c:pt>
              </c:numCache>
            </c:numRef>
          </c:val>
          <c:extLst>
            <c:ext xmlns:c16="http://schemas.microsoft.com/office/drawing/2014/chart" uri="{C3380CC4-5D6E-409C-BE32-E72D297353CC}">
              <c16:uniqueId val="{00000002-9638-4BC9-8AD0-992AADB894AA}"/>
            </c:ext>
          </c:extLst>
        </c:ser>
        <c:ser>
          <c:idx val="3"/>
          <c:order val="3"/>
          <c:spPr>
            <a:solidFill>
              <a:srgbClr val="07C7F5"/>
            </a:solidFill>
            <a:ln w="9525" cmpd="sng" algn="ctr">
              <a:solidFill>
                <a:schemeClr val="bg1"/>
              </a:solidFill>
              <a:prstDash val="solid"/>
            </a:ln>
          </c:spPr>
          <c:invertIfNegative val="0"/>
          <c:val>
            <c:numRef>
              <c:f>Sheet1!$A$4</c:f>
              <c:numCache>
                <c:formatCode>General</c:formatCode>
                <c:ptCount val="1"/>
                <c:pt idx="0">
                  <c:v>62673</c:v>
                </c:pt>
              </c:numCache>
            </c:numRef>
          </c:val>
          <c:extLst>
            <c:ext xmlns:c16="http://schemas.microsoft.com/office/drawing/2014/chart" uri="{C3380CC4-5D6E-409C-BE32-E72D297353CC}">
              <c16:uniqueId val="{00000003-9638-4BC9-8AD0-992AADB894AA}"/>
            </c:ext>
          </c:extLst>
        </c:ser>
        <c:ser>
          <c:idx val="4"/>
          <c:order val="4"/>
          <c:spPr>
            <a:solidFill>
              <a:srgbClr val="17B2AF"/>
            </a:solidFill>
            <a:ln w="9525" cmpd="sng" algn="ctr">
              <a:solidFill>
                <a:schemeClr val="bg1"/>
              </a:solidFill>
              <a:prstDash val="solid"/>
            </a:ln>
          </c:spPr>
          <c:invertIfNegative val="0"/>
          <c:val>
            <c:numRef>
              <c:f>Sheet1!$A$5</c:f>
              <c:numCache>
                <c:formatCode>General</c:formatCode>
                <c:ptCount val="1"/>
                <c:pt idx="0">
                  <c:v>51108</c:v>
                </c:pt>
              </c:numCache>
            </c:numRef>
          </c:val>
          <c:extLst>
            <c:ext xmlns:c16="http://schemas.microsoft.com/office/drawing/2014/chart" uri="{C3380CC4-5D6E-409C-BE32-E72D297353CC}">
              <c16:uniqueId val="{00000004-9638-4BC9-8AD0-992AADB894AA}"/>
            </c:ext>
          </c:extLst>
        </c:ser>
        <c:dLbls>
          <c:showLegendKey val="0"/>
          <c:showVal val="0"/>
          <c:showCatName val="0"/>
          <c:showSerName val="0"/>
          <c:showPercent val="0"/>
          <c:showBubbleSize val="0"/>
        </c:dLbls>
        <c:gapWidth val="90"/>
        <c:overlap val="100"/>
        <c:axId val="627499712"/>
        <c:axId val="1"/>
      </c:barChart>
      <c:catAx>
        <c:axId val="627499712"/>
        <c:scaling>
          <c:orientation val="maxMin"/>
        </c:scaling>
        <c:delete val="0"/>
        <c:axPos val="l"/>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93009"/>
          <c:min val="0"/>
        </c:scaling>
        <c:delete val="0"/>
        <c:axPos val="t"/>
        <c:majorGridlines>
          <c:spPr>
            <a:ln>
              <a:noFill/>
            </a:ln>
          </c:spPr>
        </c:majorGridlines>
        <c:numFmt formatCode="General" sourceLinked="1"/>
        <c:majorTickMark val="none"/>
        <c:minorTickMark val="none"/>
        <c:tickLblPos val="none"/>
        <c:spPr>
          <a:ln>
            <a:noFill/>
          </a:ln>
        </c:spPr>
        <c:crossAx val="627499712"/>
        <c:crosses val="min"/>
        <c:crossBetween val="between"/>
      </c:valAx>
    </c:plotArea>
    <c:plotVisOnly val="0"/>
    <c:dispBlanksAs val="gap"/>
    <c:showDLblsOverMax val="1"/>
  </c:chart>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1306441902468396E-2"/>
          <c:y val="0.21099290780141844"/>
          <c:w val="0.93738711619506321"/>
          <c:h val="0.64007092198581561"/>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43B9-4597-8F2B-C8FB96950912}"/>
              </c:ext>
            </c:extLst>
          </c:dPt>
          <c:dLbls>
            <c:dLbl>
              <c:idx val="0"/>
              <c:layout>
                <c:manualLayout>
                  <c:x val="0"/>
                  <c:y val="-0.34397163120567376"/>
                </c:manualLayout>
              </c:layout>
              <c:numFmt formatCode="#,##0;&quot;-&quot;#,##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3B9-4597-8F2B-C8FB96950912}"/>
                </c:ext>
              </c:extLst>
            </c:dLbl>
            <c:dLbl>
              <c:idx val="1"/>
              <c:layout>
                <c:manualLayout>
                  <c:x val="0"/>
                  <c:y val="-0.38297872340425532"/>
                </c:manualLayout>
              </c:layout>
              <c:numFmt formatCode="#,##0;&quot;-&quot;#,##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3B9-4597-8F2B-C8FB9695091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814.29674</c:v>
                </c:pt>
                <c:pt idx="1">
                  <c:v>927.06788122585988</c:v>
                </c:pt>
              </c:numCache>
            </c:numRef>
          </c:val>
          <c:extLst>
            <c:ext xmlns:c16="http://schemas.microsoft.com/office/drawing/2014/chart" uri="{C3380CC4-5D6E-409C-BE32-E72D297353CC}">
              <c16:uniqueId val="{00000002-43B9-4597-8F2B-C8FB96950912}"/>
            </c:ext>
          </c:extLst>
        </c:ser>
        <c:dLbls>
          <c:showLegendKey val="0"/>
          <c:showVal val="0"/>
          <c:showCatName val="0"/>
          <c:showSerName val="0"/>
          <c:showPercent val="0"/>
          <c:showBubbleSize val="0"/>
        </c:dLbls>
        <c:gapWidth val="50"/>
        <c:overlap val="100"/>
        <c:axId val="1510840383"/>
        <c:axId val="1"/>
      </c:barChart>
      <c:catAx>
        <c:axId val="151084038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927.06788122585988"/>
          <c:min val="0"/>
        </c:scaling>
        <c:delete val="0"/>
        <c:axPos val="l"/>
        <c:majorGridlines>
          <c:spPr>
            <a:ln>
              <a:noFill/>
            </a:ln>
          </c:spPr>
        </c:majorGridlines>
        <c:numFmt formatCode="General" sourceLinked="1"/>
        <c:majorTickMark val="none"/>
        <c:minorTickMark val="none"/>
        <c:tickLblPos val="none"/>
        <c:spPr>
          <a:ln>
            <a:noFill/>
          </a:ln>
        </c:spPr>
        <c:crossAx val="1510840383"/>
        <c:crosses val="min"/>
        <c:crossBetween val="between"/>
      </c:valAx>
    </c:plotArea>
    <c:plotVisOnly val="0"/>
    <c:dispBlanksAs val="gap"/>
    <c:showDLblsOverMax val="1"/>
  </c:chart>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2358431860609833E-2"/>
          <c:y val="0.13849958779884583"/>
          <c:w val="0.93528313627878035"/>
          <c:h val="0.72300082440230828"/>
        </c:manualLayout>
      </c:layout>
      <c:barChart>
        <c:barDir val="col"/>
        <c:grouping val="stacked"/>
        <c:varyColors val="0"/>
        <c:ser>
          <c:idx val="0"/>
          <c:order val="0"/>
          <c:spPr>
            <a:solidFill>
              <a:srgbClr val="04748A"/>
            </a:solidFill>
            <a:ln w="9525" cmpd="sng" algn="ctr">
              <a:solidFill>
                <a:schemeClr val="bg1"/>
              </a:solidFill>
              <a:prstDash val="solid"/>
            </a:ln>
          </c:spPr>
          <c:invertIfNegative val="0"/>
          <c:dLbls>
            <c:dLbl>
              <c:idx val="0"/>
              <c:layout>
                <c:manualLayout>
                  <c:x val="0"/>
                  <c:y val="-2.4732069249793899E-3"/>
                </c:manualLayout>
              </c:layout>
              <c:numFmt formatCode="#,##0.0;&quot;-&quot;#,##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180-446F-82CD-73AF46EE7B43}"/>
                </c:ext>
              </c:extLst>
            </c:dLbl>
            <c:dLbl>
              <c:idx val="1"/>
              <c:layout>
                <c:manualLayout>
                  <c:x val="0"/>
                  <c:y val="-2.4732069249793899E-3"/>
                </c:manualLayout>
              </c:layout>
              <c:numFmt formatCode="#,##0.0;&quot;-&quot;#,##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180-446F-82CD-73AF46EE7B4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49.8</c:v>
                </c:pt>
                <c:pt idx="1">
                  <c:v>58.2</c:v>
                </c:pt>
              </c:numCache>
            </c:numRef>
          </c:val>
          <c:extLst>
            <c:ext xmlns:c16="http://schemas.microsoft.com/office/drawing/2014/chart" uri="{C3380CC4-5D6E-409C-BE32-E72D297353CC}">
              <c16:uniqueId val="{00000002-A180-446F-82CD-73AF46EE7B43}"/>
            </c:ext>
          </c:extLst>
        </c:ser>
        <c:ser>
          <c:idx val="1"/>
          <c:order val="1"/>
          <c:spPr>
            <a:solidFill>
              <a:srgbClr val="17B2AF"/>
            </a:solidFill>
            <a:ln w="9525" cmpd="sng" algn="ctr">
              <a:solidFill>
                <a:schemeClr val="bg1"/>
              </a:solidFill>
              <a:prstDash val="solid"/>
            </a:ln>
          </c:spPr>
          <c:invertIfNegative val="0"/>
          <c:dLbls>
            <c:dLbl>
              <c:idx val="0"/>
              <c:layout>
                <c:manualLayout>
                  <c:x val="0"/>
                  <c:y val="-3.2976092333058533E-3"/>
                </c:manualLayout>
              </c:layout>
              <c:numFmt formatCode="#,##0.0;&quot;-&quot;#,##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180-446F-82CD-73AF46EE7B43}"/>
                </c:ext>
              </c:extLst>
            </c:dLbl>
            <c:dLbl>
              <c:idx val="1"/>
              <c:layout>
                <c:manualLayout>
                  <c:x val="0"/>
                  <c:y val="-2.4732069249793899E-3"/>
                </c:manualLayout>
              </c:layout>
              <c:numFmt formatCode="#,##0.0;&quot;-&quot;#,##0.0" sourceLinked="0"/>
              <c:spPr>
                <a:noFill/>
                <a:ln>
                  <a:noFill/>
                </a:ln>
              </c:spPr>
              <c:txPr>
                <a:bodyPr wrap="none"/>
                <a:lstStyle/>
                <a:p>
                  <a:pPr>
                    <a:defRPr sz="1200" kern="1200">
                      <a:solidFill>
                        <a:schemeClr val="bg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180-446F-82CD-73AF46EE7B4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9.7999999999999972</c:v>
                </c:pt>
                <c:pt idx="1">
                  <c:v>12.099999999999994</c:v>
                </c:pt>
              </c:numCache>
            </c:numRef>
          </c:val>
          <c:extLst>
            <c:ext xmlns:c16="http://schemas.microsoft.com/office/drawing/2014/chart" uri="{C3380CC4-5D6E-409C-BE32-E72D297353CC}">
              <c16:uniqueId val="{00000005-A180-446F-82CD-73AF46EE7B43}"/>
            </c:ext>
          </c:extLst>
        </c:ser>
        <c:dLbls>
          <c:showLegendKey val="0"/>
          <c:showVal val="0"/>
          <c:showCatName val="0"/>
          <c:showSerName val="0"/>
          <c:showPercent val="0"/>
          <c:showBubbleSize val="0"/>
        </c:dLbls>
        <c:gapWidth val="50"/>
        <c:overlap val="100"/>
        <c:axId val="1604622271"/>
        <c:axId val="1"/>
      </c:barChart>
      <c:catAx>
        <c:axId val="160462227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0.3"/>
          <c:min val="0"/>
        </c:scaling>
        <c:delete val="0"/>
        <c:axPos val="l"/>
        <c:majorGridlines>
          <c:spPr>
            <a:ln>
              <a:noFill/>
            </a:ln>
          </c:spPr>
        </c:majorGridlines>
        <c:numFmt formatCode="General" sourceLinked="1"/>
        <c:majorTickMark val="none"/>
        <c:minorTickMark val="none"/>
        <c:tickLblPos val="none"/>
        <c:spPr>
          <a:ln>
            <a:noFill/>
          </a:ln>
        </c:spPr>
        <c:crossAx val="1604622271"/>
        <c:crosses val="min"/>
        <c:crossBetween val="between"/>
      </c:valAx>
    </c:plotArea>
    <c:plotVisOnly val="0"/>
    <c:dispBlanksAs val="gap"/>
    <c:showDLblsOverMax val="1"/>
  </c:chart>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741385192766974E-2"/>
          <c:y val="4.5060658578856154E-2"/>
          <c:w val="0.96451722961446607"/>
          <c:h val="0.90987868284228768"/>
        </c:manualLayout>
      </c:layout>
      <c:barChart>
        <c:barDir val="col"/>
        <c:grouping val="stacked"/>
        <c:varyColors val="0"/>
        <c:ser>
          <c:idx val="0"/>
          <c:order val="0"/>
          <c:spPr>
            <a:solidFill>
              <a:srgbClr val="04748A"/>
            </a:solidFill>
            <a:ln w="9525" cmpd="sng" algn="ctr">
              <a:solidFill>
                <a:schemeClr val="bg1"/>
              </a:solidFill>
              <a:prstDash val="solid"/>
            </a:ln>
          </c:spPr>
          <c:invertIfNegative val="0"/>
          <c:val>
            <c:numRef>
              <c:f>Sheet1!$A$1:$C$1</c:f>
              <c:numCache>
                <c:formatCode>General</c:formatCode>
                <c:ptCount val="3"/>
                <c:pt idx="0">
                  <c:v>0.12825</c:v>
                </c:pt>
                <c:pt idx="1">
                  <c:v>0.189</c:v>
                </c:pt>
                <c:pt idx="2">
                  <c:v>0.26437499999999997</c:v>
                </c:pt>
              </c:numCache>
            </c:numRef>
          </c:val>
          <c:extLst>
            <c:ext xmlns:c16="http://schemas.microsoft.com/office/drawing/2014/chart" uri="{C3380CC4-5D6E-409C-BE32-E72D297353CC}">
              <c16:uniqueId val="{00000000-D564-4FE1-A4C5-4E2B099449E4}"/>
            </c:ext>
          </c:extLst>
        </c:ser>
        <c:ser>
          <c:idx val="1"/>
          <c:order val="1"/>
          <c:spPr>
            <a:solidFill>
              <a:srgbClr val="17B2AF"/>
            </a:solidFill>
            <a:ln w="9525" cmpd="sng" algn="ctr">
              <a:solidFill>
                <a:schemeClr val="bg1"/>
              </a:solidFill>
              <a:prstDash val="solid"/>
            </a:ln>
          </c:spPr>
          <c:invertIfNegative val="0"/>
          <c:val>
            <c:numRef>
              <c:f>Sheet1!$A$2:$C$2</c:f>
              <c:numCache>
                <c:formatCode>General</c:formatCode>
                <c:ptCount val="3"/>
                <c:pt idx="0">
                  <c:v>0.26324999999999998</c:v>
                </c:pt>
                <c:pt idx="1">
                  <c:v>0.40199999999999997</c:v>
                </c:pt>
                <c:pt idx="2">
                  <c:v>0.5774999999999999</c:v>
                </c:pt>
              </c:numCache>
            </c:numRef>
          </c:val>
          <c:extLst>
            <c:ext xmlns:c16="http://schemas.microsoft.com/office/drawing/2014/chart" uri="{C3380CC4-5D6E-409C-BE32-E72D297353CC}">
              <c16:uniqueId val="{00000001-D564-4FE1-A4C5-4E2B099449E4}"/>
            </c:ext>
          </c:extLst>
        </c:ser>
        <c:ser>
          <c:idx val="2"/>
          <c:order val="2"/>
          <c:spPr>
            <a:solidFill>
              <a:srgbClr val="C0C0C0"/>
            </a:solidFill>
            <a:ln w="9525" cmpd="sng" algn="ctr">
              <a:solidFill>
                <a:schemeClr val="bg1"/>
              </a:solidFill>
              <a:prstDash val="solid"/>
            </a:ln>
          </c:spPr>
          <c:invertIfNegative val="0"/>
          <c:val>
            <c:numRef>
              <c:f>Sheet1!$A$3:$C$3</c:f>
              <c:numCache>
                <c:formatCode>General</c:formatCode>
                <c:ptCount val="3"/>
                <c:pt idx="0">
                  <c:v>0.19574999999999998</c:v>
                </c:pt>
                <c:pt idx="1">
                  <c:v>0.26700000000000002</c:v>
                </c:pt>
                <c:pt idx="2">
                  <c:v>0.34125000000000005</c:v>
                </c:pt>
              </c:numCache>
            </c:numRef>
          </c:val>
          <c:extLst>
            <c:ext xmlns:c16="http://schemas.microsoft.com/office/drawing/2014/chart" uri="{C3380CC4-5D6E-409C-BE32-E72D297353CC}">
              <c16:uniqueId val="{00000002-D564-4FE1-A4C5-4E2B099449E4}"/>
            </c:ext>
          </c:extLst>
        </c:ser>
        <c:dLbls>
          <c:showLegendKey val="0"/>
          <c:showVal val="0"/>
          <c:showCatName val="0"/>
          <c:showSerName val="0"/>
          <c:showPercent val="0"/>
          <c:showBubbleSize val="0"/>
        </c:dLbls>
        <c:gapWidth val="50"/>
        <c:overlap val="100"/>
        <c:axId val="969401776"/>
        <c:axId val="1"/>
      </c:barChart>
      <c:catAx>
        <c:axId val="96940177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183125"/>
          <c:min val="0"/>
        </c:scaling>
        <c:delete val="0"/>
        <c:axPos val="l"/>
        <c:majorGridlines>
          <c:spPr>
            <a:ln>
              <a:noFill/>
            </a:ln>
          </c:spPr>
        </c:majorGridlines>
        <c:numFmt formatCode="General" sourceLinked="1"/>
        <c:majorTickMark val="none"/>
        <c:minorTickMark val="none"/>
        <c:tickLblPos val="none"/>
        <c:spPr>
          <a:ln>
            <a:noFill/>
          </a:ln>
        </c:spPr>
        <c:crossAx val="969401776"/>
        <c:crosses val="min"/>
        <c:crossBetween val="between"/>
      </c:valAx>
    </c:plotArea>
    <c:plotVisOnly val="0"/>
    <c:dispBlanksAs val="gap"/>
    <c:showDLblsOverMax val="1"/>
  </c:chart>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1746031746031744E-2"/>
          <c:y val="0.2159709618874773"/>
          <c:w val="0.93650793650793651"/>
          <c:h val="0.63157894736842102"/>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8381-48BB-8AAB-2837E7F9759A}"/>
              </c:ext>
            </c:extLst>
          </c:dPt>
          <c:dLbls>
            <c:dLbl>
              <c:idx val="0"/>
              <c:layout>
                <c:manualLayout>
                  <c:x val="0"/>
                  <c:y val="-0.34845735027223229"/>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381-48BB-8AAB-2837E7F9759A}"/>
                </c:ext>
              </c:extLst>
            </c:dLbl>
            <c:dLbl>
              <c:idx val="1"/>
              <c:layout>
                <c:manualLayout>
                  <c:x val="0"/>
                  <c:y val="-0.38021778584392013"/>
                </c:manualLayout>
              </c:layout>
              <c:numFmt formatCode="#,##0.0;&quot;-&quot;#,##0.0" sourceLinked="0"/>
              <c:spPr>
                <a:noFill/>
                <a:ln>
                  <a:noFill/>
                </a:ln>
              </c:spPr>
              <c:txPr>
                <a:bodyPr wrap="none"/>
                <a:lstStyle/>
                <a:p>
                  <a:pPr>
                    <a:defRPr sz="1200" b="1" kern="1200">
                      <a:solidFill>
                        <a:srgbClr val="000000"/>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381-48BB-8AAB-2837E7F9759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222.46587187499998</c:v>
                </c:pt>
                <c:pt idx="1">
                  <c:v>247.61007704367182</c:v>
                </c:pt>
              </c:numCache>
            </c:numRef>
          </c:val>
          <c:extLst>
            <c:ext xmlns:c16="http://schemas.microsoft.com/office/drawing/2014/chart" uri="{C3380CC4-5D6E-409C-BE32-E72D297353CC}">
              <c16:uniqueId val="{00000002-8381-48BB-8AAB-2837E7F9759A}"/>
            </c:ext>
          </c:extLst>
        </c:ser>
        <c:dLbls>
          <c:showLegendKey val="0"/>
          <c:showVal val="0"/>
          <c:showCatName val="0"/>
          <c:showSerName val="0"/>
          <c:showPercent val="0"/>
          <c:showBubbleSize val="0"/>
        </c:dLbls>
        <c:gapWidth val="50"/>
        <c:overlap val="100"/>
        <c:axId val="1510789503"/>
        <c:axId val="1"/>
      </c:barChart>
      <c:catAx>
        <c:axId val="151078950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47.61007704367182"/>
          <c:min val="0"/>
        </c:scaling>
        <c:delete val="0"/>
        <c:axPos val="l"/>
        <c:majorGridlines>
          <c:spPr>
            <a:ln>
              <a:noFill/>
            </a:ln>
          </c:spPr>
        </c:majorGridlines>
        <c:numFmt formatCode="General" sourceLinked="1"/>
        <c:majorTickMark val="none"/>
        <c:minorTickMark val="none"/>
        <c:tickLblPos val="none"/>
        <c:spPr>
          <a:ln>
            <a:noFill/>
          </a:ln>
        </c:spPr>
        <c:crossAx val="1510789503"/>
        <c:crosses val="min"/>
        <c:crossBetween val="between"/>
      </c:valAx>
    </c:plotArea>
    <c:plotVisOnly val="0"/>
    <c:dispBlanksAs val="gap"/>
    <c:showDLblsOverMax val="1"/>
  </c:chart>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3854231006794316E-2"/>
          <c:y val="0.11363636363636363"/>
          <c:w val="0.92402717726991968"/>
          <c:h val="0.77272727272727271"/>
        </c:manualLayout>
      </c:layout>
      <c:doughnutChart>
        <c:varyColors val="0"/>
        <c:ser>
          <c:idx val="0"/>
          <c:order val="0"/>
          <c:dPt>
            <c:idx val="0"/>
            <c:bubble3D val="0"/>
            <c:spPr>
              <a:solidFill>
                <a:srgbClr val="BFBFBF"/>
              </a:solidFill>
              <a:ln>
                <a:noFill/>
              </a:ln>
            </c:spPr>
            <c:extLst>
              <c:ext xmlns:c16="http://schemas.microsoft.com/office/drawing/2014/chart" uri="{C3380CC4-5D6E-409C-BE32-E72D297353CC}">
                <c16:uniqueId val="{00000000-1DE6-4FB8-8BB1-73DC25164D69}"/>
              </c:ext>
            </c:extLst>
          </c:dPt>
          <c:dPt>
            <c:idx val="1"/>
            <c:bubble3D val="0"/>
            <c:spPr>
              <a:solidFill>
                <a:srgbClr val="04748A"/>
              </a:solidFill>
              <a:ln>
                <a:noFill/>
              </a:ln>
            </c:spPr>
            <c:extLst>
              <c:ext xmlns:c16="http://schemas.microsoft.com/office/drawing/2014/chart" uri="{C3380CC4-5D6E-409C-BE32-E72D297353CC}">
                <c16:uniqueId val="{00000001-1DE6-4FB8-8BB1-73DC25164D69}"/>
              </c:ext>
            </c:extLst>
          </c:dPt>
          <c:dPt>
            <c:idx val="2"/>
            <c:bubble3D val="0"/>
            <c:spPr>
              <a:solidFill>
                <a:srgbClr val="F0F0F0"/>
              </a:solidFill>
              <a:ln>
                <a:noFill/>
              </a:ln>
            </c:spPr>
            <c:extLst>
              <c:ext xmlns:c16="http://schemas.microsoft.com/office/drawing/2014/chart" uri="{C3380CC4-5D6E-409C-BE32-E72D297353CC}">
                <c16:uniqueId val="{00000002-1DE6-4FB8-8BB1-73DC25164D69}"/>
              </c:ext>
            </c:extLst>
          </c:dPt>
          <c:dLbls>
            <c:dLbl>
              <c:idx val="0"/>
              <c:layout>
                <c:manualLayout>
                  <c:x val="2.964793082149475E-2"/>
                  <c:y val="3.6673553719008267E-2"/>
                </c:manualLayout>
              </c:layout>
              <c:numFmt formatCode="#,##0&quot;%&quot;;&quot;-&quot;#,##0&quot;%&quot;" sourceLinked="0"/>
              <c:spPr>
                <a:noFill/>
                <a:ln>
                  <a:noFill/>
                </a:ln>
              </c:spPr>
              <c:txPr>
                <a:bodyPr wrap="none"/>
                <a:lstStyle/>
                <a:p>
                  <a:pPr>
                    <a:defRPr sz="1200" kern="1200">
                      <a:solidFill>
                        <a:srgbClr val="FFFFFF"/>
                      </a:solidFill>
                      <a:latin typeface="+mn-lt"/>
                      <a:ea typeface="+mn-ea"/>
                      <a:cs typeface="+mn-cs"/>
                      <a:sym typeface="Calibri"/>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DE6-4FB8-8BB1-73DC25164D69}"/>
                </c:ext>
              </c:extLst>
            </c:dLbl>
            <c:dLbl>
              <c:idx val="1"/>
              <c:layout>
                <c:manualLayout>
                  <c:x val="-5.8060531192093888E-2"/>
                  <c:y val="-3.0991735537190084E-3"/>
                </c:manualLayout>
              </c:layout>
              <c:numFmt formatCode="#,##0&quot;%&quot;;&quot;-&quot;#,##0&quot;%&quot;" sourceLinked="0"/>
              <c:spPr>
                <a:noFill/>
                <a:ln>
                  <a:noFill/>
                </a:ln>
              </c:spPr>
              <c:txPr>
                <a:bodyPr wrap="none"/>
                <a:lstStyle/>
                <a:p>
                  <a:pPr>
                    <a:defRPr sz="1200" kern="1200">
                      <a:solidFill>
                        <a:schemeClr val="bg1"/>
                      </a:solidFill>
                      <a:latin typeface="+mn-lt"/>
                      <a:ea typeface="+mn-ea"/>
                      <a:cs typeface="+mn-cs"/>
                      <a:sym typeface="Calibri"/>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DE6-4FB8-8BB1-73DC25164D69}"/>
                </c:ext>
              </c:extLst>
            </c:dLbl>
            <c:dLbl>
              <c:idx val="2"/>
              <c:layout>
                <c:manualLayout>
                  <c:x val="3.6442248301420628E-2"/>
                  <c:y val="-3.2024793388429749E-2"/>
                </c:manualLayout>
              </c:layout>
              <c:numFmt formatCode="#,##0&quot;%&quot;;&quot;-&quot;#,##0&quot;%&quot;" sourceLinked="0"/>
              <c:spPr>
                <a:noFill/>
                <a:ln>
                  <a:noFill/>
                </a:ln>
              </c:spPr>
              <c:txPr>
                <a:bodyPr wrap="none"/>
                <a:lstStyle/>
                <a:p>
                  <a:pPr>
                    <a:defRPr sz="1200" kern="1200">
                      <a:solidFill>
                        <a:schemeClr val="tx1"/>
                      </a:solidFill>
                      <a:latin typeface="+mn-lt"/>
                      <a:ea typeface="+mn-ea"/>
                      <a:cs typeface="+mn-cs"/>
                      <a:sym typeface="Calibri"/>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DE6-4FB8-8BB1-73DC25164D6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val>
            <c:numRef>
              <c:f>Sheet1!$A$1:$A$3</c:f>
              <c:numCache>
                <c:formatCode>General</c:formatCode>
                <c:ptCount val="3"/>
                <c:pt idx="0">
                  <c:v>26</c:v>
                </c:pt>
                <c:pt idx="1">
                  <c:v>43.4</c:v>
                </c:pt>
                <c:pt idx="2">
                  <c:v>30.599999999999998</c:v>
                </c:pt>
              </c:numCache>
            </c:numRef>
          </c:val>
          <c:extLst>
            <c:ext xmlns:c16="http://schemas.microsoft.com/office/drawing/2014/chart" uri="{C3380CC4-5D6E-409C-BE32-E72D297353CC}">
              <c16:uniqueId val="{00000003-1DE6-4FB8-8BB1-73DC25164D69}"/>
            </c:ext>
          </c:extLst>
        </c:ser>
        <c:dLbls>
          <c:showLegendKey val="0"/>
          <c:showVal val="0"/>
          <c:showCatName val="0"/>
          <c:showSerName val="0"/>
          <c:showPercent val="0"/>
          <c:showBubbleSize val="0"/>
          <c:showLeaderLines val="1"/>
        </c:dLbls>
        <c:firstSliceAng val="98"/>
        <c:holeSize val="50"/>
      </c:doughnutChart>
    </c:plotArea>
    <c:plotVisOnly val="0"/>
    <c:dispBlanksAs val="gap"/>
    <c:showDLblsOverMax val="1"/>
  </c:chart>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1396011396011396"/>
          <c:y val="0.145985401459854"/>
          <c:w val="0.75997150997150997"/>
          <c:h val="0.70802919708029199"/>
        </c:manualLayout>
      </c:layout>
      <c:doughnutChart>
        <c:varyColors val="0"/>
        <c:ser>
          <c:idx val="0"/>
          <c:order val="0"/>
          <c:dPt>
            <c:idx val="0"/>
            <c:bubble3D val="0"/>
            <c:spPr>
              <a:solidFill>
                <a:srgbClr val="F0F0F0"/>
              </a:solidFill>
              <a:ln>
                <a:noFill/>
              </a:ln>
            </c:spPr>
            <c:extLst>
              <c:ext xmlns:c16="http://schemas.microsoft.com/office/drawing/2014/chart" uri="{C3380CC4-5D6E-409C-BE32-E72D297353CC}">
                <c16:uniqueId val="{00000000-D7A1-4BF7-A79B-06D9D4AA744A}"/>
              </c:ext>
            </c:extLst>
          </c:dPt>
          <c:dPt>
            <c:idx val="1"/>
            <c:bubble3D val="0"/>
            <c:spPr>
              <a:solidFill>
                <a:srgbClr val="04748A"/>
              </a:solidFill>
              <a:ln>
                <a:noFill/>
              </a:ln>
            </c:spPr>
            <c:extLst>
              <c:ext xmlns:c16="http://schemas.microsoft.com/office/drawing/2014/chart" uri="{C3380CC4-5D6E-409C-BE32-E72D297353CC}">
                <c16:uniqueId val="{00000001-D7A1-4BF7-A79B-06D9D4AA744A}"/>
              </c:ext>
            </c:extLst>
          </c:dPt>
          <c:dLbls>
            <c:dLbl>
              <c:idx val="0"/>
              <c:layout>
                <c:manualLayout>
                  <c:x val="2.7777777777777776E-2"/>
                  <c:y val="0"/>
                </c:manualLayout>
              </c:layout>
              <c:numFmt formatCode="#,##0&quot;%&quot;;&quot;-&quot;#,##0&quot;%&quot;" sourceLinked="0"/>
              <c:spPr>
                <a:noFill/>
                <a:ln>
                  <a:noFill/>
                </a:ln>
              </c:spPr>
              <c:txPr>
                <a:bodyPr wrap="none"/>
                <a:lstStyle/>
                <a:p>
                  <a:pPr>
                    <a:defRPr sz="1200" kern="1200">
                      <a:solidFill>
                        <a:srgbClr val="000000"/>
                      </a:solidFill>
                      <a:latin typeface="+mn-lt"/>
                      <a:ea typeface="+mn-ea"/>
                      <a:cs typeface="+mn-cs"/>
                      <a:sym typeface="Calibri"/>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7A1-4BF7-A79B-06D9D4AA744A}"/>
                </c:ext>
              </c:extLst>
            </c:dLbl>
            <c:dLbl>
              <c:idx val="1"/>
              <c:layout>
                <c:manualLayout>
                  <c:x val="-2.8490028490028491E-2"/>
                  <c:y val="-3.9814200398142008E-3"/>
                </c:manualLayout>
              </c:layout>
              <c:numFmt formatCode="#,##0&quot;%&quot;;&quot;-&quot;#,##0&quot;%&quot;" sourceLinked="0"/>
              <c:spPr>
                <a:noFill/>
                <a:ln>
                  <a:noFill/>
                </a:ln>
              </c:spPr>
              <c:txPr>
                <a:bodyPr wrap="none"/>
                <a:lstStyle/>
                <a:p>
                  <a:pPr>
                    <a:defRPr sz="1200" kern="1200">
                      <a:solidFill>
                        <a:srgbClr val="FFFFFF"/>
                      </a:solidFill>
                      <a:latin typeface="+mn-lt"/>
                      <a:ea typeface="+mn-ea"/>
                      <a:cs typeface="+mn-cs"/>
                      <a:sym typeface="Calibri"/>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7A1-4BF7-A79B-06D9D4AA744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val>
            <c:numRef>
              <c:f>Sheet1!$A$1:$A$2</c:f>
              <c:numCache>
                <c:formatCode>General</c:formatCode>
                <c:ptCount val="2"/>
                <c:pt idx="0">
                  <c:v>62</c:v>
                </c:pt>
                <c:pt idx="1">
                  <c:v>38</c:v>
                </c:pt>
              </c:numCache>
            </c:numRef>
          </c:val>
          <c:extLst>
            <c:ext xmlns:c16="http://schemas.microsoft.com/office/drawing/2014/chart" uri="{C3380CC4-5D6E-409C-BE32-E72D297353CC}">
              <c16:uniqueId val="{00000002-D7A1-4BF7-A79B-06D9D4AA744A}"/>
            </c:ext>
          </c:extLst>
        </c:ser>
        <c:dLbls>
          <c:showLegendKey val="0"/>
          <c:showVal val="0"/>
          <c:showCatName val="0"/>
          <c:showSerName val="0"/>
          <c:showPercent val="0"/>
          <c:showBubbleSize val="0"/>
          <c:showLeaderLines val="1"/>
        </c:dLbls>
        <c:firstSliceAng val="338"/>
        <c:holeSize val="50"/>
      </c:doughnutChart>
    </c:plotArea>
    <c:plotVisOnly val="0"/>
    <c:dispBlanksAs val="gap"/>
    <c:showDLblsOverMax val="1"/>
  </c:chart>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0100502512562814E-2"/>
          <c:y val="2.8276237085372486E-2"/>
          <c:w val="0.95979899497487442"/>
          <c:h val="0.94344752582925506"/>
        </c:manualLayout>
      </c:layout>
      <c:barChart>
        <c:barDir val="col"/>
        <c:grouping val="stacked"/>
        <c:varyColors val="0"/>
        <c:ser>
          <c:idx val="0"/>
          <c:order val="0"/>
          <c:spPr>
            <a:solidFill>
              <a:srgbClr val="F0F0F0"/>
            </a:solidFill>
            <a:ln>
              <a:noFill/>
            </a:ln>
          </c:spPr>
          <c:invertIfNegative val="0"/>
          <c:val>
            <c:numRef>
              <c:f>Sheet1!$A$1:$B$1</c:f>
              <c:numCache>
                <c:formatCode>General</c:formatCode>
                <c:ptCount val="2"/>
                <c:pt idx="0">
                  <c:v>633.04600000000005</c:v>
                </c:pt>
                <c:pt idx="1">
                  <c:v>679.82999999999993</c:v>
                </c:pt>
              </c:numCache>
            </c:numRef>
          </c:val>
          <c:extLst>
            <c:ext xmlns:c16="http://schemas.microsoft.com/office/drawing/2014/chart" uri="{C3380CC4-5D6E-409C-BE32-E72D297353CC}">
              <c16:uniqueId val="{00000000-48D3-47C1-AA81-B3B4CA44AF4C}"/>
            </c:ext>
          </c:extLst>
        </c:ser>
        <c:ser>
          <c:idx val="1"/>
          <c:order val="1"/>
          <c:spPr>
            <a:solidFill>
              <a:srgbClr val="04748A"/>
            </a:solidFill>
            <a:ln>
              <a:noFill/>
            </a:ln>
          </c:spPr>
          <c:invertIfNegative val="0"/>
          <c:val>
            <c:numRef>
              <c:f>Sheet1!$A$2:$B$2</c:f>
              <c:numCache>
                <c:formatCode>General</c:formatCode>
                <c:ptCount val="2"/>
                <c:pt idx="0">
                  <c:v>232.95399999999995</c:v>
                </c:pt>
                <c:pt idx="1">
                  <c:v>250.17000000000007</c:v>
                </c:pt>
              </c:numCache>
            </c:numRef>
          </c:val>
          <c:extLst>
            <c:ext xmlns:c16="http://schemas.microsoft.com/office/drawing/2014/chart" uri="{C3380CC4-5D6E-409C-BE32-E72D297353CC}">
              <c16:uniqueId val="{00000001-48D3-47C1-AA81-B3B4CA44AF4C}"/>
            </c:ext>
          </c:extLst>
        </c:ser>
        <c:dLbls>
          <c:showLegendKey val="0"/>
          <c:showVal val="0"/>
          <c:showCatName val="0"/>
          <c:showSerName val="0"/>
          <c:showPercent val="0"/>
          <c:showBubbleSize val="0"/>
        </c:dLbls>
        <c:gapWidth val="80"/>
        <c:overlap val="100"/>
        <c:axId val="2031484255"/>
        <c:axId val="1"/>
      </c:barChart>
      <c:catAx>
        <c:axId val="203148425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930"/>
          <c:min val="0"/>
        </c:scaling>
        <c:delete val="0"/>
        <c:axPos val="l"/>
        <c:majorGridlines>
          <c:spPr>
            <a:ln>
              <a:noFill/>
            </a:ln>
          </c:spPr>
        </c:majorGridlines>
        <c:numFmt formatCode="General" sourceLinked="1"/>
        <c:majorTickMark val="none"/>
        <c:minorTickMark val="none"/>
        <c:tickLblPos val="none"/>
        <c:spPr>
          <a:ln>
            <a:noFill/>
          </a:ln>
        </c:spPr>
        <c:crossAx val="2031484255"/>
        <c:crosses val="min"/>
        <c:crossBetween val="between"/>
      </c:valAx>
    </c:plotArea>
    <c:plotVisOnly val="0"/>
    <c:dispBlanksAs val="gap"/>
    <c:showDLblsOverMax val="1"/>
  </c:chart>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3603603603603604"/>
          <c:y val="7.5641602881584877E-2"/>
          <c:w val="0.52732732732732734"/>
          <c:h val="0.84871679423683022"/>
        </c:manualLayout>
      </c:layout>
      <c:barChart>
        <c:barDir val="col"/>
        <c:grouping val="stacked"/>
        <c:varyColors val="0"/>
        <c:ser>
          <c:idx val="0"/>
          <c:order val="0"/>
          <c:spPr>
            <a:solidFill>
              <a:srgbClr val="F0F0F0"/>
            </a:solidFill>
            <a:ln>
              <a:noFill/>
            </a:ln>
          </c:spPr>
          <c:invertIfNegative val="0"/>
          <c:dLbls>
            <c:dLbl>
              <c:idx val="0"/>
              <c:layout>
                <c:manualLayout>
                  <c:x val="0"/>
                  <c:y val="-1.3507429085997298E-3"/>
                </c:manualLayout>
              </c:layout>
              <c:numFmt formatCode="#,##0.0&quot;%&quot;;&quot;-&quot;#,##0.0&quot;%&quot;" sourceLinked="0"/>
              <c:spPr>
                <a:noFill/>
                <a:ln>
                  <a:noFill/>
                </a:ln>
              </c:spPr>
              <c:txPr>
                <a:bodyPr wrap="none"/>
                <a:lstStyle/>
                <a:p>
                  <a:pPr>
                    <a:defRPr sz="1200" kern="1200">
                      <a:solidFill>
                        <a:srgbClr val="000000"/>
                      </a:solidFill>
                      <a:latin typeface="Calibri"/>
                      <a:ea typeface="Calibri"/>
                      <a:cs typeface="Calibri"/>
                      <a:sym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37C-483D-BCC6-E57A5486977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70</c:v>
                </c:pt>
              </c:numCache>
            </c:numRef>
          </c:val>
          <c:extLst>
            <c:ext xmlns:c16="http://schemas.microsoft.com/office/drawing/2014/chart" uri="{C3380CC4-5D6E-409C-BE32-E72D297353CC}">
              <c16:uniqueId val="{00000001-537C-483D-BCC6-E57A5486977F}"/>
            </c:ext>
          </c:extLst>
        </c:ser>
        <c:ser>
          <c:idx val="1"/>
          <c:order val="1"/>
          <c:spPr>
            <a:solidFill>
              <a:srgbClr val="04748A"/>
            </a:solidFill>
            <a:ln>
              <a:noFill/>
            </a:ln>
          </c:spPr>
          <c:invertIfNegative val="0"/>
          <c:dLbls>
            <c:dLbl>
              <c:idx val="0"/>
              <c:layout>
                <c:manualLayout>
                  <c:x val="0"/>
                  <c:y val="-1.3507429085997298E-3"/>
                </c:manualLayout>
              </c:layout>
              <c:numFmt formatCode="#,##0.0&quot;%&quot;;&quot;-&quot;#,##0.0&quot;%&quot;" sourceLinked="0"/>
              <c:spPr>
                <a:noFill/>
                <a:ln>
                  <a:noFill/>
                </a:ln>
              </c:spPr>
              <c:txPr>
                <a:bodyPr wrap="none"/>
                <a:lstStyle/>
                <a:p>
                  <a:pPr>
                    <a:defRPr sz="1200" kern="1200">
                      <a:solidFill>
                        <a:srgbClr val="FFFFFF"/>
                      </a:solidFill>
                      <a:latin typeface="+mn-lt"/>
                      <a:ea typeface="+mn-ea"/>
                      <a:cs typeface="Calibri"/>
                      <a:sym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37C-483D-BCC6-E57A5486977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30.000000000000004</c:v>
                </c:pt>
              </c:numCache>
            </c:numRef>
          </c:val>
          <c:extLst>
            <c:ext xmlns:c16="http://schemas.microsoft.com/office/drawing/2014/chart" uri="{C3380CC4-5D6E-409C-BE32-E72D297353CC}">
              <c16:uniqueId val="{00000003-537C-483D-BCC6-E57A5486977F}"/>
            </c:ext>
          </c:extLst>
        </c:ser>
        <c:dLbls>
          <c:showLegendKey val="0"/>
          <c:showVal val="0"/>
          <c:showCatName val="0"/>
          <c:showSerName val="0"/>
          <c:showPercent val="0"/>
          <c:showBubbleSize val="0"/>
        </c:dLbls>
        <c:gapWidth val="80"/>
        <c:overlap val="100"/>
        <c:axId val="2031533215"/>
        <c:axId val="1"/>
      </c:barChart>
      <c:catAx>
        <c:axId val="203153321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General" sourceLinked="1"/>
        <c:majorTickMark val="none"/>
        <c:minorTickMark val="none"/>
        <c:tickLblPos val="none"/>
        <c:spPr>
          <a:ln>
            <a:noFill/>
          </a:ln>
        </c:spPr>
        <c:crossAx val="2031533215"/>
        <c:crosses val="min"/>
        <c:crossBetween val="between"/>
      </c:valAx>
    </c:plotArea>
    <c:plotVisOnly val="0"/>
    <c:dispBlanksAs val="gap"/>
    <c:showDLblsOverMax val="1"/>
  </c:chart>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0100502512562814E-2"/>
          <c:y val="2.6143790849673203E-2"/>
          <c:w val="0.95979899497487442"/>
          <c:h val="0.94771241830065356"/>
        </c:manualLayout>
      </c:layout>
      <c:barChart>
        <c:barDir val="col"/>
        <c:grouping val="stacked"/>
        <c:varyColors val="0"/>
        <c:ser>
          <c:idx val="0"/>
          <c:order val="0"/>
          <c:spPr>
            <a:solidFill>
              <a:srgbClr val="F0F0F0"/>
            </a:solidFill>
            <a:ln>
              <a:noFill/>
            </a:ln>
          </c:spPr>
          <c:invertIfNegative val="0"/>
          <c:val>
            <c:numRef>
              <c:f>Sheet1!$A$1:$B$1</c:f>
              <c:numCache>
                <c:formatCode>General</c:formatCode>
                <c:ptCount val="2"/>
                <c:pt idx="0">
                  <c:v>42854.761165048694</c:v>
                </c:pt>
                <c:pt idx="1">
                  <c:v>75213.952427184791</c:v>
                </c:pt>
              </c:numCache>
            </c:numRef>
          </c:val>
          <c:extLst>
            <c:ext xmlns:c16="http://schemas.microsoft.com/office/drawing/2014/chart" uri="{C3380CC4-5D6E-409C-BE32-E72D297353CC}">
              <c16:uniqueId val="{00000000-9CCA-4192-983B-E5F4F9CE97F6}"/>
            </c:ext>
          </c:extLst>
        </c:ser>
        <c:ser>
          <c:idx val="1"/>
          <c:order val="1"/>
          <c:spPr>
            <a:solidFill>
              <a:srgbClr val="04748A"/>
            </a:solidFill>
            <a:ln>
              <a:noFill/>
            </a:ln>
          </c:spPr>
          <c:invertIfNegative val="0"/>
          <c:val>
            <c:numRef>
              <c:f>Sheet1!$A$2:$B$2</c:f>
              <c:numCache>
                <c:formatCode>General</c:formatCode>
                <c:ptCount val="2"/>
                <c:pt idx="0">
                  <c:v>10246.5</c:v>
                </c:pt>
                <c:pt idx="1">
                  <c:v>10929.600000000093</c:v>
                </c:pt>
              </c:numCache>
            </c:numRef>
          </c:val>
          <c:extLst>
            <c:ext xmlns:c16="http://schemas.microsoft.com/office/drawing/2014/chart" uri="{C3380CC4-5D6E-409C-BE32-E72D297353CC}">
              <c16:uniqueId val="{00000001-9CCA-4192-983B-E5F4F9CE97F6}"/>
            </c:ext>
          </c:extLst>
        </c:ser>
        <c:dLbls>
          <c:showLegendKey val="0"/>
          <c:showVal val="0"/>
          <c:showCatName val="0"/>
          <c:showSerName val="0"/>
          <c:showPercent val="0"/>
          <c:showBubbleSize val="0"/>
        </c:dLbls>
        <c:gapWidth val="80"/>
        <c:overlap val="100"/>
        <c:axId val="1969306768"/>
        <c:axId val="1"/>
      </c:barChart>
      <c:catAx>
        <c:axId val="196930676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86143.552427184884"/>
          <c:min val="0"/>
        </c:scaling>
        <c:delete val="0"/>
        <c:axPos val="l"/>
        <c:majorGridlines>
          <c:spPr>
            <a:ln>
              <a:noFill/>
            </a:ln>
          </c:spPr>
        </c:majorGridlines>
        <c:numFmt formatCode="General" sourceLinked="1"/>
        <c:majorTickMark val="none"/>
        <c:minorTickMark val="none"/>
        <c:tickLblPos val="none"/>
        <c:spPr>
          <a:ln>
            <a:noFill/>
          </a:ln>
        </c:spPr>
        <c:crossAx val="1969306768"/>
        <c:crosses val="min"/>
        <c:crossBetween val="between"/>
      </c:valAx>
    </c:plotArea>
    <c:plotVisOnly val="0"/>
    <c:dispBlanksAs val="gap"/>
    <c:showDLblsOverMax val="1"/>
  </c:chart>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4324324324324326"/>
          <c:y val="7.720588235294118E-2"/>
          <c:w val="0.51351351351351349"/>
          <c:h val="0.84558823529411764"/>
        </c:manualLayout>
      </c:layout>
      <c:barChart>
        <c:barDir val="col"/>
        <c:grouping val="stacked"/>
        <c:varyColors val="0"/>
        <c:ser>
          <c:idx val="0"/>
          <c:order val="0"/>
          <c:spPr>
            <a:solidFill>
              <a:srgbClr val="969696"/>
            </a:solidFill>
            <a:ln>
              <a:noFill/>
            </a:ln>
          </c:spPr>
          <c:invertIfNegative val="0"/>
          <c:dLbls>
            <c:dLbl>
              <c:idx val="0"/>
              <c:layout>
                <c:manualLayout>
                  <c:x val="0"/>
                  <c:y val="-1.838235294117647E-3"/>
                </c:manualLayout>
              </c:layout>
              <c:numFmt formatCode="#,##0.0&quot;%&quot;;&quot;-&quot;#,##0.0&quot;%&quot;" sourceLinked="0"/>
              <c:spPr>
                <a:noFill/>
                <a:ln>
                  <a:noFill/>
                </a:ln>
              </c:spPr>
              <c:txPr>
                <a:bodyPr wrap="none"/>
                <a:lstStyle/>
                <a:p>
                  <a:pPr>
                    <a:defRPr sz="1200" kern="1200">
                      <a:solidFill>
                        <a:srgbClr val="FFFFFF"/>
                      </a:solidFill>
                      <a:latin typeface="Calibri"/>
                      <a:ea typeface="Calibri"/>
                      <a:cs typeface="Calibri"/>
                      <a:sym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9E2-48EA-8A9F-D7EEA1018DE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31.7</c:v>
                </c:pt>
              </c:numCache>
            </c:numRef>
          </c:val>
          <c:extLst>
            <c:ext xmlns:c16="http://schemas.microsoft.com/office/drawing/2014/chart" uri="{C3380CC4-5D6E-409C-BE32-E72D297353CC}">
              <c16:uniqueId val="{00000001-99E2-48EA-8A9F-D7EEA1018DE0}"/>
            </c:ext>
          </c:extLst>
        </c:ser>
        <c:ser>
          <c:idx val="1"/>
          <c:order val="1"/>
          <c:spPr>
            <a:solidFill>
              <a:srgbClr val="BFBFBF"/>
            </a:solidFill>
            <a:ln>
              <a:noFill/>
            </a:ln>
          </c:spPr>
          <c:invertIfNegative val="0"/>
          <c:dLbls>
            <c:dLbl>
              <c:idx val="0"/>
              <c:layout>
                <c:manualLayout>
                  <c:x val="0"/>
                  <c:y val="-1.838235294117647E-3"/>
                </c:manualLayout>
              </c:layout>
              <c:numFmt formatCode="#,##0.0&quot;%&quot;;&quot;-&quot;#,##0.0&quot;%&quot;" sourceLinked="0"/>
              <c:spPr>
                <a:noFill/>
                <a:ln>
                  <a:noFill/>
                </a:ln>
              </c:spPr>
              <c:txPr>
                <a:bodyPr wrap="none"/>
                <a:lstStyle/>
                <a:p>
                  <a:pPr>
                    <a:defRPr sz="1200" kern="1200">
                      <a:solidFill>
                        <a:schemeClr val="tx1"/>
                      </a:solidFill>
                      <a:latin typeface="Calibri"/>
                      <a:ea typeface="Calibri"/>
                      <a:cs typeface="Calibri"/>
                      <a:sym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9E2-48EA-8A9F-D7EEA1018DE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55.800000000000004</c:v>
                </c:pt>
              </c:numCache>
            </c:numRef>
          </c:val>
          <c:extLst>
            <c:ext xmlns:c16="http://schemas.microsoft.com/office/drawing/2014/chart" uri="{C3380CC4-5D6E-409C-BE32-E72D297353CC}">
              <c16:uniqueId val="{00000003-99E2-48EA-8A9F-D7EEA1018DE0}"/>
            </c:ext>
          </c:extLst>
        </c:ser>
        <c:ser>
          <c:idx val="2"/>
          <c:order val="2"/>
          <c:spPr>
            <a:solidFill>
              <a:srgbClr val="F0F0F0"/>
            </a:solidFill>
            <a:ln>
              <a:noFill/>
            </a:ln>
          </c:spPr>
          <c:invertIfNegative val="0"/>
          <c:dLbls>
            <c:dLbl>
              <c:idx val="0"/>
              <c:layout>
                <c:manualLayout>
                  <c:x val="0"/>
                  <c:y val="-1.838235294117647E-3"/>
                </c:manualLayout>
              </c:layout>
              <c:numFmt formatCode="#,##0.0&quot;%&quot;;&quot;-&quot;#,##0.0&quot;%&quot;" sourceLinked="0"/>
              <c:spPr>
                <a:noFill/>
                <a:ln>
                  <a:noFill/>
                </a:ln>
              </c:spPr>
              <c:txPr>
                <a:bodyPr wrap="none"/>
                <a:lstStyle/>
                <a:p>
                  <a:pPr>
                    <a:defRPr sz="1200" kern="1200">
                      <a:solidFill>
                        <a:schemeClr val="tx1"/>
                      </a:solidFill>
                      <a:latin typeface="+mn-lt"/>
                      <a:ea typeface="+mn-ea"/>
                      <a:cs typeface="Calibri"/>
                      <a:sym typeface="Calibri"/>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9E2-48EA-8A9F-D7EEA1018DE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f>
              <c:numCache>
                <c:formatCode>General</c:formatCode>
                <c:ptCount val="1"/>
                <c:pt idx="0">
                  <c:v>9.1999999999999975</c:v>
                </c:pt>
              </c:numCache>
            </c:numRef>
          </c:val>
          <c:extLst>
            <c:ext xmlns:c16="http://schemas.microsoft.com/office/drawing/2014/chart" uri="{C3380CC4-5D6E-409C-BE32-E72D297353CC}">
              <c16:uniqueId val="{00000005-99E2-48EA-8A9F-D7EEA1018DE0}"/>
            </c:ext>
          </c:extLst>
        </c:ser>
        <c:ser>
          <c:idx val="3"/>
          <c:order val="3"/>
          <c:spPr>
            <a:solidFill>
              <a:srgbClr val="04748A"/>
            </a:solidFill>
            <a:ln>
              <a:noFill/>
            </a:ln>
          </c:spPr>
          <c:invertIfNegative val="0"/>
          <c:val>
            <c:numRef>
              <c:f>Sheet1!$A$4</c:f>
              <c:numCache>
                <c:formatCode>General</c:formatCode>
                <c:ptCount val="1"/>
                <c:pt idx="0">
                  <c:v>3.3000000000000029</c:v>
                </c:pt>
              </c:numCache>
            </c:numRef>
          </c:val>
          <c:extLst>
            <c:ext xmlns:c16="http://schemas.microsoft.com/office/drawing/2014/chart" uri="{C3380CC4-5D6E-409C-BE32-E72D297353CC}">
              <c16:uniqueId val="{00000006-99E2-48EA-8A9F-D7EEA1018DE0}"/>
            </c:ext>
          </c:extLst>
        </c:ser>
        <c:dLbls>
          <c:showLegendKey val="0"/>
          <c:showVal val="0"/>
          <c:showCatName val="0"/>
          <c:showSerName val="0"/>
          <c:showPercent val="0"/>
          <c:showBubbleSize val="0"/>
        </c:dLbls>
        <c:gapWidth val="80"/>
        <c:overlap val="100"/>
        <c:axId val="2094285295"/>
        <c:axId val="1"/>
      </c:barChart>
      <c:catAx>
        <c:axId val="209428529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General" sourceLinked="1"/>
        <c:majorTickMark val="none"/>
        <c:minorTickMark val="none"/>
        <c:tickLblPos val="none"/>
        <c:spPr>
          <a:ln>
            <a:noFill/>
          </a:ln>
        </c:spPr>
        <c:crossAx val="2094285295"/>
        <c:crosses val="min"/>
        <c:crossBetween val="between"/>
      </c:valAx>
    </c:plotArea>
    <c:plotVisOnly val="0"/>
    <c:dispBlanksAs val="gap"/>
    <c:showDLblsOverMax val="1"/>
  </c:chart>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276707530647986E-2"/>
          <c:y val="7.5362318840579715E-2"/>
          <c:w val="0.95446584938704027"/>
          <c:h val="0.8492753623188406"/>
        </c:manualLayout>
      </c:layout>
      <c:barChart>
        <c:barDir val="col"/>
        <c:grouping val="stacked"/>
        <c:varyColors val="0"/>
        <c:ser>
          <c:idx val="0"/>
          <c:order val="0"/>
          <c:spPr>
            <a:solidFill>
              <a:srgbClr val="04748A"/>
            </a:solidFill>
            <a:ln>
              <a:noFill/>
            </a:ln>
          </c:spPr>
          <c:invertIfNegative val="0"/>
          <c:val>
            <c:numRef>
              <c:f>Sheet1!$A$1:$C$1</c:f>
              <c:numCache>
                <c:formatCode>General</c:formatCode>
                <c:ptCount val="3"/>
                <c:pt idx="0">
                  <c:v>825645.84599999979</c:v>
                </c:pt>
                <c:pt idx="1">
                  <c:v>1580968.2234960003</c:v>
                </c:pt>
                <c:pt idx="2">
                  <c:v>2432489.8166660322</c:v>
                </c:pt>
              </c:numCache>
            </c:numRef>
          </c:val>
          <c:extLst>
            <c:ext xmlns:c16="http://schemas.microsoft.com/office/drawing/2014/chart" uri="{C3380CC4-5D6E-409C-BE32-E72D297353CC}">
              <c16:uniqueId val="{00000000-7E1A-4E33-A645-AF0530F46CAD}"/>
            </c:ext>
          </c:extLst>
        </c:ser>
        <c:ser>
          <c:idx val="1"/>
          <c:order val="1"/>
          <c:spPr>
            <a:solidFill>
              <a:srgbClr val="17B2AF"/>
            </a:solidFill>
            <a:ln>
              <a:noFill/>
            </a:ln>
          </c:spPr>
          <c:invertIfNegative val="0"/>
          <c:val>
            <c:numRef>
              <c:f>Sheet1!$A$2:$C$2</c:f>
              <c:numCache>
                <c:formatCode>General</c:formatCode>
                <c:ptCount val="3"/>
                <c:pt idx="0">
                  <c:v>766181.58204671985</c:v>
                </c:pt>
                <c:pt idx="1">
                  <c:v>1671370.3939790591</c:v>
                </c:pt>
                <c:pt idx="2">
                  <c:v>2684517.9852448544</c:v>
                </c:pt>
              </c:numCache>
            </c:numRef>
          </c:val>
          <c:extLst>
            <c:ext xmlns:c16="http://schemas.microsoft.com/office/drawing/2014/chart" uri="{C3380CC4-5D6E-409C-BE32-E72D297353CC}">
              <c16:uniqueId val="{00000001-7E1A-4E33-A645-AF0530F46CAD}"/>
            </c:ext>
          </c:extLst>
        </c:ser>
        <c:ser>
          <c:idx val="2"/>
          <c:order val="2"/>
          <c:spPr>
            <a:solidFill>
              <a:srgbClr val="F0F0F0"/>
            </a:solidFill>
            <a:ln>
              <a:noFill/>
            </a:ln>
          </c:spPr>
          <c:invertIfNegative val="0"/>
          <c:val>
            <c:numRef>
              <c:f>Sheet1!$A$3:$C$3</c:f>
              <c:numCache>
                <c:formatCode>General</c:formatCode>
                <c:ptCount val="3"/>
                <c:pt idx="0">
                  <c:v>856736.5839999998</c:v>
                </c:pt>
                <c:pt idx="1">
                  <c:v>1162877.1233493327</c:v>
                </c:pt>
                <c:pt idx="2">
                  <c:v>1479761.1394620258</c:v>
                </c:pt>
              </c:numCache>
            </c:numRef>
          </c:val>
          <c:extLst>
            <c:ext xmlns:c16="http://schemas.microsoft.com/office/drawing/2014/chart" uri="{C3380CC4-5D6E-409C-BE32-E72D297353CC}">
              <c16:uniqueId val="{00000002-7E1A-4E33-A645-AF0530F46CAD}"/>
            </c:ext>
          </c:extLst>
        </c:ser>
        <c:dLbls>
          <c:showLegendKey val="0"/>
          <c:showVal val="0"/>
          <c:showCatName val="0"/>
          <c:showSerName val="0"/>
          <c:showPercent val="0"/>
          <c:showBubbleSize val="0"/>
        </c:dLbls>
        <c:gapWidth val="80"/>
        <c:overlap val="100"/>
        <c:axId val="1068671551"/>
        <c:axId val="1"/>
      </c:barChart>
      <c:catAx>
        <c:axId val="106867155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6596768.9413729124"/>
          <c:min val="0"/>
        </c:scaling>
        <c:delete val="0"/>
        <c:axPos val="l"/>
        <c:majorGridlines>
          <c:spPr>
            <a:ln>
              <a:noFill/>
            </a:ln>
          </c:spPr>
        </c:majorGridlines>
        <c:numFmt formatCode="General" sourceLinked="1"/>
        <c:majorTickMark val="none"/>
        <c:minorTickMark val="none"/>
        <c:tickLblPos val="none"/>
        <c:spPr>
          <a:ln>
            <a:noFill/>
          </a:ln>
        </c:spPr>
        <c:crossAx val="1068671551"/>
        <c:crosses val="min"/>
        <c:crossBetween val="between"/>
      </c:valAx>
    </c:plotArea>
    <c:plotVisOnly val="0"/>
    <c:dispBlanksAs val="gap"/>
    <c:showDLblsOverMax val="1"/>
  </c:chart>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809160305343511E-2"/>
          <c:y val="0.18055555555555555"/>
          <c:w val="0.95038167938931295"/>
          <c:h val="0.69179894179894175"/>
        </c:manualLayout>
      </c:layout>
      <c:barChart>
        <c:barDir val="col"/>
        <c:grouping val="clustered"/>
        <c:varyColors val="0"/>
        <c:ser>
          <c:idx val="0"/>
          <c:order val="0"/>
          <c:spPr>
            <a:solidFill>
              <a:srgbClr val="17B2AF"/>
            </a:solidFill>
            <a:ln>
              <a:noFill/>
            </a:ln>
          </c:spPr>
          <c:invertIfNegative val="0"/>
          <c:dLbls>
            <c:dLbl>
              <c:idx val="0"/>
              <c:layout>
                <c:manualLayout>
                  <c:x val="0"/>
                  <c:y val="-0.10052910052910052"/>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955-485D-B081-660FA44BD47E}"/>
                </c:ext>
              </c:extLst>
            </c:dLbl>
            <c:dLbl>
              <c:idx val="1"/>
              <c:layout>
                <c:manualLayout>
                  <c:x val="0"/>
                  <c:y val="-0.13095238095238096"/>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955-485D-B081-660FA44BD47E}"/>
                </c:ext>
              </c:extLst>
            </c:dLbl>
            <c:dLbl>
              <c:idx val="2"/>
              <c:layout>
                <c:manualLayout>
                  <c:x val="0"/>
                  <c:y val="-0.15079365079365079"/>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955-485D-B081-660FA44BD47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12</c:v>
                </c:pt>
                <c:pt idx="1">
                  <c:v>16</c:v>
                </c:pt>
                <c:pt idx="2">
                  <c:v>20</c:v>
                </c:pt>
              </c:numCache>
            </c:numRef>
          </c:val>
          <c:extLst>
            <c:ext xmlns:c16="http://schemas.microsoft.com/office/drawing/2014/chart" uri="{C3380CC4-5D6E-409C-BE32-E72D297353CC}">
              <c16:uniqueId val="{00000003-F955-485D-B081-660FA44BD47E}"/>
            </c:ext>
          </c:extLst>
        </c:ser>
        <c:ser>
          <c:idx val="1"/>
          <c:order val="1"/>
          <c:spPr>
            <a:solidFill>
              <a:srgbClr val="04748A"/>
            </a:solidFill>
            <a:ln>
              <a:noFill/>
            </a:ln>
          </c:spPr>
          <c:invertIfNegative val="0"/>
          <c:dLbls>
            <c:dLbl>
              <c:idx val="0"/>
              <c:layout>
                <c:manualLayout>
                  <c:x val="0"/>
                  <c:y val="-0.15476190476190477"/>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955-485D-B081-660FA44BD47E}"/>
                </c:ext>
              </c:extLst>
            </c:dLbl>
            <c:dLbl>
              <c:idx val="1"/>
              <c:layout>
                <c:manualLayout>
                  <c:x val="0"/>
                  <c:y val="-0.2724867724867725"/>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955-485D-B081-660FA44BD47E}"/>
                </c:ext>
              </c:extLst>
            </c:dLbl>
            <c:dLbl>
              <c:idx val="2"/>
              <c:layout>
                <c:manualLayout>
                  <c:x val="0"/>
                  <c:y val="-0.39880952380952384"/>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F955-485D-B081-660FA44BD47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21</c:v>
                </c:pt>
                <c:pt idx="1">
                  <c:v>45</c:v>
                </c:pt>
                <c:pt idx="2">
                  <c:v>71</c:v>
                </c:pt>
              </c:numCache>
            </c:numRef>
          </c:val>
          <c:extLst>
            <c:ext xmlns:c16="http://schemas.microsoft.com/office/drawing/2014/chart" uri="{C3380CC4-5D6E-409C-BE32-E72D297353CC}">
              <c16:uniqueId val="{00000007-F955-485D-B081-660FA44BD47E}"/>
            </c:ext>
          </c:extLst>
        </c:ser>
        <c:dLbls>
          <c:showLegendKey val="0"/>
          <c:showVal val="0"/>
          <c:showCatName val="0"/>
          <c:showSerName val="0"/>
          <c:showPercent val="0"/>
          <c:showBubbleSize val="0"/>
        </c:dLbls>
        <c:gapWidth val="80"/>
        <c:axId val="14493391"/>
        <c:axId val="1"/>
      </c:barChart>
      <c:catAx>
        <c:axId val="1449339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1"/>
          <c:min val="0"/>
        </c:scaling>
        <c:delete val="0"/>
        <c:axPos val="l"/>
        <c:majorGridlines>
          <c:spPr>
            <a:ln>
              <a:noFill/>
            </a:ln>
          </c:spPr>
        </c:majorGridlines>
        <c:numFmt formatCode="General" sourceLinked="1"/>
        <c:majorTickMark val="none"/>
        <c:minorTickMark val="none"/>
        <c:tickLblPos val="none"/>
        <c:spPr>
          <a:ln>
            <a:noFill/>
          </a:ln>
        </c:spPr>
        <c:crossAx val="14493391"/>
        <c:crosses val="min"/>
        <c:crossBetween val="between"/>
      </c:valAx>
    </c:plotArea>
    <c:plotVisOnly val="0"/>
    <c:dispBlanksAs val="gap"/>
    <c:showDLblsOverMax val="1"/>
  </c:chart>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0061728395061727E-2"/>
          <c:y val="6.7357512953367879E-2"/>
          <c:w val="0.95987654320987659"/>
          <c:h val="0.86528497409326421"/>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7B3D-4327-929A-05FE51C1E4EA}"/>
              </c:ext>
            </c:extLst>
          </c:dPt>
          <c:dPt>
            <c:idx val="1"/>
            <c:invertIfNegative val="0"/>
            <c:bubble3D val="0"/>
            <c:spPr>
              <a:solidFill>
                <a:srgbClr val="04748A"/>
              </a:solidFill>
              <a:ln>
                <a:noFill/>
              </a:ln>
            </c:spPr>
            <c:extLst>
              <c:ext xmlns:c16="http://schemas.microsoft.com/office/drawing/2014/chart" uri="{C3380CC4-5D6E-409C-BE32-E72D297353CC}">
                <c16:uniqueId val="{00000001-7B3D-4327-929A-05FE51C1E4EA}"/>
              </c:ext>
            </c:extLst>
          </c:dPt>
          <c:val>
            <c:numRef>
              <c:f>Sheet1!$A$1:$C$1</c:f>
              <c:numCache>
                <c:formatCode>General</c:formatCode>
                <c:ptCount val="3"/>
                <c:pt idx="0">
                  <c:v>394255072.78963566</c:v>
                </c:pt>
                <c:pt idx="1">
                  <c:v>414960924.65402317</c:v>
                </c:pt>
                <c:pt idx="2">
                  <c:v>435928692.18095183</c:v>
                </c:pt>
              </c:numCache>
            </c:numRef>
          </c:val>
          <c:extLst>
            <c:ext xmlns:c16="http://schemas.microsoft.com/office/drawing/2014/chart" uri="{C3380CC4-5D6E-409C-BE32-E72D297353CC}">
              <c16:uniqueId val="{00000002-7B3D-4327-929A-05FE51C1E4EA}"/>
            </c:ext>
          </c:extLst>
        </c:ser>
        <c:dLbls>
          <c:showLegendKey val="0"/>
          <c:showVal val="0"/>
          <c:showCatName val="0"/>
          <c:showSerName val="0"/>
          <c:showPercent val="0"/>
          <c:showBubbleSize val="0"/>
        </c:dLbls>
        <c:gapWidth val="80"/>
        <c:overlap val="100"/>
        <c:axId val="1510760223"/>
        <c:axId val="1"/>
      </c:barChart>
      <c:catAx>
        <c:axId val="151076022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35928692.18095183"/>
          <c:min val="0"/>
        </c:scaling>
        <c:delete val="0"/>
        <c:axPos val="l"/>
        <c:majorGridlines>
          <c:spPr>
            <a:ln>
              <a:noFill/>
            </a:ln>
          </c:spPr>
        </c:majorGridlines>
        <c:numFmt formatCode="General" sourceLinked="1"/>
        <c:majorTickMark val="none"/>
        <c:minorTickMark val="none"/>
        <c:tickLblPos val="none"/>
        <c:spPr>
          <a:ln>
            <a:noFill/>
          </a:ln>
        </c:spPr>
        <c:crossAx val="1510760223"/>
        <c:crosses val="min"/>
        <c:crossBetween val="between"/>
      </c:valAx>
    </c:plotArea>
    <c:plotVisOnly val="0"/>
    <c:dispBlanksAs val="gap"/>
    <c:showDLblsOverMax val="1"/>
  </c:chart>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321154979375369E-2"/>
          <c:y val="0.11753958587088915"/>
          <c:w val="0.96935769004124928"/>
          <c:h val="0.76492082825822172"/>
        </c:manualLayout>
      </c:layout>
      <c:barChart>
        <c:barDir val="col"/>
        <c:grouping val="stacked"/>
        <c:varyColors val="0"/>
        <c:ser>
          <c:idx val="0"/>
          <c:order val="0"/>
          <c:spPr>
            <a:solidFill>
              <a:srgbClr val="206971"/>
            </a:solidFill>
            <a:ln>
              <a:noFill/>
            </a:ln>
          </c:spPr>
          <c:invertIfNegative val="0"/>
          <c:dLbls>
            <c:dLbl>
              <c:idx val="0"/>
              <c:layout>
                <c:manualLayout>
                  <c:x val="0"/>
                  <c:y val="-1.8270401948842874E-3"/>
                </c:manualLayout>
              </c:layout>
              <c:numFmt formatCode="#,##0;&quot;-&quot;#,##0" sourceLinked="0"/>
              <c:spPr>
                <a:noFill/>
                <a:ln>
                  <a:noFill/>
                </a:ln>
              </c:spPr>
              <c:txPr>
                <a:bodyPr wrap="none"/>
                <a:lstStyle/>
                <a:p>
                  <a:pPr>
                    <a:defRPr sz="1400" kern="1200">
                      <a:solidFill>
                        <a:srgbClr val="FFFFFF"/>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9DC-43CF-9D32-CC2ADA30468D}"/>
                </c:ext>
              </c:extLst>
            </c:dLbl>
            <c:dLbl>
              <c:idx val="1"/>
              <c:layout>
                <c:manualLayout>
                  <c:x val="0"/>
                  <c:y val="-1.8270401948842874E-3"/>
                </c:manualLayout>
              </c:layout>
              <c:numFmt formatCode="#,##0;&quot;-&quot;#,##0" sourceLinked="0"/>
              <c:spPr>
                <a:noFill/>
                <a:ln>
                  <a:noFill/>
                </a:ln>
              </c:spPr>
              <c:txPr>
                <a:bodyPr wrap="none"/>
                <a:lstStyle/>
                <a:p>
                  <a:pPr>
                    <a:defRPr sz="1400" kern="1200">
                      <a:solidFill>
                        <a:schemeClr val="bg1"/>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9DC-43CF-9D32-CC2ADA30468D}"/>
                </c:ext>
              </c:extLst>
            </c:dLbl>
            <c:dLbl>
              <c:idx val="2"/>
              <c:layout>
                <c:manualLayout>
                  <c:x val="0"/>
                  <c:y val="-1.8270401948842874E-3"/>
                </c:manualLayout>
              </c:layout>
              <c:numFmt formatCode="#,##0;&quot;-&quot;#,##0" sourceLinked="0"/>
              <c:spPr>
                <a:noFill/>
                <a:ln>
                  <a:noFill/>
                </a:ln>
              </c:spPr>
              <c:txPr>
                <a:bodyPr wrap="none"/>
                <a:lstStyle/>
                <a:p>
                  <a:pPr>
                    <a:defRPr sz="1400" kern="1200">
                      <a:solidFill>
                        <a:schemeClr val="bg1"/>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9DC-43CF-9D32-CC2ADA30468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20.932969879457872</c:v>
                </c:pt>
                <c:pt idx="1">
                  <c:v>35.046404695020243</c:v>
                </c:pt>
                <c:pt idx="2">
                  <c:v>51.178886295877305</c:v>
                </c:pt>
              </c:numCache>
            </c:numRef>
          </c:val>
          <c:extLst>
            <c:ext xmlns:c16="http://schemas.microsoft.com/office/drawing/2014/chart" uri="{C3380CC4-5D6E-409C-BE32-E72D297353CC}">
              <c16:uniqueId val="{00000003-39DC-43CF-9D32-CC2ADA30468D}"/>
            </c:ext>
          </c:extLst>
        </c:ser>
        <c:ser>
          <c:idx val="1"/>
          <c:order val="1"/>
          <c:spPr>
            <a:solidFill>
              <a:srgbClr val="0590A6"/>
            </a:solidFill>
            <a:ln>
              <a:noFill/>
            </a:ln>
          </c:spPr>
          <c:invertIfNegative val="0"/>
          <c:dLbls>
            <c:dLbl>
              <c:idx val="1"/>
              <c:layout>
                <c:manualLayout>
                  <c:x val="0"/>
                  <c:y val="-2.4360535931790498E-3"/>
                </c:manualLayout>
              </c:layout>
              <c:numFmt formatCode="#,##0;&quot;-&quot;#,##0" sourceLinked="0"/>
              <c:spPr>
                <a:noFill/>
                <a:ln>
                  <a:noFill/>
                </a:ln>
              </c:spPr>
              <c:txPr>
                <a:bodyPr wrap="none"/>
                <a:lstStyle/>
                <a:p>
                  <a:pPr>
                    <a:defRPr sz="1400" kern="1200">
                      <a:solidFill>
                        <a:schemeClr val="bg1"/>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9DC-43CF-9D32-CC2ADA30468D}"/>
                </c:ext>
              </c:extLst>
            </c:dLbl>
            <c:dLbl>
              <c:idx val="2"/>
              <c:layout>
                <c:manualLayout>
                  <c:x val="0"/>
                  <c:y val="-1.8270401948842874E-3"/>
                </c:manualLayout>
              </c:layout>
              <c:numFmt formatCode="#,##0;&quot;-&quot;#,##0" sourceLinked="0"/>
              <c:spPr>
                <a:noFill/>
                <a:ln>
                  <a:noFill/>
                </a:ln>
              </c:spPr>
              <c:txPr>
                <a:bodyPr wrap="none"/>
                <a:lstStyle/>
                <a:p>
                  <a:pPr>
                    <a:defRPr sz="1400" kern="1200">
                      <a:solidFill>
                        <a:schemeClr val="bg1"/>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39DC-43CF-9D32-CC2ADA30468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Sheet1!$A$2:$C$2</c:f>
              <c:numCache>
                <c:formatCode>General</c:formatCode>
                <c:ptCount val="3"/>
                <c:pt idx="0">
                  <c:v>12.282744097448955</c:v>
                </c:pt>
                <c:pt idx="1">
                  <c:v>23.274653472196782</c:v>
                </c:pt>
                <c:pt idx="2">
                  <c:v>28.661329513099645</c:v>
                </c:pt>
              </c:numCache>
            </c:numRef>
          </c:val>
          <c:extLst>
            <c:ext xmlns:c16="http://schemas.microsoft.com/office/drawing/2014/chart" uri="{C3380CC4-5D6E-409C-BE32-E72D297353CC}">
              <c16:uniqueId val="{00000006-39DC-43CF-9D32-CC2ADA30468D}"/>
            </c:ext>
          </c:extLst>
        </c:ser>
        <c:ser>
          <c:idx val="2"/>
          <c:order val="2"/>
          <c:spPr>
            <a:solidFill>
              <a:srgbClr val="17B2AF"/>
            </a:solidFill>
            <a:ln>
              <a:noFill/>
            </a:ln>
          </c:spPr>
          <c:invertIfNegative val="0"/>
          <c:dLbls>
            <c:dLbl>
              <c:idx val="2"/>
              <c:layout>
                <c:manualLayout>
                  <c:x val="-4.4784914555097227E-2"/>
                  <c:y val="-2.4360535931790498E-3"/>
                </c:manualLayout>
              </c:layout>
              <c:numFmt formatCode="#,##0;&quot;-&quot;#,##0" sourceLinked="0"/>
              <c:spPr>
                <a:noFill/>
                <a:ln>
                  <a:noFill/>
                </a:ln>
              </c:spPr>
              <c:txPr>
                <a:bodyPr wrap="none"/>
                <a:lstStyle/>
                <a:p>
                  <a:pPr>
                    <a:defRPr sz="1400" kern="1200">
                      <a:solidFill>
                        <a:schemeClr val="bg1"/>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9DC-43CF-9D32-CC2ADA30468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Sheet1!$A$3:$C$3</c:f>
              <c:numCache>
                <c:formatCode>General</c:formatCode>
                <c:ptCount val="3"/>
                <c:pt idx="0">
                  <c:v>2.6089777454436316</c:v>
                </c:pt>
                <c:pt idx="1">
                  <c:v>6.2671217807565611</c:v>
                </c:pt>
                <c:pt idx="2">
                  <c:v>10.731056803974269</c:v>
                </c:pt>
              </c:numCache>
            </c:numRef>
          </c:val>
          <c:extLst>
            <c:ext xmlns:c16="http://schemas.microsoft.com/office/drawing/2014/chart" uri="{C3380CC4-5D6E-409C-BE32-E72D297353CC}">
              <c16:uniqueId val="{00000008-39DC-43CF-9D32-CC2ADA30468D}"/>
            </c:ext>
          </c:extLst>
        </c:ser>
        <c:ser>
          <c:idx val="3"/>
          <c:order val="3"/>
          <c:spPr>
            <a:solidFill>
              <a:srgbClr val="8BF1ED"/>
            </a:solidFill>
            <a:ln>
              <a:noFill/>
            </a:ln>
          </c:spPr>
          <c:invertIfNegative val="0"/>
          <c:dPt>
            <c:idx val="0"/>
            <c:invertIfNegative val="0"/>
            <c:bubble3D val="0"/>
            <c:spPr>
              <a:solidFill>
                <a:srgbClr val="969696"/>
              </a:solidFill>
              <a:ln>
                <a:noFill/>
              </a:ln>
            </c:spPr>
            <c:extLst>
              <c:ext xmlns:c16="http://schemas.microsoft.com/office/drawing/2014/chart" uri="{C3380CC4-5D6E-409C-BE32-E72D297353CC}">
                <c16:uniqueId val="{00000009-39DC-43CF-9D32-CC2ADA30468D}"/>
              </c:ext>
            </c:extLst>
          </c:dPt>
          <c:val>
            <c:numRef>
              <c:f>Sheet1!$A$4:$C$4</c:f>
              <c:numCache>
                <c:formatCode>General</c:formatCode>
                <c:ptCount val="3"/>
                <c:pt idx="0">
                  <c:v>1.875865192924941</c:v>
                </c:pt>
                <c:pt idx="1">
                  <c:v>3.1777216533664472</c:v>
                </c:pt>
                <c:pt idx="2">
                  <c:v>4.4525695383377268</c:v>
                </c:pt>
              </c:numCache>
            </c:numRef>
          </c:val>
          <c:extLst>
            <c:ext xmlns:c16="http://schemas.microsoft.com/office/drawing/2014/chart" uri="{C3380CC4-5D6E-409C-BE32-E72D297353CC}">
              <c16:uniqueId val="{0000000A-39DC-43CF-9D32-CC2ADA30468D}"/>
            </c:ext>
          </c:extLst>
        </c:ser>
        <c:ser>
          <c:idx val="4"/>
          <c:order val="4"/>
          <c:spPr>
            <a:solidFill>
              <a:srgbClr val="969696"/>
            </a:solidFill>
            <a:ln>
              <a:noFill/>
            </a:ln>
          </c:spPr>
          <c:invertIfNegative val="0"/>
          <c:dPt>
            <c:idx val="0"/>
            <c:invertIfNegative val="0"/>
            <c:bubble3D val="0"/>
            <c:spPr>
              <a:solidFill>
                <a:srgbClr val="8BF1ED"/>
              </a:solidFill>
              <a:ln>
                <a:noFill/>
              </a:ln>
            </c:spPr>
            <c:extLst>
              <c:ext xmlns:c16="http://schemas.microsoft.com/office/drawing/2014/chart" uri="{C3380CC4-5D6E-409C-BE32-E72D297353CC}">
                <c16:uniqueId val="{0000000B-39DC-43CF-9D32-CC2ADA30468D}"/>
              </c:ext>
            </c:extLst>
          </c:dPt>
          <c:dLbls>
            <c:dLbl>
              <c:idx val="1"/>
              <c:layout>
                <c:manualLayout>
                  <c:x val="0.10695344725987035"/>
                  <c:y val="2.679658952496955E-2"/>
                </c:manualLayout>
              </c:layout>
              <c:numFmt formatCode="#,##0;&quot;-&quot;#,##0" sourceLinked="0"/>
              <c:spPr>
                <a:noFill/>
                <a:ln>
                  <a:noFill/>
                </a:ln>
              </c:spPr>
              <c:txPr>
                <a:bodyPr wrap="none"/>
                <a:lstStyle/>
                <a:p>
                  <a:pPr>
                    <a:defRPr sz="1400" kern="1200">
                      <a:solidFill>
                        <a:srgbClr val="000000"/>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39DC-43CF-9D32-CC2ADA30468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Sheet1!$A$5:$C$5</c:f>
              <c:numCache>
                <c:formatCode>General</c:formatCode>
                <c:ptCount val="3"/>
                <c:pt idx="0">
                  <c:v>1.1057045058123194</c:v>
                </c:pt>
                <c:pt idx="1">
                  <c:v>2.5749522080820526</c:v>
                </c:pt>
                <c:pt idx="2">
                  <c:v>3.4548236159850774</c:v>
                </c:pt>
              </c:numCache>
            </c:numRef>
          </c:val>
          <c:extLst>
            <c:ext xmlns:c16="http://schemas.microsoft.com/office/drawing/2014/chart" uri="{C3380CC4-5D6E-409C-BE32-E72D297353CC}">
              <c16:uniqueId val="{0000000D-39DC-43CF-9D32-CC2ADA30468D}"/>
            </c:ext>
          </c:extLst>
        </c:ser>
        <c:ser>
          <c:idx val="5"/>
          <c:order val="5"/>
          <c:spPr>
            <a:solidFill>
              <a:srgbClr val="C0C0C0"/>
            </a:solidFill>
            <a:ln>
              <a:noFill/>
            </a:ln>
          </c:spPr>
          <c:invertIfNegative val="0"/>
          <c:dLbls>
            <c:dLbl>
              <c:idx val="1"/>
              <c:layout>
                <c:manualLayout>
                  <c:x val="0.10695344725987035"/>
                  <c:y val="-3.0450669914738125E-2"/>
                </c:manualLayout>
              </c:layout>
              <c:numFmt formatCode="#,##0;&quot;-&quot;#,##0" sourceLinked="0"/>
              <c:spPr>
                <a:noFill/>
                <a:ln>
                  <a:noFill/>
                </a:ln>
              </c:spPr>
              <c:txPr>
                <a:bodyPr wrap="none"/>
                <a:lstStyle/>
                <a:p>
                  <a:pPr>
                    <a:defRPr sz="1400" kern="1200">
                      <a:solidFill>
                        <a:schemeClr val="tx1"/>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39DC-43CF-9D32-CC2ADA30468D}"/>
                </c:ext>
              </c:extLst>
            </c:dLbl>
            <c:dLbl>
              <c:idx val="2"/>
              <c:layout>
                <c:manualLayout>
                  <c:x val="0.10695344725987035"/>
                  <c:y val="2.4360535931790498E-2"/>
                </c:manualLayout>
              </c:layout>
              <c:numFmt formatCode="#,##0;&quot;-&quot;#,##0" sourceLinked="0"/>
              <c:spPr>
                <a:noFill/>
                <a:ln>
                  <a:noFill/>
                </a:ln>
              </c:spPr>
              <c:txPr>
                <a:bodyPr wrap="none"/>
                <a:lstStyle/>
                <a:p>
                  <a:pPr>
                    <a:defRPr sz="1400" kern="1200">
                      <a:solidFill>
                        <a:schemeClr val="tx1"/>
                      </a:solidFill>
                      <a:latin typeface="+mn-lt"/>
                      <a:ea typeface="+mn-ea"/>
                      <a:cs typeface="+mn-cs"/>
                      <a:sym typeface="Calibri (Body)"/>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39DC-43CF-9D32-CC2ADA30468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Sheet1!$A$6:$C$6</c:f>
              <c:numCache>
                <c:formatCode>General</c:formatCode>
                <c:ptCount val="3"/>
                <c:pt idx="0">
                  <c:v>1.0991561804301142</c:v>
                </c:pt>
                <c:pt idx="1">
                  <c:v>1.8669255450623439</c:v>
                </c:pt>
                <c:pt idx="2">
                  <c:v>2.7507373580220502</c:v>
                </c:pt>
              </c:numCache>
            </c:numRef>
          </c:val>
          <c:extLst>
            <c:ext xmlns:c16="http://schemas.microsoft.com/office/drawing/2014/chart" uri="{C3380CC4-5D6E-409C-BE32-E72D297353CC}">
              <c16:uniqueId val="{00000010-39DC-43CF-9D32-CC2ADA30468D}"/>
            </c:ext>
          </c:extLst>
        </c:ser>
        <c:dLbls>
          <c:showLegendKey val="0"/>
          <c:showVal val="0"/>
          <c:showCatName val="0"/>
          <c:showSerName val="0"/>
          <c:showPercent val="0"/>
          <c:showBubbleSize val="0"/>
        </c:dLbls>
        <c:gapWidth val="80"/>
        <c:overlap val="100"/>
        <c:axId val="1135315584"/>
        <c:axId val="1"/>
      </c:barChart>
      <c:catAx>
        <c:axId val="1135315584"/>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1.22940312529607"/>
          <c:min val="0"/>
        </c:scaling>
        <c:delete val="0"/>
        <c:axPos val="l"/>
        <c:majorGridlines>
          <c:spPr>
            <a:ln>
              <a:noFill/>
            </a:ln>
          </c:spPr>
        </c:majorGridlines>
        <c:numFmt formatCode="General" sourceLinked="1"/>
        <c:majorTickMark val="none"/>
        <c:minorTickMark val="none"/>
        <c:tickLblPos val="none"/>
        <c:spPr>
          <a:ln>
            <a:noFill/>
          </a:ln>
        </c:spPr>
        <c:crossAx val="1135315584"/>
        <c:crosses val="min"/>
        <c:crossBetween val="between"/>
      </c:valAx>
    </c:plotArea>
    <c:plotVisOnly val="0"/>
    <c:dispBlanksAs val="gap"/>
    <c:showDLblsOverMax val="1"/>
  </c:chart>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8399781540142E-2"/>
          <c:y val="6.7708333333333329E-2"/>
          <c:w val="0.943200436919716"/>
          <c:h val="0.86458333333333337"/>
        </c:manualLayout>
      </c:layout>
      <c:barChart>
        <c:barDir val="col"/>
        <c:grouping val="stacked"/>
        <c:varyColors val="0"/>
        <c:ser>
          <c:idx val="0"/>
          <c:order val="0"/>
          <c:spPr>
            <a:solidFill>
              <a:srgbClr val="206971"/>
            </a:solidFill>
            <a:ln w="9525" cmpd="sng" algn="ctr">
              <a:solidFill>
                <a:schemeClr val="bg1"/>
              </a:solidFill>
              <a:prstDash val="solid"/>
            </a:ln>
          </c:spPr>
          <c:invertIfNegative val="0"/>
          <c:dPt>
            <c:idx val="0"/>
            <c:invertIfNegative val="0"/>
            <c:bubble3D val="0"/>
            <c:spPr>
              <a:solidFill>
                <a:srgbClr val="17B2AF"/>
              </a:solidFill>
              <a:ln w="9525" cmpd="sng" algn="ctr">
                <a:solidFill>
                  <a:schemeClr val="bg1"/>
                </a:solidFill>
                <a:prstDash val="solid"/>
              </a:ln>
            </c:spPr>
            <c:extLst>
              <c:ext xmlns:c16="http://schemas.microsoft.com/office/drawing/2014/chart" uri="{C3380CC4-5D6E-409C-BE32-E72D297353CC}">
                <c16:uniqueId val="{00000000-F6F2-4161-A467-C4924A872A5D}"/>
              </c:ext>
            </c:extLst>
          </c:dPt>
          <c:dPt>
            <c:idx val="1"/>
            <c:invertIfNegative val="0"/>
            <c:bubble3D val="0"/>
            <c:spPr>
              <a:solidFill>
                <a:srgbClr val="04748A"/>
              </a:solidFill>
              <a:ln w="9525" cmpd="sng" algn="ctr">
                <a:solidFill>
                  <a:schemeClr val="bg1"/>
                </a:solidFill>
                <a:prstDash val="solid"/>
              </a:ln>
            </c:spPr>
            <c:extLst>
              <c:ext xmlns:c16="http://schemas.microsoft.com/office/drawing/2014/chart" uri="{C3380CC4-5D6E-409C-BE32-E72D297353CC}">
                <c16:uniqueId val="{00000001-F6F2-4161-A467-C4924A872A5D}"/>
              </c:ext>
            </c:extLst>
          </c:dPt>
          <c:val>
            <c:numRef>
              <c:f>Sheet1!$A$1:$C$1</c:f>
              <c:numCache>
                <c:formatCode>General</c:formatCode>
                <c:ptCount val="3"/>
                <c:pt idx="0">
                  <c:v>1574.3</c:v>
                </c:pt>
                <c:pt idx="1">
                  <c:v>1705.75</c:v>
                </c:pt>
                <c:pt idx="2">
                  <c:v>1848.18</c:v>
                </c:pt>
              </c:numCache>
            </c:numRef>
          </c:val>
          <c:extLst>
            <c:ext xmlns:c16="http://schemas.microsoft.com/office/drawing/2014/chart" uri="{C3380CC4-5D6E-409C-BE32-E72D297353CC}">
              <c16:uniqueId val="{00000002-F6F2-4161-A467-C4924A872A5D}"/>
            </c:ext>
          </c:extLst>
        </c:ser>
        <c:dLbls>
          <c:showLegendKey val="0"/>
          <c:showVal val="0"/>
          <c:showCatName val="0"/>
          <c:showSerName val="0"/>
          <c:showPercent val="0"/>
          <c:showBubbleSize val="0"/>
        </c:dLbls>
        <c:gapWidth val="50"/>
        <c:overlap val="100"/>
        <c:axId val="1513928831"/>
        <c:axId val="1"/>
      </c:barChart>
      <c:catAx>
        <c:axId val="151392883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848.18"/>
          <c:min val="0"/>
        </c:scaling>
        <c:delete val="0"/>
        <c:axPos val="l"/>
        <c:majorGridlines>
          <c:spPr>
            <a:ln>
              <a:noFill/>
            </a:ln>
          </c:spPr>
        </c:majorGridlines>
        <c:numFmt formatCode="General" sourceLinked="1"/>
        <c:majorTickMark val="none"/>
        <c:minorTickMark val="none"/>
        <c:tickLblPos val="none"/>
        <c:spPr>
          <a:ln>
            <a:noFill/>
          </a:ln>
        </c:spPr>
        <c:crossAx val="1513928831"/>
        <c:crosses val="min"/>
        <c:crossBetween val="between"/>
      </c:valAx>
    </c:plotArea>
    <c:plotVisOnly val="0"/>
    <c:dispBlanksAs val="gap"/>
    <c:showDLblsOverMax val="1"/>
  </c:chart>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366152053597434E-2"/>
          <c:y val="0.17442778216258878"/>
          <c:w val="0.9134867462860472"/>
          <c:h val="0.70323599052880825"/>
        </c:manualLayout>
      </c:layout>
      <c:barChart>
        <c:barDir val="col"/>
        <c:grouping val="stacked"/>
        <c:varyColors val="0"/>
        <c:ser>
          <c:idx val="0"/>
          <c:order val="0"/>
          <c:spPr>
            <a:solidFill>
              <a:srgbClr val="206971"/>
            </a:solidFill>
            <a:ln>
              <a:noFill/>
            </a:ln>
          </c:spPr>
          <c:invertIfNegative val="0"/>
          <c:dPt>
            <c:idx val="0"/>
            <c:invertIfNegative val="0"/>
            <c:bubble3D val="0"/>
            <c:spPr>
              <a:solidFill>
                <a:srgbClr val="17B2AF"/>
              </a:solidFill>
              <a:ln>
                <a:noFill/>
              </a:ln>
            </c:spPr>
            <c:extLst>
              <c:ext xmlns:c16="http://schemas.microsoft.com/office/drawing/2014/chart" uri="{C3380CC4-5D6E-409C-BE32-E72D297353CC}">
                <c16:uniqueId val="{00000000-0E5A-44D9-9199-ABEAC073CA85}"/>
              </c:ext>
            </c:extLst>
          </c:dPt>
          <c:dPt>
            <c:idx val="1"/>
            <c:invertIfNegative val="0"/>
            <c:bubble3D val="0"/>
            <c:spPr>
              <a:solidFill>
                <a:srgbClr val="04748A"/>
              </a:solidFill>
              <a:ln>
                <a:noFill/>
              </a:ln>
            </c:spPr>
            <c:extLst>
              <c:ext xmlns:c16="http://schemas.microsoft.com/office/drawing/2014/chart" uri="{C3380CC4-5D6E-409C-BE32-E72D297353CC}">
                <c16:uniqueId val="{00000001-0E5A-44D9-9199-ABEAC073CA85}"/>
              </c:ext>
            </c:extLst>
          </c:dPt>
          <c:dLbls>
            <c:dLbl>
              <c:idx val="0"/>
              <c:layout>
                <c:manualLayout>
                  <c:x val="0"/>
                  <c:y val="-0.21625887924230466"/>
                </c:manualLayout>
              </c:layout>
              <c:numFmt formatCode="#,##0;&quot;-&quot;#,##0" sourceLinked="0"/>
              <c:spPr>
                <a:noFill/>
                <a:ln>
                  <a:noFill/>
                </a:ln>
              </c:spPr>
              <c:txPr>
                <a:bodyPr wrap="none"/>
                <a:lstStyle/>
                <a:p>
                  <a:pPr>
                    <a:defRPr sz="11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E5A-44D9-9199-ABEAC073CA85}"/>
                </c:ext>
              </c:extLst>
            </c:dLbl>
            <c:dLbl>
              <c:idx val="1"/>
              <c:layout>
                <c:manualLayout>
                  <c:x val="0"/>
                  <c:y val="-0.19258089976322021"/>
                </c:manualLayout>
              </c:layout>
              <c:numFmt formatCode="#,##0;&quot;-&quot;#,##0" sourceLinked="0"/>
              <c:spPr>
                <a:noFill/>
                <a:ln>
                  <a:noFill/>
                </a:ln>
              </c:spPr>
              <c:txPr>
                <a:bodyPr wrap="none"/>
                <a:lstStyle/>
                <a:p>
                  <a:pPr>
                    <a:defRPr sz="11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E5A-44D9-9199-ABEAC073CA85}"/>
                </c:ext>
              </c:extLst>
            </c:dLbl>
            <c:dLbl>
              <c:idx val="2"/>
              <c:layout>
                <c:manualLayout>
                  <c:x val="0"/>
                  <c:y val="-0.40410418310970797"/>
                </c:manualLayout>
              </c:layout>
              <c:numFmt formatCode="#,##0;&quot;-&quot;#,##0" sourceLinked="0"/>
              <c:spPr>
                <a:noFill/>
                <a:ln>
                  <a:noFill/>
                </a:ln>
              </c:spPr>
              <c:txPr>
                <a:bodyPr wrap="none"/>
                <a:lstStyle/>
                <a:p>
                  <a:pPr>
                    <a:defRPr sz="11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E5A-44D9-9199-ABEAC073CA8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7</c:v>
                </c:pt>
                <c:pt idx="1">
                  <c:v>6</c:v>
                </c:pt>
                <c:pt idx="2">
                  <c:v>15</c:v>
                </c:pt>
              </c:numCache>
            </c:numRef>
          </c:val>
          <c:extLst>
            <c:ext xmlns:c16="http://schemas.microsoft.com/office/drawing/2014/chart" uri="{C3380CC4-5D6E-409C-BE32-E72D297353CC}">
              <c16:uniqueId val="{00000003-0E5A-44D9-9199-ABEAC073CA85}"/>
            </c:ext>
          </c:extLst>
        </c:ser>
        <c:dLbls>
          <c:showLegendKey val="0"/>
          <c:showVal val="0"/>
          <c:showCatName val="0"/>
          <c:showSerName val="0"/>
          <c:showPercent val="0"/>
          <c:showBubbleSize val="0"/>
        </c:dLbls>
        <c:gapWidth val="100"/>
        <c:overlap val="100"/>
        <c:axId val="1675560303"/>
        <c:axId val="1"/>
      </c:barChart>
      <c:catAx>
        <c:axId val="167556030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5"/>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100" kern="1200">
                <a:solidFill>
                  <a:schemeClr val="tx1"/>
                </a:solidFill>
                <a:latin typeface="+mn-lt"/>
                <a:ea typeface="+mn-ea"/>
                <a:cs typeface="+mn-cs"/>
                <a:sym typeface="Arial"/>
              </a:defRPr>
            </a:pPr>
            <a:endParaRPr lang="en-US"/>
          </a:p>
        </c:txPr>
        <c:crossAx val="1675560303"/>
        <c:crosses val="min"/>
        <c:crossBetween val="between"/>
        <c:majorUnit val="5"/>
      </c:valAx>
    </c:plotArea>
    <c:plotVisOnly val="0"/>
    <c:dispBlanksAs val="gap"/>
    <c:showDLblsOverMax val="1"/>
  </c:chart>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2947925860547221E-2"/>
          <c:y val="7.0232896652110632E-2"/>
          <c:w val="0.89982347749338043"/>
          <c:h val="0.85953420669577874"/>
        </c:manualLayout>
      </c:layout>
      <c:barChart>
        <c:barDir val="bar"/>
        <c:grouping val="stacked"/>
        <c:varyColors val="0"/>
        <c:ser>
          <c:idx val="0"/>
          <c:order val="0"/>
          <c:spPr>
            <a:solidFill>
              <a:srgbClr val="17B2AF"/>
            </a:solidFill>
            <a:ln w="9525" cmpd="sng" algn="ctr">
              <a:solidFill>
                <a:schemeClr val="bg1"/>
              </a:solidFill>
              <a:prstDash val="solid"/>
            </a:ln>
          </c:spPr>
          <c:invertIfNegative val="0"/>
          <c:dPt>
            <c:idx val="0"/>
            <c:invertIfNegative val="0"/>
            <c:bubble3D val="0"/>
            <c:spPr>
              <a:solidFill>
                <a:srgbClr val="04748A"/>
              </a:solidFill>
              <a:ln>
                <a:noFill/>
              </a:ln>
            </c:spPr>
            <c:extLst>
              <c:ext xmlns:c16="http://schemas.microsoft.com/office/drawing/2014/chart" uri="{C3380CC4-5D6E-409C-BE32-E72D297353CC}">
                <c16:uniqueId val="{00000000-777B-4981-931E-F86584DEDD19}"/>
              </c:ext>
            </c:extLst>
          </c:dPt>
          <c:dPt>
            <c:idx val="1"/>
            <c:invertIfNegative val="0"/>
            <c:bubble3D val="0"/>
            <c:spPr>
              <a:solidFill>
                <a:srgbClr val="17B2AF"/>
              </a:solidFill>
              <a:ln w="9525" cmpd="sng" algn="ctr">
                <a:solidFill>
                  <a:srgbClr val="9DB1CF"/>
                </a:solidFill>
                <a:prstDash val="solid"/>
              </a:ln>
            </c:spPr>
            <c:extLst>
              <c:ext xmlns:c16="http://schemas.microsoft.com/office/drawing/2014/chart" uri="{C3380CC4-5D6E-409C-BE32-E72D297353CC}">
                <c16:uniqueId val="{00000001-777B-4981-931E-F86584DEDD19}"/>
              </c:ext>
            </c:extLst>
          </c:dPt>
          <c:dLbls>
            <c:dLbl>
              <c:idx val="0"/>
              <c:layout>
                <c:manualLayout>
                  <c:x val="0.4889673433362754"/>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77B-4981-931E-F86584DEDD19}"/>
                </c:ext>
              </c:extLst>
            </c:dLbl>
            <c:dLbl>
              <c:idx val="1"/>
              <c:layout>
                <c:manualLayout>
                  <c:x val="0.42806707855251547"/>
                  <c:y val="0"/>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77B-4981-931E-F86584DEDD19}"/>
                </c:ext>
              </c:extLst>
            </c:dLbl>
            <c:dLbl>
              <c:idx val="2"/>
              <c:layout>
                <c:manualLayout>
                  <c:x val="0.3971756398940865"/>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77B-4981-931E-F86584DEDD19}"/>
                </c:ext>
              </c:extLst>
            </c:dLbl>
            <c:dLbl>
              <c:idx val="3"/>
              <c:layout>
                <c:manualLayout>
                  <c:x val="0.37643424536628423"/>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77B-4981-931E-F86584DEDD19}"/>
                </c:ext>
              </c:extLst>
            </c:dLbl>
            <c:dLbl>
              <c:idx val="4"/>
              <c:layout>
                <c:manualLayout>
                  <c:x val="0.34598411297440423"/>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77B-4981-931E-F86584DEDD19}"/>
                </c:ext>
              </c:extLst>
            </c:dLbl>
            <c:dLbl>
              <c:idx val="5"/>
              <c:layout>
                <c:manualLayout>
                  <c:x val="0.33583406884377759"/>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77B-4981-931E-F86584DEDD19}"/>
                </c:ext>
              </c:extLst>
            </c:dLbl>
            <c:dLbl>
              <c:idx val="6"/>
              <c:layout>
                <c:manualLayout>
                  <c:x val="0.32568402471315094"/>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77B-4981-931E-F86584DEDD19}"/>
                </c:ext>
              </c:extLst>
            </c:dLbl>
            <c:dLbl>
              <c:idx val="7"/>
              <c:layout>
                <c:manualLayout>
                  <c:x val="0.32568402471315094"/>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777B-4981-931E-F86584DEDD1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Sheet1!$A$1:$H$1</c:f>
              <c:numCache>
                <c:formatCode>General</c:formatCode>
                <c:ptCount val="8"/>
                <c:pt idx="0">
                  <c:v>44</c:v>
                </c:pt>
                <c:pt idx="1">
                  <c:v>38</c:v>
                </c:pt>
                <c:pt idx="2">
                  <c:v>35</c:v>
                </c:pt>
                <c:pt idx="3">
                  <c:v>33</c:v>
                </c:pt>
                <c:pt idx="4">
                  <c:v>30</c:v>
                </c:pt>
                <c:pt idx="5">
                  <c:v>29</c:v>
                </c:pt>
                <c:pt idx="6">
                  <c:v>28</c:v>
                </c:pt>
                <c:pt idx="7">
                  <c:v>28</c:v>
                </c:pt>
              </c:numCache>
            </c:numRef>
          </c:val>
          <c:extLst>
            <c:ext xmlns:c16="http://schemas.microsoft.com/office/drawing/2014/chart" uri="{C3380CC4-5D6E-409C-BE32-E72D297353CC}">
              <c16:uniqueId val="{00000008-777B-4981-931E-F86584DEDD19}"/>
            </c:ext>
          </c:extLst>
        </c:ser>
        <c:dLbls>
          <c:showLegendKey val="0"/>
          <c:showVal val="0"/>
          <c:showCatName val="0"/>
          <c:showSerName val="0"/>
          <c:showPercent val="0"/>
          <c:showBubbleSize val="0"/>
        </c:dLbls>
        <c:gapWidth val="40"/>
        <c:overlap val="100"/>
        <c:axId val="1150585176"/>
        <c:axId val="1"/>
      </c:barChart>
      <c:catAx>
        <c:axId val="1150585176"/>
        <c:scaling>
          <c:orientation val="maxMin"/>
        </c:scaling>
        <c:delete val="0"/>
        <c:axPos val="l"/>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4"/>
          <c:min val="0"/>
        </c:scaling>
        <c:delete val="1"/>
        <c:axPos val="t"/>
        <c:numFmt formatCode="General" sourceLinked="1"/>
        <c:majorTickMark val="out"/>
        <c:minorTickMark val="none"/>
        <c:tickLblPos val="nextTo"/>
        <c:crossAx val="1150585176"/>
        <c:crosses val="min"/>
        <c:crossBetween val="between"/>
      </c:valAx>
    </c:plotArea>
    <c:plotVisOnly val="0"/>
    <c:dispBlanksAs val="gap"/>
    <c:showDLblsOverMax val="1"/>
  </c:chart>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318385650224215E-2"/>
          <c:y val="7.0232896652110632E-2"/>
          <c:w val="0.95336322869955159"/>
          <c:h val="0.85953420669577874"/>
        </c:manualLayout>
      </c:layout>
      <c:barChart>
        <c:barDir val="bar"/>
        <c:grouping val="stacked"/>
        <c:varyColors val="0"/>
        <c:ser>
          <c:idx val="0"/>
          <c:order val="0"/>
          <c:spPr>
            <a:solidFill>
              <a:srgbClr val="17B2AF"/>
            </a:solidFill>
            <a:ln>
              <a:noFill/>
            </a:ln>
          </c:spPr>
          <c:invertIfNegative val="0"/>
          <c:dPt>
            <c:idx val="2"/>
            <c:invertIfNegative val="0"/>
            <c:bubble3D val="0"/>
            <c:spPr>
              <a:solidFill>
                <a:srgbClr val="0A7288"/>
              </a:solidFill>
              <a:ln>
                <a:noFill/>
              </a:ln>
            </c:spPr>
            <c:extLst>
              <c:ext xmlns:c16="http://schemas.microsoft.com/office/drawing/2014/chart" uri="{C3380CC4-5D6E-409C-BE32-E72D297353CC}">
                <c16:uniqueId val="{00000000-A9A6-41C0-9A55-B3F277D12EFC}"/>
              </c:ext>
            </c:extLst>
          </c:dPt>
          <c:dLbls>
            <c:dLbl>
              <c:idx val="0"/>
              <c:layout>
                <c:manualLayout>
                  <c:x val="0.12466367713004484"/>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9A6-41C0-9A55-B3F277D12EFC}"/>
                </c:ext>
              </c:extLst>
            </c:dLbl>
            <c:dLbl>
              <c:idx val="1"/>
              <c:layout>
                <c:manualLayout>
                  <c:x val="0.18116591928251122"/>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9A6-41C0-9A55-B3F277D12EFC}"/>
                </c:ext>
              </c:extLst>
            </c:dLbl>
            <c:dLbl>
              <c:idx val="2"/>
              <c:layout>
                <c:manualLayout>
                  <c:x val="0.19551569506726457"/>
                  <c:y val="0"/>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9A6-41C0-9A55-B3F277D12EFC}"/>
                </c:ext>
              </c:extLst>
            </c:dLbl>
            <c:dLbl>
              <c:idx val="3"/>
              <c:layout>
                <c:manualLayout>
                  <c:x val="0.20986547085201793"/>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9A6-41C0-9A55-B3F277D12EFC}"/>
                </c:ext>
              </c:extLst>
            </c:dLbl>
            <c:dLbl>
              <c:idx val="4"/>
              <c:layout>
                <c:manualLayout>
                  <c:x val="0.24215246636771301"/>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9A6-41C0-9A55-B3F277D12EFC}"/>
                </c:ext>
              </c:extLst>
            </c:dLbl>
            <c:dLbl>
              <c:idx val="5"/>
              <c:layout>
                <c:manualLayout>
                  <c:x val="0.47309417040358742"/>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A9A6-41C0-9A55-B3F277D12EFC}"/>
                </c:ext>
              </c:extLst>
            </c:dLbl>
            <c:dLbl>
              <c:idx val="6"/>
              <c:layout>
                <c:manualLayout>
                  <c:x val="0.48430493273542602"/>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A9A6-41C0-9A55-B3F277D12EF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Sheet1!$A$1:$H$1</c:f>
              <c:numCache>
                <c:formatCode>General</c:formatCode>
                <c:ptCount val="8"/>
                <c:pt idx="0">
                  <c:v>8.8000000000000007</c:v>
                </c:pt>
                <c:pt idx="1">
                  <c:v>12.7</c:v>
                </c:pt>
                <c:pt idx="2">
                  <c:v>14</c:v>
                </c:pt>
                <c:pt idx="3">
                  <c:v>15.3</c:v>
                </c:pt>
                <c:pt idx="4">
                  <c:v>18.2</c:v>
                </c:pt>
                <c:pt idx="5">
                  <c:v>39</c:v>
                </c:pt>
                <c:pt idx="6">
                  <c:v>40</c:v>
                </c:pt>
                <c:pt idx="7">
                  <c:v>42.884518406454859</c:v>
                </c:pt>
              </c:numCache>
            </c:numRef>
          </c:val>
          <c:extLst>
            <c:ext xmlns:c16="http://schemas.microsoft.com/office/drawing/2014/chart" uri="{C3380CC4-5D6E-409C-BE32-E72D297353CC}">
              <c16:uniqueId val="{00000007-A9A6-41C0-9A55-B3F277D12EFC}"/>
            </c:ext>
          </c:extLst>
        </c:ser>
        <c:dLbls>
          <c:showLegendKey val="0"/>
          <c:showVal val="0"/>
          <c:showCatName val="0"/>
          <c:showSerName val="0"/>
          <c:showPercent val="0"/>
          <c:showBubbleSize val="0"/>
        </c:dLbls>
        <c:gapWidth val="40"/>
        <c:overlap val="100"/>
        <c:axId val="1011242064"/>
        <c:axId val="1"/>
      </c:barChart>
      <c:catAx>
        <c:axId val="1011242064"/>
        <c:scaling>
          <c:orientation val="maxMin"/>
        </c:scaling>
        <c:delete val="0"/>
        <c:axPos val="l"/>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2.884518406454859"/>
          <c:min val="0"/>
        </c:scaling>
        <c:delete val="1"/>
        <c:axPos val="t"/>
        <c:numFmt formatCode="General" sourceLinked="1"/>
        <c:majorTickMark val="out"/>
        <c:minorTickMark val="none"/>
        <c:tickLblPos val="nextTo"/>
        <c:crossAx val="1011242064"/>
        <c:crosses val="min"/>
        <c:crossBetween val="between"/>
      </c:valAx>
    </c:plotArea>
    <c:plotVisOnly val="0"/>
    <c:dispBlanksAs val="gap"/>
    <c:showDLblsOverMax val="1"/>
  </c:chart>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084132384781936E-2"/>
          <c:y val="7.9818031430934661E-2"/>
          <c:w val="0.9297865759356635"/>
          <c:h val="0.84036393713813073"/>
        </c:manualLayout>
      </c:layout>
      <c:barChart>
        <c:barDir val="bar"/>
        <c:grouping val="stacked"/>
        <c:varyColors val="0"/>
        <c:ser>
          <c:idx val="0"/>
          <c:order val="0"/>
          <c:spPr>
            <a:solidFill>
              <a:srgbClr val="17B2AF"/>
            </a:solidFill>
            <a:ln w="9525" cmpd="sng" algn="ctr">
              <a:solidFill>
                <a:schemeClr val="bg1"/>
              </a:solidFill>
              <a:prstDash val="solid"/>
            </a:ln>
          </c:spPr>
          <c:invertIfNegative val="0"/>
          <c:dPt>
            <c:idx val="0"/>
            <c:invertIfNegative val="0"/>
            <c:bubble3D val="0"/>
            <c:spPr>
              <a:solidFill>
                <a:srgbClr val="04748A"/>
              </a:solidFill>
              <a:ln>
                <a:noFill/>
              </a:ln>
            </c:spPr>
            <c:extLst>
              <c:ext xmlns:c16="http://schemas.microsoft.com/office/drawing/2014/chart" uri="{C3380CC4-5D6E-409C-BE32-E72D297353CC}">
                <c16:uniqueId val="{00000000-39B2-40AA-B3DC-BAAFDC54B134}"/>
              </c:ext>
            </c:extLst>
          </c:dPt>
          <c:dPt>
            <c:idx val="1"/>
            <c:invertIfNegative val="0"/>
            <c:bubble3D val="0"/>
            <c:spPr>
              <a:solidFill>
                <a:srgbClr val="17B2AF"/>
              </a:solidFill>
              <a:ln w="9525" cmpd="sng" algn="ctr">
                <a:solidFill>
                  <a:srgbClr val="9DB1CF"/>
                </a:solidFill>
                <a:prstDash val="solid"/>
              </a:ln>
            </c:spPr>
            <c:extLst>
              <c:ext xmlns:c16="http://schemas.microsoft.com/office/drawing/2014/chart" uri="{C3380CC4-5D6E-409C-BE32-E72D297353CC}">
                <c16:uniqueId val="{00000001-39B2-40AA-B3DC-BAAFDC54B134}"/>
              </c:ext>
            </c:extLst>
          </c:dPt>
          <c:dLbls>
            <c:dLbl>
              <c:idx val="0"/>
              <c:layout>
                <c:manualLayout>
                  <c:x val="0.49242189916486234"/>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9B2-40AA-B3DC-BAAFDC54B134}"/>
                </c:ext>
              </c:extLst>
            </c:dLbl>
            <c:dLbl>
              <c:idx val="1"/>
              <c:layout>
                <c:manualLayout>
                  <c:x val="0.42901330034024127"/>
                  <c:y val="0"/>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9B2-40AA-B3DC-BAAFDC54B134}"/>
                </c:ext>
              </c:extLst>
            </c:dLbl>
            <c:dLbl>
              <c:idx val="2"/>
              <c:layout>
                <c:manualLayout>
                  <c:x val="0.39715434580884629"/>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9B2-40AA-B3DC-BAAFDC54B134}"/>
                </c:ext>
              </c:extLst>
            </c:dLbl>
            <c:dLbl>
              <c:idx val="3"/>
              <c:layout>
                <c:manualLayout>
                  <c:x val="0.37643055985153107"/>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9B2-40AA-B3DC-BAAFDC54B134}"/>
                </c:ext>
              </c:extLst>
            </c:dLbl>
            <c:dLbl>
              <c:idx val="4"/>
              <c:layout>
                <c:manualLayout>
                  <c:x val="0.33374574698422516"/>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9B2-40AA-B3DC-BAAFDC54B134}"/>
                </c:ext>
              </c:extLst>
            </c:dLbl>
            <c:dLbl>
              <c:idx val="5"/>
              <c:layout>
                <c:manualLayout>
                  <c:x val="0.32353850912465204"/>
                  <c:y val="0"/>
                </c:manualLayout>
              </c:layout>
              <c:numFmt formatCode="#,##0;&quot;-&quot;#,##0" sourceLinked="0"/>
              <c:spPr>
                <a:noFill/>
                <a:ln>
                  <a:noFill/>
                </a:ln>
              </c:spPr>
              <c:txPr>
                <a:bodyPr wrap="none"/>
                <a:lstStyle/>
                <a:p>
                  <a:pPr>
                    <a:defRPr sz="1400" kern="1200">
                      <a:solidFill>
                        <a:schemeClr val="tx1"/>
                      </a:solidFill>
                      <a:latin typeface="+mn-lt"/>
                      <a:ea typeface="+mn-ea"/>
                      <a:cs typeface="+mn-cs"/>
                      <a:sym typeface="Arial"/>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39B2-40AA-B3DC-BAAFDC54B13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44</c:v>
                </c:pt>
                <c:pt idx="1">
                  <c:v>38</c:v>
                </c:pt>
                <c:pt idx="2">
                  <c:v>35</c:v>
                </c:pt>
                <c:pt idx="3">
                  <c:v>33</c:v>
                </c:pt>
                <c:pt idx="4">
                  <c:v>29</c:v>
                </c:pt>
                <c:pt idx="5">
                  <c:v>28</c:v>
                </c:pt>
              </c:numCache>
            </c:numRef>
          </c:val>
          <c:extLst>
            <c:ext xmlns:c16="http://schemas.microsoft.com/office/drawing/2014/chart" uri="{C3380CC4-5D6E-409C-BE32-E72D297353CC}">
              <c16:uniqueId val="{00000006-39B2-40AA-B3DC-BAAFDC54B134}"/>
            </c:ext>
          </c:extLst>
        </c:ser>
        <c:dLbls>
          <c:showLegendKey val="0"/>
          <c:showVal val="0"/>
          <c:showCatName val="0"/>
          <c:showSerName val="0"/>
          <c:showPercent val="0"/>
          <c:showBubbleSize val="0"/>
        </c:dLbls>
        <c:gapWidth val="40"/>
        <c:overlap val="100"/>
        <c:axId val="627444128"/>
        <c:axId val="1"/>
      </c:barChart>
      <c:catAx>
        <c:axId val="627444128"/>
        <c:scaling>
          <c:orientation val="maxMin"/>
        </c:scaling>
        <c:delete val="0"/>
        <c:axPos val="l"/>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4"/>
          <c:min val="0"/>
        </c:scaling>
        <c:delete val="1"/>
        <c:axPos val="t"/>
        <c:numFmt formatCode="General" sourceLinked="1"/>
        <c:majorTickMark val="out"/>
        <c:minorTickMark val="none"/>
        <c:tickLblPos val="nextTo"/>
        <c:crossAx val="627444128"/>
        <c:crosses val="min"/>
        <c:crossBetween val="between"/>
      </c:valAx>
    </c:plotArea>
    <c:plotVisOnly val="0"/>
    <c:dispBlanksAs val="gap"/>
    <c:showDLblsOverMax val="1"/>
  </c:chart>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97A845B-C386-46D8-AFD0-69EDD5973065}" type="datetimeFigureOut">
              <a:rPr lang="en-US" smtClean="0"/>
              <a:t>11/29/2025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6742283-09C1-4F2C-BB96-9724BECC8FB7}" type="slidenum">
              <a:rPr lang="en-US" smtClean="0"/>
              <a:t>‹#›</a:t>
            </a:fld>
            <a:endParaRPr lang="en-US"/>
          </a:p>
        </p:txBody>
      </p:sp>
    </p:spTree>
    <p:extLst>
      <p:ext uri="{BB962C8B-B14F-4D97-AF65-F5344CB8AC3E}">
        <p14:creationId xmlns:p14="http://schemas.microsoft.com/office/powerpoint/2010/main" val="5969710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881B4E-5B1C-9777-AECE-C4872A20B48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BAE833-FE08-EBE4-11B1-28F63FEE2C0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9798834-C4C5-6294-DF2D-A704AF9367F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803F954-0937-CA5B-33B0-CEFCF60DEC6A}"/>
              </a:ext>
            </a:extLst>
          </p:cNvPr>
          <p:cNvSpPr>
            <a:spLocks noGrp="1"/>
          </p:cNvSpPr>
          <p:nvPr>
            <p:ph type="sldNum" sz="quarter" idx="5"/>
          </p:nvPr>
        </p:nvSpPr>
        <p:spPr/>
        <p:txBody>
          <a:bodyPr/>
          <a:lstStyle/>
          <a:p>
            <a:fld id="{FFF02CB5-E957-437F-BBC1-C60F741058C5}" type="slidenum">
              <a:rPr lang="en-US" smtClean="0"/>
              <a:pPr/>
              <a:t>1</a:t>
            </a:fld>
            <a:endParaRPr lang="en-US"/>
          </a:p>
        </p:txBody>
      </p:sp>
    </p:spTree>
    <p:extLst>
      <p:ext uri="{BB962C8B-B14F-4D97-AF65-F5344CB8AC3E}">
        <p14:creationId xmlns:p14="http://schemas.microsoft.com/office/powerpoint/2010/main" val="127100460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2"/>
        <p:cNvGrpSpPr/>
        <p:nvPr/>
      </p:nvGrpSpPr>
      <p:grpSpPr>
        <a:xfrm>
          <a:off x="0" y="0"/>
          <a:ext cx="0" cy="0"/>
          <a:chOff x="0" y="0"/>
          <a:chExt cx="0" cy="0"/>
        </a:xfrm>
      </p:grpSpPr>
      <p:sp>
        <p:nvSpPr>
          <p:cNvPr id="2063" name="Google Shape;2063;p2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64" name="Google Shape;2064;p2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9517B3-E7F5-FFC9-1484-4C13EE88EE6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520B2A-C004-C0FC-6C14-6D03A2B930AA}"/>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3F855581-DDF4-CBF4-EC2F-CA85902CAAA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F3C609F-AE88-86C0-E8B6-EC5D4328B32E}"/>
              </a:ext>
            </a:extLst>
          </p:cNvPr>
          <p:cNvSpPr>
            <a:spLocks noGrp="1"/>
          </p:cNvSpPr>
          <p:nvPr>
            <p:ph type="sldNum" sz="quarter" idx="5"/>
          </p:nvPr>
        </p:nvSpPr>
        <p:spPr/>
        <p:txBody>
          <a:bodyPr/>
          <a:lstStyle/>
          <a:p>
            <a:fld id="{36742283-09C1-4F2C-BB96-9724BECC8FB7}" type="slidenum">
              <a:rPr lang="en-US" smtClean="0"/>
              <a:t>4</a:t>
            </a:fld>
            <a:endParaRPr lang="en-US"/>
          </a:p>
        </p:txBody>
      </p:sp>
    </p:spTree>
    <p:extLst>
      <p:ext uri="{BB962C8B-B14F-4D97-AF65-F5344CB8AC3E}">
        <p14:creationId xmlns:p14="http://schemas.microsoft.com/office/powerpoint/2010/main" val="21300127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B36A17-271C-7A83-20CE-BF27D78D3E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92F4CB-A6A3-10D4-D250-EC22246CD35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88CCA1E3-74D3-AEC3-6404-45BC3430481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06E1F09-426A-D91E-840D-09B50F8AB36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08A12F-132B-464E-BA84-61E0D4470AD4}"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05451198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36742283-09C1-4F2C-BB96-9724BECC8FB7}" type="slidenum">
              <a:rPr lang="en-US" smtClean="0"/>
              <a:t>6</a:t>
            </a:fld>
            <a:endParaRPr lang="en-US"/>
          </a:p>
        </p:txBody>
      </p:sp>
    </p:spTree>
    <p:extLst>
      <p:ext uri="{BB962C8B-B14F-4D97-AF65-F5344CB8AC3E}">
        <p14:creationId xmlns:p14="http://schemas.microsoft.com/office/powerpoint/2010/main" val="39084966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1F8254-83CE-B2EF-4B01-A94829EDD1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C67C13-2A29-4E30-C37F-06D44F933B21}"/>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996F945B-71F1-FE78-30CB-C6355FA8A1A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73A1E1C-9D7D-53CC-AF58-D2B0AA2C147B}"/>
              </a:ext>
            </a:extLst>
          </p:cNvPr>
          <p:cNvSpPr>
            <a:spLocks noGrp="1"/>
          </p:cNvSpPr>
          <p:nvPr>
            <p:ph type="sldNum" sz="quarter" idx="5"/>
          </p:nvPr>
        </p:nvSpPr>
        <p:spPr/>
        <p:txBody>
          <a:bodyPr/>
          <a:lstStyle/>
          <a:p>
            <a:fld id="{36742283-09C1-4F2C-BB96-9724BECC8FB7}" type="slidenum">
              <a:rPr lang="en-US" smtClean="0"/>
              <a:t>7</a:t>
            </a:fld>
            <a:endParaRPr lang="en-US"/>
          </a:p>
        </p:txBody>
      </p:sp>
    </p:spTree>
    <p:extLst>
      <p:ext uri="{BB962C8B-B14F-4D97-AF65-F5344CB8AC3E}">
        <p14:creationId xmlns:p14="http://schemas.microsoft.com/office/powerpoint/2010/main" val="12697144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4">
          <a:extLst>
            <a:ext uri="{FF2B5EF4-FFF2-40B4-BE49-F238E27FC236}">
              <a16:creationId xmlns:a16="http://schemas.microsoft.com/office/drawing/2014/main" id="{3D22E536-AE67-5A5D-37F1-DA2BC15A8308}"/>
            </a:ext>
          </a:extLst>
        </p:cNvPr>
        <p:cNvGrpSpPr/>
        <p:nvPr/>
      </p:nvGrpSpPr>
      <p:grpSpPr>
        <a:xfrm>
          <a:off x="0" y="0"/>
          <a:ext cx="0" cy="0"/>
          <a:chOff x="0" y="0"/>
          <a:chExt cx="0" cy="0"/>
        </a:xfrm>
      </p:grpSpPr>
      <p:sp>
        <p:nvSpPr>
          <p:cNvPr id="2485" name="Google Shape;2485;p28:notes">
            <a:extLst>
              <a:ext uri="{FF2B5EF4-FFF2-40B4-BE49-F238E27FC236}">
                <a16:creationId xmlns:a16="http://schemas.microsoft.com/office/drawing/2014/main" id="{B4A192F8-0B26-655D-DBB8-19F0520C99C9}"/>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86" name="Google Shape;2486;p28:notes">
            <a:extLst>
              <a:ext uri="{FF2B5EF4-FFF2-40B4-BE49-F238E27FC236}">
                <a16:creationId xmlns:a16="http://schemas.microsoft.com/office/drawing/2014/main" id="{F36A07E3-7EB8-686E-664B-0796B5726E33}"/>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US"/>
          </a:p>
        </p:txBody>
      </p:sp>
    </p:spTree>
    <p:extLst>
      <p:ext uri="{BB962C8B-B14F-4D97-AF65-F5344CB8AC3E}">
        <p14:creationId xmlns:p14="http://schemas.microsoft.com/office/powerpoint/2010/main" val="36361826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A82EA5-CB17-534E-3D7A-A3986465A1A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23275B-87AE-35BA-6470-AF08A5DB36B8}"/>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B27C4640-6B93-90C3-8522-944C6B2BA8E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B9EA98C3-1C60-2981-7143-BECABE51AF5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FF02CB5-E957-437F-BBC1-C60F741058C5}" type="slidenum">
              <a:rPr kumimoji="0" lang="en-US" sz="1300" b="0" i="0" u="none" strike="noStrike" kern="1200" cap="none" spc="0" normalizeH="0" baseline="0" noProof="0" smtClean="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3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Tree>
    <p:extLst>
      <p:ext uri="{BB962C8B-B14F-4D97-AF65-F5344CB8AC3E}">
        <p14:creationId xmlns:p14="http://schemas.microsoft.com/office/powerpoint/2010/main" val="17396011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F71265-040D-3D76-9500-9EFD186778C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EFC3C4-C538-7D82-F07B-1D4C5700BF1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E3D5FD8-211A-7025-660E-837EAE4A41F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9E808B7-BC69-0B61-C618-0279711A2F3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04778625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48"/>
        <p:cNvGrpSpPr/>
        <p:nvPr/>
      </p:nvGrpSpPr>
      <p:grpSpPr>
        <a:xfrm>
          <a:off x="0" y="0"/>
          <a:ext cx="0" cy="0"/>
          <a:chOff x="0" y="0"/>
          <a:chExt cx="0" cy="0"/>
        </a:xfrm>
      </p:grpSpPr>
      <p:sp>
        <p:nvSpPr>
          <p:cNvPr id="7149" name="Google Shape;7149;p39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7150" name="Google Shape;7150;p39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GB"/>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74BD89-57C4-9982-0072-E7F94F1728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1F69E6-BD2F-7994-BCE1-A7C3DD9BD9CF}"/>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8A50CFA5-D26E-783C-E58E-319586740F2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51E2643-A52B-E8B5-27B3-7C8CECF4ECD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FF02CB5-E957-437F-BBC1-C60F741058C5}" type="slidenum">
              <a:rPr kumimoji="0" lang="en-US" sz="1300" b="0" i="0" u="none" strike="noStrike" kern="1200" cap="none" spc="0" normalizeH="0" baseline="0" noProof="0" smtClean="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3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Tree>
    <p:extLst>
      <p:ext uri="{BB962C8B-B14F-4D97-AF65-F5344CB8AC3E}">
        <p14:creationId xmlns:p14="http://schemas.microsoft.com/office/powerpoint/2010/main" val="258937716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44AD90-3F1C-429F-D59D-98D29DF3E9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325DE0C-BFE0-2DEC-63C3-CB2CDD4FC2B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3A1C3EB-1C57-9763-D78C-ED655BE4F5A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5FE11AF-DF7C-EE82-7145-50DC37E3FE9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08A12F-132B-464E-BA84-61E0D4470AD4}"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9449282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B592CA-53F2-DE99-18E2-9ABF4E362D5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E37AAB-AE0E-5FC9-59E5-F6B83589F61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501A46E-5A82-92D2-38D4-4890485AF21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63ED3DD1-050F-20B7-D2F9-E95CA426694B}"/>
              </a:ext>
            </a:extLst>
          </p:cNvPr>
          <p:cNvSpPr>
            <a:spLocks noGrp="1"/>
          </p:cNvSpPr>
          <p:nvPr>
            <p:ph type="sldNum" sz="quarter" idx="5"/>
          </p:nvPr>
        </p:nvSpPr>
        <p:spPr/>
        <p:txBody>
          <a:bodyPr/>
          <a:lstStyle/>
          <a:p>
            <a:pPr defTabSz="931690">
              <a:defRPr/>
            </a:pPr>
            <a:fld id="{FFF02CB5-E957-437F-BBC1-C60F741058C5}" type="slidenum">
              <a:rPr lang="en-US">
                <a:solidFill>
                  <a:prstClr val="black"/>
                </a:solidFill>
              </a:rPr>
              <a:pPr defTabSz="931690">
                <a:defRPr/>
              </a:pPr>
              <a:t>18</a:t>
            </a:fld>
            <a:endParaRPr lang="en-US">
              <a:solidFill>
                <a:prstClr val="black"/>
              </a:solidFill>
            </a:endParaRPr>
          </a:p>
        </p:txBody>
      </p:sp>
    </p:spTree>
    <p:extLst>
      <p:ext uri="{BB962C8B-B14F-4D97-AF65-F5344CB8AC3E}">
        <p14:creationId xmlns:p14="http://schemas.microsoft.com/office/powerpoint/2010/main" val="107794658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ABD7F-0858-0FA6-1F7F-671EB8B90A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B21F66-FE2F-99F0-292A-E8DF565A344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7E79217-DADC-10F3-E99A-15118681C5F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AAD650F-9CB6-2998-FFF8-FAD98BEDDEF4}"/>
              </a:ext>
            </a:extLst>
          </p:cNvPr>
          <p:cNvSpPr>
            <a:spLocks noGrp="1"/>
          </p:cNvSpPr>
          <p:nvPr>
            <p:ph type="sldNum" sz="quarter" idx="5"/>
          </p:nvPr>
        </p:nvSpPr>
        <p:spPr/>
        <p:txBody>
          <a:bodyPr/>
          <a:lstStyle/>
          <a:p>
            <a:pPr defTabSz="931690">
              <a:defRPr/>
            </a:pPr>
            <a:fld id="{FFF02CB5-E957-437F-BBC1-C60F741058C5}" type="slidenum">
              <a:rPr lang="en-US">
                <a:solidFill>
                  <a:prstClr val="black"/>
                </a:solidFill>
              </a:rPr>
              <a:pPr defTabSz="931690">
                <a:defRPr/>
              </a:pPr>
              <a:t>19</a:t>
            </a:fld>
            <a:endParaRPr lang="en-US">
              <a:solidFill>
                <a:prstClr val="black"/>
              </a:solidFill>
            </a:endParaRPr>
          </a:p>
        </p:txBody>
      </p:sp>
    </p:spTree>
    <p:extLst>
      <p:ext uri="{BB962C8B-B14F-4D97-AF65-F5344CB8AC3E}">
        <p14:creationId xmlns:p14="http://schemas.microsoft.com/office/powerpoint/2010/main" val="144652948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8DFE37-ADEA-6631-71A8-7014FB41611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AED311-8DCA-0CA5-1750-178D53F74D4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1CB166D-D448-1FF9-C2BB-AC821F05DFA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EAD6510-87ED-D230-673F-FCE555B3CB1C}"/>
              </a:ext>
            </a:extLst>
          </p:cNvPr>
          <p:cNvSpPr>
            <a:spLocks noGrp="1"/>
          </p:cNvSpPr>
          <p:nvPr>
            <p:ph type="sldNum" sz="quarter" idx="5"/>
          </p:nvPr>
        </p:nvSpPr>
        <p:spPr/>
        <p:txBody>
          <a:bodyPr/>
          <a:lstStyle/>
          <a:p>
            <a:fld id="{3EB60EC9-8FDC-4B83-BAC2-480404F2F558}" type="slidenum">
              <a:rPr lang="en-US" smtClean="0"/>
              <a:t>22</a:t>
            </a:fld>
            <a:endParaRPr lang="en-US"/>
          </a:p>
        </p:txBody>
      </p:sp>
    </p:spTree>
    <p:extLst>
      <p:ext uri="{BB962C8B-B14F-4D97-AF65-F5344CB8AC3E}">
        <p14:creationId xmlns:p14="http://schemas.microsoft.com/office/powerpoint/2010/main" val="307198290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D03269-FE80-9461-4A03-20C486021D7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838AD0E-BC2F-C8F7-ADC6-592A863CD9C7}"/>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5573AD55-3C2F-0267-7829-72EB0536A2D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0B4F062-93D4-AA0D-529E-18F08FFDBCF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FF02CB5-E957-437F-BBC1-C60F741058C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166371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11E3DD-8F5A-4267-CEAB-1A0790CD48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99CA4E-1894-54E2-C486-54C67896F01B}"/>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C65AF8E4-1E49-F1E0-9DF8-6F5C79E6DC8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6BFF4ACB-B339-EA8E-39EB-847C889DEA0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FF02CB5-E957-437F-BBC1-C60F741058C5}" type="slidenum">
              <a:rPr kumimoji="0" lang="en-US" sz="1300" b="0" i="0" u="none" strike="noStrike" kern="1200" cap="none" spc="0" normalizeH="0" baseline="0" noProof="0" smtClean="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3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Tree>
    <p:extLst>
      <p:ext uri="{BB962C8B-B14F-4D97-AF65-F5344CB8AC3E}">
        <p14:creationId xmlns:p14="http://schemas.microsoft.com/office/powerpoint/2010/main" val="15943583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6337C3-0C76-D9BE-5F1C-23336FB0DE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2AA4F0-8C20-F0F1-B8FA-F3605067653D}"/>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BB3624E9-0F9C-1C78-91B1-F3909A090FD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56DA6AD-9748-8443-1A34-9FEFA669813F}"/>
              </a:ext>
            </a:extLst>
          </p:cNvPr>
          <p:cNvSpPr>
            <a:spLocks noGrp="1"/>
          </p:cNvSpPr>
          <p:nvPr>
            <p:ph type="sldNum" sz="quarter" idx="5"/>
          </p:nvPr>
        </p:nvSpPr>
        <p:spPr/>
        <p:txBody>
          <a:bodyPr/>
          <a:lstStyle/>
          <a:p>
            <a:fld id="{644DA221-0CA8-49D9-8E8A-C3F08AACEC0B}" type="slidenum">
              <a:rPr lang="en-US" smtClean="0"/>
              <a:t>26</a:t>
            </a:fld>
            <a:endParaRPr lang="en-US"/>
          </a:p>
        </p:txBody>
      </p:sp>
    </p:spTree>
    <p:extLst>
      <p:ext uri="{BB962C8B-B14F-4D97-AF65-F5344CB8AC3E}">
        <p14:creationId xmlns:p14="http://schemas.microsoft.com/office/powerpoint/2010/main" val="242924437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97771B-CB91-E854-175F-B5613B28E1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67CE03-B65A-31CD-9041-56AAB484BB5D}"/>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F0969046-A305-B2DD-9373-2F59B9AE4FF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8938EA0-D9EE-470C-A32C-46100EE5B2D7}"/>
              </a:ext>
            </a:extLst>
          </p:cNvPr>
          <p:cNvSpPr>
            <a:spLocks noGrp="1"/>
          </p:cNvSpPr>
          <p:nvPr>
            <p:ph type="sldNum" sz="quarter" idx="5"/>
          </p:nvPr>
        </p:nvSpPr>
        <p:spPr/>
        <p:txBody>
          <a:bodyPr/>
          <a:lstStyle/>
          <a:p>
            <a:fld id="{644DA221-0CA8-49D9-8E8A-C3F08AACEC0B}" type="slidenum">
              <a:rPr lang="en-US" smtClean="0"/>
              <a:t>27</a:t>
            </a:fld>
            <a:endParaRPr lang="en-US"/>
          </a:p>
        </p:txBody>
      </p:sp>
    </p:spTree>
    <p:extLst>
      <p:ext uri="{BB962C8B-B14F-4D97-AF65-F5344CB8AC3E}">
        <p14:creationId xmlns:p14="http://schemas.microsoft.com/office/powerpoint/2010/main" val="34205331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37F96B-ACFE-3C87-F14D-92014FB5EBA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885EC7B-23E6-E3EF-7210-71A0741E8ACD}"/>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A42D253F-9FE8-4D62-47F7-0E8F28F8252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B64FD06-168A-747A-F981-EED87C32D2E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FF02CB5-E957-437F-BBC1-C60F741058C5}" type="slidenum">
              <a:rPr kumimoji="0" lang="en-US" sz="1300" b="0" i="0" u="none" strike="noStrike" kern="1200" cap="none" spc="0" normalizeH="0" baseline="0" noProof="0" smtClean="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3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Tree>
    <p:extLst>
      <p:ext uri="{BB962C8B-B14F-4D97-AF65-F5344CB8AC3E}">
        <p14:creationId xmlns:p14="http://schemas.microsoft.com/office/powerpoint/2010/main" val="198275484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4C92E0-F00F-826E-72C1-34B6F0100C2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724995-A89F-FEE3-D673-8050D191929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7DC7D8E-0976-1BFC-C378-BB95F4BF06CE}"/>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3A73739-7E6E-893C-ADCF-A804C26FB3EE}"/>
              </a:ext>
            </a:extLst>
          </p:cNvPr>
          <p:cNvSpPr>
            <a:spLocks noGrp="1"/>
          </p:cNvSpPr>
          <p:nvPr>
            <p:ph type="sldNum" sz="quarter" idx="5"/>
          </p:nvPr>
        </p:nvSpPr>
        <p:spPr/>
        <p:txBody>
          <a:bodyPr/>
          <a:lstStyle/>
          <a:p>
            <a:fld id="{36742283-09C1-4F2C-BB96-9724BECC8FB7}" type="slidenum">
              <a:rPr lang="en-US" smtClean="0"/>
              <a:t>29</a:t>
            </a:fld>
            <a:endParaRPr lang="en-US"/>
          </a:p>
        </p:txBody>
      </p:sp>
    </p:spTree>
    <p:extLst>
      <p:ext uri="{BB962C8B-B14F-4D97-AF65-F5344CB8AC3E}">
        <p14:creationId xmlns:p14="http://schemas.microsoft.com/office/powerpoint/2010/main" val="91366737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8CB771-8269-2867-FDF1-3FA719F772C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42FFBB-CC0F-61F4-9B62-E50B24BD384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C72CBCD-1AB3-D138-87EC-A8E1797C483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6F3C031E-08B5-529C-FDE9-421CD9B224B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2025693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014A23-08A1-B089-4F0E-FEE20473273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97A902-5665-FDBA-339C-3F9AFE416F0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FF95AD6-9EEE-000F-0763-B086FADE717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F51C9DA-FD58-71D5-4678-A283F9D09EA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99096598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4BE572-0BCD-B5FC-65CC-C58EA0D63C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B319F2-1D2C-A9BE-2D96-F55D4527A5F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8DE0E83-1AFF-BF2E-DB64-8AF5F62E993E}"/>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B49018A-5F3A-14F4-4429-88A979FA77C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0407997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C79928-E6B5-6408-9E24-09DA51CF17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225D066-F2C4-A593-AE15-23433EB998E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251E1AD-F01D-EE11-628C-40DF1CAEB14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421C966-7A7D-0CFB-9357-B9BCB81C0CB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81237581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74B731-5A3D-8935-E405-A8564434C54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AD8D624-3DD3-AFE0-B248-E9F787C4AE7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06C5256-F1A5-E682-E189-E4FBF3F9AB6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EF48853-2CFD-ED8B-539A-B316B2FD1EFC}"/>
              </a:ext>
            </a:extLst>
          </p:cNvPr>
          <p:cNvSpPr>
            <a:spLocks noGrp="1"/>
          </p:cNvSpPr>
          <p:nvPr>
            <p:ph type="sldNum" sz="quarter" idx="5"/>
          </p:nvPr>
        </p:nvSpPr>
        <p:spPr/>
        <p:txBody>
          <a:bodyPr/>
          <a:lstStyle/>
          <a:p>
            <a:fld id="{36742283-09C1-4F2C-BB96-9724BECC8FB7}" type="slidenum">
              <a:rPr lang="en-US" smtClean="0"/>
              <a:t>34</a:t>
            </a:fld>
            <a:endParaRPr lang="en-US"/>
          </a:p>
        </p:txBody>
      </p:sp>
    </p:spTree>
    <p:extLst>
      <p:ext uri="{BB962C8B-B14F-4D97-AF65-F5344CB8AC3E}">
        <p14:creationId xmlns:p14="http://schemas.microsoft.com/office/powerpoint/2010/main" val="167961172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4E188D-8AE4-A75F-191D-828670E9BA3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F4553E6-8361-7A56-E698-75AFC6A52E3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F4D3BAE-6A98-88D2-EA29-FB00C7CE32A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EC0AAA6-6769-DEC0-A730-9807D6A8DF6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5885426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DEF828-2E73-9F92-8D6A-0335274AA9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BF0601E-13C7-95D9-9574-178134547CB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C23A7CB-B609-AA18-4312-073D279A466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BA0A5BC5-898A-959A-1B5A-5ECFDC4BEA6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78640602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BC92EF-12BE-C5C8-5D13-202527827F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ACFB1DB-B3EE-B34A-DC0F-0F9379841F27}"/>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15BDE161-71FF-A05B-61DE-A82315FD3B3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B0425C1-5F9A-A50B-8C73-AFF3C6C8337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71923814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36742283-09C1-4F2C-BB96-9724BECC8FB7}" type="slidenum">
              <a:rPr lang="en-US" smtClean="0"/>
              <a:t>39</a:t>
            </a:fld>
            <a:endParaRPr lang="en-US"/>
          </a:p>
        </p:txBody>
      </p:sp>
    </p:spTree>
    <p:extLst>
      <p:ext uri="{BB962C8B-B14F-4D97-AF65-F5344CB8AC3E}">
        <p14:creationId xmlns:p14="http://schemas.microsoft.com/office/powerpoint/2010/main" val="240251462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434436-C4AF-E055-EED6-1C0D20D3E28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8D5F50-8F16-B816-3CB6-EFDEBAF8F0D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E53CA1C-B7E4-F560-E34C-6BEB29DB1F3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8B0B39BC-901A-A10A-8483-C7EE034E21F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53502164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2B8F02-21A7-7103-5301-79090C0BC12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767217-73F1-DC9B-C8EF-228D3C0ED04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4128BE6-9B3A-05C1-BF8A-4FA5F1731D9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5E1E209-C9BE-BD81-7682-A3410901E4F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49513545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33A196-49FA-211C-1B41-78C590CA0D0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345799-F926-2220-8302-A21DADCF5DD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5D5688B-5523-76FC-32BE-C5FDB60CF55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F84192A-8369-8ECE-A5A4-F27EFC9F178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87863158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AB1DCE-54AD-3606-5AB3-5B4BF2831A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1B84940-8C32-E366-0C49-476F61455CB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EC1D0BB-28BF-95AA-074D-C77C5298B0E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66BB105-4E55-BB42-98D2-FE5E85891B5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1075151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34"/>
        <p:cNvGrpSpPr/>
        <p:nvPr/>
      </p:nvGrpSpPr>
      <p:grpSpPr>
        <a:xfrm>
          <a:off x="0" y="0"/>
          <a:ext cx="0" cy="0"/>
          <a:chOff x="0" y="0"/>
          <a:chExt cx="0" cy="0"/>
        </a:xfrm>
      </p:grpSpPr>
      <p:sp>
        <p:nvSpPr>
          <p:cNvPr id="14535" name="Google Shape;14535;p18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4536" name="Google Shape;14536;p18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txBody>
          <a:bodyPr/>
          <a:lstStyle/>
          <a:p>
            <a:endParaRPr lang="en-GB"/>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21F0D1-FB11-D639-15E4-18E568F437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A86A59E-7A91-6F7B-C071-F18FD674184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39E4E74-77FD-8760-8F72-252C3A7189E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6A974406-3EE8-40C2-991B-D77F6BE4FDE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8182034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F260F8-B46A-0945-46DA-920715CF62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53F0DCD-1387-172F-710B-DBF727BDFC3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03DE1B3-FF5D-E821-57E3-7237B3A215F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5F8E2BF-2AAE-549E-3368-646FF15C304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9017854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923193-5726-32C1-2C5A-9B2417D3D4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4993F7-E9D3-9FEF-04DD-CE754EF7A18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3C4AE66-EE8C-A44A-0F0D-BF1D2A94E21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AA3E9AE0-A375-237C-F803-EB2FFBBE5EA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8260421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ECA2C4AC-8C91-45E2-BC7F-D06C3379832D}" type="slidenum">
              <a:rPr kumimoji="0" lang="en-US" sz="1200" b="0" i="0" u="none" strike="noStrike" kern="0" cap="none" spc="0" normalizeH="0" baseline="0" noProof="0" smtClean="0">
                <a:ln>
                  <a:noFill/>
                </a:ln>
                <a:solidFill>
                  <a:sysClr val="windowText" lastClr="000000"/>
                </a:solidFill>
                <a:effectLst/>
                <a:uLnTx/>
                <a:uFillTx/>
              </a:rPr>
              <a:pPr marL="0" marR="0" lvl="0" indent="0" algn="r" defTabSz="914400" eaLnBrk="1" fontAlgn="auto" latinLnBrk="0" hangingPunct="1">
                <a:lnSpc>
                  <a:spcPct val="100000"/>
                </a:lnSpc>
                <a:spcBef>
                  <a:spcPts val="0"/>
                </a:spcBef>
                <a:spcAft>
                  <a:spcPts val="0"/>
                </a:spcAft>
                <a:buClrTx/>
                <a:buSzTx/>
                <a:buFontTx/>
                <a:buNone/>
                <a:tabLst/>
                <a:defRPr/>
              </a:pPr>
              <a:t>49</a:t>
            </a:fld>
            <a:endParaRPr kumimoji="0" lang="en-US" sz="1200" b="0" i="0" u="none" strike="noStrike" kern="0" cap="none" spc="0" normalizeH="0" baseline="0" noProof="0">
              <a:ln>
                <a:noFill/>
              </a:ln>
              <a:solidFill>
                <a:sysClr val="windowText" lastClr="000000"/>
              </a:solidFill>
              <a:effectLst/>
              <a:uLnTx/>
              <a:uFillTx/>
            </a:endParaRPr>
          </a:p>
        </p:txBody>
      </p:sp>
    </p:spTree>
    <p:extLst>
      <p:ext uri="{BB962C8B-B14F-4D97-AF65-F5344CB8AC3E}">
        <p14:creationId xmlns:p14="http://schemas.microsoft.com/office/powerpoint/2010/main" val="234213222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ECA2C4AC-8C91-45E2-BC7F-D06C3379832D}" type="slidenum">
              <a:rPr kumimoji="0" lang="en-US" sz="1200" b="0" i="0" u="none" strike="noStrike" kern="0" cap="none" spc="0" normalizeH="0" baseline="0" noProof="0" smtClean="0">
                <a:ln>
                  <a:noFill/>
                </a:ln>
                <a:solidFill>
                  <a:sysClr val="windowText" lastClr="000000"/>
                </a:solidFill>
                <a:effectLst/>
                <a:uLnTx/>
                <a:uFillTx/>
              </a:rPr>
              <a:pPr marL="0" marR="0" lvl="0" indent="0" algn="r" defTabSz="914400" eaLnBrk="1" fontAlgn="auto" latinLnBrk="0" hangingPunct="1">
                <a:lnSpc>
                  <a:spcPct val="100000"/>
                </a:lnSpc>
                <a:spcBef>
                  <a:spcPts val="0"/>
                </a:spcBef>
                <a:spcAft>
                  <a:spcPts val="0"/>
                </a:spcAft>
                <a:buClrTx/>
                <a:buSzTx/>
                <a:buFontTx/>
                <a:buNone/>
                <a:tabLst/>
                <a:defRPr/>
              </a:pPr>
              <a:t>50</a:t>
            </a:fld>
            <a:endParaRPr kumimoji="0" lang="en-US" sz="1200" b="0" i="0" u="none" strike="noStrike" kern="0" cap="none" spc="0" normalizeH="0" baseline="0" noProof="0">
              <a:ln>
                <a:noFill/>
              </a:ln>
              <a:solidFill>
                <a:sysClr val="windowText" lastClr="000000"/>
              </a:solidFill>
              <a:effectLst/>
              <a:uLnTx/>
              <a:uFillTx/>
            </a:endParaRPr>
          </a:p>
        </p:txBody>
      </p:sp>
    </p:spTree>
    <p:extLst>
      <p:ext uri="{BB962C8B-B14F-4D97-AF65-F5344CB8AC3E}">
        <p14:creationId xmlns:p14="http://schemas.microsoft.com/office/powerpoint/2010/main" val="249042884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4A2AAB-E968-C69E-1AB2-2A9DB00F93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F945EC-21DB-CD59-BD57-88899CC7F33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E567062-1FCA-F180-1BA9-455EF01A0E5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974AF6F-F852-0395-A2F2-E75A91FE046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40037654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595930-68EA-EE2B-782D-A99CE8F202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9B0DD04-615F-52D4-3C5B-45E51EFB3BE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8E9B35B3-82EF-CF7F-2ECB-096BEB2F00D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41E8671-E448-D945-EC95-E582F5A974D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99791424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00BA67-9039-3E3A-5E21-6DFA490BD75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C99434-FC69-AB39-B4A0-A36F15F1BFF2}"/>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228248A2-2CB5-7003-5E0D-4737A8EA404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20CCD8B-66A4-6E6A-AB74-67F01247960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FF02CB5-E957-437F-BBC1-C60F741058C5}" type="slidenum">
              <a:rPr kumimoji="0" lang="en-US" sz="1300" b="0" i="0" u="none" strike="noStrike" kern="1200" cap="none" spc="0" normalizeH="0" baseline="0" noProof="0" smtClean="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3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Tree>
    <p:extLst>
      <p:ext uri="{BB962C8B-B14F-4D97-AF65-F5344CB8AC3E}">
        <p14:creationId xmlns:p14="http://schemas.microsoft.com/office/powerpoint/2010/main" val="173193600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4645E9-F494-ABC2-8445-C540E07B6B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7B8EDD1-19E4-E7E3-4ED1-520CA4B5ABC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FA34734-B128-5BB5-5FDD-1CD66B300110}"/>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FC84310-DBA8-5060-959E-E4E29A12393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18076220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093542-5D7B-B51E-FFF5-61433E511E5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D71D40-538D-6334-0B26-883F411D35F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D01F549-5722-B366-9A32-9F328F42F28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F44944D-AE4E-D26C-43E2-F7251D01173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89755355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218294-CE93-A0D6-28B5-B1B7B8E1F5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3713184-6453-4348-C667-3D77C84F0B3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EBBF0BE-9880-2787-814E-81E55E8863E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87C91AB-DE69-8CA9-9CEE-0F108BE2260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28757186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689B1A-7E5A-7E35-9945-506DA681E5A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EF37FC3-B4F1-D7C1-0E2A-F37721C14F3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FFAEF35-4492-5E42-F695-553A5244AA9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205D673-19E1-ECC0-EAAE-01A9CB39492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25375716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FD92A5-9AFF-7567-3717-8D47BF192C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DF95A64-9594-24FD-A64A-CA47503B8137}"/>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E54E287-6C53-7FE0-7192-10F44914F17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B0BE830C-EB92-5D56-A776-41EFA1E747B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34896360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717B87-5D62-2980-101C-1F39BB7B867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233B271-6F24-DE0A-6201-4009CA8638A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54FA8A1-6627-E431-F8D2-39A4FC565B1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AC0DB5DA-D3E1-838D-6228-BFF46D48BB4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97336413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EB2840-1D74-8204-C475-EA011E4499A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9C0BD5-5092-81C1-1F84-D7BB02489C7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F10E3AF-EC36-8E50-8477-20D93605C53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6E207BF-0D0C-7362-32D2-4FAFE21A76F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47576491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E843AB-9271-11D3-443D-71311E20BAC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45126E-0F7C-C0FC-E73E-EBA83AA32CE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7F25B77-35F2-332D-E5FA-323F96A8376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B4E55CC-ED36-FB99-1CCE-BFDB0F277E0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6315693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B44421-67B2-3677-F472-312E76CFB4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93FEBA-BBC1-58A9-EEA3-1C0A0236BB2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3EDA5BB-8DF3-B040-6071-FE28A454160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CB89D38-8A71-3A30-BC76-EA71C3CDC08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12670774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13C9AD-C4A2-F50B-9B55-2185BF92A3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867E841-EDF5-DB32-722A-61072F93B7F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7B86B8E-FFC7-C8B4-465F-A78AC10C7CD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648C748-785E-FA9D-6892-4E806D85273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7758150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C94916-38CD-522B-0C49-CD60E5C0CF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4735E7E-BF99-87CD-527E-C2DEC74C00D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8642EBF-68AA-1CA4-F649-ACE7A2704E28}"/>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DB4AA57-9936-DBC7-E4BA-BCAF2C44516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2840478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5A7825-AFFA-A991-7A75-670073A9404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282A48-2025-6AF0-98C5-05939E87991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BAD38A3-86E2-0EA5-8800-8CA10702C4C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CC54A11-4994-9EA5-F784-5867ADA466D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26314038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B7821-0E86-6D8A-3FD0-75F159FC8C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077792-CB43-DD1E-6654-8309E3B8454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97E74F2-31E3-10C7-ECAB-B0F76AB4C2D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749F267-C5BB-0362-0F2E-1F406075CD6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B60EC9-8FDC-4B83-BAC2-480404F2F558}"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90110975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5.xml"/><Relationship Id="rId7" Type="http://schemas.openxmlformats.org/officeDocument/2006/relationships/slideMaster" Target="../slideMasters/slideMaster1.xml"/><Relationship Id="rId2" Type="http://schemas.openxmlformats.org/officeDocument/2006/relationships/tags" Target="../tags/tag4.xml"/><Relationship Id="rId1" Type="http://schemas.openxmlformats.org/officeDocument/2006/relationships/tags" Target="../tags/tag3.xml"/><Relationship Id="rId6" Type="http://schemas.openxmlformats.org/officeDocument/2006/relationships/tags" Target="../tags/tag8.xml"/><Relationship Id="rId5" Type="http://schemas.openxmlformats.org/officeDocument/2006/relationships/tags" Target="../tags/tag7.xml"/><Relationship Id="rId4" Type="http://schemas.openxmlformats.org/officeDocument/2006/relationships/tags" Target="../tags/tag6.xml"/><Relationship Id="rId9" Type="http://schemas.openxmlformats.org/officeDocument/2006/relationships/image" Target="../media/image3.emf"/></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8" Type="http://schemas.openxmlformats.org/officeDocument/2006/relationships/slideMaster" Target="../slideMasters/slideMaster1.xml"/><Relationship Id="rId3" Type="http://schemas.openxmlformats.org/officeDocument/2006/relationships/tags" Target="../tags/tag11.xml"/><Relationship Id="rId7" Type="http://schemas.openxmlformats.org/officeDocument/2006/relationships/tags" Target="../tags/tag15.xml"/><Relationship Id="rId2" Type="http://schemas.openxmlformats.org/officeDocument/2006/relationships/tags" Target="../tags/tag10.xml"/><Relationship Id="rId1" Type="http://schemas.openxmlformats.org/officeDocument/2006/relationships/tags" Target="../tags/tag9.xml"/><Relationship Id="rId6" Type="http://schemas.openxmlformats.org/officeDocument/2006/relationships/tags" Target="../tags/tag14.xml"/><Relationship Id="rId5" Type="http://schemas.openxmlformats.org/officeDocument/2006/relationships/tags" Target="../tags/tag13.xml"/><Relationship Id="rId10" Type="http://schemas.openxmlformats.org/officeDocument/2006/relationships/image" Target="../media/image3.emf"/><Relationship Id="rId4" Type="http://schemas.openxmlformats.org/officeDocument/2006/relationships/tags" Target="../tags/tag12.xml"/><Relationship Id="rId9" Type="http://schemas.openxmlformats.org/officeDocument/2006/relationships/oleObject" Target="../embeddings/oleObject3.bin"/></Relationships>
</file>

<file path=ppt/slideLayouts/_rels/slideLayout15.xml.rels><?xml version="1.0" encoding="UTF-8" standalone="yes"?>
<Relationships xmlns="http://schemas.openxmlformats.org/package/2006/relationships"><Relationship Id="rId8" Type="http://schemas.openxmlformats.org/officeDocument/2006/relationships/oleObject" Target="../embeddings/oleObject4.bin"/><Relationship Id="rId3" Type="http://schemas.openxmlformats.org/officeDocument/2006/relationships/tags" Target="../tags/tag18.xml"/><Relationship Id="rId7" Type="http://schemas.openxmlformats.org/officeDocument/2006/relationships/slideMaster" Target="../slideMasters/slideMaster1.xml"/><Relationship Id="rId2" Type="http://schemas.openxmlformats.org/officeDocument/2006/relationships/tags" Target="../tags/tag17.xml"/><Relationship Id="rId1" Type="http://schemas.openxmlformats.org/officeDocument/2006/relationships/tags" Target="../tags/tag16.xml"/><Relationship Id="rId6" Type="http://schemas.openxmlformats.org/officeDocument/2006/relationships/tags" Target="../tags/tag21.xml"/><Relationship Id="rId5" Type="http://schemas.openxmlformats.org/officeDocument/2006/relationships/tags" Target="../tags/tag20.xml"/><Relationship Id="rId4" Type="http://schemas.openxmlformats.org/officeDocument/2006/relationships/tags" Target="../tags/tag19.xml"/><Relationship Id="rId9" Type="http://schemas.openxmlformats.org/officeDocument/2006/relationships/image" Target="../media/image3.emf"/></Relationships>
</file>

<file path=ppt/slideLayouts/_rels/slideLayout16.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44.xml"/><Relationship Id="rId7" Type="http://schemas.openxmlformats.org/officeDocument/2006/relationships/oleObject" Target="../embeddings/oleObject6.bin"/><Relationship Id="rId12" Type="http://schemas.microsoft.com/office/2007/relationships/hdphoto" Target="../media/hdphoto1.wdp"/><Relationship Id="rId2" Type="http://schemas.openxmlformats.org/officeDocument/2006/relationships/tags" Target="../tags/tag43.xml"/><Relationship Id="rId1" Type="http://schemas.openxmlformats.org/officeDocument/2006/relationships/tags" Target="../tags/tag42.xml"/><Relationship Id="rId6" Type="http://schemas.openxmlformats.org/officeDocument/2006/relationships/slideMaster" Target="../slideMasters/slideMaster2.xml"/><Relationship Id="rId11" Type="http://schemas.openxmlformats.org/officeDocument/2006/relationships/image" Target="../media/image8.png"/><Relationship Id="rId5" Type="http://schemas.openxmlformats.org/officeDocument/2006/relationships/tags" Target="../tags/tag46.xml"/><Relationship Id="rId10" Type="http://schemas.openxmlformats.org/officeDocument/2006/relationships/image" Target="../media/image7.png"/><Relationship Id="rId4" Type="http://schemas.openxmlformats.org/officeDocument/2006/relationships/tags" Target="../tags/tag45.xml"/><Relationship Id="rId9" Type="http://schemas.openxmlformats.org/officeDocument/2006/relationships/image" Target="../media/image6.jpeg"/></Relationships>
</file>

<file path=ppt/slideLayouts/_rels/slideLayout17.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49.xml"/><Relationship Id="rId7" Type="http://schemas.openxmlformats.org/officeDocument/2006/relationships/oleObject" Target="../embeddings/oleObject2.bin"/><Relationship Id="rId2" Type="http://schemas.openxmlformats.org/officeDocument/2006/relationships/tags" Target="../tags/tag48.xml"/><Relationship Id="rId1" Type="http://schemas.openxmlformats.org/officeDocument/2006/relationships/tags" Target="../tags/tag47.xml"/><Relationship Id="rId6" Type="http://schemas.openxmlformats.org/officeDocument/2006/relationships/slideMaster" Target="../slideMasters/slideMaster2.xml"/><Relationship Id="rId5" Type="http://schemas.openxmlformats.org/officeDocument/2006/relationships/tags" Target="../tags/tag51.xml"/><Relationship Id="rId10" Type="http://schemas.openxmlformats.org/officeDocument/2006/relationships/image" Target="../media/image10.png"/><Relationship Id="rId4" Type="http://schemas.openxmlformats.org/officeDocument/2006/relationships/tags" Target="../tags/tag50.xml"/><Relationship Id="rId9" Type="http://schemas.openxmlformats.org/officeDocument/2006/relationships/image" Target="../media/image9.jpeg"/></Relationships>
</file>

<file path=ppt/slideLayouts/_rels/slideLayout18.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54.xml"/><Relationship Id="rId7" Type="http://schemas.openxmlformats.org/officeDocument/2006/relationships/oleObject" Target="../embeddings/oleObject2.bin"/><Relationship Id="rId2" Type="http://schemas.openxmlformats.org/officeDocument/2006/relationships/tags" Target="../tags/tag53.xml"/><Relationship Id="rId1" Type="http://schemas.openxmlformats.org/officeDocument/2006/relationships/tags" Target="../tags/tag52.xml"/><Relationship Id="rId6" Type="http://schemas.openxmlformats.org/officeDocument/2006/relationships/slideMaster" Target="../slideMasters/slideMaster2.xml"/><Relationship Id="rId5" Type="http://schemas.openxmlformats.org/officeDocument/2006/relationships/tags" Target="../tags/tag56.xml"/><Relationship Id="rId10" Type="http://schemas.openxmlformats.org/officeDocument/2006/relationships/image" Target="../media/image10.png"/><Relationship Id="rId4" Type="http://schemas.openxmlformats.org/officeDocument/2006/relationships/tags" Target="../tags/tag55.xml"/><Relationship Id="rId9" Type="http://schemas.openxmlformats.org/officeDocument/2006/relationships/image" Target="../media/image11.jpeg"/></Relationships>
</file>

<file path=ppt/slideLayouts/_rels/slideLayout19.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59.xml"/><Relationship Id="rId7" Type="http://schemas.openxmlformats.org/officeDocument/2006/relationships/slideMaster" Target="../slideMasters/slideMaster2.xml"/><Relationship Id="rId2" Type="http://schemas.openxmlformats.org/officeDocument/2006/relationships/tags" Target="../tags/tag58.xml"/><Relationship Id="rId1" Type="http://schemas.openxmlformats.org/officeDocument/2006/relationships/tags" Target="../tags/tag57.xml"/><Relationship Id="rId6" Type="http://schemas.openxmlformats.org/officeDocument/2006/relationships/tags" Target="../tags/tag62.xml"/><Relationship Id="rId5" Type="http://schemas.openxmlformats.org/officeDocument/2006/relationships/tags" Target="../tags/tag61.xml"/><Relationship Id="rId4" Type="http://schemas.openxmlformats.org/officeDocument/2006/relationships/tags" Target="../tags/tag60.xml"/><Relationship Id="rId9" Type="http://schemas.openxmlformats.org/officeDocument/2006/relationships/image" Target="../media/image3.emf"/></Relationships>
</file>

<file path=ppt/slideLayouts/_rels/slideLayout20.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65.xml"/><Relationship Id="rId7" Type="http://schemas.openxmlformats.org/officeDocument/2006/relationships/oleObject" Target="../embeddings/oleObject7.bin"/><Relationship Id="rId2" Type="http://schemas.openxmlformats.org/officeDocument/2006/relationships/tags" Target="../tags/tag64.xml"/><Relationship Id="rId1" Type="http://schemas.openxmlformats.org/officeDocument/2006/relationships/tags" Target="../tags/tag63.xml"/><Relationship Id="rId6" Type="http://schemas.openxmlformats.org/officeDocument/2006/relationships/slideMaster" Target="../slideMasters/slideMaster2.xml"/><Relationship Id="rId5" Type="http://schemas.openxmlformats.org/officeDocument/2006/relationships/tags" Target="../tags/tag67.xml"/><Relationship Id="rId4" Type="http://schemas.openxmlformats.org/officeDocument/2006/relationships/tags" Target="../tags/tag66.xml"/></Relationships>
</file>

<file path=ppt/slideLayouts/_rels/slideLayout21.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70.xml"/><Relationship Id="rId7" Type="http://schemas.openxmlformats.org/officeDocument/2006/relationships/oleObject" Target="../embeddings/oleObject7.bin"/><Relationship Id="rId2" Type="http://schemas.openxmlformats.org/officeDocument/2006/relationships/tags" Target="../tags/tag69.xml"/><Relationship Id="rId1" Type="http://schemas.openxmlformats.org/officeDocument/2006/relationships/tags" Target="../tags/tag68.xml"/><Relationship Id="rId6" Type="http://schemas.openxmlformats.org/officeDocument/2006/relationships/slideMaster" Target="../slideMasters/slideMaster2.xml"/><Relationship Id="rId5" Type="http://schemas.openxmlformats.org/officeDocument/2006/relationships/tags" Target="../tags/tag72.xml"/><Relationship Id="rId4" Type="http://schemas.openxmlformats.org/officeDocument/2006/relationships/tags" Target="../tags/tag71.xml"/></Relationships>
</file>

<file path=ppt/slideLayouts/_rels/slideLayout22.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75.xml"/><Relationship Id="rId7" Type="http://schemas.openxmlformats.org/officeDocument/2006/relationships/oleObject" Target="../embeddings/oleObject7.bin"/><Relationship Id="rId2" Type="http://schemas.openxmlformats.org/officeDocument/2006/relationships/tags" Target="../tags/tag74.xml"/><Relationship Id="rId1" Type="http://schemas.openxmlformats.org/officeDocument/2006/relationships/tags" Target="../tags/tag73.xml"/><Relationship Id="rId6" Type="http://schemas.openxmlformats.org/officeDocument/2006/relationships/slideMaster" Target="../slideMasters/slideMaster2.xml"/><Relationship Id="rId5" Type="http://schemas.openxmlformats.org/officeDocument/2006/relationships/tags" Target="../tags/tag77.xml"/><Relationship Id="rId4" Type="http://schemas.openxmlformats.org/officeDocument/2006/relationships/tags" Target="../tags/tag76.xml"/></Relationships>
</file>

<file path=ppt/slideLayouts/_rels/slideLayout23.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80.xml"/><Relationship Id="rId7" Type="http://schemas.openxmlformats.org/officeDocument/2006/relationships/slideMaster" Target="../slideMasters/slideMaster2.xml"/><Relationship Id="rId2" Type="http://schemas.openxmlformats.org/officeDocument/2006/relationships/tags" Target="../tags/tag79.xml"/><Relationship Id="rId1" Type="http://schemas.openxmlformats.org/officeDocument/2006/relationships/tags" Target="../tags/tag78.xml"/><Relationship Id="rId6" Type="http://schemas.openxmlformats.org/officeDocument/2006/relationships/tags" Target="../tags/tag83.xml"/><Relationship Id="rId5" Type="http://schemas.openxmlformats.org/officeDocument/2006/relationships/tags" Target="../tags/tag82.xml"/><Relationship Id="rId4" Type="http://schemas.openxmlformats.org/officeDocument/2006/relationships/tags" Target="../tags/tag81.xml"/><Relationship Id="rId9" Type="http://schemas.openxmlformats.org/officeDocument/2006/relationships/image" Target="../media/image5.emf"/></Relationships>
</file>

<file path=ppt/slideLayouts/_rels/slideLayout24.xml.rels><?xml version="1.0" encoding="UTF-8" standalone="yes"?>
<Relationships xmlns="http://schemas.openxmlformats.org/package/2006/relationships"><Relationship Id="rId8" Type="http://schemas.openxmlformats.org/officeDocument/2006/relationships/slideMaster" Target="../slideMasters/slideMaster2.xml"/><Relationship Id="rId3" Type="http://schemas.openxmlformats.org/officeDocument/2006/relationships/tags" Target="../tags/tag86.xml"/><Relationship Id="rId7" Type="http://schemas.openxmlformats.org/officeDocument/2006/relationships/tags" Target="../tags/tag90.xml"/><Relationship Id="rId12" Type="http://schemas.openxmlformats.org/officeDocument/2006/relationships/image" Target="../media/image12.png"/><Relationship Id="rId2" Type="http://schemas.openxmlformats.org/officeDocument/2006/relationships/tags" Target="../tags/tag85.xml"/><Relationship Id="rId1" Type="http://schemas.openxmlformats.org/officeDocument/2006/relationships/tags" Target="../tags/tag84.xml"/><Relationship Id="rId6" Type="http://schemas.openxmlformats.org/officeDocument/2006/relationships/tags" Target="../tags/tag89.xml"/><Relationship Id="rId11" Type="http://schemas.openxmlformats.org/officeDocument/2006/relationships/image" Target="../media/image4.png"/><Relationship Id="rId5" Type="http://schemas.openxmlformats.org/officeDocument/2006/relationships/tags" Target="../tags/tag88.xml"/><Relationship Id="rId10" Type="http://schemas.openxmlformats.org/officeDocument/2006/relationships/image" Target="../media/image3.emf"/><Relationship Id="rId4" Type="http://schemas.openxmlformats.org/officeDocument/2006/relationships/tags" Target="../tags/tag87.xml"/><Relationship Id="rId9" Type="http://schemas.openxmlformats.org/officeDocument/2006/relationships/oleObject" Target="../embeddings/oleObject8.bin"/></Relationships>
</file>

<file path=ppt/slideLayouts/_rels/slideLayout25.xml.rels><?xml version="1.0" encoding="UTF-8" standalone="yes"?>
<Relationships xmlns="http://schemas.openxmlformats.org/package/2006/relationships"><Relationship Id="rId8" Type="http://schemas.openxmlformats.org/officeDocument/2006/relationships/slideMaster" Target="../slideMasters/slideMaster2.xml"/><Relationship Id="rId3" Type="http://schemas.openxmlformats.org/officeDocument/2006/relationships/tags" Target="../tags/tag93.xml"/><Relationship Id="rId7" Type="http://schemas.openxmlformats.org/officeDocument/2006/relationships/tags" Target="../tags/tag97.xml"/><Relationship Id="rId12" Type="http://schemas.openxmlformats.org/officeDocument/2006/relationships/image" Target="../media/image12.png"/><Relationship Id="rId2" Type="http://schemas.openxmlformats.org/officeDocument/2006/relationships/tags" Target="../tags/tag92.xml"/><Relationship Id="rId1" Type="http://schemas.openxmlformats.org/officeDocument/2006/relationships/tags" Target="../tags/tag91.xml"/><Relationship Id="rId6" Type="http://schemas.openxmlformats.org/officeDocument/2006/relationships/tags" Target="../tags/tag96.xml"/><Relationship Id="rId11" Type="http://schemas.openxmlformats.org/officeDocument/2006/relationships/image" Target="../media/image4.png"/><Relationship Id="rId5" Type="http://schemas.openxmlformats.org/officeDocument/2006/relationships/tags" Target="../tags/tag95.xml"/><Relationship Id="rId10" Type="http://schemas.openxmlformats.org/officeDocument/2006/relationships/image" Target="../media/image3.emf"/><Relationship Id="rId4" Type="http://schemas.openxmlformats.org/officeDocument/2006/relationships/tags" Target="../tags/tag94.xml"/><Relationship Id="rId9" Type="http://schemas.openxmlformats.org/officeDocument/2006/relationships/oleObject" Target="../embeddings/oleObject6.bin"/></Relationships>
</file>

<file path=ppt/slideLayouts/_rels/slideLayout26.xml.rels><?xml version="1.0" encoding="UTF-8" standalone="yes"?>
<Relationships xmlns="http://schemas.openxmlformats.org/package/2006/relationships"><Relationship Id="rId8" Type="http://schemas.openxmlformats.org/officeDocument/2006/relationships/slideMaster" Target="../slideMasters/slideMaster2.xml"/><Relationship Id="rId3" Type="http://schemas.openxmlformats.org/officeDocument/2006/relationships/tags" Target="../tags/tag100.xml"/><Relationship Id="rId7" Type="http://schemas.openxmlformats.org/officeDocument/2006/relationships/tags" Target="../tags/tag104.xml"/><Relationship Id="rId12" Type="http://schemas.openxmlformats.org/officeDocument/2006/relationships/image" Target="../media/image12.png"/><Relationship Id="rId2" Type="http://schemas.openxmlformats.org/officeDocument/2006/relationships/tags" Target="../tags/tag99.xml"/><Relationship Id="rId1" Type="http://schemas.openxmlformats.org/officeDocument/2006/relationships/tags" Target="../tags/tag98.xml"/><Relationship Id="rId6" Type="http://schemas.openxmlformats.org/officeDocument/2006/relationships/tags" Target="../tags/tag103.xml"/><Relationship Id="rId11" Type="http://schemas.openxmlformats.org/officeDocument/2006/relationships/image" Target="../media/image4.png"/><Relationship Id="rId5" Type="http://schemas.openxmlformats.org/officeDocument/2006/relationships/tags" Target="../tags/tag102.xml"/><Relationship Id="rId10" Type="http://schemas.openxmlformats.org/officeDocument/2006/relationships/image" Target="../media/image3.emf"/><Relationship Id="rId4" Type="http://schemas.openxmlformats.org/officeDocument/2006/relationships/tags" Target="../tags/tag101.xml"/><Relationship Id="rId9" Type="http://schemas.openxmlformats.org/officeDocument/2006/relationships/oleObject" Target="../embeddings/oleObject8.bin"/></Relationships>
</file>

<file path=ppt/slideLayouts/_rels/slideLayout27.xml.rels><?xml version="1.0" encoding="UTF-8" standalone="yes"?>
<Relationships xmlns="http://schemas.openxmlformats.org/package/2006/relationships"><Relationship Id="rId8" Type="http://schemas.openxmlformats.org/officeDocument/2006/relationships/slideMaster" Target="../slideMasters/slideMaster2.xml"/><Relationship Id="rId3" Type="http://schemas.openxmlformats.org/officeDocument/2006/relationships/tags" Target="../tags/tag107.xml"/><Relationship Id="rId7" Type="http://schemas.openxmlformats.org/officeDocument/2006/relationships/tags" Target="../tags/tag111.xml"/><Relationship Id="rId12" Type="http://schemas.openxmlformats.org/officeDocument/2006/relationships/image" Target="../media/image12.png"/><Relationship Id="rId2" Type="http://schemas.openxmlformats.org/officeDocument/2006/relationships/tags" Target="../tags/tag106.xml"/><Relationship Id="rId1" Type="http://schemas.openxmlformats.org/officeDocument/2006/relationships/tags" Target="../tags/tag105.xml"/><Relationship Id="rId6" Type="http://schemas.openxmlformats.org/officeDocument/2006/relationships/tags" Target="../tags/tag110.xml"/><Relationship Id="rId11" Type="http://schemas.openxmlformats.org/officeDocument/2006/relationships/image" Target="../media/image4.png"/><Relationship Id="rId5" Type="http://schemas.openxmlformats.org/officeDocument/2006/relationships/tags" Target="../tags/tag109.xml"/><Relationship Id="rId10" Type="http://schemas.openxmlformats.org/officeDocument/2006/relationships/image" Target="../media/image13.emf"/><Relationship Id="rId4" Type="http://schemas.openxmlformats.org/officeDocument/2006/relationships/tags" Target="../tags/tag108.xml"/><Relationship Id="rId9" Type="http://schemas.openxmlformats.org/officeDocument/2006/relationships/oleObject" Target="../embeddings/oleObject8.bin"/></Relationships>
</file>

<file path=ppt/slideLayouts/_rels/slideLayout28.xml.rels><?xml version="1.0" encoding="UTF-8" standalone="yes"?>
<Relationships xmlns="http://schemas.openxmlformats.org/package/2006/relationships"><Relationship Id="rId8" Type="http://schemas.openxmlformats.org/officeDocument/2006/relationships/slideMaster" Target="../slideMasters/slideMaster2.xml"/><Relationship Id="rId3" Type="http://schemas.openxmlformats.org/officeDocument/2006/relationships/tags" Target="../tags/tag114.xml"/><Relationship Id="rId7" Type="http://schemas.openxmlformats.org/officeDocument/2006/relationships/tags" Target="../tags/tag118.xml"/><Relationship Id="rId12" Type="http://schemas.openxmlformats.org/officeDocument/2006/relationships/image" Target="../media/image12.png"/><Relationship Id="rId2" Type="http://schemas.openxmlformats.org/officeDocument/2006/relationships/tags" Target="../tags/tag113.xml"/><Relationship Id="rId1" Type="http://schemas.openxmlformats.org/officeDocument/2006/relationships/tags" Target="../tags/tag112.xml"/><Relationship Id="rId6" Type="http://schemas.openxmlformats.org/officeDocument/2006/relationships/tags" Target="../tags/tag117.xml"/><Relationship Id="rId11" Type="http://schemas.openxmlformats.org/officeDocument/2006/relationships/image" Target="../media/image4.png"/><Relationship Id="rId5" Type="http://schemas.openxmlformats.org/officeDocument/2006/relationships/tags" Target="../tags/tag116.xml"/><Relationship Id="rId10" Type="http://schemas.openxmlformats.org/officeDocument/2006/relationships/image" Target="../media/image3.emf"/><Relationship Id="rId4" Type="http://schemas.openxmlformats.org/officeDocument/2006/relationships/tags" Target="../tags/tag115.xml"/><Relationship Id="rId9" Type="http://schemas.openxmlformats.org/officeDocument/2006/relationships/oleObject" Target="../embeddings/oleObject8.bin"/></Relationships>
</file>

<file path=ppt/slideLayouts/_rels/slideLayout29.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121.xml"/><Relationship Id="rId7" Type="http://schemas.openxmlformats.org/officeDocument/2006/relationships/oleObject" Target="../embeddings/oleObject2.bin"/><Relationship Id="rId2" Type="http://schemas.openxmlformats.org/officeDocument/2006/relationships/tags" Target="../tags/tag120.xml"/><Relationship Id="rId1" Type="http://schemas.openxmlformats.org/officeDocument/2006/relationships/tags" Target="../tags/tag119.xml"/><Relationship Id="rId6" Type="http://schemas.openxmlformats.org/officeDocument/2006/relationships/slideMaster" Target="../slideMasters/slideMaster2.xml"/><Relationship Id="rId5" Type="http://schemas.openxmlformats.org/officeDocument/2006/relationships/tags" Target="../tags/tag123.xml"/><Relationship Id="rId10" Type="http://schemas.openxmlformats.org/officeDocument/2006/relationships/image" Target="../media/image12.png"/><Relationship Id="rId4" Type="http://schemas.openxmlformats.org/officeDocument/2006/relationships/tags" Target="../tags/tag122.xml"/><Relationship Id="rId9" Type="http://schemas.openxmlformats.org/officeDocument/2006/relationships/image" Target="../media/image4.png"/></Relationships>
</file>

<file path=ppt/slideLayouts/_rels/slideLayout30.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tags" Target="../tags/tag126.xml"/><Relationship Id="rId7" Type="http://schemas.openxmlformats.org/officeDocument/2006/relationships/image" Target="../media/image4.png"/><Relationship Id="rId2" Type="http://schemas.openxmlformats.org/officeDocument/2006/relationships/tags" Target="../tags/tag125.xml"/><Relationship Id="rId1" Type="http://schemas.openxmlformats.org/officeDocument/2006/relationships/tags" Target="../tags/tag124.xml"/><Relationship Id="rId6" Type="http://schemas.openxmlformats.org/officeDocument/2006/relationships/image" Target="../media/image5.emf"/><Relationship Id="rId5" Type="http://schemas.openxmlformats.org/officeDocument/2006/relationships/oleObject" Target="../embeddings/oleObject9.bin"/><Relationship Id="rId4"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slideMaster" Target="../slideMasters/slideMaster2.xml"/><Relationship Id="rId7" Type="http://schemas.openxmlformats.org/officeDocument/2006/relationships/image" Target="../media/image12.png"/><Relationship Id="rId2" Type="http://schemas.openxmlformats.org/officeDocument/2006/relationships/tags" Target="../tags/tag128.xml"/><Relationship Id="rId1" Type="http://schemas.openxmlformats.org/officeDocument/2006/relationships/tags" Target="../tags/tag127.xml"/><Relationship Id="rId6" Type="http://schemas.openxmlformats.org/officeDocument/2006/relationships/image" Target="../media/image5.emf"/><Relationship Id="rId5" Type="http://schemas.openxmlformats.org/officeDocument/2006/relationships/oleObject" Target="../embeddings/oleObject10.bin"/><Relationship Id="rId4" Type="http://schemas.openxmlformats.org/officeDocument/2006/relationships/image" Target="../media/image4.png"/></Relationships>
</file>

<file path=ppt/slideLayouts/_rels/slideLayout32.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2.xml"/><Relationship Id="rId1" Type="http://schemas.openxmlformats.org/officeDocument/2006/relationships/tags" Target="../tags/tag129.xml"/><Relationship Id="rId4" Type="http://schemas.openxmlformats.org/officeDocument/2006/relationships/image" Target="../media/image14.emf"/></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8" Type="http://schemas.openxmlformats.org/officeDocument/2006/relationships/slideMaster" Target="../slideMasters/slideMaster2.xml"/><Relationship Id="rId3" Type="http://schemas.openxmlformats.org/officeDocument/2006/relationships/tags" Target="../tags/tag132.xml"/><Relationship Id="rId7" Type="http://schemas.openxmlformats.org/officeDocument/2006/relationships/tags" Target="../tags/tag136.xml"/><Relationship Id="rId2" Type="http://schemas.openxmlformats.org/officeDocument/2006/relationships/tags" Target="../tags/tag131.xml"/><Relationship Id="rId1" Type="http://schemas.openxmlformats.org/officeDocument/2006/relationships/tags" Target="../tags/tag130.xml"/><Relationship Id="rId6" Type="http://schemas.openxmlformats.org/officeDocument/2006/relationships/tags" Target="../tags/tag135.xml"/><Relationship Id="rId5" Type="http://schemas.openxmlformats.org/officeDocument/2006/relationships/tags" Target="../tags/tag134.xml"/><Relationship Id="rId10" Type="http://schemas.openxmlformats.org/officeDocument/2006/relationships/image" Target="../media/image3.emf"/><Relationship Id="rId4" Type="http://schemas.openxmlformats.org/officeDocument/2006/relationships/tags" Target="../tags/tag133.xml"/><Relationship Id="rId9" Type="http://schemas.openxmlformats.org/officeDocument/2006/relationships/oleObject" Target="../embeddings/oleObject11.bin"/></Relationships>
</file>

<file path=ppt/slideLayouts/_rels/slideLayout35.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159.xml"/><Relationship Id="rId7" Type="http://schemas.openxmlformats.org/officeDocument/2006/relationships/oleObject" Target="../embeddings/oleObject6.bin"/><Relationship Id="rId12" Type="http://schemas.microsoft.com/office/2007/relationships/hdphoto" Target="../media/hdphoto1.wdp"/><Relationship Id="rId2" Type="http://schemas.openxmlformats.org/officeDocument/2006/relationships/tags" Target="../tags/tag158.xml"/><Relationship Id="rId1" Type="http://schemas.openxmlformats.org/officeDocument/2006/relationships/tags" Target="../tags/tag157.xml"/><Relationship Id="rId6" Type="http://schemas.openxmlformats.org/officeDocument/2006/relationships/slideMaster" Target="../slideMasters/slideMaster3.xml"/><Relationship Id="rId11" Type="http://schemas.openxmlformats.org/officeDocument/2006/relationships/image" Target="../media/image8.png"/><Relationship Id="rId5" Type="http://schemas.openxmlformats.org/officeDocument/2006/relationships/tags" Target="../tags/tag161.xml"/><Relationship Id="rId10" Type="http://schemas.openxmlformats.org/officeDocument/2006/relationships/image" Target="../media/image7.png"/><Relationship Id="rId4" Type="http://schemas.openxmlformats.org/officeDocument/2006/relationships/tags" Target="../tags/tag160.xml"/><Relationship Id="rId9" Type="http://schemas.openxmlformats.org/officeDocument/2006/relationships/image" Target="../media/image6.jpeg"/></Relationships>
</file>

<file path=ppt/slideLayouts/_rels/slideLayout36.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164.xml"/><Relationship Id="rId7" Type="http://schemas.openxmlformats.org/officeDocument/2006/relationships/oleObject" Target="../embeddings/oleObject2.bin"/><Relationship Id="rId2" Type="http://schemas.openxmlformats.org/officeDocument/2006/relationships/tags" Target="../tags/tag163.xml"/><Relationship Id="rId1" Type="http://schemas.openxmlformats.org/officeDocument/2006/relationships/tags" Target="../tags/tag162.xml"/><Relationship Id="rId6" Type="http://schemas.openxmlformats.org/officeDocument/2006/relationships/slideMaster" Target="../slideMasters/slideMaster3.xml"/><Relationship Id="rId5" Type="http://schemas.openxmlformats.org/officeDocument/2006/relationships/tags" Target="../tags/tag166.xml"/><Relationship Id="rId10" Type="http://schemas.openxmlformats.org/officeDocument/2006/relationships/image" Target="../media/image10.png"/><Relationship Id="rId4" Type="http://schemas.openxmlformats.org/officeDocument/2006/relationships/tags" Target="../tags/tag165.xml"/><Relationship Id="rId9" Type="http://schemas.openxmlformats.org/officeDocument/2006/relationships/image" Target="../media/image9.jpeg"/></Relationships>
</file>

<file path=ppt/slideLayouts/_rels/slideLayout37.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169.xml"/><Relationship Id="rId7" Type="http://schemas.openxmlformats.org/officeDocument/2006/relationships/oleObject" Target="../embeddings/oleObject2.bin"/><Relationship Id="rId2" Type="http://schemas.openxmlformats.org/officeDocument/2006/relationships/tags" Target="../tags/tag168.xml"/><Relationship Id="rId1" Type="http://schemas.openxmlformats.org/officeDocument/2006/relationships/tags" Target="../tags/tag167.xml"/><Relationship Id="rId6" Type="http://schemas.openxmlformats.org/officeDocument/2006/relationships/slideMaster" Target="../slideMasters/slideMaster3.xml"/><Relationship Id="rId5" Type="http://schemas.openxmlformats.org/officeDocument/2006/relationships/tags" Target="../tags/tag171.xml"/><Relationship Id="rId10" Type="http://schemas.openxmlformats.org/officeDocument/2006/relationships/image" Target="../media/image10.png"/><Relationship Id="rId4" Type="http://schemas.openxmlformats.org/officeDocument/2006/relationships/tags" Target="../tags/tag170.xml"/><Relationship Id="rId9" Type="http://schemas.openxmlformats.org/officeDocument/2006/relationships/image" Target="../media/image11.jpeg"/></Relationships>
</file>

<file path=ppt/slideLayouts/_rels/slideLayout38.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174.xml"/><Relationship Id="rId7" Type="http://schemas.openxmlformats.org/officeDocument/2006/relationships/slideMaster" Target="../slideMasters/slideMaster3.xml"/><Relationship Id="rId2" Type="http://schemas.openxmlformats.org/officeDocument/2006/relationships/tags" Target="../tags/tag173.xml"/><Relationship Id="rId1" Type="http://schemas.openxmlformats.org/officeDocument/2006/relationships/tags" Target="../tags/tag172.xml"/><Relationship Id="rId6" Type="http://schemas.openxmlformats.org/officeDocument/2006/relationships/tags" Target="../tags/tag177.xml"/><Relationship Id="rId5" Type="http://schemas.openxmlformats.org/officeDocument/2006/relationships/tags" Target="../tags/tag176.xml"/><Relationship Id="rId4" Type="http://schemas.openxmlformats.org/officeDocument/2006/relationships/tags" Target="../tags/tag175.xml"/><Relationship Id="rId9" Type="http://schemas.openxmlformats.org/officeDocument/2006/relationships/image" Target="../media/image3.emf"/></Relationships>
</file>

<file path=ppt/slideLayouts/_rels/slideLayout39.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180.xml"/><Relationship Id="rId7" Type="http://schemas.openxmlformats.org/officeDocument/2006/relationships/oleObject" Target="../embeddings/oleObject7.bin"/><Relationship Id="rId2" Type="http://schemas.openxmlformats.org/officeDocument/2006/relationships/tags" Target="../tags/tag179.xml"/><Relationship Id="rId1" Type="http://schemas.openxmlformats.org/officeDocument/2006/relationships/tags" Target="../tags/tag178.xml"/><Relationship Id="rId6" Type="http://schemas.openxmlformats.org/officeDocument/2006/relationships/slideMaster" Target="../slideMasters/slideMaster3.xml"/><Relationship Id="rId5" Type="http://schemas.openxmlformats.org/officeDocument/2006/relationships/tags" Target="../tags/tag182.xml"/><Relationship Id="rId4" Type="http://schemas.openxmlformats.org/officeDocument/2006/relationships/tags" Target="../tags/tag181.xml"/></Relationships>
</file>

<file path=ppt/slideLayouts/_rels/slideLayout40.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185.xml"/><Relationship Id="rId7" Type="http://schemas.openxmlformats.org/officeDocument/2006/relationships/oleObject" Target="../embeddings/oleObject7.bin"/><Relationship Id="rId2" Type="http://schemas.openxmlformats.org/officeDocument/2006/relationships/tags" Target="../tags/tag184.xml"/><Relationship Id="rId1" Type="http://schemas.openxmlformats.org/officeDocument/2006/relationships/tags" Target="../tags/tag183.xml"/><Relationship Id="rId6" Type="http://schemas.openxmlformats.org/officeDocument/2006/relationships/slideMaster" Target="../slideMasters/slideMaster3.xml"/><Relationship Id="rId5" Type="http://schemas.openxmlformats.org/officeDocument/2006/relationships/tags" Target="../tags/tag187.xml"/><Relationship Id="rId4" Type="http://schemas.openxmlformats.org/officeDocument/2006/relationships/tags" Target="../tags/tag186.xml"/></Relationships>
</file>

<file path=ppt/slideLayouts/_rels/slideLayout41.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190.xml"/><Relationship Id="rId7" Type="http://schemas.openxmlformats.org/officeDocument/2006/relationships/oleObject" Target="../embeddings/oleObject7.bin"/><Relationship Id="rId2" Type="http://schemas.openxmlformats.org/officeDocument/2006/relationships/tags" Target="../tags/tag189.xml"/><Relationship Id="rId1" Type="http://schemas.openxmlformats.org/officeDocument/2006/relationships/tags" Target="../tags/tag188.xml"/><Relationship Id="rId6" Type="http://schemas.openxmlformats.org/officeDocument/2006/relationships/slideMaster" Target="../slideMasters/slideMaster3.xml"/><Relationship Id="rId5" Type="http://schemas.openxmlformats.org/officeDocument/2006/relationships/tags" Target="../tags/tag192.xml"/><Relationship Id="rId4" Type="http://schemas.openxmlformats.org/officeDocument/2006/relationships/tags" Target="../tags/tag191.xml"/></Relationships>
</file>

<file path=ppt/slideLayouts/_rels/slideLayout42.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195.xml"/><Relationship Id="rId7" Type="http://schemas.openxmlformats.org/officeDocument/2006/relationships/slideMaster" Target="../slideMasters/slideMaster3.xml"/><Relationship Id="rId2" Type="http://schemas.openxmlformats.org/officeDocument/2006/relationships/tags" Target="../tags/tag194.xml"/><Relationship Id="rId1" Type="http://schemas.openxmlformats.org/officeDocument/2006/relationships/tags" Target="../tags/tag193.xml"/><Relationship Id="rId6" Type="http://schemas.openxmlformats.org/officeDocument/2006/relationships/tags" Target="../tags/tag198.xml"/><Relationship Id="rId5" Type="http://schemas.openxmlformats.org/officeDocument/2006/relationships/tags" Target="../tags/tag197.xml"/><Relationship Id="rId4" Type="http://schemas.openxmlformats.org/officeDocument/2006/relationships/tags" Target="../tags/tag196.xml"/><Relationship Id="rId9" Type="http://schemas.openxmlformats.org/officeDocument/2006/relationships/image" Target="../media/image5.emf"/></Relationships>
</file>

<file path=ppt/slideLayouts/_rels/slideLayout43.xml.rels><?xml version="1.0" encoding="UTF-8" standalone="yes"?>
<Relationships xmlns="http://schemas.openxmlformats.org/package/2006/relationships"><Relationship Id="rId8" Type="http://schemas.openxmlformats.org/officeDocument/2006/relationships/slideMaster" Target="../slideMasters/slideMaster3.xml"/><Relationship Id="rId3" Type="http://schemas.openxmlformats.org/officeDocument/2006/relationships/tags" Target="../tags/tag201.xml"/><Relationship Id="rId7" Type="http://schemas.openxmlformats.org/officeDocument/2006/relationships/tags" Target="../tags/tag205.xml"/><Relationship Id="rId12" Type="http://schemas.openxmlformats.org/officeDocument/2006/relationships/image" Target="../media/image12.png"/><Relationship Id="rId2" Type="http://schemas.openxmlformats.org/officeDocument/2006/relationships/tags" Target="../tags/tag200.xml"/><Relationship Id="rId1" Type="http://schemas.openxmlformats.org/officeDocument/2006/relationships/tags" Target="../tags/tag199.xml"/><Relationship Id="rId6" Type="http://schemas.openxmlformats.org/officeDocument/2006/relationships/tags" Target="../tags/tag204.xml"/><Relationship Id="rId11" Type="http://schemas.openxmlformats.org/officeDocument/2006/relationships/image" Target="../media/image4.png"/><Relationship Id="rId5" Type="http://schemas.openxmlformats.org/officeDocument/2006/relationships/tags" Target="../tags/tag203.xml"/><Relationship Id="rId10" Type="http://schemas.openxmlformats.org/officeDocument/2006/relationships/image" Target="../media/image3.emf"/><Relationship Id="rId4" Type="http://schemas.openxmlformats.org/officeDocument/2006/relationships/tags" Target="../tags/tag202.xml"/><Relationship Id="rId9" Type="http://schemas.openxmlformats.org/officeDocument/2006/relationships/oleObject" Target="../embeddings/oleObject8.bin"/></Relationships>
</file>

<file path=ppt/slideLayouts/_rels/slideLayout44.xml.rels><?xml version="1.0" encoding="UTF-8" standalone="yes"?>
<Relationships xmlns="http://schemas.openxmlformats.org/package/2006/relationships"><Relationship Id="rId8" Type="http://schemas.openxmlformats.org/officeDocument/2006/relationships/slideMaster" Target="../slideMasters/slideMaster3.xml"/><Relationship Id="rId3" Type="http://schemas.openxmlformats.org/officeDocument/2006/relationships/tags" Target="../tags/tag208.xml"/><Relationship Id="rId7" Type="http://schemas.openxmlformats.org/officeDocument/2006/relationships/tags" Target="../tags/tag212.xml"/><Relationship Id="rId12" Type="http://schemas.openxmlformats.org/officeDocument/2006/relationships/image" Target="../media/image12.png"/><Relationship Id="rId2" Type="http://schemas.openxmlformats.org/officeDocument/2006/relationships/tags" Target="../tags/tag207.xml"/><Relationship Id="rId1" Type="http://schemas.openxmlformats.org/officeDocument/2006/relationships/tags" Target="../tags/tag206.xml"/><Relationship Id="rId6" Type="http://schemas.openxmlformats.org/officeDocument/2006/relationships/tags" Target="../tags/tag211.xml"/><Relationship Id="rId11" Type="http://schemas.openxmlformats.org/officeDocument/2006/relationships/image" Target="../media/image4.png"/><Relationship Id="rId5" Type="http://schemas.openxmlformats.org/officeDocument/2006/relationships/tags" Target="../tags/tag210.xml"/><Relationship Id="rId10" Type="http://schemas.openxmlformats.org/officeDocument/2006/relationships/image" Target="../media/image3.emf"/><Relationship Id="rId4" Type="http://schemas.openxmlformats.org/officeDocument/2006/relationships/tags" Target="../tags/tag209.xml"/><Relationship Id="rId9" Type="http://schemas.openxmlformats.org/officeDocument/2006/relationships/oleObject" Target="../embeddings/oleObject6.bin"/></Relationships>
</file>

<file path=ppt/slideLayouts/_rels/slideLayout45.xml.rels><?xml version="1.0" encoding="UTF-8" standalone="yes"?>
<Relationships xmlns="http://schemas.openxmlformats.org/package/2006/relationships"><Relationship Id="rId8" Type="http://schemas.openxmlformats.org/officeDocument/2006/relationships/slideMaster" Target="../slideMasters/slideMaster3.xml"/><Relationship Id="rId3" Type="http://schemas.openxmlformats.org/officeDocument/2006/relationships/tags" Target="../tags/tag215.xml"/><Relationship Id="rId7" Type="http://schemas.openxmlformats.org/officeDocument/2006/relationships/tags" Target="../tags/tag219.xml"/><Relationship Id="rId12" Type="http://schemas.openxmlformats.org/officeDocument/2006/relationships/image" Target="../media/image12.png"/><Relationship Id="rId2" Type="http://schemas.openxmlformats.org/officeDocument/2006/relationships/tags" Target="../tags/tag214.xml"/><Relationship Id="rId1" Type="http://schemas.openxmlformats.org/officeDocument/2006/relationships/tags" Target="../tags/tag213.xml"/><Relationship Id="rId6" Type="http://schemas.openxmlformats.org/officeDocument/2006/relationships/tags" Target="../tags/tag218.xml"/><Relationship Id="rId11" Type="http://schemas.openxmlformats.org/officeDocument/2006/relationships/image" Target="../media/image4.png"/><Relationship Id="rId5" Type="http://schemas.openxmlformats.org/officeDocument/2006/relationships/tags" Target="../tags/tag217.xml"/><Relationship Id="rId10" Type="http://schemas.openxmlformats.org/officeDocument/2006/relationships/image" Target="../media/image3.emf"/><Relationship Id="rId4" Type="http://schemas.openxmlformats.org/officeDocument/2006/relationships/tags" Target="../tags/tag216.xml"/><Relationship Id="rId9" Type="http://schemas.openxmlformats.org/officeDocument/2006/relationships/oleObject" Target="../embeddings/oleObject13.bin"/></Relationships>
</file>

<file path=ppt/slideLayouts/_rels/slideLayout46.xml.rels><?xml version="1.0" encoding="UTF-8" standalone="yes"?>
<Relationships xmlns="http://schemas.openxmlformats.org/package/2006/relationships"><Relationship Id="rId8" Type="http://schemas.openxmlformats.org/officeDocument/2006/relationships/slideMaster" Target="../slideMasters/slideMaster3.xml"/><Relationship Id="rId3" Type="http://schemas.openxmlformats.org/officeDocument/2006/relationships/tags" Target="../tags/tag222.xml"/><Relationship Id="rId7" Type="http://schemas.openxmlformats.org/officeDocument/2006/relationships/tags" Target="../tags/tag226.xml"/><Relationship Id="rId12" Type="http://schemas.openxmlformats.org/officeDocument/2006/relationships/image" Target="../media/image12.png"/><Relationship Id="rId2" Type="http://schemas.openxmlformats.org/officeDocument/2006/relationships/tags" Target="../tags/tag221.xml"/><Relationship Id="rId1" Type="http://schemas.openxmlformats.org/officeDocument/2006/relationships/tags" Target="../tags/tag220.xml"/><Relationship Id="rId6" Type="http://schemas.openxmlformats.org/officeDocument/2006/relationships/tags" Target="../tags/tag225.xml"/><Relationship Id="rId11" Type="http://schemas.openxmlformats.org/officeDocument/2006/relationships/image" Target="../media/image4.png"/><Relationship Id="rId5" Type="http://schemas.openxmlformats.org/officeDocument/2006/relationships/tags" Target="../tags/tag224.xml"/><Relationship Id="rId10" Type="http://schemas.openxmlformats.org/officeDocument/2006/relationships/image" Target="../media/image13.emf"/><Relationship Id="rId4" Type="http://schemas.openxmlformats.org/officeDocument/2006/relationships/tags" Target="../tags/tag223.xml"/><Relationship Id="rId9" Type="http://schemas.openxmlformats.org/officeDocument/2006/relationships/oleObject" Target="../embeddings/oleObject8.bin"/></Relationships>
</file>

<file path=ppt/slideLayouts/_rels/slideLayout47.xml.rels><?xml version="1.0" encoding="UTF-8" standalone="yes"?>
<Relationships xmlns="http://schemas.openxmlformats.org/package/2006/relationships"><Relationship Id="rId8" Type="http://schemas.openxmlformats.org/officeDocument/2006/relationships/slideMaster" Target="../slideMasters/slideMaster3.xml"/><Relationship Id="rId3" Type="http://schemas.openxmlformats.org/officeDocument/2006/relationships/tags" Target="../tags/tag229.xml"/><Relationship Id="rId7" Type="http://schemas.openxmlformats.org/officeDocument/2006/relationships/tags" Target="../tags/tag233.xml"/><Relationship Id="rId12" Type="http://schemas.openxmlformats.org/officeDocument/2006/relationships/image" Target="../media/image12.png"/><Relationship Id="rId2" Type="http://schemas.openxmlformats.org/officeDocument/2006/relationships/tags" Target="../tags/tag228.xml"/><Relationship Id="rId1" Type="http://schemas.openxmlformats.org/officeDocument/2006/relationships/tags" Target="../tags/tag227.xml"/><Relationship Id="rId6" Type="http://schemas.openxmlformats.org/officeDocument/2006/relationships/tags" Target="../tags/tag232.xml"/><Relationship Id="rId11" Type="http://schemas.openxmlformats.org/officeDocument/2006/relationships/image" Target="../media/image4.png"/><Relationship Id="rId5" Type="http://schemas.openxmlformats.org/officeDocument/2006/relationships/tags" Target="../tags/tag231.xml"/><Relationship Id="rId10" Type="http://schemas.openxmlformats.org/officeDocument/2006/relationships/image" Target="../media/image3.emf"/><Relationship Id="rId4" Type="http://schemas.openxmlformats.org/officeDocument/2006/relationships/tags" Target="../tags/tag230.xml"/><Relationship Id="rId9" Type="http://schemas.openxmlformats.org/officeDocument/2006/relationships/oleObject" Target="../embeddings/oleObject8.bin"/></Relationships>
</file>

<file path=ppt/slideLayouts/_rels/slideLayout48.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236.xml"/><Relationship Id="rId7" Type="http://schemas.openxmlformats.org/officeDocument/2006/relationships/oleObject" Target="../embeddings/oleObject2.bin"/><Relationship Id="rId2" Type="http://schemas.openxmlformats.org/officeDocument/2006/relationships/tags" Target="../tags/tag235.xml"/><Relationship Id="rId1" Type="http://schemas.openxmlformats.org/officeDocument/2006/relationships/tags" Target="../tags/tag234.xml"/><Relationship Id="rId6" Type="http://schemas.openxmlformats.org/officeDocument/2006/relationships/slideMaster" Target="../slideMasters/slideMaster3.xml"/><Relationship Id="rId5" Type="http://schemas.openxmlformats.org/officeDocument/2006/relationships/tags" Target="../tags/tag238.xml"/><Relationship Id="rId10" Type="http://schemas.openxmlformats.org/officeDocument/2006/relationships/image" Target="../media/image12.png"/><Relationship Id="rId4" Type="http://schemas.openxmlformats.org/officeDocument/2006/relationships/tags" Target="../tags/tag237.xml"/><Relationship Id="rId9" Type="http://schemas.openxmlformats.org/officeDocument/2006/relationships/image" Target="../media/image4.png"/></Relationships>
</file>

<file path=ppt/slideLayouts/_rels/slideLayout49.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tags" Target="../tags/tag241.xml"/><Relationship Id="rId7" Type="http://schemas.openxmlformats.org/officeDocument/2006/relationships/image" Target="../media/image4.png"/><Relationship Id="rId2" Type="http://schemas.openxmlformats.org/officeDocument/2006/relationships/tags" Target="../tags/tag240.xml"/><Relationship Id="rId1" Type="http://schemas.openxmlformats.org/officeDocument/2006/relationships/tags" Target="../tags/tag239.xml"/><Relationship Id="rId6" Type="http://schemas.openxmlformats.org/officeDocument/2006/relationships/image" Target="../media/image5.emf"/><Relationship Id="rId5" Type="http://schemas.openxmlformats.org/officeDocument/2006/relationships/oleObject" Target="../embeddings/oleObject9.bin"/><Relationship Id="rId4"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slideMaster" Target="../slideMasters/slideMaster3.xml"/><Relationship Id="rId7" Type="http://schemas.openxmlformats.org/officeDocument/2006/relationships/image" Target="../media/image4.png"/><Relationship Id="rId2" Type="http://schemas.openxmlformats.org/officeDocument/2006/relationships/tags" Target="../tags/tag243.xml"/><Relationship Id="rId1" Type="http://schemas.openxmlformats.org/officeDocument/2006/relationships/tags" Target="../tags/tag242.xml"/><Relationship Id="rId6" Type="http://schemas.openxmlformats.org/officeDocument/2006/relationships/image" Target="../media/image15.png"/><Relationship Id="rId5" Type="http://schemas.openxmlformats.org/officeDocument/2006/relationships/image" Target="../media/image5.emf"/><Relationship Id="rId4" Type="http://schemas.openxmlformats.org/officeDocument/2006/relationships/oleObject" Target="../embeddings/oleObject10.bin"/></Relationships>
</file>

<file path=ppt/slideLayouts/_rels/slideLayout51.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3.xml"/><Relationship Id="rId1" Type="http://schemas.openxmlformats.org/officeDocument/2006/relationships/tags" Target="../tags/tag244.xml"/><Relationship Id="rId4" Type="http://schemas.openxmlformats.org/officeDocument/2006/relationships/image" Target="../media/image14.emf"/></Relationships>
</file>

<file path=ppt/slideLayouts/_rels/slideLayout52.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267.xml"/><Relationship Id="rId7" Type="http://schemas.openxmlformats.org/officeDocument/2006/relationships/oleObject" Target="../embeddings/oleObject6.bin"/><Relationship Id="rId12" Type="http://schemas.microsoft.com/office/2007/relationships/hdphoto" Target="../media/hdphoto1.wdp"/><Relationship Id="rId2" Type="http://schemas.openxmlformats.org/officeDocument/2006/relationships/tags" Target="../tags/tag266.xml"/><Relationship Id="rId1" Type="http://schemas.openxmlformats.org/officeDocument/2006/relationships/tags" Target="../tags/tag265.xml"/><Relationship Id="rId6" Type="http://schemas.openxmlformats.org/officeDocument/2006/relationships/slideMaster" Target="../slideMasters/slideMaster4.xml"/><Relationship Id="rId11" Type="http://schemas.openxmlformats.org/officeDocument/2006/relationships/image" Target="../media/image8.png"/><Relationship Id="rId5" Type="http://schemas.openxmlformats.org/officeDocument/2006/relationships/tags" Target="../tags/tag269.xml"/><Relationship Id="rId10" Type="http://schemas.openxmlformats.org/officeDocument/2006/relationships/image" Target="../media/image7.png"/><Relationship Id="rId4" Type="http://schemas.openxmlformats.org/officeDocument/2006/relationships/tags" Target="../tags/tag268.xml"/><Relationship Id="rId9" Type="http://schemas.openxmlformats.org/officeDocument/2006/relationships/image" Target="../media/image6.jpeg"/></Relationships>
</file>

<file path=ppt/slideLayouts/_rels/slideLayout53.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272.xml"/><Relationship Id="rId7" Type="http://schemas.openxmlformats.org/officeDocument/2006/relationships/oleObject" Target="../embeddings/oleObject2.bin"/><Relationship Id="rId2" Type="http://schemas.openxmlformats.org/officeDocument/2006/relationships/tags" Target="../tags/tag271.xml"/><Relationship Id="rId1" Type="http://schemas.openxmlformats.org/officeDocument/2006/relationships/tags" Target="../tags/tag270.xml"/><Relationship Id="rId6" Type="http://schemas.openxmlformats.org/officeDocument/2006/relationships/slideMaster" Target="../slideMasters/slideMaster4.xml"/><Relationship Id="rId5" Type="http://schemas.openxmlformats.org/officeDocument/2006/relationships/tags" Target="../tags/tag274.xml"/><Relationship Id="rId10" Type="http://schemas.openxmlformats.org/officeDocument/2006/relationships/image" Target="../media/image10.png"/><Relationship Id="rId4" Type="http://schemas.openxmlformats.org/officeDocument/2006/relationships/tags" Target="../tags/tag273.xml"/><Relationship Id="rId9" Type="http://schemas.openxmlformats.org/officeDocument/2006/relationships/image" Target="../media/image9.jpeg"/></Relationships>
</file>

<file path=ppt/slideLayouts/_rels/slideLayout54.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277.xml"/><Relationship Id="rId7" Type="http://schemas.openxmlformats.org/officeDocument/2006/relationships/oleObject" Target="../embeddings/oleObject2.bin"/><Relationship Id="rId2" Type="http://schemas.openxmlformats.org/officeDocument/2006/relationships/tags" Target="../tags/tag276.xml"/><Relationship Id="rId1" Type="http://schemas.openxmlformats.org/officeDocument/2006/relationships/tags" Target="../tags/tag275.xml"/><Relationship Id="rId6" Type="http://schemas.openxmlformats.org/officeDocument/2006/relationships/slideMaster" Target="../slideMasters/slideMaster4.xml"/><Relationship Id="rId5" Type="http://schemas.openxmlformats.org/officeDocument/2006/relationships/tags" Target="../tags/tag279.xml"/><Relationship Id="rId10" Type="http://schemas.openxmlformats.org/officeDocument/2006/relationships/image" Target="../media/image10.png"/><Relationship Id="rId4" Type="http://schemas.openxmlformats.org/officeDocument/2006/relationships/tags" Target="../tags/tag278.xml"/><Relationship Id="rId9" Type="http://schemas.openxmlformats.org/officeDocument/2006/relationships/image" Target="../media/image11.jpeg"/></Relationships>
</file>

<file path=ppt/slideLayouts/_rels/slideLayout55.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282.xml"/><Relationship Id="rId7" Type="http://schemas.openxmlformats.org/officeDocument/2006/relationships/slideMaster" Target="../slideMasters/slideMaster4.xml"/><Relationship Id="rId2" Type="http://schemas.openxmlformats.org/officeDocument/2006/relationships/tags" Target="../tags/tag281.xml"/><Relationship Id="rId1" Type="http://schemas.openxmlformats.org/officeDocument/2006/relationships/tags" Target="../tags/tag280.xml"/><Relationship Id="rId6" Type="http://schemas.openxmlformats.org/officeDocument/2006/relationships/tags" Target="../tags/tag285.xml"/><Relationship Id="rId5" Type="http://schemas.openxmlformats.org/officeDocument/2006/relationships/tags" Target="../tags/tag284.xml"/><Relationship Id="rId4" Type="http://schemas.openxmlformats.org/officeDocument/2006/relationships/tags" Target="../tags/tag283.xml"/><Relationship Id="rId9" Type="http://schemas.openxmlformats.org/officeDocument/2006/relationships/image" Target="../media/image3.emf"/></Relationships>
</file>

<file path=ppt/slideLayouts/_rels/slideLayout56.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288.xml"/><Relationship Id="rId7" Type="http://schemas.openxmlformats.org/officeDocument/2006/relationships/oleObject" Target="../embeddings/oleObject7.bin"/><Relationship Id="rId2" Type="http://schemas.openxmlformats.org/officeDocument/2006/relationships/tags" Target="../tags/tag287.xml"/><Relationship Id="rId1" Type="http://schemas.openxmlformats.org/officeDocument/2006/relationships/tags" Target="../tags/tag286.xml"/><Relationship Id="rId6" Type="http://schemas.openxmlformats.org/officeDocument/2006/relationships/slideMaster" Target="../slideMasters/slideMaster4.xml"/><Relationship Id="rId5" Type="http://schemas.openxmlformats.org/officeDocument/2006/relationships/tags" Target="../tags/tag290.xml"/><Relationship Id="rId4" Type="http://schemas.openxmlformats.org/officeDocument/2006/relationships/tags" Target="../tags/tag289.xml"/></Relationships>
</file>

<file path=ppt/slideLayouts/_rels/slideLayout57.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293.xml"/><Relationship Id="rId7" Type="http://schemas.openxmlformats.org/officeDocument/2006/relationships/oleObject" Target="../embeddings/oleObject7.bin"/><Relationship Id="rId2" Type="http://schemas.openxmlformats.org/officeDocument/2006/relationships/tags" Target="../tags/tag292.xml"/><Relationship Id="rId1" Type="http://schemas.openxmlformats.org/officeDocument/2006/relationships/tags" Target="../tags/tag291.xml"/><Relationship Id="rId6" Type="http://schemas.openxmlformats.org/officeDocument/2006/relationships/slideMaster" Target="../slideMasters/slideMaster4.xml"/><Relationship Id="rId5" Type="http://schemas.openxmlformats.org/officeDocument/2006/relationships/tags" Target="../tags/tag295.xml"/><Relationship Id="rId4" Type="http://schemas.openxmlformats.org/officeDocument/2006/relationships/tags" Target="../tags/tag294.xml"/></Relationships>
</file>

<file path=ppt/slideLayouts/_rels/slideLayout58.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298.xml"/><Relationship Id="rId7" Type="http://schemas.openxmlformats.org/officeDocument/2006/relationships/oleObject" Target="../embeddings/oleObject7.bin"/><Relationship Id="rId2" Type="http://schemas.openxmlformats.org/officeDocument/2006/relationships/tags" Target="../tags/tag297.xml"/><Relationship Id="rId1" Type="http://schemas.openxmlformats.org/officeDocument/2006/relationships/tags" Target="../tags/tag296.xml"/><Relationship Id="rId6" Type="http://schemas.openxmlformats.org/officeDocument/2006/relationships/slideMaster" Target="../slideMasters/slideMaster4.xml"/><Relationship Id="rId5" Type="http://schemas.openxmlformats.org/officeDocument/2006/relationships/tags" Target="../tags/tag300.xml"/><Relationship Id="rId4" Type="http://schemas.openxmlformats.org/officeDocument/2006/relationships/tags" Target="../tags/tag299.xml"/></Relationships>
</file>

<file path=ppt/slideLayouts/_rels/slideLayout59.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303.xml"/><Relationship Id="rId7" Type="http://schemas.openxmlformats.org/officeDocument/2006/relationships/slideMaster" Target="../slideMasters/slideMaster4.xml"/><Relationship Id="rId2" Type="http://schemas.openxmlformats.org/officeDocument/2006/relationships/tags" Target="../tags/tag302.xml"/><Relationship Id="rId1" Type="http://schemas.openxmlformats.org/officeDocument/2006/relationships/tags" Target="../tags/tag301.xml"/><Relationship Id="rId6" Type="http://schemas.openxmlformats.org/officeDocument/2006/relationships/tags" Target="../tags/tag306.xml"/><Relationship Id="rId5" Type="http://schemas.openxmlformats.org/officeDocument/2006/relationships/tags" Target="../tags/tag305.xml"/><Relationship Id="rId4" Type="http://schemas.openxmlformats.org/officeDocument/2006/relationships/tags" Target="../tags/tag304.xml"/><Relationship Id="rId9" Type="http://schemas.openxmlformats.org/officeDocument/2006/relationships/image" Target="../media/image5.emf"/></Relationships>
</file>

<file path=ppt/slideLayouts/_rels/slideLayout60.xml.rels><?xml version="1.0" encoding="UTF-8" standalone="yes"?>
<Relationships xmlns="http://schemas.openxmlformats.org/package/2006/relationships"><Relationship Id="rId8" Type="http://schemas.openxmlformats.org/officeDocument/2006/relationships/slideMaster" Target="../slideMasters/slideMaster4.xml"/><Relationship Id="rId3" Type="http://schemas.openxmlformats.org/officeDocument/2006/relationships/tags" Target="../tags/tag309.xml"/><Relationship Id="rId7" Type="http://schemas.openxmlformats.org/officeDocument/2006/relationships/tags" Target="../tags/tag313.xml"/><Relationship Id="rId12" Type="http://schemas.openxmlformats.org/officeDocument/2006/relationships/image" Target="../media/image4.png"/><Relationship Id="rId2" Type="http://schemas.openxmlformats.org/officeDocument/2006/relationships/tags" Target="../tags/tag308.xml"/><Relationship Id="rId1" Type="http://schemas.openxmlformats.org/officeDocument/2006/relationships/tags" Target="../tags/tag307.xml"/><Relationship Id="rId6" Type="http://schemas.openxmlformats.org/officeDocument/2006/relationships/tags" Target="../tags/tag312.xml"/><Relationship Id="rId11" Type="http://schemas.openxmlformats.org/officeDocument/2006/relationships/image" Target="../media/image15.png"/><Relationship Id="rId5" Type="http://schemas.openxmlformats.org/officeDocument/2006/relationships/tags" Target="../tags/tag311.xml"/><Relationship Id="rId10" Type="http://schemas.openxmlformats.org/officeDocument/2006/relationships/image" Target="../media/image3.emf"/><Relationship Id="rId4" Type="http://schemas.openxmlformats.org/officeDocument/2006/relationships/tags" Target="../tags/tag310.xml"/><Relationship Id="rId9" Type="http://schemas.openxmlformats.org/officeDocument/2006/relationships/oleObject" Target="../embeddings/oleObject8.bin"/></Relationships>
</file>

<file path=ppt/slideLayouts/_rels/slideLayout61.xml.rels><?xml version="1.0" encoding="UTF-8" standalone="yes"?>
<Relationships xmlns="http://schemas.openxmlformats.org/package/2006/relationships"><Relationship Id="rId8" Type="http://schemas.openxmlformats.org/officeDocument/2006/relationships/slideMaster" Target="../slideMasters/slideMaster4.xml"/><Relationship Id="rId3" Type="http://schemas.openxmlformats.org/officeDocument/2006/relationships/tags" Target="../tags/tag316.xml"/><Relationship Id="rId7" Type="http://schemas.openxmlformats.org/officeDocument/2006/relationships/tags" Target="../tags/tag320.xml"/><Relationship Id="rId12" Type="http://schemas.openxmlformats.org/officeDocument/2006/relationships/image" Target="../media/image15.png"/><Relationship Id="rId2" Type="http://schemas.openxmlformats.org/officeDocument/2006/relationships/tags" Target="../tags/tag315.xml"/><Relationship Id="rId1" Type="http://schemas.openxmlformats.org/officeDocument/2006/relationships/tags" Target="../tags/tag314.xml"/><Relationship Id="rId6" Type="http://schemas.openxmlformats.org/officeDocument/2006/relationships/tags" Target="../tags/tag319.xml"/><Relationship Id="rId11" Type="http://schemas.openxmlformats.org/officeDocument/2006/relationships/image" Target="../media/image4.png"/><Relationship Id="rId5" Type="http://schemas.openxmlformats.org/officeDocument/2006/relationships/tags" Target="../tags/tag318.xml"/><Relationship Id="rId10" Type="http://schemas.openxmlformats.org/officeDocument/2006/relationships/image" Target="../media/image3.emf"/><Relationship Id="rId4" Type="http://schemas.openxmlformats.org/officeDocument/2006/relationships/tags" Target="../tags/tag317.xml"/><Relationship Id="rId9" Type="http://schemas.openxmlformats.org/officeDocument/2006/relationships/oleObject" Target="../embeddings/oleObject6.bin"/></Relationships>
</file>

<file path=ppt/slideLayouts/_rels/slideLayout62.xml.rels><?xml version="1.0" encoding="UTF-8" standalone="yes"?>
<Relationships xmlns="http://schemas.openxmlformats.org/package/2006/relationships"><Relationship Id="rId8" Type="http://schemas.openxmlformats.org/officeDocument/2006/relationships/slideMaster" Target="../slideMasters/slideMaster4.xml"/><Relationship Id="rId3" Type="http://schemas.openxmlformats.org/officeDocument/2006/relationships/tags" Target="../tags/tag323.xml"/><Relationship Id="rId7" Type="http://schemas.openxmlformats.org/officeDocument/2006/relationships/tags" Target="../tags/tag327.xml"/><Relationship Id="rId12" Type="http://schemas.openxmlformats.org/officeDocument/2006/relationships/image" Target="../media/image4.png"/><Relationship Id="rId2" Type="http://schemas.openxmlformats.org/officeDocument/2006/relationships/tags" Target="../tags/tag322.xml"/><Relationship Id="rId1" Type="http://schemas.openxmlformats.org/officeDocument/2006/relationships/tags" Target="../tags/tag321.xml"/><Relationship Id="rId6" Type="http://schemas.openxmlformats.org/officeDocument/2006/relationships/tags" Target="../tags/tag326.xml"/><Relationship Id="rId11" Type="http://schemas.openxmlformats.org/officeDocument/2006/relationships/image" Target="../media/image15.png"/><Relationship Id="rId5" Type="http://schemas.openxmlformats.org/officeDocument/2006/relationships/tags" Target="../tags/tag325.xml"/><Relationship Id="rId10" Type="http://schemas.openxmlformats.org/officeDocument/2006/relationships/image" Target="../media/image3.emf"/><Relationship Id="rId4" Type="http://schemas.openxmlformats.org/officeDocument/2006/relationships/tags" Target="../tags/tag324.xml"/><Relationship Id="rId9" Type="http://schemas.openxmlformats.org/officeDocument/2006/relationships/oleObject" Target="../embeddings/oleObject8.bin"/></Relationships>
</file>

<file path=ppt/slideLayouts/_rels/slideLayout63.xml.rels><?xml version="1.0" encoding="UTF-8" standalone="yes"?>
<Relationships xmlns="http://schemas.openxmlformats.org/package/2006/relationships"><Relationship Id="rId8" Type="http://schemas.openxmlformats.org/officeDocument/2006/relationships/slideMaster" Target="../slideMasters/slideMaster4.xml"/><Relationship Id="rId3" Type="http://schemas.openxmlformats.org/officeDocument/2006/relationships/tags" Target="../tags/tag330.xml"/><Relationship Id="rId7" Type="http://schemas.openxmlformats.org/officeDocument/2006/relationships/tags" Target="../tags/tag334.xml"/><Relationship Id="rId12" Type="http://schemas.openxmlformats.org/officeDocument/2006/relationships/image" Target="../media/image4.png"/><Relationship Id="rId2" Type="http://schemas.openxmlformats.org/officeDocument/2006/relationships/tags" Target="../tags/tag329.xml"/><Relationship Id="rId1" Type="http://schemas.openxmlformats.org/officeDocument/2006/relationships/tags" Target="../tags/tag328.xml"/><Relationship Id="rId6" Type="http://schemas.openxmlformats.org/officeDocument/2006/relationships/tags" Target="../tags/tag333.xml"/><Relationship Id="rId11" Type="http://schemas.openxmlformats.org/officeDocument/2006/relationships/image" Target="../media/image15.png"/><Relationship Id="rId5" Type="http://schemas.openxmlformats.org/officeDocument/2006/relationships/tags" Target="../tags/tag332.xml"/><Relationship Id="rId10" Type="http://schemas.openxmlformats.org/officeDocument/2006/relationships/image" Target="../media/image13.emf"/><Relationship Id="rId4" Type="http://schemas.openxmlformats.org/officeDocument/2006/relationships/tags" Target="../tags/tag331.xml"/><Relationship Id="rId9" Type="http://schemas.openxmlformats.org/officeDocument/2006/relationships/oleObject" Target="../embeddings/oleObject8.bin"/></Relationships>
</file>

<file path=ppt/slideLayouts/_rels/slideLayout64.xml.rels><?xml version="1.0" encoding="UTF-8" standalone="yes"?>
<Relationships xmlns="http://schemas.openxmlformats.org/package/2006/relationships"><Relationship Id="rId8" Type="http://schemas.openxmlformats.org/officeDocument/2006/relationships/slideMaster" Target="../slideMasters/slideMaster4.xml"/><Relationship Id="rId3" Type="http://schemas.openxmlformats.org/officeDocument/2006/relationships/tags" Target="../tags/tag337.xml"/><Relationship Id="rId7" Type="http://schemas.openxmlformats.org/officeDocument/2006/relationships/tags" Target="../tags/tag341.xml"/><Relationship Id="rId12" Type="http://schemas.openxmlformats.org/officeDocument/2006/relationships/image" Target="../media/image4.png"/><Relationship Id="rId2" Type="http://schemas.openxmlformats.org/officeDocument/2006/relationships/tags" Target="../tags/tag336.xml"/><Relationship Id="rId1" Type="http://schemas.openxmlformats.org/officeDocument/2006/relationships/tags" Target="../tags/tag335.xml"/><Relationship Id="rId6" Type="http://schemas.openxmlformats.org/officeDocument/2006/relationships/tags" Target="../tags/tag340.xml"/><Relationship Id="rId11" Type="http://schemas.openxmlformats.org/officeDocument/2006/relationships/image" Target="../media/image15.png"/><Relationship Id="rId5" Type="http://schemas.openxmlformats.org/officeDocument/2006/relationships/tags" Target="../tags/tag339.xml"/><Relationship Id="rId10" Type="http://schemas.openxmlformats.org/officeDocument/2006/relationships/image" Target="../media/image3.emf"/><Relationship Id="rId4" Type="http://schemas.openxmlformats.org/officeDocument/2006/relationships/tags" Target="../tags/tag338.xml"/><Relationship Id="rId9" Type="http://schemas.openxmlformats.org/officeDocument/2006/relationships/oleObject" Target="../embeddings/oleObject8.bin"/></Relationships>
</file>

<file path=ppt/slideLayouts/_rels/slideLayout65.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344.xml"/><Relationship Id="rId7" Type="http://schemas.openxmlformats.org/officeDocument/2006/relationships/oleObject" Target="../embeddings/oleObject2.bin"/><Relationship Id="rId2" Type="http://schemas.openxmlformats.org/officeDocument/2006/relationships/tags" Target="../tags/tag343.xml"/><Relationship Id="rId1" Type="http://schemas.openxmlformats.org/officeDocument/2006/relationships/tags" Target="../tags/tag342.xml"/><Relationship Id="rId6" Type="http://schemas.openxmlformats.org/officeDocument/2006/relationships/slideMaster" Target="../slideMasters/slideMaster4.xml"/><Relationship Id="rId5" Type="http://schemas.openxmlformats.org/officeDocument/2006/relationships/tags" Target="../tags/tag346.xml"/><Relationship Id="rId10" Type="http://schemas.openxmlformats.org/officeDocument/2006/relationships/image" Target="../media/image4.png"/><Relationship Id="rId4" Type="http://schemas.openxmlformats.org/officeDocument/2006/relationships/tags" Target="../tags/tag345.xml"/><Relationship Id="rId9" Type="http://schemas.openxmlformats.org/officeDocument/2006/relationships/image" Target="../media/image15.png"/></Relationships>
</file>

<file path=ppt/slideLayouts/_rels/slideLayout66.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tags" Target="../tags/tag349.xml"/><Relationship Id="rId7" Type="http://schemas.openxmlformats.org/officeDocument/2006/relationships/image" Target="../media/image15.png"/><Relationship Id="rId2" Type="http://schemas.openxmlformats.org/officeDocument/2006/relationships/tags" Target="../tags/tag348.xml"/><Relationship Id="rId1" Type="http://schemas.openxmlformats.org/officeDocument/2006/relationships/tags" Target="../tags/tag347.xml"/><Relationship Id="rId6" Type="http://schemas.openxmlformats.org/officeDocument/2006/relationships/image" Target="../media/image5.emf"/><Relationship Id="rId5" Type="http://schemas.openxmlformats.org/officeDocument/2006/relationships/oleObject" Target="../embeddings/oleObject9.bin"/><Relationship Id="rId4"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4.png"/><Relationship Id="rId2" Type="http://schemas.openxmlformats.org/officeDocument/2006/relationships/tags" Target="../tags/tag351.xml"/><Relationship Id="rId1" Type="http://schemas.openxmlformats.org/officeDocument/2006/relationships/tags" Target="../tags/tag350.xml"/><Relationship Id="rId6" Type="http://schemas.openxmlformats.org/officeDocument/2006/relationships/image" Target="../media/image15.png"/><Relationship Id="rId5" Type="http://schemas.openxmlformats.org/officeDocument/2006/relationships/image" Target="../media/image5.emf"/><Relationship Id="rId4" Type="http://schemas.openxmlformats.org/officeDocument/2006/relationships/oleObject" Target="../embeddings/oleObject10.bin"/></Relationships>
</file>

<file path=ppt/slideLayouts/_rels/slideLayout68.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4.xml"/><Relationship Id="rId1" Type="http://schemas.openxmlformats.org/officeDocument/2006/relationships/tags" Target="../tags/tag352.xml"/><Relationship Id="rId4" Type="http://schemas.openxmlformats.org/officeDocument/2006/relationships/image" Target="../media/image14.emf"/></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8" Type="http://schemas.openxmlformats.org/officeDocument/2006/relationships/slideMaster" Target="../slideMasters/slideMaster4.xml"/><Relationship Id="rId3" Type="http://schemas.openxmlformats.org/officeDocument/2006/relationships/tags" Target="../tags/tag355.xml"/><Relationship Id="rId7" Type="http://schemas.openxmlformats.org/officeDocument/2006/relationships/tags" Target="../tags/tag359.xml"/><Relationship Id="rId2" Type="http://schemas.openxmlformats.org/officeDocument/2006/relationships/tags" Target="../tags/tag354.xml"/><Relationship Id="rId1" Type="http://schemas.openxmlformats.org/officeDocument/2006/relationships/tags" Target="../tags/tag353.xml"/><Relationship Id="rId6" Type="http://schemas.openxmlformats.org/officeDocument/2006/relationships/tags" Target="../tags/tag358.xml"/><Relationship Id="rId5" Type="http://schemas.openxmlformats.org/officeDocument/2006/relationships/tags" Target="../tags/tag357.xml"/><Relationship Id="rId10" Type="http://schemas.openxmlformats.org/officeDocument/2006/relationships/image" Target="../media/image3.emf"/><Relationship Id="rId4" Type="http://schemas.openxmlformats.org/officeDocument/2006/relationships/tags" Target="../tags/tag356.xml"/><Relationship Id="rId9" Type="http://schemas.openxmlformats.org/officeDocument/2006/relationships/oleObject" Target="../embeddings/oleObject11.bin"/></Relationships>
</file>

<file path=ppt/slideLayouts/_rels/slideLayout71.xml.rels><?xml version="1.0" encoding="UTF-8" standalone="yes"?>
<Relationships xmlns="http://schemas.openxmlformats.org/package/2006/relationships"><Relationship Id="rId3" Type="http://schemas.openxmlformats.org/officeDocument/2006/relationships/slideMaster" Target="../slideMasters/slideMaster5.xml"/><Relationship Id="rId2" Type="http://schemas.openxmlformats.org/officeDocument/2006/relationships/tags" Target="../tags/tag382.xml"/><Relationship Id="rId1" Type="http://schemas.openxmlformats.org/officeDocument/2006/relationships/tags" Target="../tags/tag381.xml"/><Relationship Id="rId5" Type="http://schemas.openxmlformats.org/officeDocument/2006/relationships/image" Target="../media/image16.emf"/><Relationship Id="rId4" Type="http://schemas.openxmlformats.org/officeDocument/2006/relationships/oleObject" Target="../embeddings/oleObject3.bin"/></Relationships>
</file>

<file path=ppt/slideLayouts/_rels/slideLayout72.xml.rels><?xml version="1.0" encoding="UTF-8" standalone="yes"?>
<Relationships xmlns="http://schemas.openxmlformats.org/package/2006/relationships"><Relationship Id="rId8" Type="http://schemas.openxmlformats.org/officeDocument/2006/relationships/slideMaster" Target="../slideMasters/slideMaster5.xml"/><Relationship Id="rId3" Type="http://schemas.openxmlformats.org/officeDocument/2006/relationships/tags" Target="../tags/tag385.xml"/><Relationship Id="rId7" Type="http://schemas.openxmlformats.org/officeDocument/2006/relationships/tags" Target="../tags/tag389.xml"/><Relationship Id="rId2" Type="http://schemas.openxmlformats.org/officeDocument/2006/relationships/tags" Target="../tags/tag384.xml"/><Relationship Id="rId1" Type="http://schemas.openxmlformats.org/officeDocument/2006/relationships/tags" Target="../tags/tag383.xml"/><Relationship Id="rId6" Type="http://schemas.openxmlformats.org/officeDocument/2006/relationships/tags" Target="../tags/tag388.xml"/><Relationship Id="rId5" Type="http://schemas.openxmlformats.org/officeDocument/2006/relationships/tags" Target="../tags/tag387.xml"/><Relationship Id="rId10" Type="http://schemas.openxmlformats.org/officeDocument/2006/relationships/image" Target="../media/image3.emf"/><Relationship Id="rId4" Type="http://schemas.openxmlformats.org/officeDocument/2006/relationships/tags" Target="../tags/tag386.xml"/><Relationship Id="rId9" Type="http://schemas.openxmlformats.org/officeDocument/2006/relationships/oleObject" Target="../embeddings/oleObject3.bin"/></Relationships>
</file>

<file path=ppt/slideLayouts/_rels/slideLayout73.xml.rels><?xml version="1.0" encoding="UTF-8" standalone="yes"?>
<Relationships xmlns="http://schemas.openxmlformats.org/package/2006/relationships"><Relationship Id="rId8" Type="http://schemas.openxmlformats.org/officeDocument/2006/relationships/slideMaster" Target="../slideMasters/slideMaster5.xml"/><Relationship Id="rId3" Type="http://schemas.openxmlformats.org/officeDocument/2006/relationships/tags" Target="../tags/tag392.xml"/><Relationship Id="rId7" Type="http://schemas.openxmlformats.org/officeDocument/2006/relationships/tags" Target="../tags/tag396.xml"/><Relationship Id="rId2" Type="http://schemas.openxmlformats.org/officeDocument/2006/relationships/tags" Target="../tags/tag391.xml"/><Relationship Id="rId1" Type="http://schemas.openxmlformats.org/officeDocument/2006/relationships/tags" Target="../tags/tag390.xml"/><Relationship Id="rId6" Type="http://schemas.openxmlformats.org/officeDocument/2006/relationships/tags" Target="../tags/tag395.xml"/><Relationship Id="rId5" Type="http://schemas.openxmlformats.org/officeDocument/2006/relationships/tags" Target="../tags/tag394.xml"/><Relationship Id="rId10" Type="http://schemas.openxmlformats.org/officeDocument/2006/relationships/image" Target="../media/image3.emf"/><Relationship Id="rId4" Type="http://schemas.openxmlformats.org/officeDocument/2006/relationships/tags" Target="../tags/tag393.xml"/><Relationship Id="rId9" Type="http://schemas.openxmlformats.org/officeDocument/2006/relationships/oleObject" Target="../embeddings/oleObject3.bin"/></Relationships>
</file>

<file path=ppt/slideLayouts/_rels/slideLayout74.xml.rels><?xml version="1.0" encoding="UTF-8" standalone="yes"?>
<Relationships xmlns="http://schemas.openxmlformats.org/package/2006/relationships"><Relationship Id="rId8" Type="http://schemas.openxmlformats.org/officeDocument/2006/relationships/image" Target="../media/image17.emf"/><Relationship Id="rId3" Type="http://schemas.openxmlformats.org/officeDocument/2006/relationships/tags" Target="../tags/tag399.xml"/><Relationship Id="rId7" Type="http://schemas.openxmlformats.org/officeDocument/2006/relationships/oleObject" Target="../embeddings/oleObject3.bin"/><Relationship Id="rId2" Type="http://schemas.openxmlformats.org/officeDocument/2006/relationships/tags" Target="../tags/tag398.xml"/><Relationship Id="rId1" Type="http://schemas.openxmlformats.org/officeDocument/2006/relationships/tags" Target="../tags/tag397.xml"/><Relationship Id="rId6" Type="http://schemas.openxmlformats.org/officeDocument/2006/relationships/slideMaster" Target="../slideMasters/slideMaster5.xml"/><Relationship Id="rId5" Type="http://schemas.openxmlformats.org/officeDocument/2006/relationships/tags" Target="../tags/tag401.xml"/><Relationship Id="rId4" Type="http://schemas.openxmlformats.org/officeDocument/2006/relationships/tags" Target="../tags/tag400.xml"/></Relationships>
</file>

<file path=ppt/slideLayouts/_rels/slideLayout75.xml.rels><?xml version="1.0" encoding="UTF-8" standalone="yes"?>
<Relationships xmlns="http://schemas.openxmlformats.org/package/2006/relationships"><Relationship Id="rId8" Type="http://schemas.openxmlformats.org/officeDocument/2006/relationships/image" Target="../media/image17.emf"/><Relationship Id="rId3" Type="http://schemas.openxmlformats.org/officeDocument/2006/relationships/tags" Target="../tags/tag404.xml"/><Relationship Id="rId7" Type="http://schemas.openxmlformats.org/officeDocument/2006/relationships/oleObject" Target="../embeddings/oleObject3.bin"/><Relationship Id="rId2" Type="http://schemas.openxmlformats.org/officeDocument/2006/relationships/tags" Target="../tags/tag403.xml"/><Relationship Id="rId1" Type="http://schemas.openxmlformats.org/officeDocument/2006/relationships/tags" Target="../tags/tag402.xml"/><Relationship Id="rId6" Type="http://schemas.openxmlformats.org/officeDocument/2006/relationships/slideMaster" Target="../slideMasters/slideMaster5.xml"/><Relationship Id="rId5" Type="http://schemas.openxmlformats.org/officeDocument/2006/relationships/tags" Target="../tags/tag406.xml"/><Relationship Id="rId4" Type="http://schemas.openxmlformats.org/officeDocument/2006/relationships/tags" Target="../tags/tag405.xml"/></Relationships>
</file>

<file path=ppt/slideLayouts/_rels/slideLayout76.xml.rels><?xml version="1.0" encoding="UTF-8" standalone="yes"?>
<Relationships xmlns="http://schemas.openxmlformats.org/package/2006/relationships"><Relationship Id="rId8" Type="http://schemas.openxmlformats.org/officeDocument/2006/relationships/oleObject" Target="../embeddings/oleObject3.bin"/><Relationship Id="rId3" Type="http://schemas.openxmlformats.org/officeDocument/2006/relationships/tags" Target="../tags/tag409.xml"/><Relationship Id="rId7" Type="http://schemas.openxmlformats.org/officeDocument/2006/relationships/slideMaster" Target="../slideMasters/slideMaster5.xml"/><Relationship Id="rId2" Type="http://schemas.openxmlformats.org/officeDocument/2006/relationships/tags" Target="../tags/tag408.xml"/><Relationship Id="rId1" Type="http://schemas.openxmlformats.org/officeDocument/2006/relationships/tags" Target="../tags/tag407.xml"/><Relationship Id="rId6" Type="http://schemas.openxmlformats.org/officeDocument/2006/relationships/tags" Target="../tags/tag412.xml"/><Relationship Id="rId5" Type="http://schemas.openxmlformats.org/officeDocument/2006/relationships/tags" Target="../tags/tag411.xml"/><Relationship Id="rId4" Type="http://schemas.openxmlformats.org/officeDocument/2006/relationships/tags" Target="../tags/tag410.xml"/><Relationship Id="rId9" Type="http://schemas.openxmlformats.org/officeDocument/2006/relationships/image" Target="../media/image1.emf"/></Relationships>
</file>

<file path=ppt/slideLayouts/_rels/slideLayout77.xml.rels><?xml version="1.0" encoding="UTF-8" standalone="yes"?>
<Relationships xmlns="http://schemas.openxmlformats.org/package/2006/relationships"><Relationship Id="rId8" Type="http://schemas.openxmlformats.org/officeDocument/2006/relationships/slideMaster" Target="../slideMasters/slideMaster5.xml"/><Relationship Id="rId3" Type="http://schemas.openxmlformats.org/officeDocument/2006/relationships/tags" Target="../tags/tag415.xml"/><Relationship Id="rId7" Type="http://schemas.openxmlformats.org/officeDocument/2006/relationships/tags" Target="../tags/tag419.xml"/><Relationship Id="rId2" Type="http://schemas.openxmlformats.org/officeDocument/2006/relationships/tags" Target="../tags/tag414.xml"/><Relationship Id="rId1" Type="http://schemas.openxmlformats.org/officeDocument/2006/relationships/tags" Target="../tags/tag413.xml"/><Relationship Id="rId6" Type="http://schemas.openxmlformats.org/officeDocument/2006/relationships/tags" Target="../tags/tag418.xml"/><Relationship Id="rId5" Type="http://schemas.openxmlformats.org/officeDocument/2006/relationships/tags" Target="../tags/tag417.xml"/><Relationship Id="rId10" Type="http://schemas.openxmlformats.org/officeDocument/2006/relationships/image" Target="../media/image1.emf"/><Relationship Id="rId4" Type="http://schemas.openxmlformats.org/officeDocument/2006/relationships/tags" Target="../tags/tag416.xml"/><Relationship Id="rId9" Type="http://schemas.openxmlformats.org/officeDocument/2006/relationships/oleObject" Target="../embeddings/oleObject3.bin"/></Relationships>
</file>

<file path=ppt/slideLayouts/_rels/slideLayout78.xml.rels><?xml version="1.0" encoding="UTF-8" standalone="yes"?>
<Relationships xmlns="http://schemas.openxmlformats.org/package/2006/relationships"><Relationship Id="rId8" Type="http://schemas.openxmlformats.org/officeDocument/2006/relationships/tags" Target="../tags/tag427.xml"/><Relationship Id="rId3" Type="http://schemas.openxmlformats.org/officeDocument/2006/relationships/tags" Target="../tags/tag422.xml"/><Relationship Id="rId7" Type="http://schemas.openxmlformats.org/officeDocument/2006/relationships/tags" Target="../tags/tag426.xml"/><Relationship Id="rId12" Type="http://schemas.openxmlformats.org/officeDocument/2006/relationships/image" Target="../media/image3.emf"/><Relationship Id="rId2" Type="http://schemas.openxmlformats.org/officeDocument/2006/relationships/tags" Target="../tags/tag421.xml"/><Relationship Id="rId1" Type="http://schemas.openxmlformats.org/officeDocument/2006/relationships/tags" Target="../tags/tag420.xml"/><Relationship Id="rId6" Type="http://schemas.openxmlformats.org/officeDocument/2006/relationships/tags" Target="../tags/tag425.xml"/><Relationship Id="rId11" Type="http://schemas.openxmlformats.org/officeDocument/2006/relationships/oleObject" Target="../embeddings/oleObject3.bin"/><Relationship Id="rId5" Type="http://schemas.openxmlformats.org/officeDocument/2006/relationships/tags" Target="../tags/tag424.xml"/><Relationship Id="rId10" Type="http://schemas.openxmlformats.org/officeDocument/2006/relationships/slideMaster" Target="../slideMasters/slideMaster5.xml"/><Relationship Id="rId4" Type="http://schemas.openxmlformats.org/officeDocument/2006/relationships/tags" Target="../tags/tag423.xml"/><Relationship Id="rId9" Type="http://schemas.openxmlformats.org/officeDocument/2006/relationships/tags" Target="../tags/tag428.xml"/></Relationships>
</file>

<file path=ppt/slideLayouts/_rels/slideLayout79.xml.rels><?xml version="1.0" encoding="UTF-8" standalone="yes"?>
<Relationships xmlns="http://schemas.openxmlformats.org/package/2006/relationships"><Relationship Id="rId8" Type="http://schemas.openxmlformats.org/officeDocument/2006/relationships/tags" Target="../tags/tag436.xml"/><Relationship Id="rId3" Type="http://schemas.openxmlformats.org/officeDocument/2006/relationships/tags" Target="../tags/tag431.xml"/><Relationship Id="rId7" Type="http://schemas.openxmlformats.org/officeDocument/2006/relationships/tags" Target="../tags/tag435.xml"/><Relationship Id="rId12" Type="http://schemas.openxmlformats.org/officeDocument/2006/relationships/image" Target="../media/image3.emf"/><Relationship Id="rId2" Type="http://schemas.openxmlformats.org/officeDocument/2006/relationships/tags" Target="../tags/tag430.xml"/><Relationship Id="rId1" Type="http://schemas.openxmlformats.org/officeDocument/2006/relationships/tags" Target="../tags/tag429.xml"/><Relationship Id="rId6" Type="http://schemas.openxmlformats.org/officeDocument/2006/relationships/tags" Target="../tags/tag434.xml"/><Relationship Id="rId11" Type="http://schemas.openxmlformats.org/officeDocument/2006/relationships/oleObject" Target="../embeddings/oleObject3.bin"/><Relationship Id="rId5" Type="http://schemas.openxmlformats.org/officeDocument/2006/relationships/tags" Target="../tags/tag433.xml"/><Relationship Id="rId10" Type="http://schemas.openxmlformats.org/officeDocument/2006/relationships/slideMaster" Target="../slideMasters/slideMaster5.xml"/><Relationship Id="rId4" Type="http://schemas.openxmlformats.org/officeDocument/2006/relationships/tags" Target="../tags/tag432.xml"/><Relationship Id="rId9" Type="http://schemas.openxmlformats.org/officeDocument/2006/relationships/tags" Target="../tags/tag437.xml"/></Relationships>
</file>

<file path=ppt/slideLayouts/_rels/slideLayout80.xml.rels><?xml version="1.0" encoding="UTF-8" standalone="yes"?>
<Relationships xmlns="http://schemas.openxmlformats.org/package/2006/relationships"><Relationship Id="rId8" Type="http://schemas.openxmlformats.org/officeDocument/2006/relationships/tags" Target="../tags/tag445.xml"/><Relationship Id="rId3" Type="http://schemas.openxmlformats.org/officeDocument/2006/relationships/tags" Target="../tags/tag440.xml"/><Relationship Id="rId7" Type="http://schemas.openxmlformats.org/officeDocument/2006/relationships/tags" Target="../tags/tag444.xml"/><Relationship Id="rId12" Type="http://schemas.openxmlformats.org/officeDocument/2006/relationships/image" Target="../media/image3.emf"/><Relationship Id="rId2" Type="http://schemas.openxmlformats.org/officeDocument/2006/relationships/tags" Target="../tags/tag439.xml"/><Relationship Id="rId1" Type="http://schemas.openxmlformats.org/officeDocument/2006/relationships/tags" Target="../tags/tag438.xml"/><Relationship Id="rId6" Type="http://schemas.openxmlformats.org/officeDocument/2006/relationships/tags" Target="../tags/tag443.xml"/><Relationship Id="rId11" Type="http://schemas.openxmlformats.org/officeDocument/2006/relationships/oleObject" Target="../embeddings/oleObject3.bin"/><Relationship Id="rId5" Type="http://schemas.openxmlformats.org/officeDocument/2006/relationships/tags" Target="../tags/tag442.xml"/><Relationship Id="rId10" Type="http://schemas.openxmlformats.org/officeDocument/2006/relationships/slideMaster" Target="../slideMasters/slideMaster5.xml"/><Relationship Id="rId4" Type="http://schemas.openxmlformats.org/officeDocument/2006/relationships/tags" Target="../tags/tag441.xml"/><Relationship Id="rId9" Type="http://schemas.openxmlformats.org/officeDocument/2006/relationships/tags" Target="../tags/tag446.xml"/></Relationships>
</file>

<file path=ppt/slideLayouts/_rels/slideLayout81.xml.rels><?xml version="1.0" encoding="UTF-8" standalone="yes"?>
<Relationships xmlns="http://schemas.openxmlformats.org/package/2006/relationships"><Relationship Id="rId8" Type="http://schemas.openxmlformats.org/officeDocument/2006/relationships/tags" Target="../tags/tag454.xml"/><Relationship Id="rId3" Type="http://schemas.openxmlformats.org/officeDocument/2006/relationships/tags" Target="../tags/tag449.xml"/><Relationship Id="rId7" Type="http://schemas.openxmlformats.org/officeDocument/2006/relationships/tags" Target="../tags/tag453.xml"/><Relationship Id="rId12" Type="http://schemas.openxmlformats.org/officeDocument/2006/relationships/image" Target="../media/image13.emf"/><Relationship Id="rId2" Type="http://schemas.openxmlformats.org/officeDocument/2006/relationships/tags" Target="../tags/tag448.xml"/><Relationship Id="rId1" Type="http://schemas.openxmlformats.org/officeDocument/2006/relationships/tags" Target="../tags/tag447.xml"/><Relationship Id="rId6" Type="http://schemas.openxmlformats.org/officeDocument/2006/relationships/tags" Target="../tags/tag452.xml"/><Relationship Id="rId11" Type="http://schemas.openxmlformats.org/officeDocument/2006/relationships/oleObject" Target="../embeddings/oleObject3.bin"/><Relationship Id="rId5" Type="http://schemas.openxmlformats.org/officeDocument/2006/relationships/tags" Target="../tags/tag451.xml"/><Relationship Id="rId10" Type="http://schemas.openxmlformats.org/officeDocument/2006/relationships/slideMaster" Target="../slideMasters/slideMaster5.xml"/><Relationship Id="rId4" Type="http://schemas.openxmlformats.org/officeDocument/2006/relationships/tags" Target="../tags/tag450.xml"/><Relationship Id="rId9" Type="http://schemas.openxmlformats.org/officeDocument/2006/relationships/tags" Target="../tags/tag455.xml"/></Relationships>
</file>

<file path=ppt/slideLayouts/_rels/slideLayout82.xml.rels><?xml version="1.0" encoding="UTF-8" standalone="yes"?>
<Relationships xmlns="http://schemas.openxmlformats.org/package/2006/relationships"><Relationship Id="rId8" Type="http://schemas.openxmlformats.org/officeDocument/2006/relationships/tags" Target="../tags/tag463.xml"/><Relationship Id="rId3" Type="http://schemas.openxmlformats.org/officeDocument/2006/relationships/tags" Target="../tags/tag458.xml"/><Relationship Id="rId7" Type="http://schemas.openxmlformats.org/officeDocument/2006/relationships/tags" Target="../tags/tag462.xml"/><Relationship Id="rId12" Type="http://schemas.openxmlformats.org/officeDocument/2006/relationships/image" Target="../media/image13.emf"/><Relationship Id="rId2" Type="http://schemas.openxmlformats.org/officeDocument/2006/relationships/tags" Target="../tags/tag457.xml"/><Relationship Id="rId1" Type="http://schemas.openxmlformats.org/officeDocument/2006/relationships/tags" Target="../tags/tag456.xml"/><Relationship Id="rId6" Type="http://schemas.openxmlformats.org/officeDocument/2006/relationships/tags" Target="../tags/tag461.xml"/><Relationship Id="rId11" Type="http://schemas.openxmlformats.org/officeDocument/2006/relationships/oleObject" Target="../embeddings/oleObject3.bin"/><Relationship Id="rId5" Type="http://schemas.openxmlformats.org/officeDocument/2006/relationships/tags" Target="../tags/tag460.xml"/><Relationship Id="rId10" Type="http://schemas.openxmlformats.org/officeDocument/2006/relationships/slideMaster" Target="../slideMasters/slideMaster5.xml"/><Relationship Id="rId4" Type="http://schemas.openxmlformats.org/officeDocument/2006/relationships/tags" Target="../tags/tag459.xml"/><Relationship Id="rId9" Type="http://schemas.openxmlformats.org/officeDocument/2006/relationships/tags" Target="../tags/tag464.xml"/></Relationships>
</file>

<file path=ppt/slideLayouts/_rels/slideLayout83.xml.rels><?xml version="1.0" encoding="UTF-8" standalone="yes"?>
<Relationships xmlns="http://schemas.openxmlformats.org/package/2006/relationships"><Relationship Id="rId8" Type="http://schemas.openxmlformats.org/officeDocument/2006/relationships/tags" Target="../tags/tag472.xml"/><Relationship Id="rId13" Type="http://schemas.openxmlformats.org/officeDocument/2006/relationships/tags" Target="../tags/tag477.xml"/><Relationship Id="rId3" Type="http://schemas.openxmlformats.org/officeDocument/2006/relationships/tags" Target="../tags/tag467.xml"/><Relationship Id="rId7" Type="http://schemas.openxmlformats.org/officeDocument/2006/relationships/tags" Target="../tags/tag471.xml"/><Relationship Id="rId12" Type="http://schemas.openxmlformats.org/officeDocument/2006/relationships/tags" Target="../tags/tag476.xml"/><Relationship Id="rId2" Type="http://schemas.openxmlformats.org/officeDocument/2006/relationships/tags" Target="../tags/tag466.xml"/><Relationship Id="rId16" Type="http://schemas.openxmlformats.org/officeDocument/2006/relationships/image" Target="../media/image3.emf"/><Relationship Id="rId1" Type="http://schemas.openxmlformats.org/officeDocument/2006/relationships/tags" Target="../tags/tag465.xml"/><Relationship Id="rId6" Type="http://schemas.openxmlformats.org/officeDocument/2006/relationships/tags" Target="../tags/tag470.xml"/><Relationship Id="rId11" Type="http://schemas.openxmlformats.org/officeDocument/2006/relationships/tags" Target="../tags/tag475.xml"/><Relationship Id="rId5" Type="http://schemas.openxmlformats.org/officeDocument/2006/relationships/tags" Target="../tags/tag469.xml"/><Relationship Id="rId15" Type="http://schemas.openxmlformats.org/officeDocument/2006/relationships/oleObject" Target="../embeddings/oleObject3.bin"/><Relationship Id="rId10" Type="http://schemas.openxmlformats.org/officeDocument/2006/relationships/tags" Target="../tags/tag474.xml"/><Relationship Id="rId4" Type="http://schemas.openxmlformats.org/officeDocument/2006/relationships/tags" Target="../tags/tag468.xml"/><Relationship Id="rId9" Type="http://schemas.openxmlformats.org/officeDocument/2006/relationships/tags" Target="../tags/tag473.xml"/><Relationship Id="rId14"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8" Type="http://schemas.openxmlformats.org/officeDocument/2006/relationships/image" Target="../media/image17.emf"/><Relationship Id="rId3" Type="http://schemas.openxmlformats.org/officeDocument/2006/relationships/tags" Target="../tags/tag480.xml"/><Relationship Id="rId7" Type="http://schemas.openxmlformats.org/officeDocument/2006/relationships/oleObject" Target="../embeddings/oleObject3.bin"/><Relationship Id="rId2" Type="http://schemas.openxmlformats.org/officeDocument/2006/relationships/tags" Target="../tags/tag479.xml"/><Relationship Id="rId1" Type="http://schemas.openxmlformats.org/officeDocument/2006/relationships/tags" Target="../tags/tag478.xml"/><Relationship Id="rId6" Type="http://schemas.openxmlformats.org/officeDocument/2006/relationships/slideMaster" Target="../slideMasters/slideMaster5.xml"/><Relationship Id="rId5" Type="http://schemas.openxmlformats.org/officeDocument/2006/relationships/tags" Target="../tags/tag482.xml"/><Relationship Id="rId4" Type="http://schemas.openxmlformats.org/officeDocument/2006/relationships/tags" Target="../tags/tag481.xml"/></Relationships>
</file>

<file path=ppt/slideLayouts/_rels/slideLayout85.xml.rels><?xml version="1.0" encoding="UTF-8" standalone="yes"?>
<Relationships xmlns="http://schemas.openxmlformats.org/package/2006/relationships"><Relationship Id="rId8" Type="http://schemas.openxmlformats.org/officeDocument/2006/relationships/slideMaster" Target="../slideMasters/slideMaster5.xml"/><Relationship Id="rId3" Type="http://schemas.openxmlformats.org/officeDocument/2006/relationships/tags" Target="../tags/tag485.xml"/><Relationship Id="rId7" Type="http://schemas.openxmlformats.org/officeDocument/2006/relationships/tags" Target="../tags/tag489.xml"/><Relationship Id="rId2" Type="http://schemas.openxmlformats.org/officeDocument/2006/relationships/tags" Target="../tags/tag484.xml"/><Relationship Id="rId1" Type="http://schemas.openxmlformats.org/officeDocument/2006/relationships/tags" Target="../tags/tag483.xml"/><Relationship Id="rId6" Type="http://schemas.openxmlformats.org/officeDocument/2006/relationships/tags" Target="../tags/tag488.xml"/><Relationship Id="rId5" Type="http://schemas.openxmlformats.org/officeDocument/2006/relationships/tags" Target="../tags/tag487.xml"/><Relationship Id="rId10" Type="http://schemas.openxmlformats.org/officeDocument/2006/relationships/image" Target="../media/image3.emf"/><Relationship Id="rId4" Type="http://schemas.openxmlformats.org/officeDocument/2006/relationships/tags" Target="../tags/tag486.xml"/><Relationship Id="rId9" Type="http://schemas.openxmlformats.org/officeDocument/2006/relationships/oleObject" Target="../embeddings/oleObject3.bin"/></Relationships>
</file>

<file path=ppt/slideLayouts/_rels/slideLayout86.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492.xml"/><Relationship Id="rId7" Type="http://schemas.openxmlformats.org/officeDocument/2006/relationships/slideMaster" Target="../slideMasters/slideMaster5.xml"/><Relationship Id="rId2" Type="http://schemas.openxmlformats.org/officeDocument/2006/relationships/tags" Target="../tags/tag491.xml"/><Relationship Id="rId1" Type="http://schemas.openxmlformats.org/officeDocument/2006/relationships/tags" Target="../tags/tag490.xml"/><Relationship Id="rId6" Type="http://schemas.openxmlformats.org/officeDocument/2006/relationships/tags" Target="../tags/tag495.xml"/><Relationship Id="rId5" Type="http://schemas.openxmlformats.org/officeDocument/2006/relationships/tags" Target="../tags/tag494.xml"/><Relationship Id="rId4" Type="http://schemas.openxmlformats.org/officeDocument/2006/relationships/tags" Target="../tags/tag493.xml"/><Relationship Id="rId9" Type="http://schemas.openxmlformats.org/officeDocument/2006/relationships/image" Target="../media/image3.emf"/></Relationships>
</file>

<file path=ppt/slideLayouts/_rels/slideLayout87.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518.xml"/><Relationship Id="rId7" Type="http://schemas.openxmlformats.org/officeDocument/2006/relationships/oleObject" Target="../embeddings/oleObject6.bin"/><Relationship Id="rId12" Type="http://schemas.microsoft.com/office/2007/relationships/hdphoto" Target="../media/hdphoto1.wdp"/><Relationship Id="rId2" Type="http://schemas.openxmlformats.org/officeDocument/2006/relationships/tags" Target="../tags/tag517.xml"/><Relationship Id="rId1" Type="http://schemas.openxmlformats.org/officeDocument/2006/relationships/tags" Target="../tags/tag516.xml"/><Relationship Id="rId6" Type="http://schemas.openxmlformats.org/officeDocument/2006/relationships/slideMaster" Target="../slideMasters/slideMaster6.xml"/><Relationship Id="rId11" Type="http://schemas.openxmlformats.org/officeDocument/2006/relationships/image" Target="../media/image8.png"/><Relationship Id="rId5" Type="http://schemas.openxmlformats.org/officeDocument/2006/relationships/tags" Target="../tags/tag520.xml"/><Relationship Id="rId10" Type="http://schemas.openxmlformats.org/officeDocument/2006/relationships/image" Target="../media/image7.png"/><Relationship Id="rId4" Type="http://schemas.openxmlformats.org/officeDocument/2006/relationships/tags" Target="../tags/tag519.xml"/><Relationship Id="rId9" Type="http://schemas.openxmlformats.org/officeDocument/2006/relationships/image" Target="../media/image6.jpeg"/></Relationships>
</file>

<file path=ppt/slideLayouts/_rels/slideLayout88.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523.xml"/><Relationship Id="rId7" Type="http://schemas.openxmlformats.org/officeDocument/2006/relationships/oleObject" Target="../embeddings/oleObject2.bin"/><Relationship Id="rId2" Type="http://schemas.openxmlformats.org/officeDocument/2006/relationships/tags" Target="../tags/tag522.xml"/><Relationship Id="rId1" Type="http://schemas.openxmlformats.org/officeDocument/2006/relationships/tags" Target="../tags/tag521.xml"/><Relationship Id="rId6" Type="http://schemas.openxmlformats.org/officeDocument/2006/relationships/slideMaster" Target="../slideMasters/slideMaster6.xml"/><Relationship Id="rId5" Type="http://schemas.openxmlformats.org/officeDocument/2006/relationships/tags" Target="../tags/tag525.xml"/><Relationship Id="rId10" Type="http://schemas.openxmlformats.org/officeDocument/2006/relationships/image" Target="../media/image10.png"/><Relationship Id="rId4" Type="http://schemas.openxmlformats.org/officeDocument/2006/relationships/tags" Target="../tags/tag524.xml"/><Relationship Id="rId9" Type="http://schemas.openxmlformats.org/officeDocument/2006/relationships/image" Target="../media/image9.jpeg"/></Relationships>
</file>

<file path=ppt/slideLayouts/_rels/slideLayout89.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528.xml"/><Relationship Id="rId7" Type="http://schemas.openxmlformats.org/officeDocument/2006/relationships/oleObject" Target="../embeddings/oleObject2.bin"/><Relationship Id="rId2" Type="http://schemas.openxmlformats.org/officeDocument/2006/relationships/tags" Target="../tags/tag527.xml"/><Relationship Id="rId1" Type="http://schemas.openxmlformats.org/officeDocument/2006/relationships/tags" Target="../tags/tag526.xml"/><Relationship Id="rId6" Type="http://schemas.openxmlformats.org/officeDocument/2006/relationships/slideMaster" Target="../slideMasters/slideMaster6.xml"/><Relationship Id="rId5" Type="http://schemas.openxmlformats.org/officeDocument/2006/relationships/tags" Target="../tags/tag530.xml"/><Relationship Id="rId10" Type="http://schemas.openxmlformats.org/officeDocument/2006/relationships/image" Target="../media/image10.png"/><Relationship Id="rId4" Type="http://schemas.openxmlformats.org/officeDocument/2006/relationships/tags" Target="../tags/tag529.xml"/><Relationship Id="rId9" Type="http://schemas.openxmlformats.org/officeDocument/2006/relationships/image" Target="../media/image11.jpeg"/></Relationships>
</file>

<file path=ppt/slideLayouts/_rels/slideLayout90.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533.xml"/><Relationship Id="rId7" Type="http://schemas.openxmlformats.org/officeDocument/2006/relationships/slideMaster" Target="../slideMasters/slideMaster6.xml"/><Relationship Id="rId2" Type="http://schemas.openxmlformats.org/officeDocument/2006/relationships/tags" Target="../tags/tag532.xml"/><Relationship Id="rId1" Type="http://schemas.openxmlformats.org/officeDocument/2006/relationships/tags" Target="../tags/tag531.xml"/><Relationship Id="rId6" Type="http://schemas.openxmlformats.org/officeDocument/2006/relationships/tags" Target="../tags/tag536.xml"/><Relationship Id="rId5" Type="http://schemas.openxmlformats.org/officeDocument/2006/relationships/tags" Target="../tags/tag535.xml"/><Relationship Id="rId4" Type="http://schemas.openxmlformats.org/officeDocument/2006/relationships/tags" Target="../tags/tag534.xml"/><Relationship Id="rId9" Type="http://schemas.openxmlformats.org/officeDocument/2006/relationships/image" Target="../media/image3.emf"/></Relationships>
</file>

<file path=ppt/slideLayouts/_rels/slideLayout91.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539.xml"/><Relationship Id="rId7" Type="http://schemas.openxmlformats.org/officeDocument/2006/relationships/oleObject" Target="../embeddings/oleObject7.bin"/><Relationship Id="rId2" Type="http://schemas.openxmlformats.org/officeDocument/2006/relationships/tags" Target="../tags/tag538.xml"/><Relationship Id="rId1" Type="http://schemas.openxmlformats.org/officeDocument/2006/relationships/tags" Target="../tags/tag537.xml"/><Relationship Id="rId6" Type="http://schemas.openxmlformats.org/officeDocument/2006/relationships/slideMaster" Target="../slideMasters/slideMaster6.xml"/><Relationship Id="rId5" Type="http://schemas.openxmlformats.org/officeDocument/2006/relationships/tags" Target="../tags/tag541.xml"/><Relationship Id="rId4" Type="http://schemas.openxmlformats.org/officeDocument/2006/relationships/tags" Target="../tags/tag540.xml"/></Relationships>
</file>

<file path=ppt/slideLayouts/_rels/slideLayout92.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544.xml"/><Relationship Id="rId7" Type="http://schemas.openxmlformats.org/officeDocument/2006/relationships/oleObject" Target="../embeddings/oleObject7.bin"/><Relationship Id="rId2" Type="http://schemas.openxmlformats.org/officeDocument/2006/relationships/tags" Target="../tags/tag543.xml"/><Relationship Id="rId1" Type="http://schemas.openxmlformats.org/officeDocument/2006/relationships/tags" Target="../tags/tag542.xml"/><Relationship Id="rId6" Type="http://schemas.openxmlformats.org/officeDocument/2006/relationships/slideMaster" Target="../slideMasters/slideMaster6.xml"/><Relationship Id="rId5" Type="http://schemas.openxmlformats.org/officeDocument/2006/relationships/tags" Target="../tags/tag546.xml"/><Relationship Id="rId4" Type="http://schemas.openxmlformats.org/officeDocument/2006/relationships/tags" Target="../tags/tag545.xml"/></Relationships>
</file>

<file path=ppt/slideLayouts/_rels/slideLayout93.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549.xml"/><Relationship Id="rId7" Type="http://schemas.openxmlformats.org/officeDocument/2006/relationships/oleObject" Target="../embeddings/oleObject7.bin"/><Relationship Id="rId2" Type="http://schemas.openxmlformats.org/officeDocument/2006/relationships/tags" Target="../tags/tag548.xml"/><Relationship Id="rId1" Type="http://schemas.openxmlformats.org/officeDocument/2006/relationships/tags" Target="../tags/tag547.xml"/><Relationship Id="rId6" Type="http://schemas.openxmlformats.org/officeDocument/2006/relationships/slideMaster" Target="../slideMasters/slideMaster6.xml"/><Relationship Id="rId5" Type="http://schemas.openxmlformats.org/officeDocument/2006/relationships/tags" Target="../tags/tag551.xml"/><Relationship Id="rId4" Type="http://schemas.openxmlformats.org/officeDocument/2006/relationships/tags" Target="../tags/tag550.xml"/></Relationships>
</file>

<file path=ppt/slideLayouts/_rels/slideLayout94.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tags" Target="../tags/tag554.xml"/><Relationship Id="rId7" Type="http://schemas.openxmlformats.org/officeDocument/2006/relationships/slideMaster" Target="../slideMasters/slideMaster6.xml"/><Relationship Id="rId2" Type="http://schemas.openxmlformats.org/officeDocument/2006/relationships/tags" Target="../tags/tag553.xml"/><Relationship Id="rId1" Type="http://schemas.openxmlformats.org/officeDocument/2006/relationships/tags" Target="../tags/tag552.xml"/><Relationship Id="rId6" Type="http://schemas.openxmlformats.org/officeDocument/2006/relationships/tags" Target="../tags/tag557.xml"/><Relationship Id="rId5" Type="http://schemas.openxmlformats.org/officeDocument/2006/relationships/tags" Target="../tags/tag556.xml"/><Relationship Id="rId4" Type="http://schemas.openxmlformats.org/officeDocument/2006/relationships/tags" Target="../tags/tag555.xml"/><Relationship Id="rId9" Type="http://schemas.openxmlformats.org/officeDocument/2006/relationships/image" Target="../media/image5.emf"/></Relationships>
</file>

<file path=ppt/slideLayouts/_rels/slideLayout95.xml.rels><?xml version="1.0" encoding="UTF-8" standalone="yes"?>
<Relationships xmlns="http://schemas.openxmlformats.org/package/2006/relationships"><Relationship Id="rId8" Type="http://schemas.openxmlformats.org/officeDocument/2006/relationships/slideMaster" Target="../slideMasters/slideMaster6.xml"/><Relationship Id="rId13" Type="http://schemas.openxmlformats.org/officeDocument/2006/relationships/image" Target="../media/image19.png"/><Relationship Id="rId3" Type="http://schemas.openxmlformats.org/officeDocument/2006/relationships/tags" Target="../tags/tag560.xml"/><Relationship Id="rId7" Type="http://schemas.openxmlformats.org/officeDocument/2006/relationships/tags" Target="../tags/tag564.xml"/><Relationship Id="rId12" Type="http://schemas.openxmlformats.org/officeDocument/2006/relationships/image" Target="../media/image18.png"/><Relationship Id="rId2" Type="http://schemas.openxmlformats.org/officeDocument/2006/relationships/tags" Target="../tags/tag559.xml"/><Relationship Id="rId1" Type="http://schemas.openxmlformats.org/officeDocument/2006/relationships/tags" Target="../tags/tag558.xml"/><Relationship Id="rId6" Type="http://schemas.openxmlformats.org/officeDocument/2006/relationships/tags" Target="../tags/tag563.xml"/><Relationship Id="rId11" Type="http://schemas.openxmlformats.org/officeDocument/2006/relationships/image" Target="../media/image4.png"/><Relationship Id="rId5" Type="http://schemas.openxmlformats.org/officeDocument/2006/relationships/tags" Target="../tags/tag562.xml"/><Relationship Id="rId10" Type="http://schemas.openxmlformats.org/officeDocument/2006/relationships/image" Target="../media/image3.emf"/><Relationship Id="rId4" Type="http://schemas.openxmlformats.org/officeDocument/2006/relationships/tags" Target="../tags/tag561.xml"/><Relationship Id="rId9" Type="http://schemas.openxmlformats.org/officeDocument/2006/relationships/oleObject" Target="../embeddings/oleObject8.bin"/></Relationships>
</file>

<file path=ppt/slideLayouts/_rels/slideLayout96.xml.rels><?xml version="1.0" encoding="UTF-8" standalone="yes"?>
<Relationships xmlns="http://schemas.openxmlformats.org/package/2006/relationships"><Relationship Id="rId8" Type="http://schemas.openxmlformats.org/officeDocument/2006/relationships/slideMaster" Target="../slideMasters/slideMaster6.xml"/><Relationship Id="rId13" Type="http://schemas.openxmlformats.org/officeDocument/2006/relationships/image" Target="../media/image19.png"/><Relationship Id="rId3" Type="http://schemas.openxmlformats.org/officeDocument/2006/relationships/tags" Target="../tags/tag567.xml"/><Relationship Id="rId7" Type="http://schemas.openxmlformats.org/officeDocument/2006/relationships/tags" Target="../tags/tag571.xml"/><Relationship Id="rId12" Type="http://schemas.openxmlformats.org/officeDocument/2006/relationships/image" Target="../media/image18.png"/><Relationship Id="rId2" Type="http://schemas.openxmlformats.org/officeDocument/2006/relationships/tags" Target="../tags/tag566.xml"/><Relationship Id="rId1" Type="http://schemas.openxmlformats.org/officeDocument/2006/relationships/tags" Target="../tags/tag565.xml"/><Relationship Id="rId6" Type="http://schemas.openxmlformats.org/officeDocument/2006/relationships/tags" Target="../tags/tag570.xml"/><Relationship Id="rId11" Type="http://schemas.openxmlformats.org/officeDocument/2006/relationships/image" Target="../media/image4.png"/><Relationship Id="rId5" Type="http://schemas.openxmlformats.org/officeDocument/2006/relationships/tags" Target="../tags/tag569.xml"/><Relationship Id="rId10" Type="http://schemas.openxmlformats.org/officeDocument/2006/relationships/image" Target="../media/image3.emf"/><Relationship Id="rId4" Type="http://schemas.openxmlformats.org/officeDocument/2006/relationships/tags" Target="../tags/tag568.xml"/><Relationship Id="rId9" Type="http://schemas.openxmlformats.org/officeDocument/2006/relationships/oleObject" Target="../embeddings/oleObject6.bin"/></Relationships>
</file>

<file path=ppt/slideLayouts/_rels/slideLayout97.xml.rels><?xml version="1.0" encoding="UTF-8" standalone="yes"?>
<Relationships xmlns="http://schemas.openxmlformats.org/package/2006/relationships"><Relationship Id="rId8" Type="http://schemas.openxmlformats.org/officeDocument/2006/relationships/slideMaster" Target="../slideMasters/slideMaster6.xml"/><Relationship Id="rId13" Type="http://schemas.openxmlformats.org/officeDocument/2006/relationships/image" Target="../media/image19.png"/><Relationship Id="rId3" Type="http://schemas.openxmlformats.org/officeDocument/2006/relationships/tags" Target="../tags/tag574.xml"/><Relationship Id="rId7" Type="http://schemas.openxmlformats.org/officeDocument/2006/relationships/tags" Target="../tags/tag578.xml"/><Relationship Id="rId12" Type="http://schemas.openxmlformats.org/officeDocument/2006/relationships/image" Target="../media/image18.png"/><Relationship Id="rId2" Type="http://schemas.openxmlformats.org/officeDocument/2006/relationships/tags" Target="../tags/tag573.xml"/><Relationship Id="rId1" Type="http://schemas.openxmlformats.org/officeDocument/2006/relationships/tags" Target="../tags/tag572.xml"/><Relationship Id="rId6" Type="http://schemas.openxmlformats.org/officeDocument/2006/relationships/tags" Target="../tags/tag577.xml"/><Relationship Id="rId11" Type="http://schemas.openxmlformats.org/officeDocument/2006/relationships/image" Target="../media/image4.png"/><Relationship Id="rId5" Type="http://schemas.openxmlformats.org/officeDocument/2006/relationships/tags" Target="../tags/tag576.xml"/><Relationship Id="rId10" Type="http://schemas.openxmlformats.org/officeDocument/2006/relationships/image" Target="../media/image3.emf"/><Relationship Id="rId4" Type="http://schemas.openxmlformats.org/officeDocument/2006/relationships/tags" Target="../tags/tag575.xml"/><Relationship Id="rId9" Type="http://schemas.openxmlformats.org/officeDocument/2006/relationships/oleObject" Target="../embeddings/oleObject8.bin"/></Relationships>
</file>

<file path=ppt/slideLayouts/_rels/slideLayout98.xml.rels><?xml version="1.0" encoding="UTF-8" standalone="yes"?>
<Relationships xmlns="http://schemas.openxmlformats.org/package/2006/relationships"><Relationship Id="rId8" Type="http://schemas.openxmlformats.org/officeDocument/2006/relationships/slideMaster" Target="../slideMasters/slideMaster6.xml"/><Relationship Id="rId13" Type="http://schemas.openxmlformats.org/officeDocument/2006/relationships/image" Target="../media/image19.png"/><Relationship Id="rId3" Type="http://schemas.openxmlformats.org/officeDocument/2006/relationships/tags" Target="../tags/tag581.xml"/><Relationship Id="rId7" Type="http://schemas.openxmlformats.org/officeDocument/2006/relationships/tags" Target="../tags/tag585.xml"/><Relationship Id="rId12" Type="http://schemas.openxmlformats.org/officeDocument/2006/relationships/image" Target="../media/image18.png"/><Relationship Id="rId2" Type="http://schemas.openxmlformats.org/officeDocument/2006/relationships/tags" Target="../tags/tag580.xml"/><Relationship Id="rId1" Type="http://schemas.openxmlformats.org/officeDocument/2006/relationships/tags" Target="../tags/tag579.xml"/><Relationship Id="rId6" Type="http://schemas.openxmlformats.org/officeDocument/2006/relationships/tags" Target="../tags/tag584.xml"/><Relationship Id="rId11" Type="http://schemas.openxmlformats.org/officeDocument/2006/relationships/image" Target="../media/image4.png"/><Relationship Id="rId5" Type="http://schemas.openxmlformats.org/officeDocument/2006/relationships/tags" Target="../tags/tag583.xml"/><Relationship Id="rId10" Type="http://schemas.openxmlformats.org/officeDocument/2006/relationships/image" Target="../media/image13.emf"/><Relationship Id="rId4" Type="http://schemas.openxmlformats.org/officeDocument/2006/relationships/tags" Target="../tags/tag582.xml"/><Relationship Id="rId9" Type="http://schemas.openxmlformats.org/officeDocument/2006/relationships/oleObject" Target="../embeddings/oleObject8.bin"/></Relationships>
</file>

<file path=ppt/slideLayouts/_rels/slideLayout99.xml.rels><?xml version="1.0" encoding="UTF-8" standalone="yes"?>
<Relationships xmlns="http://schemas.openxmlformats.org/package/2006/relationships"><Relationship Id="rId8" Type="http://schemas.openxmlformats.org/officeDocument/2006/relationships/slideMaster" Target="../slideMasters/slideMaster6.xml"/><Relationship Id="rId13" Type="http://schemas.openxmlformats.org/officeDocument/2006/relationships/image" Target="../media/image19.png"/><Relationship Id="rId3" Type="http://schemas.openxmlformats.org/officeDocument/2006/relationships/tags" Target="../tags/tag588.xml"/><Relationship Id="rId7" Type="http://schemas.openxmlformats.org/officeDocument/2006/relationships/tags" Target="../tags/tag592.xml"/><Relationship Id="rId12" Type="http://schemas.openxmlformats.org/officeDocument/2006/relationships/image" Target="../media/image18.png"/><Relationship Id="rId2" Type="http://schemas.openxmlformats.org/officeDocument/2006/relationships/tags" Target="../tags/tag587.xml"/><Relationship Id="rId1" Type="http://schemas.openxmlformats.org/officeDocument/2006/relationships/tags" Target="../tags/tag586.xml"/><Relationship Id="rId6" Type="http://schemas.openxmlformats.org/officeDocument/2006/relationships/tags" Target="../tags/tag591.xml"/><Relationship Id="rId11" Type="http://schemas.openxmlformats.org/officeDocument/2006/relationships/image" Target="../media/image4.png"/><Relationship Id="rId5" Type="http://schemas.openxmlformats.org/officeDocument/2006/relationships/tags" Target="../tags/tag590.xml"/><Relationship Id="rId10" Type="http://schemas.openxmlformats.org/officeDocument/2006/relationships/image" Target="../media/image3.emf"/><Relationship Id="rId4" Type="http://schemas.openxmlformats.org/officeDocument/2006/relationships/tags" Target="../tags/tag589.xml"/><Relationship Id="rId9" Type="http://schemas.openxmlformats.org/officeDocument/2006/relationships/oleObject" Target="../embeddings/oleObject8.bin"/></Relationships>
</file>

<file path=ppt/slideLayouts/_rels/slideLayout100.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595.xml"/><Relationship Id="rId7" Type="http://schemas.openxmlformats.org/officeDocument/2006/relationships/oleObject" Target="../embeddings/oleObject2.bin"/><Relationship Id="rId2" Type="http://schemas.openxmlformats.org/officeDocument/2006/relationships/tags" Target="../tags/tag594.xml"/><Relationship Id="rId1" Type="http://schemas.openxmlformats.org/officeDocument/2006/relationships/tags" Target="../tags/tag593.xml"/><Relationship Id="rId6" Type="http://schemas.openxmlformats.org/officeDocument/2006/relationships/slideMaster" Target="../slideMasters/slideMaster6.xml"/><Relationship Id="rId11" Type="http://schemas.openxmlformats.org/officeDocument/2006/relationships/image" Target="../media/image19.png"/><Relationship Id="rId5" Type="http://schemas.openxmlformats.org/officeDocument/2006/relationships/tags" Target="../tags/tag597.xml"/><Relationship Id="rId10" Type="http://schemas.openxmlformats.org/officeDocument/2006/relationships/image" Target="../media/image18.png"/><Relationship Id="rId4" Type="http://schemas.openxmlformats.org/officeDocument/2006/relationships/tags" Target="../tags/tag596.xml"/><Relationship Id="rId9" Type="http://schemas.openxmlformats.org/officeDocument/2006/relationships/image" Target="../media/image4.png"/></Relationships>
</file>

<file path=ppt/slideLayouts/_rels/slideLayout101.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tags" Target="../tags/tag600.xml"/><Relationship Id="rId7" Type="http://schemas.openxmlformats.org/officeDocument/2006/relationships/image" Target="../media/image4.png"/><Relationship Id="rId2" Type="http://schemas.openxmlformats.org/officeDocument/2006/relationships/tags" Target="../tags/tag599.xml"/><Relationship Id="rId1" Type="http://schemas.openxmlformats.org/officeDocument/2006/relationships/tags" Target="../tags/tag598.xml"/><Relationship Id="rId6" Type="http://schemas.openxmlformats.org/officeDocument/2006/relationships/image" Target="../media/image5.emf"/><Relationship Id="rId5" Type="http://schemas.openxmlformats.org/officeDocument/2006/relationships/oleObject" Target="../embeddings/oleObject9.bin"/><Relationship Id="rId4" Type="http://schemas.openxmlformats.org/officeDocument/2006/relationships/slideMaster" Target="../slideMasters/slideMaster6.xml"/><Relationship Id="rId9" Type="http://schemas.openxmlformats.org/officeDocument/2006/relationships/image" Target="../media/image19.png"/></Relationships>
</file>

<file path=ppt/slideLayouts/_rels/slideLayout102.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slideMaster" Target="../slideMasters/slideMaster6.xml"/><Relationship Id="rId7" Type="http://schemas.openxmlformats.org/officeDocument/2006/relationships/image" Target="../media/image4.png"/><Relationship Id="rId2" Type="http://schemas.openxmlformats.org/officeDocument/2006/relationships/tags" Target="../tags/tag602.xml"/><Relationship Id="rId1" Type="http://schemas.openxmlformats.org/officeDocument/2006/relationships/tags" Target="../tags/tag601.xml"/><Relationship Id="rId6" Type="http://schemas.openxmlformats.org/officeDocument/2006/relationships/image" Target="../media/image15.png"/><Relationship Id="rId5" Type="http://schemas.openxmlformats.org/officeDocument/2006/relationships/image" Target="../media/image5.emf"/><Relationship Id="rId4" Type="http://schemas.openxmlformats.org/officeDocument/2006/relationships/oleObject" Target="../embeddings/oleObject10.bin"/><Relationship Id="rId9" Type="http://schemas.openxmlformats.org/officeDocument/2006/relationships/image" Target="../media/image19.png"/></Relationships>
</file>

<file path=ppt/slideLayouts/_rels/slideLayout103.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6.xml"/><Relationship Id="rId1" Type="http://schemas.openxmlformats.org/officeDocument/2006/relationships/tags" Target="../tags/tag603.xml"/><Relationship Id="rId4" Type="http://schemas.openxmlformats.org/officeDocument/2006/relationships/image" Target="../media/image14.emf"/></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8" Type="http://schemas.openxmlformats.org/officeDocument/2006/relationships/slideMaster" Target="../slideMasters/slideMaster6.xml"/><Relationship Id="rId3" Type="http://schemas.openxmlformats.org/officeDocument/2006/relationships/tags" Target="../tags/tag606.xml"/><Relationship Id="rId7" Type="http://schemas.openxmlformats.org/officeDocument/2006/relationships/tags" Target="../tags/tag610.xml"/><Relationship Id="rId2" Type="http://schemas.openxmlformats.org/officeDocument/2006/relationships/tags" Target="../tags/tag605.xml"/><Relationship Id="rId1" Type="http://schemas.openxmlformats.org/officeDocument/2006/relationships/tags" Target="../tags/tag604.xml"/><Relationship Id="rId6" Type="http://schemas.openxmlformats.org/officeDocument/2006/relationships/tags" Target="../tags/tag609.xml"/><Relationship Id="rId5" Type="http://schemas.openxmlformats.org/officeDocument/2006/relationships/tags" Target="../tags/tag608.xml"/><Relationship Id="rId10" Type="http://schemas.openxmlformats.org/officeDocument/2006/relationships/image" Target="../media/image3.emf"/><Relationship Id="rId4" Type="http://schemas.openxmlformats.org/officeDocument/2006/relationships/tags" Target="../tags/tag607.xml"/><Relationship Id="rId9" Type="http://schemas.openxmlformats.org/officeDocument/2006/relationships/oleObject" Target="../embeddings/oleObject11.bin"/></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633.xml"/><Relationship Id="rId7" Type="http://schemas.openxmlformats.org/officeDocument/2006/relationships/oleObject" Target="../embeddings/oleObject16.bin"/><Relationship Id="rId12" Type="http://schemas.microsoft.com/office/2007/relationships/hdphoto" Target="../media/hdphoto1.wdp"/><Relationship Id="rId2" Type="http://schemas.openxmlformats.org/officeDocument/2006/relationships/tags" Target="../tags/tag632.xml"/><Relationship Id="rId1" Type="http://schemas.openxmlformats.org/officeDocument/2006/relationships/tags" Target="../tags/tag631.xml"/><Relationship Id="rId6" Type="http://schemas.openxmlformats.org/officeDocument/2006/relationships/slideMaster" Target="../slideMasters/slideMaster7.xml"/><Relationship Id="rId11" Type="http://schemas.openxmlformats.org/officeDocument/2006/relationships/image" Target="../media/image8.png"/><Relationship Id="rId5" Type="http://schemas.openxmlformats.org/officeDocument/2006/relationships/tags" Target="../tags/tag635.xml"/><Relationship Id="rId10" Type="http://schemas.openxmlformats.org/officeDocument/2006/relationships/image" Target="../media/image7.png"/><Relationship Id="rId4" Type="http://schemas.openxmlformats.org/officeDocument/2006/relationships/tags" Target="../tags/tag634.xml"/><Relationship Id="rId9" Type="http://schemas.openxmlformats.org/officeDocument/2006/relationships/image" Target="../media/image6.jpeg"/></Relationships>
</file>

<file path=ppt/slideLayouts/_rels/slideLayout108.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638.xml"/><Relationship Id="rId7" Type="http://schemas.openxmlformats.org/officeDocument/2006/relationships/oleObject" Target="../embeddings/oleObject17.bin"/><Relationship Id="rId2" Type="http://schemas.openxmlformats.org/officeDocument/2006/relationships/tags" Target="../tags/tag637.xml"/><Relationship Id="rId1" Type="http://schemas.openxmlformats.org/officeDocument/2006/relationships/tags" Target="../tags/tag636.xml"/><Relationship Id="rId6" Type="http://schemas.openxmlformats.org/officeDocument/2006/relationships/slideMaster" Target="../slideMasters/slideMaster7.xml"/><Relationship Id="rId5" Type="http://schemas.openxmlformats.org/officeDocument/2006/relationships/tags" Target="../tags/tag640.xml"/><Relationship Id="rId10" Type="http://schemas.openxmlformats.org/officeDocument/2006/relationships/image" Target="../media/image10.png"/><Relationship Id="rId4" Type="http://schemas.openxmlformats.org/officeDocument/2006/relationships/tags" Target="../tags/tag639.xml"/><Relationship Id="rId9" Type="http://schemas.openxmlformats.org/officeDocument/2006/relationships/image" Target="../media/image9.jpeg"/></Relationships>
</file>

<file path=ppt/slideLayouts/_rels/slideLayout109.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643.xml"/><Relationship Id="rId7" Type="http://schemas.openxmlformats.org/officeDocument/2006/relationships/oleObject" Target="../embeddings/oleObject17.bin"/><Relationship Id="rId2" Type="http://schemas.openxmlformats.org/officeDocument/2006/relationships/tags" Target="../tags/tag642.xml"/><Relationship Id="rId1" Type="http://schemas.openxmlformats.org/officeDocument/2006/relationships/tags" Target="../tags/tag641.xml"/><Relationship Id="rId6" Type="http://schemas.openxmlformats.org/officeDocument/2006/relationships/slideMaster" Target="../slideMasters/slideMaster7.xml"/><Relationship Id="rId5" Type="http://schemas.openxmlformats.org/officeDocument/2006/relationships/tags" Target="../tags/tag645.xml"/><Relationship Id="rId10" Type="http://schemas.openxmlformats.org/officeDocument/2006/relationships/image" Target="../media/image10.png"/><Relationship Id="rId4" Type="http://schemas.openxmlformats.org/officeDocument/2006/relationships/tags" Target="../tags/tag644.xml"/><Relationship Id="rId9" Type="http://schemas.openxmlformats.org/officeDocument/2006/relationships/image" Target="../media/image11.jpeg"/></Relationships>
</file>

<file path=ppt/slideLayouts/_rels/slideLayout110.xml.rels><?xml version="1.0" encoding="UTF-8" standalone="yes"?>
<Relationships xmlns="http://schemas.openxmlformats.org/package/2006/relationships"><Relationship Id="rId8" Type="http://schemas.openxmlformats.org/officeDocument/2006/relationships/oleObject" Target="../embeddings/oleObject17.bin"/><Relationship Id="rId3" Type="http://schemas.openxmlformats.org/officeDocument/2006/relationships/tags" Target="../tags/tag648.xml"/><Relationship Id="rId7" Type="http://schemas.openxmlformats.org/officeDocument/2006/relationships/slideMaster" Target="../slideMasters/slideMaster7.xml"/><Relationship Id="rId2" Type="http://schemas.openxmlformats.org/officeDocument/2006/relationships/tags" Target="../tags/tag647.xml"/><Relationship Id="rId1" Type="http://schemas.openxmlformats.org/officeDocument/2006/relationships/tags" Target="../tags/tag646.xml"/><Relationship Id="rId6" Type="http://schemas.openxmlformats.org/officeDocument/2006/relationships/tags" Target="../tags/tag651.xml"/><Relationship Id="rId5" Type="http://schemas.openxmlformats.org/officeDocument/2006/relationships/tags" Target="../tags/tag650.xml"/><Relationship Id="rId4" Type="http://schemas.openxmlformats.org/officeDocument/2006/relationships/tags" Target="../tags/tag649.xml"/><Relationship Id="rId9" Type="http://schemas.openxmlformats.org/officeDocument/2006/relationships/image" Target="../media/image3.emf"/></Relationships>
</file>

<file path=ppt/slideLayouts/_rels/slideLayout111.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654.xml"/><Relationship Id="rId7" Type="http://schemas.openxmlformats.org/officeDocument/2006/relationships/oleObject" Target="../embeddings/oleObject18.bin"/><Relationship Id="rId2" Type="http://schemas.openxmlformats.org/officeDocument/2006/relationships/tags" Target="../tags/tag653.xml"/><Relationship Id="rId1" Type="http://schemas.openxmlformats.org/officeDocument/2006/relationships/tags" Target="../tags/tag652.xml"/><Relationship Id="rId6" Type="http://schemas.openxmlformats.org/officeDocument/2006/relationships/slideMaster" Target="../slideMasters/slideMaster7.xml"/><Relationship Id="rId5" Type="http://schemas.openxmlformats.org/officeDocument/2006/relationships/tags" Target="../tags/tag656.xml"/><Relationship Id="rId4" Type="http://schemas.openxmlformats.org/officeDocument/2006/relationships/tags" Target="../tags/tag655.xml"/></Relationships>
</file>

<file path=ppt/slideLayouts/_rels/slideLayout112.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659.xml"/><Relationship Id="rId7" Type="http://schemas.openxmlformats.org/officeDocument/2006/relationships/oleObject" Target="../embeddings/oleObject18.bin"/><Relationship Id="rId2" Type="http://schemas.openxmlformats.org/officeDocument/2006/relationships/tags" Target="../tags/tag658.xml"/><Relationship Id="rId1" Type="http://schemas.openxmlformats.org/officeDocument/2006/relationships/tags" Target="../tags/tag657.xml"/><Relationship Id="rId6" Type="http://schemas.openxmlformats.org/officeDocument/2006/relationships/slideMaster" Target="../slideMasters/slideMaster7.xml"/><Relationship Id="rId5" Type="http://schemas.openxmlformats.org/officeDocument/2006/relationships/tags" Target="../tags/tag661.xml"/><Relationship Id="rId4" Type="http://schemas.openxmlformats.org/officeDocument/2006/relationships/tags" Target="../tags/tag660.xml"/></Relationships>
</file>

<file path=ppt/slideLayouts/_rels/slideLayout113.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664.xml"/><Relationship Id="rId7" Type="http://schemas.openxmlformats.org/officeDocument/2006/relationships/oleObject" Target="../embeddings/oleObject18.bin"/><Relationship Id="rId2" Type="http://schemas.openxmlformats.org/officeDocument/2006/relationships/tags" Target="../tags/tag663.xml"/><Relationship Id="rId1" Type="http://schemas.openxmlformats.org/officeDocument/2006/relationships/tags" Target="../tags/tag662.xml"/><Relationship Id="rId6" Type="http://schemas.openxmlformats.org/officeDocument/2006/relationships/slideMaster" Target="../slideMasters/slideMaster7.xml"/><Relationship Id="rId5" Type="http://schemas.openxmlformats.org/officeDocument/2006/relationships/tags" Target="../tags/tag666.xml"/><Relationship Id="rId4" Type="http://schemas.openxmlformats.org/officeDocument/2006/relationships/tags" Target="../tags/tag665.xml"/></Relationships>
</file>

<file path=ppt/slideLayouts/_rels/slideLayout114.xml.rels><?xml version="1.0" encoding="UTF-8" standalone="yes"?>
<Relationships xmlns="http://schemas.openxmlformats.org/package/2006/relationships"><Relationship Id="rId8" Type="http://schemas.openxmlformats.org/officeDocument/2006/relationships/oleObject" Target="../embeddings/oleObject17.bin"/><Relationship Id="rId3" Type="http://schemas.openxmlformats.org/officeDocument/2006/relationships/tags" Target="../tags/tag669.xml"/><Relationship Id="rId7" Type="http://schemas.openxmlformats.org/officeDocument/2006/relationships/slideMaster" Target="../slideMasters/slideMaster7.xml"/><Relationship Id="rId2" Type="http://schemas.openxmlformats.org/officeDocument/2006/relationships/tags" Target="../tags/tag668.xml"/><Relationship Id="rId1" Type="http://schemas.openxmlformats.org/officeDocument/2006/relationships/tags" Target="../tags/tag667.xml"/><Relationship Id="rId6" Type="http://schemas.openxmlformats.org/officeDocument/2006/relationships/tags" Target="../tags/tag672.xml"/><Relationship Id="rId5" Type="http://schemas.openxmlformats.org/officeDocument/2006/relationships/tags" Target="../tags/tag671.xml"/><Relationship Id="rId4" Type="http://schemas.openxmlformats.org/officeDocument/2006/relationships/tags" Target="../tags/tag670.xml"/><Relationship Id="rId9" Type="http://schemas.openxmlformats.org/officeDocument/2006/relationships/image" Target="../media/image5.emf"/></Relationships>
</file>

<file path=ppt/slideLayouts/_rels/slideLayout115.xml.rels><?xml version="1.0" encoding="UTF-8" standalone="yes"?>
<Relationships xmlns="http://schemas.openxmlformats.org/package/2006/relationships"><Relationship Id="rId8" Type="http://schemas.openxmlformats.org/officeDocument/2006/relationships/slideMaster" Target="../slideMasters/slideMaster7.xml"/><Relationship Id="rId3" Type="http://schemas.openxmlformats.org/officeDocument/2006/relationships/tags" Target="../tags/tag675.xml"/><Relationship Id="rId7" Type="http://schemas.openxmlformats.org/officeDocument/2006/relationships/tags" Target="../tags/tag679.xml"/><Relationship Id="rId12" Type="http://schemas.openxmlformats.org/officeDocument/2006/relationships/image" Target="../media/image4.png"/><Relationship Id="rId2" Type="http://schemas.openxmlformats.org/officeDocument/2006/relationships/tags" Target="../tags/tag674.xml"/><Relationship Id="rId1" Type="http://schemas.openxmlformats.org/officeDocument/2006/relationships/tags" Target="../tags/tag673.xml"/><Relationship Id="rId6" Type="http://schemas.openxmlformats.org/officeDocument/2006/relationships/tags" Target="../tags/tag678.xml"/><Relationship Id="rId11" Type="http://schemas.openxmlformats.org/officeDocument/2006/relationships/image" Target="../media/image15.png"/><Relationship Id="rId5" Type="http://schemas.openxmlformats.org/officeDocument/2006/relationships/tags" Target="../tags/tag677.xml"/><Relationship Id="rId10" Type="http://schemas.openxmlformats.org/officeDocument/2006/relationships/image" Target="../media/image3.emf"/><Relationship Id="rId4" Type="http://schemas.openxmlformats.org/officeDocument/2006/relationships/tags" Target="../tags/tag676.xml"/><Relationship Id="rId9" Type="http://schemas.openxmlformats.org/officeDocument/2006/relationships/oleObject" Target="../embeddings/oleObject16.bin"/></Relationships>
</file>

<file path=ppt/slideLayouts/_rels/slideLayout116.xml.rels><?xml version="1.0" encoding="UTF-8" standalone="yes"?>
<Relationships xmlns="http://schemas.openxmlformats.org/package/2006/relationships"><Relationship Id="rId8" Type="http://schemas.openxmlformats.org/officeDocument/2006/relationships/slideMaster" Target="../slideMasters/slideMaster7.xml"/><Relationship Id="rId3" Type="http://schemas.openxmlformats.org/officeDocument/2006/relationships/tags" Target="../tags/tag682.xml"/><Relationship Id="rId7" Type="http://schemas.openxmlformats.org/officeDocument/2006/relationships/tags" Target="../tags/tag686.xml"/><Relationship Id="rId12" Type="http://schemas.openxmlformats.org/officeDocument/2006/relationships/image" Target="../media/image15.png"/><Relationship Id="rId2" Type="http://schemas.openxmlformats.org/officeDocument/2006/relationships/tags" Target="../tags/tag681.xml"/><Relationship Id="rId1" Type="http://schemas.openxmlformats.org/officeDocument/2006/relationships/tags" Target="../tags/tag680.xml"/><Relationship Id="rId6" Type="http://schemas.openxmlformats.org/officeDocument/2006/relationships/tags" Target="../tags/tag685.xml"/><Relationship Id="rId11" Type="http://schemas.openxmlformats.org/officeDocument/2006/relationships/image" Target="../media/image4.png"/><Relationship Id="rId5" Type="http://schemas.openxmlformats.org/officeDocument/2006/relationships/tags" Target="../tags/tag684.xml"/><Relationship Id="rId10" Type="http://schemas.openxmlformats.org/officeDocument/2006/relationships/image" Target="../media/image3.emf"/><Relationship Id="rId4" Type="http://schemas.openxmlformats.org/officeDocument/2006/relationships/tags" Target="../tags/tag683.xml"/><Relationship Id="rId9" Type="http://schemas.openxmlformats.org/officeDocument/2006/relationships/oleObject" Target="../embeddings/oleObject16.bin"/></Relationships>
</file>

<file path=ppt/slideLayouts/_rels/slideLayout117.xml.rels><?xml version="1.0" encoding="UTF-8" standalone="yes"?>
<Relationships xmlns="http://schemas.openxmlformats.org/package/2006/relationships"><Relationship Id="rId8" Type="http://schemas.openxmlformats.org/officeDocument/2006/relationships/slideMaster" Target="../slideMasters/slideMaster7.xml"/><Relationship Id="rId3" Type="http://schemas.openxmlformats.org/officeDocument/2006/relationships/tags" Target="../tags/tag689.xml"/><Relationship Id="rId7" Type="http://schemas.openxmlformats.org/officeDocument/2006/relationships/tags" Target="../tags/tag693.xml"/><Relationship Id="rId12" Type="http://schemas.openxmlformats.org/officeDocument/2006/relationships/image" Target="../media/image4.png"/><Relationship Id="rId2" Type="http://schemas.openxmlformats.org/officeDocument/2006/relationships/tags" Target="../tags/tag688.xml"/><Relationship Id="rId1" Type="http://schemas.openxmlformats.org/officeDocument/2006/relationships/tags" Target="../tags/tag687.xml"/><Relationship Id="rId6" Type="http://schemas.openxmlformats.org/officeDocument/2006/relationships/tags" Target="../tags/tag692.xml"/><Relationship Id="rId11" Type="http://schemas.openxmlformats.org/officeDocument/2006/relationships/image" Target="../media/image15.png"/><Relationship Id="rId5" Type="http://schemas.openxmlformats.org/officeDocument/2006/relationships/tags" Target="../tags/tag691.xml"/><Relationship Id="rId10" Type="http://schemas.openxmlformats.org/officeDocument/2006/relationships/image" Target="../media/image3.emf"/><Relationship Id="rId4" Type="http://schemas.openxmlformats.org/officeDocument/2006/relationships/tags" Target="../tags/tag690.xml"/><Relationship Id="rId9" Type="http://schemas.openxmlformats.org/officeDocument/2006/relationships/oleObject" Target="../embeddings/oleObject16.bin"/></Relationships>
</file>

<file path=ppt/slideLayouts/_rels/slideLayout118.xml.rels><?xml version="1.0" encoding="UTF-8" standalone="yes"?>
<Relationships xmlns="http://schemas.openxmlformats.org/package/2006/relationships"><Relationship Id="rId8" Type="http://schemas.openxmlformats.org/officeDocument/2006/relationships/slideMaster" Target="../slideMasters/slideMaster7.xml"/><Relationship Id="rId3" Type="http://schemas.openxmlformats.org/officeDocument/2006/relationships/tags" Target="../tags/tag696.xml"/><Relationship Id="rId7" Type="http://schemas.openxmlformats.org/officeDocument/2006/relationships/tags" Target="../tags/tag700.xml"/><Relationship Id="rId12" Type="http://schemas.openxmlformats.org/officeDocument/2006/relationships/image" Target="../media/image4.png"/><Relationship Id="rId2" Type="http://schemas.openxmlformats.org/officeDocument/2006/relationships/tags" Target="../tags/tag695.xml"/><Relationship Id="rId1" Type="http://schemas.openxmlformats.org/officeDocument/2006/relationships/tags" Target="../tags/tag694.xml"/><Relationship Id="rId6" Type="http://schemas.openxmlformats.org/officeDocument/2006/relationships/tags" Target="../tags/tag699.xml"/><Relationship Id="rId11" Type="http://schemas.openxmlformats.org/officeDocument/2006/relationships/image" Target="../media/image15.png"/><Relationship Id="rId5" Type="http://schemas.openxmlformats.org/officeDocument/2006/relationships/tags" Target="../tags/tag698.xml"/><Relationship Id="rId10" Type="http://schemas.openxmlformats.org/officeDocument/2006/relationships/image" Target="../media/image13.emf"/><Relationship Id="rId4" Type="http://schemas.openxmlformats.org/officeDocument/2006/relationships/tags" Target="../tags/tag697.xml"/><Relationship Id="rId9" Type="http://schemas.openxmlformats.org/officeDocument/2006/relationships/oleObject" Target="../embeddings/oleObject16.bin"/></Relationships>
</file>

<file path=ppt/slideLayouts/_rels/slideLayout119.xml.rels><?xml version="1.0" encoding="UTF-8" standalone="yes"?>
<Relationships xmlns="http://schemas.openxmlformats.org/package/2006/relationships"><Relationship Id="rId8" Type="http://schemas.openxmlformats.org/officeDocument/2006/relationships/slideMaster" Target="../slideMasters/slideMaster7.xml"/><Relationship Id="rId3" Type="http://schemas.openxmlformats.org/officeDocument/2006/relationships/tags" Target="../tags/tag703.xml"/><Relationship Id="rId7" Type="http://schemas.openxmlformats.org/officeDocument/2006/relationships/tags" Target="../tags/tag707.xml"/><Relationship Id="rId12" Type="http://schemas.openxmlformats.org/officeDocument/2006/relationships/image" Target="../media/image4.png"/><Relationship Id="rId2" Type="http://schemas.openxmlformats.org/officeDocument/2006/relationships/tags" Target="../tags/tag702.xml"/><Relationship Id="rId1" Type="http://schemas.openxmlformats.org/officeDocument/2006/relationships/tags" Target="../tags/tag701.xml"/><Relationship Id="rId6" Type="http://schemas.openxmlformats.org/officeDocument/2006/relationships/tags" Target="../tags/tag706.xml"/><Relationship Id="rId11" Type="http://schemas.openxmlformats.org/officeDocument/2006/relationships/image" Target="../media/image15.png"/><Relationship Id="rId5" Type="http://schemas.openxmlformats.org/officeDocument/2006/relationships/tags" Target="../tags/tag705.xml"/><Relationship Id="rId10" Type="http://schemas.openxmlformats.org/officeDocument/2006/relationships/image" Target="../media/image3.emf"/><Relationship Id="rId4" Type="http://schemas.openxmlformats.org/officeDocument/2006/relationships/tags" Target="../tags/tag704.xml"/><Relationship Id="rId9" Type="http://schemas.openxmlformats.org/officeDocument/2006/relationships/oleObject" Target="../embeddings/oleObject16.bin"/></Relationships>
</file>

<file path=ppt/slideLayouts/_rels/slideLayout120.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ags" Target="../tags/tag710.xml"/><Relationship Id="rId7" Type="http://schemas.openxmlformats.org/officeDocument/2006/relationships/oleObject" Target="../embeddings/oleObject19.bin"/><Relationship Id="rId2" Type="http://schemas.openxmlformats.org/officeDocument/2006/relationships/tags" Target="../tags/tag709.xml"/><Relationship Id="rId1" Type="http://schemas.openxmlformats.org/officeDocument/2006/relationships/tags" Target="../tags/tag708.xml"/><Relationship Id="rId6" Type="http://schemas.openxmlformats.org/officeDocument/2006/relationships/slideMaster" Target="../slideMasters/slideMaster7.xml"/><Relationship Id="rId5" Type="http://schemas.openxmlformats.org/officeDocument/2006/relationships/tags" Target="../tags/tag712.xml"/><Relationship Id="rId10" Type="http://schemas.openxmlformats.org/officeDocument/2006/relationships/image" Target="../media/image4.png"/><Relationship Id="rId4" Type="http://schemas.openxmlformats.org/officeDocument/2006/relationships/tags" Target="../tags/tag711.xml"/><Relationship Id="rId9" Type="http://schemas.openxmlformats.org/officeDocument/2006/relationships/image" Target="../media/image15.png"/></Relationships>
</file>

<file path=ppt/slideLayouts/_rels/slideLayout121.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tags" Target="../tags/tag715.xml"/><Relationship Id="rId7" Type="http://schemas.openxmlformats.org/officeDocument/2006/relationships/image" Target="../media/image15.png"/><Relationship Id="rId2" Type="http://schemas.openxmlformats.org/officeDocument/2006/relationships/tags" Target="../tags/tag714.xml"/><Relationship Id="rId1" Type="http://schemas.openxmlformats.org/officeDocument/2006/relationships/tags" Target="../tags/tag713.xml"/><Relationship Id="rId6" Type="http://schemas.openxmlformats.org/officeDocument/2006/relationships/image" Target="../media/image5.emf"/><Relationship Id="rId5" Type="http://schemas.openxmlformats.org/officeDocument/2006/relationships/oleObject" Target="../embeddings/oleObject18.bin"/><Relationship Id="rId4"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3" Type="http://schemas.openxmlformats.org/officeDocument/2006/relationships/slideMaster" Target="../slideMasters/slideMaster7.xml"/><Relationship Id="rId7" Type="http://schemas.openxmlformats.org/officeDocument/2006/relationships/image" Target="../media/image4.png"/><Relationship Id="rId2" Type="http://schemas.openxmlformats.org/officeDocument/2006/relationships/tags" Target="../tags/tag717.xml"/><Relationship Id="rId1" Type="http://schemas.openxmlformats.org/officeDocument/2006/relationships/tags" Target="../tags/tag716.xml"/><Relationship Id="rId6" Type="http://schemas.openxmlformats.org/officeDocument/2006/relationships/image" Target="../media/image15.png"/><Relationship Id="rId5" Type="http://schemas.openxmlformats.org/officeDocument/2006/relationships/image" Target="../media/image5.emf"/><Relationship Id="rId4" Type="http://schemas.openxmlformats.org/officeDocument/2006/relationships/oleObject" Target="../embeddings/oleObject20.bin"/></Relationships>
</file>

<file path=ppt/slideLayouts/_rels/slideLayout123.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Master" Target="../slideMasters/slideMaster7.xml"/><Relationship Id="rId1" Type="http://schemas.openxmlformats.org/officeDocument/2006/relationships/tags" Target="../tags/tag718.xml"/><Relationship Id="rId4" Type="http://schemas.openxmlformats.org/officeDocument/2006/relationships/image" Target="../media/image14.emf"/></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3" Type="http://schemas.openxmlformats.org/officeDocument/2006/relationships/tags" Target="../tags/tag743.xml"/><Relationship Id="rId2" Type="http://schemas.openxmlformats.org/officeDocument/2006/relationships/tags" Target="../tags/tag742.xml"/><Relationship Id="rId1" Type="http://schemas.openxmlformats.org/officeDocument/2006/relationships/tags" Target="../tags/tag741.xml"/><Relationship Id="rId6" Type="http://schemas.openxmlformats.org/officeDocument/2006/relationships/image" Target="../media/image16.emf"/><Relationship Id="rId5" Type="http://schemas.openxmlformats.org/officeDocument/2006/relationships/oleObject" Target="../embeddings/oleObject3.bin"/><Relationship Id="rId4"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8" Type="http://schemas.openxmlformats.org/officeDocument/2006/relationships/slideMaster" Target="../slideMasters/slideMaster8.xml"/><Relationship Id="rId3" Type="http://schemas.openxmlformats.org/officeDocument/2006/relationships/tags" Target="../tags/tag746.xml"/><Relationship Id="rId7" Type="http://schemas.openxmlformats.org/officeDocument/2006/relationships/tags" Target="../tags/tag750.xml"/><Relationship Id="rId2" Type="http://schemas.openxmlformats.org/officeDocument/2006/relationships/tags" Target="../tags/tag745.xml"/><Relationship Id="rId1" Type="http://schemas.openxmlformats.org/officeDocument/2006/relationships/tags" Target="../tags/tag744.xml"/><Relationship Id="rId6" Type="http://schemas.openxmlformats.org/officeDocument/2006/relationships/tags" Target="../tags/tag749.xml"/><Relationship Id="rId5" Type="http://schemas.openxmlformats.org/officeDocument/2006/relationships/tags" Target="../tags/tag748.xml"/><Relationship Id="rId10" Type="http://schemas.openxmlformats.org/officeDocument/2006/relationships/image" Target="../media/image3.emf"/><Relationship Id="rId4" Type="http://schemas.openxmlformats.org/officeDocument/2006/relationships/tags" Target="../tags/tag747.xml"/><Relationship Id="rId9" Type="http://schemas.openxmlformats.org/officeDocument/2006/relationships/oleObject" Target="../embeddings/oleObject3.bin"/></Relationships>
</file>

<file path=ppt/slideLayouts/_rels/slideLayout127.xml.rels><?xml version="1.0" encoding="UTF-8" standalone="yes"?>
<Relationships xmlns="http://schemas.openxmlformats.org/package/2006/relationships"><Relationship Id="rId8" Type="http://schemas.openxmlformats.org/officeDocument/2006/relationships/slideMaster" Target="../slideMasters/slideMaster8.xml"/><Relationship Id="rId3" Type="http://schemas.openxmlformats.org/officeDocument/2006/relationships/tags" Target="../tags/tag753.xml"/><Relationship Id="rId7" Type="http://schemas.openxmlformats.org/officeDocument/2006/relationships/tags" Target="../tags/tag757.xml"/><Relationship Id="rId2" Type="http://schemas.openxmlformats.org/officeDocument/2006/relationships/tags" Target="../tags/tag752.xml"/><Relationship Id="rId1" Type="http://schemas.openxmlformats.org/officeDocument/2006/relationships/tags" Target="../tags/tag751.xml"/><Relationship Id="rId6" Type="http://schemas.openxmlformats.org/officeDocument/2006/relationships/tags" Target="../tags/tag756.xml"/><Relationship Id="rId5" Type="http://schemas.openxmlformats.org/officeDocument/2006/relationships/tags" Target="../tags/tag755.xml"/><Relationship Id="rId10" Type="http://schemas.openxmlformats.org/officeDocument/2006/relationships/image" Target="../media/image3.emf"/><Relationship Id="rId4" Type="http://schemas.openxmlformats.org/officeDocument/2006/relationships/tags" Target="../tags/tag754.xml"/><Relationship Id="rId9" Type="http://schemas.openxmlformats.org/officeDocument/2006/relationships/oleObject" Target="../embeddings/oleObject3.bin"/></Relationships>
</file>

<file path=ppt/slideLayouts/_rels/slideLayout128.xml.rels><?xml version="1.0" encoding="UTF-8" standalone="yes"?>
<Relationships xmlns="http://schemas.openxmlformats.org/package/2006/relationships"><Relationship Id="rId8" Type="http://schemas.openxmlformats.org/officeDocument/2006/relationships/image" Target="../media/image17.emf"/><Relationship Id="rId3" Type="http://schemas.openxmlformats.org/officeDocument/2006/relationships/tags" Target="../tags/tag760.xml"/><Relationship Id="rId7" Type="http://schemas.openxmlformats.org/officeDocument/2006/relationships/oleObject" Target="../embeddings/oleObject3.bin"/><Relationship Id="rId2" Type="http://schemas.openxmlformats.org/officeDocument/2006/relationships/tags" Target="../tags/tag759.xml"/><Relationship Id="rId1" Type="http://schemas.openxmlformats.org/officeDocument/2006/relationships/tags" Target="../tags/tag758.xml"/><Relationship Id="rId6" Type="http://schemas.openxmlformats.org/officeDocument/2006/relationships/slideMaster" Target="../slideMasters/slideMaster8.xml"/><Relationship Id="rId5" Type="http://schemas.openxmlformats.org/officeDocument/2006/relationships/tags" Target="../tags/tag762.xml"/><Relationship Id="rId4" Type="http://schemas.openxmlformats.org/officeDocument/2006/relationships/tags" Target="../tags/tag761.xml"/></Relationships>
</file>

<file path=ppt/slideLayouts/_rels/slideLayout129.xml.rels><?xml version="1.0" encoding="UTF-8" standalone="yes"?>
<Relationships xmlns="http://schemas.openxmlformats.org/package/2006/relationships"><Relationship Id="rId8" Type="http://schemas.openxmlformats.org/officeDocument/2006/relationships/image" Target="../media/image17.emf"/><Relationship Id="rId3" Type="http://schemas.openxmlformats.org/officeDocument/2006/relationships/tags" Target="../tags/tag765.xml"/><Relationship Id="rId7" Type="http://schemas.openxmlformats.org/officeDocument/2006/relationships/oleObject" Target="../embeddings/oleObject3.bin"/><Relationship Id="rId2" Type="http://schemas.openxmlformats.org/officeDocument/2006/relationships/tags" Target="../tags/tag764.xml"/><Relationship Id="rId1" Type="http://schemas.openxmlformats.org/officeDocument/2006/relationships/tags" Target="../tags/tag763.xml"/><Relationship Id="rId6" Type="http://schemas.openxmlformats.org/officeDocument/2006/relationships/slideMaster" Target="../slideMasters/slideMaster8.xml"/><Relationship Id="rId5" Type="http://schemas.openxmlformats.org/officeDocument/2006/relationships/tags" Target="../tags/tag767.xml"/><Relationship Id="rId4" Type="http://schemas.openxmlformats.org/officeDocument/2006/relationships/tags" Target="../tags/tag766.xml"/></Relationships>
</file>

<file path=ppt/slideLayouts/_rels/slideLayout130.xml.rels><?xml version="1.0" encoding="UTF-8" standalone="yes"?>
<Relationships xmlns="http://schemas.openxmlformats.org/package/2006/relationships"><Relationship Id="rId8" Type="http://schemas.openxmlformats.org/officeDocument/2006/relationships/oleObject" Target="../embeddings/oleObject3.bin"/><Relationship Id="rId3" Type="http://schemas.openxmlformats.org/officeDocument/2006/relationships/tags" Target="../tags/tag770.xml"/><Relationship Id="rId7" Type="http://schemas.openxmlformats.org/officeDocument/2006/relationships/slideMaster" Target="../slideMasters/slideMaster8.xml"/><Relationship Id="rId2" Type="http://schemas.openxmlformats.org/officeDocument/2006/relationships/tags" Target="../tags/tag769.xml"/><Relationship Id="rId1" Type="http://schemas.openxmlformats.org/officeDocument/2006/relationships/tags" Target="../tags/tag768.xml"/><Relationship Id="rId6" Type="http://schemas.openxmlformats.org/officeDocument/2006/relationships/tags" Target="../tags/tag773.xml"/><Relationship Id="rId5" Type="http://schemas.openxmlformats.org/officeDocument/2006/relationships/tags" Target="../tags/tag772.xml"/><Relationship Id="rId4" Type="http://schemas.openxmlformats.org/officeDocument/2006/relationships/tags" Target="../tags/tag771.xml"/><Relationship Id="rId9" Type="http://schemas.openxmlformats.org/officeDocument/2006/relationships/image" Target="../media/image1.emf"/></Relationships>
</file>

<file path=ppt/slideLayouts/_rels/slideLayout131.xml.rels><?xml version="1.0" encoding="UTF-8" standalone="yes"?>
<Relationships xmlns="http://schemas.openxmlformats.org/package/2006/relationships"><Relationship Id="rId8" Type="http://schemas.openxmlformats.org/officeDocument/2006/relationships/slideMaster" Target="../slideMasters/slideMaster8.xml"/><Relationship Id="rId3" Type="http://schemas.openxmlformats.org/officeDocument/2006/relationships/tags" Target="../tags/tag776.xml"/><Relationship Id="rId7" Type="http://schemas.openxmlformats.org/officeDocument/2006/relationships/tags" Target="../tags/tag780.xml"/><Relationship Id="rId2" Type="http://schemas.openxmlformats.org/officeDocument/2006/relationships/tags" Target="../tags/tag775.xml"/><Relationship Id="rId1" Type="http://schemas.openxmlformats.org/officeDocument/2006/relationships/tags" Target="../tags/tag774.xml"/><Relationship Id="rId6" Type="http://schemas.openxmlformats.org/officeDocument/2006/relationships/tags" Target="../tags/tag779.xml"/><Relationship Id="rId5" Type="http://schemas.openxmlformats.org/officeDocument/2006/relationships/tags" Target="../tags/tag778.xml"/><Relationship Id="rId10" Type="http://schemas.openxmlformats.org/officeDocument/2006/relationships/image" Target="../media/image1.emf"/><Relationship Id="rId4" Type="http://schemas.openxmlformats.org/officeDocument/2006/relationships/tags" Target="../tags/tag777.xml"/><Relationship Id="rId9" Type="http://schemas.openxmlformats.org/officeDocument/2006/relationships/oleObject" Target="../embeddings/oleObject3.bin"/></Relationships>
</file>

<file path=ppt/slideLayouts/_rels/slideLayout132.xml.rels><?xml version="1.0" encoding="UTF-8" standalone="yes"?>
<Relationships xmlns="http://schemas.openxmlformats.org/package/2006/relationships"><Relationship Id="rId8" Type="http://schemas.openxmlformats.org/officeDocument/2006/relationships/tags" Target="../tags/tag788.xml"/><Relationship Id="rId3" Type="http://schemas.openxmlformats.org/officeDocument/2006/relationships/tags" Target="../tags/tag783.xml"/><Relationship Id="rId7" Type="http://schemas.openxmlformats.org/officeDocument/2006/relationships/tags" Target="../tags/tag787.xml"/><Relationship Id="rId12" Type="http://schemas.openxmlformats.org/officeDocument/2006/relationships/image" Target="../media/image3.emf"/><Relationship Id="rId2" Type="http://schemas.openxmlformats.org/officeDocument/2006/relationships/tags" Target="../tags/tag782.xml"/><Relationship Id="rId1" Type="http://schemas.openxmlformats.org/officeDocument/2006/relationships/tags" Target="../tags/tag781.xml"/><Relationship Id="rId6" Type="http://schemas.openxmlformats.org/officeDocument/2006/relationships/tags" Target="../tags/tag786.xml"/><Relationship Id="rId11" Type="http://schemas.openxmlformats.org/officeDocument/2006/relationships/oleObject" Target="../embeddings/oleObject3.bin"/><Relationship Id="rId5" Type="http://schemas.openxmlformats.org/officeDocument/2006/relationships/tags" Target="../tags/tag785.xml"/><Relationship Id="rId10" Type="http://schemas.openxmlformats.org/officeDocument/2006/relationships/slideMaster" Target="../slideMasters/slideMaster8.xml"/><Relationship Id="rId4" Type="http://schemas.openxmlformats.org/officeDocument/2006/relationships/tags" Target="../tags/tag784.xml"/><Relationship Id="rId9" Type="http://schemas.openxmlformats.org/officeDocument/2006/relationships/tags" Target="../tags/tag789.xml"/></Relationships>
</file>

<file path=ppt/slideLayouts/_rels/slideLayout133.xml.rels><?xml version="1.0" encoding="UTF-8" standalone="yes"?>
<Relationships xmlns="http://schemas.openxmlformats.org/package/2006/relationships"><Relationship Id="rId8" Type="http://schemas.openxmlformats.org/officeDocument/2006/relationships/tags" Target="../tags/tag797.xml"/><Relationship Id="rId3" Type="http://schemas.openxmlformats.org/officeDocument/2006/relationships/tags" Target="../tags/tag792.xml"/><Relationship Id="rId7" Type="http://schemas.openxmlformats.org/officeDocument/2006/relationships/tags" Target="../tags/tag796.xml"/><Relationship Id="rId12" Type="http://schemas.openxmlformats.org/officeDocument/2006/relationships/image" Target="../media/image3.emf"/><Relationship Id="rId2" Type="http://schemas.openxmlformats.org/officeDocument/2006/relationships/tags" Target="../tags/tag791.xml"/><Relationship Id="rId1" Type="http://schemas.openxmlformats.org/officeDocument/2006/relationships/tags" Target="../tags/tag790.xml"/><Relationship Id="rId6" Type="http://schemas.openxmlformats.org/officeDocument/2006/relationships/tags" Target="../tags/tag795.xml"/><Relationship Id="rId11" Type="http://schemas.openxmlformats.org/officeDocument/2006/relationships/oleObject" Target="../embeddings/oleObject3.bin"/><Relationship Id="rId5" Type="http://schemas.openxmlformats.org/officeDocument/2006/relationships/tags" Target="../tags/tag794.xml"/><Relationship Id="rId10" Type="http://schemas.openxmlformats.org/officeDocument/2006/relationships/slideMaster" Target="../slideMasters/slideMaster8.xml"/><Relationship Id="rId4" Type="http://schemas.openxmlformats.org/officeDocument/2006/relationships/tags" Target="../tags/tag793.xml"/><Relationship Id="rId9" Type="http://schemas.openxmlformats.org/officeDocument/2006/relationships/tags" Target="../tags/tag798.xml"/></Relationships>
</file>

<file path=ppt/slideLayouts/_rels/slideLayout134.xml.rels><?xml version="1.0" encoding="UTF-8" standalone="yes"?>
<Relationships xmlns="http://schemas.openxmlformats.org/package/2006/relationships"><Relationship Id="rId8" Type="http://schemas.openxmlformats.org/officeDocument/2006/relationships/tags" Target="../tags/tag806.xml"/><Relationship Id="rId3" Type="http://schemas.openxmlformats.org/officeDocument/2006/relationships/tags" Target="../tags/tag801.xml"/><Relationship Id="rId7" Type="http://schemas.openxmlformats.org/officeDocument/2006/relationships/tags" Target="../tags/tag805.xml"/><Relationship Id="rId12" Type="http://schemas.openxmlformats.org/officeDocument/2006/relationships/image" Target="../media/image3.emf"/><Relationship Id="rId2" Type="http://schemas.openxmlformats.org/officeDocument/2006/relationships/tags" Target="../tags/tag800.xml"/><Relationship Id="rId1" Type="http://schemas.openxmlformats.org/officeDocument/2006/relationships/tags" Target="../tags/tag799.xml"/><Relationship Id="rId6" Type="http://schemas.openxmlformats.org/officeDocument/2006/relationships/tags" Target="../tags/tag804.xml"/><Relationship Id="rId11" Type="http://schemas.openxmlformats.org/officeDocument/2006/relationships/oleObject" Target="../embeddings/oleObject3.bin"/><Relationship Id="rId5" Type="http://schemas.openxmlformats.org/officeDocument/2006/relationships/tags" Target="../tags/tag803.xml"/><Relationship Id="rId10" Type="http://schemas.openxmlformats.org/officeDocument/2006/relationships/slideMaster" Target="../slideMasters/slideMaster8.xml"/><Relationship Id="rId4" Type="http://schemas.openxmlformats.org/officeDocument/2006/relationships/tags" Target="../tags/tag802.xml"/><Relationship Id="rId9" Type="http://schemas.openxmlformats.org/officeDocument/2006/relationships/tags" Target="../tags/tag807.xml"/></Relationships>
</file>

<file path=ppt/slideLayouts/_rels/slideLayout135.xml.rels><?xml version="1.0" encoding="UTF-8" standalone="yes"?>
<Relationships xmlns="http://schemas.openxmlformats.org/package/2006/relationships"><Relationship Id="rId8" Type="http://schemas.openxmlformats.org/officeDocument/2006/relationships/tags" Target="../tags/tag815.xml"/><Relationship Id="rId3" Type="http://schemas.openxmlformats.org/officeDocument/2006/relationships/tags" Target="../tags/tag810.xml"/><Relationship Id="rId7" Type="http://schemas.openxmlformats.org/officeDocument/2006/relationships/tags" Target="../tags/tag814.xml"/><Relationship Id="rId12" Type="http://schemas.openxmlformats.org/officeDocument/2006/relationships/image" Target="../media/image13.emf"/><Relationship Id="rId2" Type="http://schemas.openxmlformats.org/officeDocument/2006/relationships/tags" Target="../tags/tag809.xml"/><Relationship Id="rId1" Type="http://schemas.openxmlformats.org/officeDocument/2006/relationships/tags" Target="../tags/tag808.xml"/><Relationship Id="rId6" Type="http://schemas.openxmlformats.org/officeDocument/2006/relationships/tags" Target="../tags/tag813.xml"/><Relationship Id="rId11" Type="http://schemas.openxmlformats.org/officeDocument/2006/relationships/oleObject" Target="../embeddings/oleObject3.bin"/><Relationship Id="rId5" Type="http://schemas.openxmlformats.org/officeDocument/2006/relationships/tags" Target="../tags/tag812.xml"/><Relationship Id="rId10" Type="http://schemas.openxmlformats.org/officeDocument/2006/relationships/slideMaster" Target="../slideMasters/slideMaster8.xml"/><Relationship Id="rId4" Type="http://schemas.openxmlformats.org/officeDocument/2006/relationships/tags" Target="../tags/tag811.xml"/><Relationship Id="rId9" Type="http://schemas.openxmlformats.org/officeDocument/2006/relationships/tags" Target="../tags/tag816.xml"/></Relationships>
</file>

<file path=ppt/slideLayouts/_rels/slideLayout136.xml.rels><?xml version="1.0" encoding="UTF-8" standalone="yes"?>
<Relationships xmlns="http://schemas.openxmlformats.org/package/2006/relationships"><Relationship Id="rId8" Type="http://schemas.openxmlformats.org/officeDocument/2006/relationships/tags" Target="../tags/tag824.xml"/><Relationship Id="rId3" Type="http://schemas.openxmlformats.org/officeDocument/2006/relationships/tags" Target="../tags/tag819.xml"/><Relationship Id="rId7" Type="http://schemas.openxmlformats.org/officeDocument/2006/relationships/tags" Target="../tags/tag823.xml"/><Relationship Id="rId12" Type="http://schemas.openxmlformats.org/officeDocument/2006/relationships/image" Target="../media/image13.emf"/><Relationship Id="rId2" Type="http://schemas.openxmlformats.org/officeDocument/2006/relationships/tags" Target="../tags/tag818.xml"/><Relationship Id="rId1" Type="http://schemas.openxmlformats.org/officeDocument/2006/relationships/tags" Target="../tags/tag817.xml"/><Relationship Id="rId6" Type="http://schemas.openxmlformats.org/officeDocument/2006/relationships/tags" Target="../tags/tag822.xml"/><Relationship Id="rId11" Type="http://schemas.openxmlformats.org/officeDocument/2006/relationships/oleObject" Target="../embeddings/oleObject3.bin"/><Relationship Id="rId5" Type="http://schemas.openxmlformats.org/officeDocument/2006/relationships/tags" Target="../tags/tag821.xml"/><Relationship Id="rId10" Type="http://schemas.openxmlformats.org/officeDocument/2006/relationships/slideMaster" Target="../slideMasters/slideMaster8.xml"/><Relationship Id="rId4" Type="http://schemas.openxmlformats.org/officeDocument/2006/relationships/tags" Target="../tags/tag820.xml"/><Relationship Id="rId9" Type="http://schemas.openxmlformats.org/officeDocument/2006/relationships/tags" Target="../tags/tag825.xml"/></Relationships>
</file>

<file path=ppt/slideLayouts/_rels/slideLayout137.xml.rels><?xml version="1.0" encoding="UTF-8" standalone="yes"?>
<Relationships xmlns="http://schemas.openxmlformats.org/package/2006/relationships"><Relationship Id="rId8" Type="http://schemas.openxmlformats.org/officeDocument/2006/relationships/tags" Target="../tags/tag833.xml"/><Relationship Id="rId13" Type="http://schemas.openxmlformats.org/officeDocument/2006/relationships/tags" Target="../tags/tag838.xml"/><Relationship Id="rId3" Type="http://schemas.openxmlformats.org/officeDocument/2006/relationships/tags" Target="../tags/tag828.xml"/><Relationship Id="rId7" Type="http://schemas.openxmlformats.org/officeDocument/2006/relationships/tags" Target="../tags/tag832.xml"/><Relationship Id="rId12" Type="http://schemas.openxmlformats.org/officeDocument/2006/relationships/tags" Target="../tags/tag837.xml"/><Relationship Id="rId2" Type="http://schemas.openxmlformats.org/officeDocument/2006/relationships/tags" Target="../tags/tag827.xml"/><Relationship Id="rId16" Type="http://schemas.openxmlformats.org/officeDocument/2006/relationships/image" Target="../media/image3.emf"/><Relationship Id="rId1" Type="http://schemas.openxmlformats.org/officeDocument/2006/relationships/tags" Target="../tags/tag826.xml"/><Relationship Id="rId6" Type="http://schemas.openxmlformats.org/officeDocument/2006/relationships/tags" Target="../tags/tag831.xml"/><Relationship Id="rId11" Type="http://schemas.openxmlformats.org/officeDocument/2006/relationships/tags" Target="../tags/tag836.xml"/><Relationship Id="rId5" Type="http://schemas.openxmlformats.org/officeDocument/2006/relationships/tags" Target="../tags/tag830.xml"/><Relationship Id="rId15" Type="http://schemas.openxmlformats.org/officeDocument/2006/relationships/oleObject" Target="../embeddings/oleObject3.bin"/><Relationship Id="rId10" Type="http://schemas.openxmlformats.org/officeDocument/2006/relationships/tags" Target="../tags/tag835.xml"/><Relationship Id="rId4" Type="http://schemas.openxmlformats.org/officeDocument/2006/relationships/tags" Target="../tags/tag829.xml"/><Relationship Id="rId9" Type="http://schemas.openxmlformats.org/officeDocument/2006/relationships/tags" Target="../tags/tag834.xml"/><Relationship Id="rId14"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8" Type="http://schemas.openxmlformats.org/officeDocument/2006/relationships/slideMaster" Target="../slideMasters/slideMaster8.xml"/><Relationship Id="rId3" Type="http://schemas.openxmlformats.org/officeDocument/2006/relationships/tags" Target="../tags/tag841.xml"/><Relationship Id="rId7" Type="http://schemas.openxmlformats.org/officeDocument/2006/relationships/tags" Target="../tags/tag845.xml"/><Relationship Id="rId2" Type="http://schemas.openxmlformats.org/officeDocument/2006/relationships/tags" Target="../tags/tag840.xml"/><Relationship Id="rId1" Type="http://schemas.openxmlformats.org/officeDocument/2006/relationships/tags" Target="../tags/tag839.xml"/><Relationship Id="rId6" Type="http://schemas.openxmlformats.org/officeDocument/2006/relationships/tags" Target="../tags/tag844.xml"/><Relationship Id="rId5" Type="http://schemas.openxmlformats.org/officeDocument/2006/relationships/tags" Target="../tags/tag843.xml"/><Relationship Id="rId10" Type="http://schemas.openxmlformats.org/officeDocument/2006/relationships/image" Target="../media/image3.emf"/><Relationship Id="rId4" Type="http://schemas.openxmlformats.org/officeDocument/2006/relationships/tags" Target="../tags/tag842.xml"/><Relationship Id="rId9" Type="http://schemas.openxmlformats.org/officeDocument/2006/relationships/oleObject" Target="../embeddings/oleObject3.bin"/></Relationships>
</file>

<file path=ppt/slideLayouts/_rels/slideLayout139.xml.rels><?xml version="1.0" encoding="UTF-8" standalone="yes"?>
<Relationships xmlns="http://schemas.openxmlformats.org/package/2006/relationships"><Relationship Id="rId8" Type="http://schemas.openxmlformats.org/officeDocument/2006/relationships/slideMaster" Target="../slideMasters/slideMaster9.xml"/><Relationship Id="rId3" Type="http://schemas.openxmlformats.org/officeDocument/2006/relationships/tags" Target="../tags/tag869.xml"/><Relationship Id="rId7" Type="http://schemas.openxmlformats.org/officeDocument/2006/relationships/tags" Target="../tags/tag873.xml"/><Relationship Id="rId2" Type="http://schemas.openxmlformats.org/officeDocument/2006/relationships/tags" Target="../tags/tag868.xml"/><Relationship Id="rId1" Type="http://schemas.openxmlformats.org/officeDocument/2006/relationships/tags" Target="../tags/tag867.xml"/><Relationship Id="rId6" Type="http://schemas.openxmlformats.org/officeDocument/2006/relationships/tags" Target="../tags/tag872.xml"/><Relationship Id="rId11" Type="http://schemas.openxmlformats.org/officeDocument/2006/relationships/image" Target="../media/image20.png"/><Relationship Id="rId5" Type="http://schemas.openxmlformats.org/officeDocument/2006/relationships/tags" Target="../tags/tag871.xml"/><Relationship Id="rId10" Type="http://schemas.openxmlformats.org/officeDocument/2006/relationships/image" Target="../media/image3.emf"/><Relationship Id="rId4" Type="http://schemas.openxmlformats.org/officeDocument/2006/relationships/tags" Target="../tags/tag870.xml"/><Relationship Id="rId9" Type="http://schemas.openxmlformats.org/officeDocument/2006/relationships/oleObject" Target="../embeddings/oleObject19.bin"/></Relationships>
</file>

<file path=ppt/slideLayouts/_rels/slideLayout140.xml.rels><?xml version="1.0" encoding="UTF-8" standalone="yes"?>
<Relationships xmlns="http://schemas.openxmlformats.org/package/2006/relationships"><Relationship Id="rId8" Type="http://schemas.openxmlformats.org/officeDocument/2006/relationships/image" Target="../media/image21.emf"/><Relationship Id="rId3" Type="http://schemas.openxmlformats.org/officeDocument/2006/relationships/tags" Target="../tags/tag876.xml"/><Relationship Id="rId7" Type="http://schemas.openxmlformats.org/officeDocument/2006/relationships/oleObject" Target="../embeddings/oleObject23.bin"/><Relationship Id="rId2" Type="http://schemas.openxmlformats.org/officeDocument/2006/relationships/tags" Target="../tags/tag875.xml"/><Relationship Id="rId1" Type="http://schemas.openxmlformats.org/officeDocument/2006/relationships/tags" Target="../tags/tag874.xml"/><Relationship Id="rId6" Type="http://schemas.openxmlformats.org/officeDocument/2006/relationships/slideMaster" Target="../slideMasters/slideMaster9.xml"/><Relationship Id="rId5" Type="http://schemas.openxmlformats.org/officeDocument/2006/relationships/tags" Target="../tags/tag878.xml"/><Relationship Id="rId4" Type="http://schemas.openxmlformats.org/officeDocument/2006/relationships/tags" Target="../tags/tag877.xml"/><Relationship Id="rId9" Type="http://schemas.openxmlformats.org/officeDocument/2006/relationships/image" Target="../media/image20.png"/></Relationships>
</file>

<file path=ppt/slideLayouts/_rels/slideLayout141.xml.rels><?xml version="1.0" encoding="UTF-8" standalone="yes"?>
<Relationships xmlns="http://schemas.openxmlformats.org/package/2006/relationships"><Relationship Id="rId8" Type="http://schemas.openxmlformats.org/officeDocument/2006/relationships/image" Target="../media/image21.emf"/><Relationship Id="rId3" Type="http://schemas.openxmlformats.org/officeDocument/2006/relationships/tags" Target="../tags/tag881.xml"/><Relationship Id="rId7" Type="http://schemas.openxmlformats.org/officeDocument/2006/relationships/oleObject" Target="../embeddings/oleObject23.bin"/><Relationship Id="rId2" Type="http://schemas.openxmlformats.org/officeDocument/2006/relationships/tags" Target="../tags/tag880.xml"/><Relationship Id="rId1" Type="http://schemas.openxmlformats.org/officeDocument/2006/relationships/tags" Target="../tags/tag879.xml"/><Relationship Id="rId6" Type="http://schemas.openxmlformats.org/officeDocument/2006/relationships/slideMaster" Target="../slideMasters/slideMaster9.xml"/><Relationship Id="rId5" Type="http://schemas.openxmlformats.org/officeDocument/2006/relationships/tags" Target="../tags/tag883.xml"/><Relationship Id="rId4" Type="http://schemas.openxmlformats.org/officeDocument/2006/relationships/tags" Target="../tags/tag882.xml"/><Relationship Id="rId9" Type="http://schemas.openxmlformats.org/officeDocument/2006/relationships/image" Target="../media/image20.png"/></Relationships>
</file>

<file path=ppt/slideLayouts/_rels/slideLayout142.xml.rels><?xml version="1.0" encoding="UTF-8" standalone="yes"?>
<Relationships xmlns="http://schemas.openxmlformats.org/package/2006/relationships"><Relationship Id="rId8" Type="http://schemas.openxmlformats.org/officeDocument/2006/relationships/oleObject" Target="../embeddings/oleObject24.bin"/><Relationship Id="rId3" Type="http://schemas.openxmlformats.org/officeDocument/2006/relationships/tags" Target="../tags/tag886.xml"/><Relationship Id="rId7" Type="http://schemas.openxmlformats.org/officeDocument/2006/relationships/slideMaster" Target="../slideMasters/slideMaster9.xml"/><Relationship Id="rId2" Type="http://schemas.openxmlformats.org/officeDocument/2006/relationships/tags" Target="../tags/tag885.xml"/><Relationship Id="rId1" Type="http://schemas.openxmlformats.org/officeDocument/2006/relationships/tags" Target="../tags/tag884.xml"/><Relationship Id="rId6" Type="http://schemas.openxmlformats.org/officeDocument/2006/relationships/tags" Target="../tags/tag889.xml"/><Relationship Id="rId5" Type="http://schemas.openxmlformats.org/officeDocument/2006/relationships/tags" Target="../tags/tag888.xml"/><Relationship Id="rId10" Type="http://schemas.openxmlformats.org/officeDocument/2006/relationships/image" Target="../media/image20.png"/><Relationship Id="rId4" Type="http://schemas.openxmlformats.org/officeDocument/2006/relationships/tags" Target="../tags/tag887.xml"/><Relationship Id="rId9" Type="http://schemas.openxmlformats.org/officeDocument/2006/relationships/image" Target="../media/image1.emf"/></Relationships>
</file>

<file path=ppt/slideLayouts/_rels/slideLayout143.xml.rels><?xml version="1.0" encoding="UTF-8" standalone="yes"?>
<Relationships xmlns="http://schemas.openxmlformats.org/package/2006/relationships"><Relationship Id="rId8" Type="http://schemas.openxmlformats.org/officeDocument/2006/relationships/oleObject" Target="../embeddings/oleObject23.bin"/><Relationship Id="rId3" Type="http://schemas.openxmlformats.org/officeDocument/2006/relationships/tags" Target="../tags/tag892.xml"/><Relationship Id="rId7" Type="http://schemas.openxmlformats.org/officeDocument/2006/relationships/slideMaster" Target="../slideMasters/slideMaster9.xml"/><Relationship Id="rId2" Type="http://schemas.openxmlformats.org/officeDocument/2006/relationships/tags" Target="../tags/tag891.xml"/><Relationship Id="rId1" Type="http://schemas.openxmlformats.org/officeDocument/2006/relationships/tags" Target="../tags/tag890.xml"/><Relationship Id="rId6" Type="http://schemas.openxmlformats.org/officeDocument/2006/relationships/tags" Target="../tags/tag895.xml"/><Relationship Id="rId5" Type="http://schemas.openxmlformats.org/officeDocument/2006/relationships/tags" Target="../tags/tag894.xml"/><Relationship Id="rId4" Type="http://schemas.openxmlformats.org/officeDocument/2006/relationships/tags" Target="../tags/tag893.xml"/><Relationship Id="rId9" Type="http://schemas.openxmlformats.org/officeDocument/2006/relationships/image" Target="../media/image1.emf"/></Relationships>
</file>

<file path=ppt/slideLayouts/_rels/slideLayout144.xml.rels><?xml version="1.0" encoding="UTF-8" standalone="yes"?>
<Relationships xmlns="http://schemas.openxmlformats.org/package/2006/relationships"><Relationship Id="rId8" Type="http://schemas.openxmlformats.org/officeDocument/2006/relationships/tags" Target="../tags/tag903.xml"/><Relationship Id="rId3" Type="http://schemas.openxmlformats.org/officeDocument/2006/relationships/tags" Target="../tags/tag898.xml"/><Relationship Id="rId7" Type="http://schemas.openxmlformats.org/officeDocument/2006/relationships/tags" Target="../tags/tag902.xml"/><Relationship Id="rId2" Type="http://schemas.openxmlformats.org/officeDocument/2006/relationships/tags" Target="../tags/tag897.xml"/><Relationship Id="rId1" Type="http://schemas.openxmlformats.org/officeDocument/2006/relationships/tags" Target="../tags/tag896.xml"/><Relationship Id="rId6" Type="http://schemas.openxmlformats.org/officeDocument/2006/relationships/tags" Target="../tags/tag901.xml"/><Relationship Id="rId11" Type="http://schemas.openxmlformats.org/officeDocument/2006/relationships/image" Target="../media/image3.emf"/><Relationship Id="rId5" Type="http://schemas.openxmlformats.org/officeDocument/2006/relationships/tags" Target="../tags/tag900.xml"/><Relationship Id="rId10" Type="http://schemas.openxmlformats.org/officeDocument/2006/relationships/oleObject" Target="../embeddings/oleObject19.bin"/><Relationship Id="rId4" Type="http://schemas.openxmlformats.org/officeDocument/2006/relationships/tags" Target="../tags/tag899.xml"/><Relationship Id="rId9"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8" Type="http://schemas.openxmlformats.org/officeDocument/2006/relationships/tags" Target="../tags/tag911.xml"/><Relationship Id="rId3" Type="http://schemas.openxmlformats.org/officeDocument/2006/relationships/tags" Target="../tags/tag906.xml"/><Relationship Id="rId7" Type="http://schemas.openxmlformats.org/officeDocument/2006/relationships/tags" Target="../tags/tag910.xml"/><Relationship Id="rId2" Type="http://schemas.openxmlformats.org/officeDocument/2006/relationships/tags" Target="../tags/tag905.xml"/><Relationship Id="rId1" Type="http://schemas.openxmlformats.org/officeDocument/2006/relationships/tags" Target="../tags/tag904.xml"/><Relationship Id="rId6" Type="http://schemas.openxmlformats.org/officeDocument/2006/relationships/tags" Target="../tags/tag909.xml"/><Relationship Id="rId11" Type="http://schemas.openxmlformats.org/officeDocument/2006/relationships/image" Target="../media/image3.emf"/><Relationship Id="rId5" Type="http://schemas.openxmlformats.org/officeDocument/2006/relationships/tags" Target="../tags/tag908.xml"/><Relationship Id="rId10" Type="http://schemas.openxmlformats.org/officeDocument/2006/relationships/oleObject" Target="../embeddings/oleObject25.bin"/><Relationship Id="rId4" Type="http://schemas.openxmlformats.org/officeDocument/2006/relationships/tags" Target="../tags/tag907.xml"/><Relationship Id="rId9"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8" Type="http://schemas.openxmlformats.org/officeDocument/2006/relationships/tags" Target="../tags/tag919.xml"/><Relationship Id="rId3" Type="http://schemas.openxmlformats.org/officeDocument/2006/relationships/tags" Target="../tags/tag914.xml"/><Relationship Id="rId7" Type="http://schemas.openxmlformats.org/officeDocument/2006/relationships/tags" Target="../tags/tag918.xml"/><Relationship Id="rId2" Type="http://schemas.openxmlformats.org/officeDocument/2006/relationships/tags" Target="../tags/tag913.xml"/><Relationship Id="rId1" Type="http://schemas.openxmlformats.org/officeDocument/2006/relationships/tags" Target="../tags/tag912.xml"/><Relationship Id="rId6" Type="http://schemas.openxmlformats.org/officeDocument/2006/relationships/tags" Target="../tags/tag917.xml"/><Relationship Id="rId11" Type="http://schemas.openxmlformats.org/officeDocument/2006/relationships/image" Target="../media/image3.emf"/><Relationship Id="rId5" Type="http://schemas.openxmlformats.org/officeDocument/2006/relationships/tags" Target="../tags/tag916.xml"/><Relationship Id="rId10" Type="http://schemas.openxmlformats.org/officeDocument/2006/relationships/oleObject" Target="../embeddings/oleObject26.bin"/><Relationship Id="rId4" Type="http://schemas.openxmlformats.org/officeDocument/2006/relationships/tags" Target="../tags/tag915.xml"/><Relationship Id="rId9"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8" Type="http://schemas.openxmlformats.org/officeDocument/2006/relationships/tags" Target="../tags/tag927.xml"/><Relationship Id="rId3" Type="http://schemas.openxmlformats.org/officeDocument/2006/relationships/tags" Target="../tags/tag922.xml"/><Relationship Id="rId7" Type="http://schemas.openxmlformats.org/officeDocument/2006/relationships/tags" Target="../tags/tag926.xml"/><Relationship Id="rId2" Type="http://schemas.openxmlformats.org/officeDocument/2006/relationships/tags" Target="../tags/tag921.xml"/><Relationship Id="rId1" Type="http://schemas.openxmlformats.org/officeDocument/2006/relationships/tags" Target="../tags/tag920.xml"/><Relationship Id="rId6" Type="http://schemas.openxmlformats.org/officeDocument/2006/relationships/tags" Target="../tags/tag925.xml"/><Relationship Id="rId11" Type="http://schemas.openxmlformats.org/officeDocument/2006/relationships/image" Target="../media/image13.emf"/><Relationship Id="rId5" Type="http://schemas.openxmlformats.org/officeDocument/2006/relationships/tags" Target="../tags/tag924.xml"/><Relationship Id="rId10" Type="http://schemas.openxmlformats.org/officeDocument/2006/relationships/oleObject" Target="../embeddings/oleObject26.bin"/><Relationship Id="rId4" Type="http://schemas.openxmlformats.org/officeDocument/2006/relationships/tags" Target="../tags/tag923.xml"/><Relationship Id="rId9"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8" Type="http://schemas.openxmlformats.org/officeDocument/2006/relationships/tags" Target="../tags/tag935.xml"/><Relationship Id="rId3" Type="http://schemas.openxmlformats.org/officeDocument/2006/relationships/tags" Target="../tags/tag930.xml"/><Relationship Id="rId7" Type="http://schemas.openxmlformats.org/officeDocument/2006/relationships/tags" Target="../tags/tag934.xml"/><Relationship Id="rId2" Type="http://schemas.openxmlformats.org/officeDocument/2006/relationships/tags" Target="../tags/tag929.xml"/><Relationship Id="rId1" Type="http://schemas.openxmlformats.org/officeDocument/2006/relationships/tags" Target="../tags/tag928.xml"/><Relationship Id="rId6" Type="http://schemas.openxmlformats.org/officeDocument/2006/relationships/tags" Target="../tags/tag933.xml"/><Relationship Id="rId11" Type="http://schemas.openxmlformats.org/officeDocument/2006/relationships/image" Target="../media/image13.emf"/><Relationship Id="rId5" Type="http://schemas.openxmlformats.org/officeDocument/2006/relationships/tags" Target="../tags/tag932.xml"/><Relationship Id="rId10" Type="http://schemas.openxmlformats.org/officeDocument/2006/relationships/oleObject" Target="../embeddings/oleObject25.bin"/><Relationship Id="rId4" Type="http://schemas.openxmlformats.org/officeDocument/2006/relationships/tags" Target="../tags/tag931.xml"/><Relationship Id="rId9"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8" Type="http://schemas.openxmlformats.org/officeDocument/2006/relationships/image" Target="../media/image22.jpeg"/><Relationship Id="rId3" Type="http://schemas.openxmlformats.org/officeDocument/2006/relationships/tags" Target="../tags/tag959.xml"/><Relationship Id="rId7" Type="http://schemas.openxmlformats.org/officeDocument/2006/relationships/image" Target="../media/image5.emf"/><Relationship Id="rId2" Type="http://schemas.openxmlformats.org/officeDocument/2006/relationships/tags" Target="../tags/tag958.xml"/><Relationship Id="rId1" Type="http://schemas.openxmlformats.org/officeDocument/2006/relationships/tags" Target="../tags/tag957.xml"/><Relationship Id="rId6" Type="http://schemas.openxmlformats.org/officeDocument/2006/relationships/oleObject" Target="../embeddings/oleObject28.bin"/><Relationship Id="rId5" Type="http://schemas.openxmlformats.org/officeDocument/2006/relationships/slideMaster" Target="../slideMasters/slideMaster10.xml"/><Relationship Id="rId4" Type="http://schemas.openxmlformats.org/officeDocument/2006/relationships/tags" Target="../tags/tag960.xml"/><Relationship Id="rId9" Type="http://schemas.openxmlformats.org/officeDocument/2006/relationships/image" Target="../media/image23.png"/></Relationships>
</file>

<file path=ppt/slideLayouts/_rels/slideLayout150.xml.rels><?xml version="1.0" encoding="UTF-8" standalone="yes"?>
<Relationships xmlns="http://schemas.openxmlformats.org/package/2006/relationships"><Relationship Id="rId8" Type="http://schemas.openxmlformats.org/officeDocument/2006/relationships/image" Target="../media/image24.jpeg"/><Relationship Id="rId3" Type="http://schemas.openxmlformats.org/officeDocument/2006/relationships/tags" Target="../tags/tag963.xml"/><Relationship Id="rId7" Type="http://schemas.openxmlformats.org/officeDocument/2006/relationships/image" Target="../media/image5.emf"/><Relationship Id="rId2" Type="http://schemas.openxmlformats.org/officeDocument/2006/relationships/tags" Target="../tags/tag962.xml"/><Relationship Id="rId1" Type="http://schemas.openxmlformats.org/officeDocument/2006/relationships/tags" Target="../tags/tag961.xml"/><Relationship Id="rId6" Type="http://schemas.openxmlformats.org/officeDocument/2006/relationships/oleObject" Target="../embeddings/oleObject29.bin"/><Relationship Id="rId5" Type="http://schemas.openxmlformats.org/officeDocument/2006/relationships/slideMaster" Target="../slideMasters/slideMaster10.xml"/><Relationship Id="rId4" Type="http://schemas.openxmlformats.org/officeDocument/2006/relationships/tags" Target="../tags/tag964.xml"/></Relationships>
</file>

<file path=ppt/slideLayouts/_rels/slideLayout151.xml.rels><?xml version="1.0" encoding="UTF-8" standalone="yes"?>
<Relationships xmlns="http://schemas.openxmlformats.org/package/2006/relationships"><Relationship Id="rId8" Type="http://schemas.openxmlformats.org/officeDocument/2006/relationships/image" Target="../media/image25.jpeg"/><Relationship Id="rId3" Type="http://schemas.openxmlformats.org/officeDocument/2006/relationships/tags" Target="../tags/tag967.xml"/><Relationship Id="rId7" Type="http://schemas.openxmlformats.org/officeDocument/2006/relationships/image" Target="../media/image5.emf"/><Relationship Id="rId2" Type="http://schemas.openxmlformats.org/officeDocument/2006/relationships/tags" Target="../tags/tag966.xml"/><Relationship Id="rId1" Type="http://schemas.openxmlformats.org/officeDocument/2006/relationships/tags" Target="../tags/tag965.xml"/><Relationship Id="rId6" Type="http://schemas.openxmlformats.org/officeDocument/2006/relationships/oleObject" Target="../embeddings/oleObject29.bin"/><Relationship Id="rId5" Type="http://schemas.openxmlformats.org/officeDocument/2006/relationships/slideMaster" Target="../slideMasters/slideMaster10.xml"/><Relationship Id="rId4" Type="http://schemas.openxmlformats.org/officeDocument/2006/relationships/tags" Target="../tags/tag968.xml"/></Relationships>
</file>

<file path=ppt/slideLayouts/_rels/slideLayout152.xml.rels><?xml version="1.0" encoding="UTF-8" standalone="yes"?>
<Relationships xmlns="http://schemas.openxmlformats.org/package/2006/relationships"><Relationship Id="rId3" Type="http://schemas.openxmlformats.org/officeDocument/2006/relationships/oleObject" Target="../embeddings/oleObject30.bin"/><Relationship Id="rId2" Type="http://schemas.openxmlformats.org/officeDocument/2006/relationships/slideMaster" Target="../slideMasters/slideMaster10.xml"/><Relationship Id="rId1" Type="http://schemas.openxmlformats.org/officeDocument/2006/relationships/tags" Target="../tags/tag969.xml"/><Relationship Id="rId4" Type="http://schemas.openxmlformats.org/officeDocument/2006/relationships/image" Target="../media/image5.emf"/></Relationships>
</file>

<file path=ppt/slideLayouts/_rels/slideLayout153.xml.rels><?xml version="1.0" encoding="UTF-8" standalone="yes"?>
<Relationships xmlns="http://schemas.openxmlformats.org/package/2006/relationships"><Relationship Id="rId8" Type="http://schemas.openxmlformats.org/officeDocument/2006/relationships/slideMaster" Target="../slideMasters/slideMaster10.xml"/><Relationship Id="rId3" Type="http://schemas.openxmlformats.org/officeDocument/2006/relationships/tags" Target="../tags/tag972.xml"/><Relationship Id="rId7" Type="http://schemas.openxmlformats.org/officeDocument/2006/relationships/tags" Target="../tags/tag976.xml"/><Relationship Id="rId2" Type="http://schemas.openxmlformats.org/officeDocument/2006/relationships/tags" Target="../tags/tag971.xml"/><Relationship Id="rId1" Type="http://schemas.openxmlformats.org/officeDocument/2006/relationships/tags" Target="../tags/tag970.xml"/><Relationship Id="rId6" Type="http://schemas.openxmlformats.org/officeDocument/2006/relationships/tags" Target="../tags/tag975.xml"/><Relationship Id="rId5" Type="http://schemas.openxmlformats.org/officeDocument/2006/relationships/tags" Target="../tags/tag974.xml"/><Relationship Id="rId10" Type="http://schemas.openxmlformats.org/officeDocument/2006/relationships/image" Target="../media/image3.emf"/><Relationship Id="rId4" Type="http://schemas.openxmlformats.org/officeDocument/2006/relationships/tags" Target="../tags/tag973.xml"/><Relationship Id="rId9" Type="http://schemas.openxmlformats.org/officeDocument/2006/relationships/oleObject" Target="../embeddings/oleObject31.bin"/></Relationships>
</file>

<file path=ppt/slideLayouts/_rels/slideLayout154.xml.rels><?xml version="1.0" encoding="UTF-8" standalone="yes"?>
<Relationships xmlns="http://schemas.openxmlformats.org/package/2006/relationships"><Relationship Id="rId8" Type="http://schemas.openxmlformats.org/officeDocument/2006/relationships/oleObject" Target="../embeddings/oleObject32.bin"/><Relationship Id="rId3" Type="http://schemas.openxmlformats.org/officeDocument/2006/relationships/tags" Target="../tags/tag979.xml"/><Relationship Id="rId7" Type="http://schemas.openxmlformats.org/officeDocument/2006/relationships/slideMaster" Target="../slideMasters/slideMaster10.xml"/><Relationship Id="rId2" Type="http://schemas.openxmlformats.org/officeDocument/2006/relationships/tags" Target="../tags/tag978.xml"/><Relationship Id="rId1" Type="http://schemas.openxmlformats.org/officeDocument/2006/relationships/tags" Target="../tags/tag977.xml"/><Relationship Id="rId6" Type="http://schemas.openxmlformats.org/officeDocument/2006/relationships/tags" Target="../tags/tag982.xml"/><Relationship Id="rId5" Type="http://schemas.openxmlformats.org/officeDocument/2006/relationships/tags" Target="../tags/tag981.xml"/><Relationship Id="rId4" Type="http://schemas.openxmlformats.org/officeDocument/2006/relationships/tags" Target="../tags/tag980.xml"/><Relationship Id="rId9" Type="http://schemas.openxmlformats.org/officeDocument/2006/relationships/image" Target="../media/image5.emf"/></Relationships>
</file>

<file path=ppt/slideLayouts/_rels/slideLayout155.xml.rels><?xml version="1.0" encoding="UTF-8" standalone="yes"?>
<Relationships xmlns="http://schemas.openxmlformats.org/package/2006/relationships"><Relationship Id="rId8" Type="http://schemas.openxmlformats.org/officeDocument/2006/relationships/oleObject" Target="../embeddings/oleObject32.bin"/><Relationship Id="rId3" Type="http://schemas.openxmlformats.org/officeDocument/2006/relationships/tags" Target="../tags/tag985.xml"/><Relationship Id="rId7" Type="http://schemas.openxmlformats.org/officeDocument/2006/relationships/slideMaster" Target="../slideMasters/slideMaster10.xml"/><Relationship Id="rId2" Type="http://schemas.openxmlformats.org/officeDocument/2006/relationships/tags" Target="../tags/tag984.xml"/><Relationship Id="rId1" Type="http://schemas.openxmlformats.org/officeDocument/2006/relationships/tags" Target="../tags/tag983.xml"/><Relationship Id="rId6" Type="http://schemas.openxmlformats.org/officeDocument/2006/relationships/tags" Target="../tags/tag988.xml"/><Relationship Id="rId5" Type="http://schemas.openxmlformats.org/officeDocument/2006/relationships/tags" Target="../tags/tag987.xml"/><Relationship Id="rId4" Type="http://schemas.openxmlformats.org/officeDocument/2006/relationships/tags" Target="../tags/tag986.xml"/><Relationship Id="rId9" Type="http://schemas.openxmlformats.org/officeDocument/2006/relationships/image" Target="../media/image5.emf"/></Relationships>
</file>

<file path=ppt/slideLayouts/_rels/slideLayout156.xml.rels><?xml version="1.0" encoding="UTF-8" standalone="yes"?>
<Relationships xmlns="http://schemas.openxmlformats.org/package/2006/relationships"><Relationship Id="rId8" Type="http://schemas.openxmlformats.org/officeDocument/2006/relationships/oleObject" Target="../embeddings/oleObject32.bin"/><Relationship Id="rId3" Type="http://schemas.openxmlformats.org/officeDocument/2006/relationships/tags" Target="../tags/tag991.xml"/><Relationship Id="rId7" Type="http://schemas.openxmlformats.org/officeDocument/2006/relationships/slideMaster" Target="../slideMasters/slideMaster10.xml"/><Relationship Id="rId2" Type="http://schemas.openxmlformats.org/officeDocument/2006/relationships/tags" Target="../tags/tag990.xml"/><Relationship Id="rId1" Type="http://schemas.openxmlformats.org/officeDocument/2006/relationships/tags" Target="../tags/tag989.xml"/><Relationship Id="rId6" Type="http://schemas.openxmlformats.org/officeDocument/2006/relationships/tags" Target="../tags/tag994.xml"/><Relationship Id="rId5" Type="http://schemas.openxmlformats.org/officeDocument/2006/relationships/tags" Target="../tags/tag993.xml"/><Relationship Id="rId4" Type="http://schemas.openxmlformats.org/officeDocument/2006/relationships/tags" Target="../tags/tag992.xml"/><Relationship Id="rId9" Type="http://schemas.openxmlformats.org/officeDocument/2006/relationships/image" Target="../media/image5.emf"/></Relationships>
</file>

<file path=ppt/slideLayouts/_rels/slideLayout157.xml.rels><?xml version="1.0" encoding="UTF-8" standalone="yes"?>
<Relationships xmlns="http://schemas.openxmlformats.org/package/2006/relationships"><Relationship Id="rId8" Type="http://schemas.openxmlformats.org/officeDocument/2006/relationships/slideMaster" Target="../slideMasters/slideMaster10.xml"/><Relationship Id="rId3" Type="http://schemas.openxmlformats.org/officeDocument/2006/relationships/tags" Target="../tags/tag997.xml"/><Relationship Id="rId7" Type="http://schemas.openxmlformats.org/officeDocument/2006/relationships/tags" Target="../tags/tag1001.xml"/><Relationship Id="rId2" Type="http://schemas.openxmlformats.org/officeDocument/2006/relationships/tags" Target="../tags/tag996.xml"/><Relationship Id="rId1" Type="http://schemas.openxmlformats.org/officeDocument/2006/relationships/tags" Target="../tags/tag995.xml"/><Relationship Id="rId6" Type="http://schemas.openxmlformats.org/officeDocument/2006/relationships/tags" Target="../tags/tag1000.xml"/><Relationship Id="rId5" Type="http://schemas.openxmlformats.org/officeDocument/2006/relationships/tags" Target="../tags/tag999.xml"/><Relationship Id="rId10" Type="http://schemas.openxmlformats.org/officeDocument/2006/relationships/image" Target="../media/image5.emf"/><Relationship Id="rId4" Type="http://schemas.openxmlformats.org/officeDocument/2006/relationships/tags" Target="../tags/tag998.xml"/><Relationship Id="rId9" Type="http://schemas.openxmlformats.org/officeDocument/2006/relationships/oleObject" Target="../embeddings/oleObject31.bin"/></Relationships>
</file>

<file path=ppt/slideLayouts/_rels/slideLayout158.xml.rels><?xml version="1.0" encoding="UTF-8" standalone="yes"?>
<Relationships xmlns="http://schemas.openxmlformats.org/package/2006/relationships"><Relationship Id="rId8" Type="http://schemas.openxmlformats.org/officeDocument/2006/relationships/tags" Target="../tags/tag1009.xml"/><Relationship Id="rId3" Type="http://schemas.openxmlformats.org/officeDocument/2006/relationships/tags" Target="../tags/tag1004.xml"/><Relationship Id="rId7" Type="http://schemas.openxmlformats.org/officeDocument/2006/relationships/tags" Target="../tags/tag1008.xml"/><Relationship Id="rId2" Type="http://schemas.openxmlformats.org/officeDocument/2006/relationships/tags" Target="../tags/tag1003.xml"/><Relationship Id="rId1" Type="http://schemas.openxmlformats.org/officeDocument/2006/relationships/tags" Target="../tags/tag1002.xml"/><Relationship Id="rId6" Type="http://schemas.openxmlformats.org/officeDocument/2006/relationships/tags" Target="../tags/tag1007.xml"/><Relationship Id="rId11" Type="http://schemas.openxmlformats.org/officeDocument/2006/relationships/image" Target="../media/image3.emf"/><Relationship Id="rId5" Type="http://schemas.openxmlformats.org/officeDocument/2006/relationships/tags" Target="../tags/tag1006.xml"/><Relationship Id="rId10" Type="http://schemas.openxmlformats.org/officeDocument/2006/relationships/oleObject" Target="../embeddings/oleObject33.bin"/><Relationship Id="rId4" Type="http://schemas.openxmlformats.org/officeDocument/2006/relationships/tags" Target="../tags/tag1005.xml"/><Relationship Id="rId9"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8" Type="http://schemas.openxmlformats.org/officeDocument/2006/relationships/tags" Target="../tags/tag1017.xml"/><Relationship Id="rId3" Type="http://schemas.openxmlformats.org/officeDocument/2006/relationships/tags" Target="../tags/tag1012.xml"/><Relationship Id="rId7" Type="http://schemas.openxmlformats.org/officeDocument/2006/relationships/tags" Target="../tags/tag1016.xml"/><Relationship Id="rId2" Type="http://schemas.openxmlformats.org/officeDocument/2006/relationships/tags" Target="../tags/tag1011.xml"/><Relationship Id="rId1" Type="http://schemas.openxmlformats.org/officeDocument/2006/relationships/tags" Target="../tags/tag1010.xml"/><Relationship Id="rId6" Type="http://schemas.openxmlformats.org/officeDocument/2006/relationships/tags" Target="../tags/tag1015.xml"/><Relationship Id="rId11" Type="http://schemas.openxmlformats.org/officeDocument/2006/relationships/image" Target="../media/image3.emf"/><Relationship Id="rId5" Type="http://schemas.openxmlformats.org/officeDocument/2006/relationships/tags" Target="../tags/tag1014.xml"/><Relationship Id="rId10" Type="http://schemas.openxmlformats.org/officeDocument/2006/relationships/oleObject" Target="../embeddings/oleObject34.bin"/><Relationship Id="rId4" Type="http://schemas.openxmlformats.org/officeDocument/2006/relationships/tags" Target="../tags/tag1013.xml"/><Relationship Id="rId9" Type="http://schemas.openxmlformats.org/officeDocument/2006/relationships/slideMaster" Target="../slideMasters/slideMaster10.xml"/></Relationships>
</file>

<file path=ppt/slideLayouts/_rels/slideLayout160.xml.rels><?xml version="1.0" encoding="UTF-8" standalone="yes"?>
<Relationships xmlns="http://schemas.openxmlformats.org/package/2006/relationships"><Relationship Id="rId8" Type="http://schemas.openxmlformats.org/officeDocument/2006/relationships/tags" Target="../tags/tag1025.xml"/><Relationship Id="rId3" Type="http://schemas.openxmlformats.org/officeDocument/2006/relationships/tags" Target="../tags/tag1020.xml"/><Relationship Id="rId7" Type="http://schemas.openxmlformats.org/officeDocument/2006/relationships/tags" Target="../tags/tag1024.xml"/><Relationship Id="rId2" Type="http://schemas.openxmlformats.org/officeDocument/2006/relationships/tags" Target="../tags/tag1019.xml"/><Relationship Id="rId1" Type="http://schemas.openxmlformats.org/officeDocument/2006/relationships/tags" Target="../tags/tag1018.xml"/><Relationship Id="rId6" Type="http://schemas.openxmlformats.org/officeDocument/2006/relationships/tags" Target="../tags/tag1023.xml"/><Relationship Id="rId11" Type="http://schemas.openxmlformats.org/officeDocument/2006/relationships/image" Target="../media/image5.emf"/><Relationship Id="rId5" Type="http://schemas.openxmlformats.org/officeDocument/2006/relationships/tags" Target="../tags/tag1022.xml"/><Relationship Id="rId10" Type="http://schemas.openxmlformats.org/officeDocument/2006/relationships/oleObject" Target="../embeddings/oleObject35.bin"/><Relationship Id="rId4" Type="http://schemas.openxmlformats.org/officeDocument/2006/relationships/tags" Target="../tags/tag1021.xml"/><Relationship Id="rId9"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8" Type="http://schemas.openxmlformats.org/officeDocument/2006/relationships/tags" Target="../tags/tag1033.xml"/><Relationship Id="rId3" Type="http://schemas.openxmlformats.org/officeDocument/2006/relationships/tags" Target="../tags/tag1028.xml"/><Relationship Id="rId7" Type="http://schemas.openxmlformats.org/officeDocument/2006/relationships/tags" Target="../tags/tag1032.xml"/><Relationship Id="rId2" Type="http://schemas.openxmlformats.org/officeDocument/2006/relationships/tags" Target="../tags/tag1027.xml"/><Relationship Id="rId1" Type="http://schemas.openxmlformats.org/officeDocument/2006/relationships/tags" Target="../tags/tag1026.xml"/><Relationship Id="rId6" Type="http://schemas.openxmlformats.org/officeDocument/2006/relationships/tags" Target="../tags/tag1031.xml"/><Relationship Id="rId11" Type="http://schemas.openxmlformats.org/officeDocument/2006/relationships/image" Target="../media/image3.emf"/><Relationship Id="rId5" Type="http://schemas.openxmlformats.org/officeDocument/2006/relationships/tags" Target="../tags/tag1030.xml"/><Relationship Id="rId10" Type="http://schemas.openxmlformats.org/officeDocument/2006/relationships/oleObject" Target="../embeddings/oleObject36.bin"/><Relationship Id="rId4" Type="http://schemas.openxmlformats.org/officeDocument/2006/relationships/tags" Target="../tags/tag1029.xml"/><Relationship Id="rId9"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8" Type="http://schemas.openxmlformats.org/officeDocument/2006/relationships/tags" Target="../tags/tag1041.xml"/><Relationship Id="rId3" Type="http://schemas.openxmlformats.org/officeDocument/2006/relationships/tags" Target="../tags/tag1036.xml"/><Relationship Id="rId7" Type="http://schemas.openxmlformats.org/officeDocument/2006/relationships/tags" Target="../tags/tag1040.xml"/><Relationship Id="rId2" Type="http://schemas.openxmlformats.org/officeDocument/2006/relationships/tags" Target="../tags/tag1035.xml"/><Relationship Id="rId1" Type="http://schemas.openxmlformats.org/officeDocument/2006/relationships/tags" Target="../tags/tag1034.xml"/><Relationship Id="rId6" Type="http://schemas.openxmlformats.org/officeDocument/2006/relationships/tags" Target="../tags/tag1039.xml"/><Relationship Id="rId11" Type="http://schemas.openxmlformats.org/officeDocument/2006/relationships/image" Target="../media/image5.emf"/><Relationship Id="rId5" Type="http://schemas.openxmlformats.org/officeDocument/2006/relationships/tags" Target="../tags/tag1038.xml"/><Relationship Id="rId10" Type="http://schemas.openxmlformats.org/officeDocument/2006/relationships/oleObject" Target="../embeddings/oleObject37.bin"/><Relationship Id="rId4" Type="http://schemas.openxmlformats.org/officeDocument/2006/relationships/tags" Target="../tags/tag1037.xml"/><Relationship Id="rId9"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8" Type="http://schemas.openxmlformats.org/officeDocument/2006/relationships/tags" Target="../tags/tag1049.xml"/><Relationship Id="rId3" Type="http://schemas.openxmlformats.org/officeDocument/2006/relationships/tags" Target="../tags/tag1044.xml"/><Relationship Id="rId7" Type="http://schemas.openxmlformats.org/officeDocument/2006/relationships/tags" Target="../tags/tag1048.xml"/><Relationship Id="rId2" Type="http://schemas.openxmlformats.org/officeDocument/2006/relationships/tags" Target="../tags/tag1043.xml"/><Relationship Id="rId1" Type="http://schemas.openxmlformats.org/officeDocument/2006/relationships/tags" Target="../tags/tag1042.xml"/><Relationship Id="rId6" Type="http://schemas.openxmlformats.org/officeDocument/2006/relationships/tags" Target="../tags/tag1047.xml"/><Relationship Id="rId11" Type="http://schemas.openxmlformats.org/officeDocument/2006/relationships/image" Target="../media/image5.emf"/><Relationship Id="rId5" Type="http://schemas.openxmlformats.org/officeDocument/2006/relationships/tags" Target="../tags/tag1046.xml"/><Relationship Id="rId10" Type="http://schemas.openxmlformats.org/officeDocument/2006/relationships/oleObject" Target="../embeddings/oleObject38.bin"/><Relationship Id="rId4" Type="http://schemas.openxmlformats.org/officeDocument/2006/relationships/tags" Target="../tags/tag1045.xml"/><Relationship Id="rId9"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8" Type="http://schemas.openxmlformats.org/officeDocument/2006/relationships/tags" Target="../tags/tag1057.xml"/><Relationship Id="rId3" Type="http://schemas.openxmlformats.org/officeDocument/2006/relationships/tags" Target="../tags/tag1052.xml"/><Relationship Id="rId7" Type="http://schemas.openxmlformats.org/officeDocument/2006/relationships/tags" Target="../tags/tag1056.xml"/><Relationship Id="rId2" Type="http://schemas.openxmlformats.org/officeDocument/2006/relationships/tags" Target="../tags/tag1051.xml"/><Relationship Id="rId1" Type="http://schemas.openxmlformats.org/officeDocument/2006/relationships/tags" Target="../tags/tag1050.xml"/><Relationship Id="rId6" Type="http://schemas.openxmlformats.org/officeDocument/2006/relationships/tags" Target="../tags/tag1055.xml"/><Relationship Id="rId11" Type="http://schemas.openxmlformats.org/officeDocument/2006/relationships/image" Target="../media/image3.emf"/><Relationship Id="rId5" Type="http://schemas.openxmlformats.org/officeDocument/2006/relationships/tags" Target="../tags/tag1054.xml"/><Relationship Id="rId10" Type="http://schemas.openxmlformats.org/officeDocument/2006/relationships/oleObject" Target="../embeddings/oleObject39.bin"/><Relationship Id="rId4" Type="http://schemas.openxmlformats.org/officeDocument/2006/relationships/tags" Target="../tags/tag1053.xml"/><Relationship Id="rId9" Type="http://schemas.openxmlformats.org/officeDocument/2006/relationships/slideMaster" Target="../slideMasters/slideMaster10.xml"/></Relationships>
</file>

<file path=ppt/slideLayouts/_rels/slideLayout165.xml.rels><?xml version="1.0" encoding="UTF-8" standalone="yes"?>
<Relationships xmlns="http://schemas.openxmlformats.org/package/2006/relationships"><Relationship Id="rId8" Type="http://schemas.openxmlformats.org/officeDocument/2006/relationships/tags" Target="../tags/tag1065.xml"/><Relationship Id="rId3" Type="http://schemas.openxmlformats.org/officeDocument/2006/relationships/tags" Target="../tags/tag1060.xml"/><Relationship Id="rId7" Type="http://schemas.openxmlformats.org/officeDocument/2006/relationships/tags" Target="../tags/tag1064.xml"/><Relationship Id="rId2" Type="http://schemas.openxmlformats.org/officeDocument/2006/relationships/tags" Target="../tags/tag1059.xml"/><Relationship Id="rId1" Type="http://schemas.openxmlformats.org/officeDocument/2006/relationships/tags" Target="../tags/tag1058.xml"/><Relationship Id="rId6" Type="http://schemas.openxmlformats.org/officeDocument/2006/relationships/tags" Target="../tags/tag1063.xml"/><Relationship Id="rId11" Type="http://schemas.openxmlformats.org/officeDocument/2006/relationships/image" Target="../media/image5.emf"/><Relationship Id="rId5" Type="http://schemas.openxmlformats.org/officeDocument/2006/relationships/tags" Target="../tags/tag1062.xml"/><Relationship Id="rId10" Type="http://schemas.openxmlformats.org/officeDocument/2006/relationships/oleObject" Target="../embeddings/oleObject40.bin"/><Relationship Id="rId4" Type="http://schemas.openxmlformats.org/officeDocument/2006/relationships/tags" Target="../tags/tag1061.xml"/><Relationship Id="rId9"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8" Type="http://schemas.openxmlformats.org/officeDocument/2006/relationships/oleObject" Target="../embeddings/oleObject32.bin"/><Relationship Id="rId3" Type="http://schemas.openxmlformats.org/officeDocument/2006/relationships/tags" Target="../tags/tag1068.xml"/><Relationship Id="rId7" Type="http://schemas.openxmlformats.org/officeDocument/2006/relationships/slideMaster" Target="../slideMasters/slideMaster10.xml"/><Relationship Id="rId2" Type="http://schemas.openxmlformats.org/officeDocument/2006/relationships/tags" Target="../tags/tag1067.xml"/><Relationship Id="rId1" Type="http://schemas.openxmlformats.org/officeDocument/2006/relationships/tags" Target="../tags/tag1066.xml"/><Relationship Id="rId6" Type="http://schemas.openxmlformats.org/officeDocument/2006/relationships/tags" Target="../tags/tag1071.xml"/><Relationship Id="rId5" Type="http://schemas.openxmlformats.org/officeDocument/2006/relationships/tags" Target="../tags/tag1070.xml"/><Relationship Id="rId4" Type="http://schemas.openxmlformats.org/officeDocument/2006/relationships/tags" Target="../tags/tag1069.xml"/><Relationship Id="rId9" Type="http://schemas.openxmlformats.org/officeDocument/2006/relationships/image" Target="../media/image5.emf"/></Relationships>
</file>

<file path=ppt/slideLayouts/_rels/slideLayout167.xml.rels><?xml version="1.0" encoding="UTF-8" standalone="yes"?>
<Relationships xmlns="http://schemas.openxmlformats.org/package/2006/relationships"><Relationship Id="rId3" Type="http://schemas.openxmlformats.org/officeDocument/2006/relationships/tags" Target="../tags/tag1074.xml"/><Relationship Id="rId7" Type="http://schemas.openxmlformats.org/officeDocument/2006/relationships/image" Target="../media/image5.emf"/><Relationship Id="rId2" Type="http://schemas.openxmlformats.org/officeDocument/2006/relationships/tags" Target="../tags/tag1073.xml"/><Relationship Id="rId1" Type="http://schemas.openxmlformats.org/officeDocument/2006/relationships/tags" Target="../tags/tag1072.xml"/><Relationship Id="rId6" Type="http://schemas.openxmlformats.org/officeDocument/2006/relationships/oleObject" Target="../embeddings/oleObject41.bin"/><Relationship Id="rId5" Type="http://schemas.openxmlformats.org/officeDocument/2006/relationships/slideMaster" Target="../slideMasters/slideMaster10.xml"/><Relationship Id="rId4" Type="http://schemas.openxmlformats.org/officeDocument/2006/relationships/tags" Target="../tags/tag1075.xml"/></Relationships>
</file>

<file path=ppt/slideLayouts/_rels/slideLayout168.xml.rels><?xml version="1.0" encoding="UTF-8" standalone="yes"?>
<Relationships xmlns="http://schemas.openxmlformats.org/package/2006/relationships"><Relationship Id="rId3" Type="http://schemas.openxmlformats.org/officeDocument/2006/relationships/slideMaster" Target="../slideMasters/slideMaster10.xml"/><Relationship Id="rId2" Type="http://schemas.openxmlformats.org/officeDocument/2006/relationships/tags" Target="../tags/tag1077.xml"/><Relationship Id="rId1" Type="http://schemas.openxmlformats.org/officeDocument/2006/relationships/tags" Target="../tags/tag1076.xml"/><Relationship Id="rId5" Type="http://schemas.openxmlformats.org/officeDocument/2006/relationships/image" Target="../media/image5.emf"/><Relationship Id="rId4" Type="http://schemas.openxmlformats.org/officeDocument/2006/relationships/oleObject" Target="../embeddings/oleObject42.bin"/></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0.xml.rels><?xml version="1.0" encoding="UTF-8" standalone="yes"?>
<Relationships xmlns="http://schemas.openxmlformats.org/package/2006/relationships"><Relationship Id="rId8" Type="http://schemas.openxmlformats.org/officeDocument/2006/relationships/oleObject" Target="../embeddings/oleObject44.bin"/><Relationship Id="rId3" Type="http://schemas.openxmlformats.org/officeDocument/2006/relationships/tags" Target="../tags/tag1082.xml"/><Relationship Id="rId7" Type="http://schemas.openxmlformats.org/officeDocument/2006/relationships/slideMaster" Target="../slideMasters/slideMaster11.xml"/><Relationship Id="rId2" Type="http://schemas.openxmlformats.org/officeDocument/2006/relationships/tags" Target="../tags/tag1081.xml"/><Relationship Id="rId1" Type="http://schemas.openxmlformats.org/officeDocument/2006/relationships/tags" Target="../tags/tag1080.xml"/><Relationship Id="rId6" Type="http://schemas.openxmlformats.org/officeDocument/2006/relationships/tags" Target="../tags/tag1085.xml"/><Relationship Id="rId5" Type="http://schemas.openxmlformats.org/officeDocument/2006/relationships/tags" Target="../tags/tag1084.xml"/><Relationship Id="rId4" Type="http://schemas.openxmlformats.org/officeDocument/2006/relationships/tags" Target="../tags/tag1083.xml"/><Relationship Id="rId9" Type="http://schemas.openxmlformats.org/officeDocument/2006/relationships/image" Target="../media/image3.emf"/></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2.xml.rels><?xml version="1.0" encoding="UTF-8" standalone="yes"?>
<Relationships xmlns="http://schemas.openxmlformats.org/package/2006/relationships"><Relationship Id="rId8" Type="http://schemas.openxmlformats.org/officeDocument/2006/relationships/oleObject" Target="../embeddings/oleObject45.bin"/><Relationship Id="rId3" Type="http://schemas.openxmlformats.org/officeDocument/2006/relationships/tags" Target="../tags/tag1088.xml"/><Relationship Id="rId7" Type="http://schemas.openxmlformats.org/officeDocument/2006/relationships/slideMaster" Target="../slideMasters/slideMaster11.xml"/><Relationship Id="rId2" Type="http://schemas.openxmlformats.org/officeDocument/2006/relationships/tags" Target="../tags/tag1087.xml"/><Relationship Id="rId1" Type="http://schemas.openxmlformats.org/officeDocument/2006/relationships/tags" Target="../tags/tag1086.xml"/><Relationship Id="rId6" Type="http://schemas.openxmlformats.org/officeDocument/2006/relationships/tags" Target="../tags/tag1091.xml"/><Relationship Id="rId5" Type="http://schemas.openxmlformats.org/officeDocument/2006/relationships/tags" Target="../tags/tag1090.xml"/><Relationship Id="rId4" Type="http://schemas.openxmlformats.org/officeDocument/2006/relationships/tags" Target="../tags/tag1089.xml"/><Relationship Id="rId9" Type="http://schemas.openxmlformats.org/officeDocument/2006/relationships/image" Target="../media/image3.emf"/></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8E6524-E5BE-7A8A-586C-E137ED8CFE91}"/>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D1E1ED83-7606-CFAB-9527-A552CC12D06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69A1180B-B245-6D0F-7FAB-E1757F10FF72}"/>
              </a:ext>
            </a:extLst>
          </p:cNvPr>
          <p:cNvSpPr>
            <a:spLocks noGrp="1"/>
          </p:cNvSpPr>
          <p:nvPr>
            <p:ph type="dt" sz="half" idx="10"/>
          </p:nvPr>
        </p:nvSpPr>
        <p:spPr/>
        <p:txBody>
          <a:bodyPr/>
          <a:lstStyle/>
          <a:p>
            <a:fld id="{72743ADA-AE46-41FC-BC59-EB5183A25D3E}" type="datetime1">
              <a:rPr lang="en-US" smtClean="0"/>
              <a:t>11/29/2025</a:t>
            </a:fld>
            <a:endParaRPr lang="en-US"/>
          </a:p>
        </p:txBody>
      </p:sp>
      <p:sp>
        <p:nvSpPr>
          <p:cNvPr id="5" name="Footer Placeholder 4">
            <a:extLst>
              <a:ext uri="{FF2B5EF4-FFF2-40B4-BE49-F238E27FC236}">
                <a16:creationId xmlns:a16="http://schemas.microsoft.com/office/drawing/2014/main" id="{23D5D2AD-B271-455B-7E8D-9FCFAE801E5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334A228-F5E4-660C-D057-7E07A261579E}"/>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338726408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F5A51E9-2001-D971-216C-246CECB655B7}"/>
              </a:ext>
            </a:extLst>
          </p:cNvPr>
          <p:cNvSpPr>
            <a:spLocks noGrp="1"/>
          </p:cNvSpPr>
          <p:nvPr>
            <p:ph type="sldNum" sz="quarter" idx="12"/>
          </p:nvPr>
        </p:nvSpPr>
        <p:spPr>
          <a:xfrm>
            <a:off x="8610600" y="6356350"/>
            <a:ext cx="2743200" cy="365125"/>
          </a:xfrm>
        </p:spPr>
        <p:txBody>
          <a:bodyPr/>
          <a:lstStyle/>
          <a:p>
            <a:fld id="{8E1CF2E5-4A16-4FBD-9713-265FD1DAAE65}" type="slidenum">
              <a:rPr lang="en-US" smtClean="0"/>
              <a:t>‹#›</a:t>
            </a:fld>
            <a:endParaRPr lang="en-US"/>
          </a:p>
        </p:txBody>
      </p:sp>
      <p:sp>
        <p:nvSpPr>
          <p:cNvPr id="2" name="Title 1">
            <a:extLst>
              <a:ext uri="{FF2B5EF4-FFF2-40B4-BE49-F238E27FC236}">
                <a16:creationId xmlns:a16="http://schemas.microsoft.com/office/drawing/2014/main" id="{7D758180-6382-8065-3743-85421248414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46EF9D0-9F5F-4FF6-8458-9D615EF43D7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4D81400-FF8B-8AFC-02DF-3B36EC72FF83}"/>
              </a:ext>
            </a:extLst>
          </p:cNvPr>
          <p:cNvSpPr>
            <a:spLocks noGrp="1"/>
          </p:cNvSpPr>
          <p:nvPr>
            <p:ph type="dt" sz="half" idx="10"/>
          </p:nvPr>
        </p:nvSpPr>
        <p:spPr/>
        <p:txBody>
          <a:bodyPr/>
          <a:lstStyle/>
          <a:p>
            <a:fld id="{355465E9-EB77-44FE-BB84-C6D7EA86997E}" type="datetime1">
              <a:rPr lang="en-US" smtClean="0"/>
              <a:t>11/29/2025</a:t>
            </a:fld>
            <a:endParaRPr lang="en-US"/>
          </a:p>
        </p:txBody>
      </p:sp>
      <p:sp>
        <p:nvSpPr>
          <p:cNvPr id="5" name="Footer Placeholder 4">
            <a:extLst>
              <a:ext uri="{FF2B5EF4-FFF2-40B4-BE49-F238E27FC236}">
                <a16:creationId xmlns:a16="http://schemas.microsoft.com/office/drawing/2014/main" id="{6C59DC64-568B-4283-E147-502C4AE5B4F1}"/>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1648511472"/>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767E30-AA18-6D32-0600-7E048E0ADEE1}"/>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633D324D-8549-B59D-1CCF-AEAE84D5D2A6}"/>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B93A6BD-3C27-BAB5-04C9-B56805061C3B}"/>
              </a:ext>
            </a:extLst>
          </p:cNvPr>
          <p:cNvSpPr>
            <a:spLocks noGrp="1"/>
          </p:cNvSpPr>
          <p:nvPr>
            <p:ph type="dt" sz="half" idx="10"/>
          </p:nvPr>
        </p:nvSpPr>
        <p:spPr/>
        <p:txBody>
          <a:bodyPr/>
          <a:lstStyle/>
          <a:p>
            <a:fld id="{1BDA1252-F9B4-4BC7-AF3B-3799016F276B}" type="datetime1">
              <a:rPr lang="en-US" smtClean="0"/>
              <a:t>11/29/2025</a:t>
            </a:fld>
            <a:endParaRPr lang="en-US"/>
          </a:p>
        </p:txBody>
      </p:sp>
      <p:sp>
        <p:nvSpPr>
          <p:cNvPr id="5" name="Footer Placeholder 4">
            <a:extLst>
              <a:ext uri="{FF2B5EF4-FFF2-40B4-BE49-F238E27FC236}">
                <a16:creationId xmlns:a16="http://schemas.microsoft.com/office/drawing/2014/main" id="{28C37F35-070B-ECEB-6677-2F62FB24F07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D5B9638-EA33-5185-BA2D-4F94D88259E3}"/>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63581814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55EE73-3E40-9633-2C15-CE1F054C0DE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C1A0924-7142-DD90-7EA3-46A8535F4BC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AD1F783-9777-57E5-E07F-C8F42D0C8A65}"/>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596C05CC-8530-1D3C-B048-BDF7E569497B}"/>
              </a:ext>
            </a:extLst>
          </p:cNvPr>
          <p:cNvSpPr>
            <a:spLocks noGrp="1"/>
          </p:cNvSpPr>
          <p:nvPr>
            <p:ph type="dt" sz="half" idx="10"/>
          </p:nvPr>
        </p:nvSpPr>
        <p:spPr/>
        <p:txBody>
          <a:bodyPr/>
          <a:lstStyle/>
          <a:p>
            <a:fld id="{2BE3300E-FF54-438F-A9EF-A06DAAA5A13D}" type="datetime1">
              <a:rPr lang="en-US" smtClean="0"/>
              <a:t>11/29/2025</a:t>
            </a:fld>
            <a:endParaRPr lang="en-US"/>
          </a:p>
        </p:txBody>
      </p:sp>
      <p:sp>
        <p:nvSpPr>
          <p:cNvPr id="6" name="Footer Placeholder 5">
            <a:extLst>
              <a:ext uri="{FF2B5EF4-FFF2-40B4-BE49-F238E27FC236}">
                <a16:creationId xmlns:a16="http://schemas.microsoft.com/office/drawing/2014/main" id="{31C81EF2-0D9A-005F-0C23-54182218256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49C741D-E40F-1088-ADCB-1172228004F6}"/>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232868684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4F10F6-90B7-7CED-F9A5-2676141A1A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8C1B52D1-197D-B9AE-3FC7-EA7B12CFF24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62719E9-7730-CC65-D788-7D9AB6BF71FA}"/>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5F94208-BA9E-7C96-56FD-EBCE34CE3AF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CC3F8C4-87D3-9C94-5807-8AA76D46E062}"/>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7BF399FC-C43E-E32A-9D39-E3B4BD5C8F17}"/>
              </a:ext>
            </a:extLst>
          </p:cNvPr>
          <p:cNvSpPr>
            <a:spLocks noGrp="1"/>
          </p:cNvSpPr>
          <p:nvPr>
            <p:ph type="dt" sz="half" idx="10"/>
          </p:nvPr>
        </p:nvSpPr>
        <p:spPr/>
        <p:txBody>
          <a:bodyPr/>
          <a:lstStyle/>
          <a:p>
            <a:fld id="{8FB49E3C-1E6A-49D2-9CE2-671E09224E0E}" type="datetime1">
              <a:rPr lang="en-US" smtClean="0"/>
              <a:t>11/29/2025</a:t>
            </a:fld>
            <a:endParaRPr lang="en-US"/>
          </a:p>
        </p:txBody>
      </p:sp>
      <p:sp>
        <p:nvSpPr>
          <p:cNvPr id="8" name="Footer Placeholder 7">
            <a:extLst>
              <a:ext uri="{FF2B5EF4-FFF2-40B4-BE49-F238E27FC236}">
                <a16:creationId xmlns:a16="http://schemas.microsoft.com/office/drawing/2014/main" id="{03F866B9-8EE6-4D4F-5277-C9A6F7B290DD}"/>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2B529F43-3C3C-615D-5033-2AD6E32F73CE}"/>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136330149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617B37-FE61-92C3-A0C1-5501E1E16E3F}"/>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5C1CAE74-C933-4DAE-82DD-CDC774CA5765}"/>
              </a:ext>
            </a:extLst>
          </p:cNvPr>
          <p:cNvSpPr>
            <a:spLocks noGrp="1"/>
          </p:cNvSpPr>
          <p:nvPr>
            <p:ph type="dt" sz="half" idx="10"/>
          </p:nvPr>
        </p:nvSpPr>
        <p:spPr/>
        <p:txBody>
          <a:bodyPr/>
          <a:lstStyle/>
          <a:p>
            <a:fld id="{311D309E-BAE8-455A-9871-9B0B84626A85}" type="datetime1">
              <a:rPr lang="en-US" smtClean="0"/>
              <a:t>11/29/2025</a:t>
            </a:fld>
            <a:endParaRPr lang="en-US"/>
          </a:p>
        </p:txBody>
      </p:sp>
      <p:sp>
        <p:nvSpPr>
          <p:cNvPr id="4" name="Footer Placeholder 3">
            <a:extLst>
              <a:ext uri="{FF2B5EF4-FFF2-40B4-BE49-F238E27FC236}">
                <a16:creationId xmlns:a16="http://schemas.microsoft.com/office/drawing/2014/main" id="{3B97E2E1-30CD-8B75-5C4A-ED9E4AD164F5}"/>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B4885EC2-4497-4815-99D6-F5F4696C84D5}"/>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387885994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E827457-CF9D-BD66-F1F6-307DEB727CF9}"/>
              </a:ext>
            </a:extLst>
          </p:cNvPr>
          <p:cNvSpPr>
            <a:spLocks noGrp="1"/>
          </p:cNvSpPr>
          <p:nvPr>
            <p:ph type="dt" sz="half" idx="10"/>
          </p:nvPr>
        </p:nvSpPr>
        <p:spPr/>
        <p:txBody>
          <a:bodyPr/>
          <a:lstStyle/>
          <a:p>
            <a:fld id="{D414C840-A873-4090-9DA9-FB25DB8072A6}" type="datetime1">
              <a:rPr lang="en-US" smtClean="0"/>
              <a:t>11/29/2025</a:t>
            </a:fld>
            <a:endParaRPr lang="en-US"/>
          </a:p>
        </p:txBody>
      </p:sp>
      <p:sp>
        <p:nvSpPr>
          <p:cNvPr id="3" name="Footer Placeholder 2">
            <a:extLst>
              <a:ext uri="{FF2B5EF4-FFF2-40B4-BE49-F238E27FC236}">
                <a16:creationId xmlns:a16="http://schemas.microsoft.com/office/drawing/2014/main" id="{E6A00432-C3EE-C949-B685-67317460F49C}"/>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55E26999-AED2-61EE-6884-1A37039A0733}"/>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383515481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EB42F2-C4F9-BC04-FDE9-557B626B23F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222D2D8E-A05B-1636-11E5-54472443AA9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13ACBE0F-3C77-33D2-C5B9-E2A78672427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516C5B5-8D70-B5BF-D951-010B20022F1F}"/>
              </a:ext>
            </a:extLst>
          </p:cNvPr>
          <p:cNvSpPr>
            <a:spLocks noGrp="1"/>
          </p:cNvSpPr>
          <p:nvPr>
            <p:ph type="dt" sz="half" idx="10"/>
          </p:nvPr>
        </p:nvSpPr>
        <p:spPr/>
        <p:txBody>
          <a:bodyPr/>
          <a:lstStyle/>
          <a:p>
            <a:fld id="{F6DEC902-3066-49F5-97E6-5A8EA6559CA5}" type="datetime1">
              <a:rPr lang="en-US" smtClean="0"/>
              <a:t>11/29/2025</a:t>
            </a:fld>
            <a:endParaRPr lang="en-US"/>
          </a:p>
        </p:txBody>
      </p:sp>
      <p:sp>
        <p:nvSpPr>
          <p:cNvPr id="6" name="Footer Placeholder 5">
            <a:extLst>
              <a:ext uri="{FF2B5EF4-FFF2-40B4-BE49-F238E27FC236}">
                <a16:creationId xmlns:a16="http://schemas.microsoft.com/office/drawing/2014/main" id="{794C531C-2475-3845-1C13-AF60AE8C30C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98F2972-D7D4-F7F7-1BD4-E7E0A92C350A}"/>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347091678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BA7A54-6C4E-3F42-0264-E4D688801CE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9A05B65A-BDEA-9E73-877F-4C2DE80A7EA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4E5CB26-B619-784F-FF1C-9D594A785BA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A388AF7-83E1-3795-AFC4-210116E60889}"/>
              </a:ext>
            </a:extLst>
          </p:cNvPr>
          <p:cNvSpPr>
            <a:spLocks noGrp="1"/>
          </p:cNvSpPr>
          <p:nvPr>
            <p:ph type="dt" sz="half" idx="10"/>
          </p:nvPr>
        </p:nvSpPr>
        <p:spPr/>
        <p:txBody>
          <a:bodyPr/>
          <a:lstStyle/>
          <a:p>
            <a:fld id="{33541088-A89E-402B-8C16-53F57D3312E6}" type="datetime1">
              <a:rPr lang="en-US" smtClean="0"/>
              <a:t>11/29/2025</a:t>
            </a:fld>
            <a:endParaRPr lang="en-US"/>
          </a:p>
        </p:txBody>
      </p:sp>
      <p:sp>
        <p:nvSpPr>
          <p:cNvPr id="6" name="Footer Placeholder 5">
            <a:extLst>
              <a:ext uri="{FF2B5EF4-FFF2-40B4-BE49-F238E27FC236}">
                <a16:creationId xmlns:a16="http://schemas.microsoft.com/office/drawing/2014/main" id="{5162327B-25FC-C9D3-4592-C1D140EE8FA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B1FD1C4-5367-659A-D20D-5AC020A9C6AC}"/>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374575829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D33B6-4F7E-6097-8B2D-B652FABC3ED3}"/>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79ACB570-100F-8F7F-720F-A7572355432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CB61A14-D494-66B9-955A-FA8CFA26DCE0}"/>
              </a:ext>
            </a:extLst>
          </p:cNvPr>
          <p:cNvSpPr>
            <a:spLocks noGrp="1"/>
          </p:cNvSpPr>
          <p:nvPr>
            <p:ph type="dt" sz="half" idx="10"/>
          </p:nvPr>
        </p:nvSpPr>
        <p:spPr/>
        <p:txBody>
          <a:bodyPr/>
          <a:lstStyle/>
          <a:p>
            <a:fld id="{14215FE8-61C8-496A-965C-1BF03C89C0B4}" type="datetime1">
              <a:rPr lang="en-US" smtClean="0"/>
              <a:t>11/29/2025</a:t>
            </a:fld>
            <a:endParaRPr lang="en-US"/>
          </a:p>
        </p:txBody>
      </p:sp>
      <p:sp>
        <p:nvSpPr>
          <p:cNvPr id="5" name="Footer Placeholder 4">
            <a:extLst>
              <a:ext uri="{FF2B5EF4-FFF2-40B4-BE49-F238E27FC236}">
                <a16:creationId xmlns:a16="http://schemas.microsoft.com/office/drawing/2014/main" id="{1810FC66-6311-CA83-534A-92F1B7B7496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871331D-1EEA-4FF3-6279-C9BC14039C98}"/>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24039439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E6FA18CF-7246-93E5-1F07-A7108A39B791}"/>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177584A8-3896-44C0-F05A-CC3039F6BFC7}"/>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9FE9B71-211E-9663-8670-29841732E2AF}"/>
              </a:ext>
            </a:extLst>
          </p:cNvPr>
          <p:cNvSpPr>
            <a:spLocks noGrp="1"/>
          </p:cNvSpPr>
          <p:nvPr>
            <p:ph type="dt" sz="half" idx="10"/>
          </p:nvPr>
        </p:nvSpPr>
        <p:spPr/>
        <p:txBody>
          <a:bodyPr/>
          <a:lstStyle/>
          <a:p>
            <a:fld id="{37EEDF9D-1BD9-4084-B631-D1F032456437}" type="datetime1">
              <a:rPr lang="en-US" smtClean="0"/>
              <a:t>11/29/2025</a:t>
            </a:fld>
            <a:endParaRPr lang="en-US"/>
          </a:p>
        </p:txBody>
      </p:sp>
      <p:sp>
        <p:nvSpPr>
          <p:cNvPr id="5" name="Footer Placeholder 4">
            <a:extLst>
              <a:ext uri="{FF2B5EF4-FFF2-40B4-BE49-F238E27FC236}">
                <a16:creationId xmlns:a16="http://schemas.microsoft.com/office/drawing/2014/main" id="{46C9D252-5469-B5A0-EB84-B8665998C6F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4409764-AF43-0106-58D8-019E6F4CDE7B}"/>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422089932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p:cNvGraphicFramePr>
          <p:nvPr userDrawn="1">
            <p:custDataLst>
              <p:tags r:id="rId1"/>
            </p:custDataLst>
            <p:extLst>
              <p:ext uri="{D42A27DB-BD31-4B8C-83A1-F6EECF244321}">
                <p14:modId xmlns:p14="http://schemas.microsoft.com/office/powerpoint/2010/main" val="20988092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b="0" baseline="0" dirty="0"/>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5"/>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800" b="0" dirty="0"/>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6"/>
            </p:custDataLst>
          </p:nvPr>
        </p:nvSpPr>
        <p:spPr>
          <a:xfrm>
            <a:off x="554736" y="172212"/>
            <a:ext cx="11082528" cy="731520"/>
          </a:xfrm>
          <a:prstGeom prst="rect">
            <a:avLst/>
          </a:prstGeom>
        </p:spPr>
        <p:txBody>
          <a:bodyPr vert="horz" wrap="square" lIns="0" tIns="0" rIns="0" bIns="0" rtlCol="0" anchor="b" anchorCtr="0">
            <a:noAutofit/>
          </a:bodyPr>
          <a:lstStyle>
            <a:lvl1pPr rtl="0">
              <a:defRPr lang="en-US" dirty="0"/>
            </a:lvl1pPr>
          </a:lstStyle>
          <a:p>
            <a:pPr lvl="0"/>
            <a:r>
              <a:rPr lang="en-US"/>
              <a:t>Click to edit Master title style</a:t>
            </a:r>
          </a:p>
        </p:txBody>
      </p:sp>
      <p:sp>
        <p:nvSpPr>
          <p:cNvPr id="4" name="Espaço Reservado para Número de Slide 5">
            <a:extLst>
              <a:ext uri="{FF2B5EF4-FFF2-40B4-BE49-F238E27FC236}">
                <a16:creationId xmlns:a16="http://schemas.microsoft.com/office/drawing/2014/main" id="{72D2C932-738F-9CD7-E5D6-3DEEB949E4C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414818354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Content Slide Light">
    <p:spTree>
      <p:nvGrpSpPr>
        <p:cNvPr id="1" name=""/>
        <p:cNvGrpSpPr/>
        <p:nvPr/>
      </p:nvGrpSpPr>
      <p:grpSpPr>
        <a:xfrm>
          <a:off x="0" y="0"/>
          <a:ext cx="0" cy="0"/>
          <a:chOff x="0" y="0"/>
          <a:chExt cx="0" cy="0"/>
        </a:xfrm>
      </p:grpSpPr>
    </p:spTree>
    <p:extLst>
      <p:ext uri="{BB962C8B-B14F-4D97-AF65-F5344CB8AC3E}">
        <p14:creationId xmlns:p14="http://schemas.microsoft.com/office/powerpoint/2010/main" val="328326486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1_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266410084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F741700-5035-4E61-A4AC-1B3C7AE220D5}"/>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82372"/>
            <a:ext cx="11082528" cy="731520"/>
          </a:xfrm>
        </p:spPr>
        <p:txBody>
          <a:bodyPr vert="horz"/>
          <a:lstStyle>
            <a:lvl1pPr rtl="0">
              <a:defRPr>
                <a:solidFill>
                  <a:schemeClr val="tx2"/>
                </a:solidFill>
              </a:defRPr>
            </a:lvl1pPr>
          </a:lstStyle>
          <a:p>
            <a:r>
              <a:rPr lang="en-US"/>
              <a:t>Click to edit Master title style</a:t>
            </a:r>
          </a:p>
        </p:txBody>
      </p:sp>
      <p:sp>
        <p:nvSpPr>
          <p:cNvPr id="9" name="Slide Number">
            <a:extLst>
              <a:ext uri="{FF2B5EF4-FFF2-40B4-BE49-F238E27FC236}">
                <a16:creationId xmlns:a16="http://schemas.microsoft.com/office/drawing/2014/main" id="{66686DBA-90DA-4033-B950-94CBD0D7A425}"/>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
        <p:nvSpPr>
          <p:cNvPr id="12" name="3. Subtitle">
            <a:extLst>
              <a:ext uri="{FF2B5EF4-FFF2-40B4-BE49-F238E27FC236}">
                <a16:creationId xmlns:a16="http://schemas.microsoft.com/office/drawing/2014/main" id="{1EE9FF4B-7331-4DE1-A594-C0C335ED5BE5}"/>
              </a:ext>
            </a:extLst>
          </p:cNvPr>
          <p:cNvSpPr>
            <a:spLocks noGrp="1"/>
          </p:cNvSpPr>
          <p:nvPr>
            <p:ph type="subTitle" idx="1"/>
            <p:custDataLst>
              <p:tags r:id="rId7"/>
            </p:custDataLst>
          </p:nvPr>
        </p:nvSpPr>
        <p:spPr>
          <a:xfrm>
            <a:off x="554736" y="903861"/>
            <a:ext cx="11082528" cy="276999"/>
          </a:xfrm>
        </p:spPr>
        <p:txBody>
          <a:bodyPr anchor="ctr" anchorCtr="0"/>
          <a:lstStyle>
            <a:lvl1pPr rtl="0">
              <a:defRPr/>
            </a:lvl1pPr>
          </a:lstStyle>
          <a:p>
            <a:r>
              <a:rPr lang="en-US" sz="1600"/>
              <a:t>Click to edit Master subtitle style</a:t>
            </a:r>
          </a:p>
        </p:txBody>
      </p:sp>
    </p:spTree>
    <p:extLst>
      <p:ext uri="{BB962C8B-B14F-4D97-AF65-F5344CB8AC3E}">
        <p14:creationId xmlns:p14="http://schemas.microsoft.com/office/powerpoint/2010/main" val="64996029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p:cNvGraphicFramePr>
          <p:nvPr userDrawn="1">
            <p:custDataLst>
              <p:tags r:id="rId1"/>
            </p:custDataLst>
            <p:extLst>
              <p:ext uri="{D42A27DB-BD31-4B8C-83A1-F6EECF244321}">
                <p14:modId xmlns:p14="http://schemas.microsoft.com/office/powerpoint/2010/main" val="24664267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6" y="919250"/>
            <a:ext cx="11082528" cy="387798"/>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b="0" baseline="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5"/>
            </p:custDataLst>
          </p:nvPr>
        </p:nvSpPr>
        <p:spPr>
          <a:xfrm>
            <a:off x="554735" y="41597"/>
            <a:ext cx="3843338" cy="110800"/>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6"/>
            </p:custDataLst>
          </p:nvPr>
        </p:nvSpPr>
        <p:spPr>
          <a:xfrm>
            <a:off x="554736" y="172212"/>
            <a:ext cx="11082528" cy="731520"/>
          </a:xfrm>
          <a:prstGeom prst="rect">
            <a:avLst/>
          </a:prstGeom>
        </p:spPr>
        <p:txBody>
          <a:bodyPr vert="horz" wrap="square" lIns="0" tIns="0" rIns="0" bIns="0" rtlCol="0" anchor="b" anchorCtr="0">
            <a:noAutofit/>
          </a:bodyPr>
          <a:lstStyle>
            <a:lvl1pPr rtl="0">
              <a:defRPr lang="en-US"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Click to edit Master title style</a:t>
            </a:r>
          </a:p>
        </p:txBody>
      </p:sp>
      <p:sp>
        <p:nvSpPr>
          <p:cNvPr id="4" name="Espaço Reservado para Número de Slide 5">
            <a:extLst>
              <a:ext uri="{FF2B5EF4-FFF2-40B4-BE49-F238E27FC236}">
                <a16:creationId xmlns:a16="http://schemas.microsoft.com/office/drawing/2014/main" id="{72D2C932-738F-9CD7-E5D6-3DEEB949E4C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grpSp>
        <p:nvGrpSpPr>
          <p:cNvPr id="6" name="Group 5">
            <a:extLst>
              <a:ext uri="{FF2B5EF4-FFF2-40B4-BE49-F238E27FC236}">
                <a16:creationId xmlns:a16="http://schemas.microsoft.com/office/drawing/2014/main" id="{54455C60-36E6-2536-F379-362961D7E2A0}"/>
              </a:ext>
            </a:extLst>
          </p:cNvPr>
          <p:cNvGrpSpPr/>
          <p:nvPr userDrawn="1"/>
        </p:nvGrpSpPr>
        <p:grpSpPr>
          <a:xfrm>
            <a:off x="-460920" y="279546"/>
            <a:ext cx="338328" cy="6397662"/>
            <a:chOff x="-460920" y="279546"/>
            <a:chExt cx="338328" cy="6397662"/>
          </a:xfrm>
        </p:grpSpPr>
        <p:sp>
          <p:nvSpPr>
            <p:cNvPr id="7" name="Google Shape;139;p2">
              <a:extLst>
                <a:ext uri="{FF2B5EF4-FFF2-40B4-BE49-F238E27FC236}">
                  <a16:creationId xmlns:a16="http://schemas.microsoft.com/office/drawing/2014/main" id="{7C438398-5A41-E56A-1580-7B72751EECF5}"/>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 name="Google Shape;140;p2">
              <a:extLst>
                <a:ext uri="{FF2B5EF4-FFF2-40B4-BE49-F238E27FC236}">
                  <a16:creationId xmlns:a16="http://schemas.microsoft.com/office/drawing/2014/main" id="{FD27CED6-80E4-30F5-E54C-D17E9B1407F5}"/>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2" name="Google Shape;141;p2">
              <a:extLst>
                <a:ext uri="{FF2B5EF4-FFF2-40B4-BE49-F238E27FC236}">
                  <a16:creationId xmlns:a16="http://schemas.microsoft.com/office/drawing/2014/main" id="{51444703-BC2E-D00E-5015-A2DD6217A299}"/>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3" name="Google Shape;142;p2">
              <a:extLst>
                <a:ext uri="{FF2B5EF4-FFF2-40B4-BE49-F238E27FC236}">
                  <a16:creationId xmlns:a16="http://schemas.microsoft.com/office/drawing/2014/main" id="{89489C14-9C64-1050-D87B-7F7FABEDBDA8}"/>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5" name="Google Shape;143;p2">
              <a:extLst>
                <a:ext uri="{FF2B5EF4-FFF2-40B4-BE49-F238E27FC236}">
                  <a16:creationId xmlns:a16="http://schemas.microsoft.com/office/drawing/2014/main" id="{39CBB941-317D-702A-F79A-3CF1E775FA80}"/>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 name="Google Shape;144;p2">
              <a:extLst>
                <a:ext uri="{FF2B5EF4-FFF2-40B4-BE49-F238E27FC236}">
                  <a16:creationId xmlns:a16="http://schemas.microsoft.com/office/drawing/2014/main" id="{1D471A67-7DA8-8B62-23A6-3E94224DA83C}"/>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7" name="Google Shape;145;p2">
              <a:extLst>
                <a:ext uri="{FF2B5EF4-FFF2-40B4-BE49-F238E27FC236}">
                  <a16:creationId xmlns:a16="http://schemas.microsoft.com/office/drawing/2014/main" id="{BBEA3824-7B1D-638B-F2CB-ADB367E14481}"/>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8" name="Google Shape;146;p2">
              <a:extLst>
                <a:ext uri="{FF2B5EF4-FFF2-40B4-BE49-F238E27FC236}">
                  <a16:creationId xmlns:a16="http://schemas.microsoft.com/office/drawing/2014/main" id="{1B843D39-BA8E-9807-C4BA-60197CAF573C}"/>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 name="Google Shape;147;p2">
              <a:extLst>
                <a:ext uri="{FF2B5EF4-FFF2-40B4-BE49-F238E27FC236}">
                  <a16:creationId xmlns:a16="http://schemas.microsoft.com/office/drawing/2014/main" id="{F97BA761-1866-4368-2C20-29ED8E57674C}"/>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0" name="Google Shape;148;p2">
              <a:extLst>
                <a:ext uri="{FF2B5EF4-FFF2-40B4-BE49-F238E27FC236}">
                  <a16:creationId xmlns:a16="http://schemas.microsoft.com/office/drawing/2014/main" id="{C460DD4A-05E6-EE03-AF98-900161A6E449}"/>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1" name="Google Shape;149;p2">
              <a:extLst>
                <a:ext uri="{FF2B5EF4-FFF2-40B4-BE49-F238E27FC236}">
                  <a16:creationId xmlns:a16="http://schemas.microsoft.com/office/drawing/2014/main" id="{DF79F335-85BA-0091-57AA-DAA4CCE50CDB}"/>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2" name="Google Shape;151;p2">
              <a:extLst>
                <a:ext uri="{FF2B5EF4-FFF2-40B4-BE49-F238E27FC236}">
                  <a16:creationId xmlns:a16="http://schemas.microsoft.com/office/drawing/2014/main" id="{248E7123-E7E4-69E8-1EC3-28B26CAC1D87}"/>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3" name="Google Shape;147;p2">
              <a:extLst>
                <a:ext uri="{FF2B5EF4-FFF2-40B4-BE49-F238E27FC236}">
                  <a16:creationId xmlns:a16="http://schemas.microsoft.com/office/drawing/2014/main" id="{F215CBD1-D602-3F19-23B3-D9373C9B09DC}"/>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spTree>
    <p:extLst>
      <p:ext uri="{BB962C8B-B14F-4D97-AF65-F5344CB8AC3E}">
        <p14:creationId xmlns:p14="http://schemas.microsoft.com/office/powerpoint/2010/main" val="2461265941"/>
      </p:ext>
    </p:extLst>
  </p:cSld>
  <p:clrMapOvr>
    <a:masterClrMapping/>
  </p:clrMapOvr>
  <p:extLst>
    <p:ext uri="{DCECCB84-F9BA-43D5-87BE-67443E8EF086}">
      <p15:sldGuideLst xmlns:p15="http://schemas.microsoft.com/office/powerpoint/2012/main">
        <p15:guide id="1" orient="horz" pos="3974">
          <p15:clr>
            <a:srgbClr val="FBAE40"/>
          </p15:clr>
        </p15:guide>
        <p15:guide id="2" pos="3840">
          <p15:clr>
            <a:srgbClr val="FBAE40"/>
          </p15:clr>
        </p15:guide>
        <p15:guide id="3" orient="horz" pos="2260">
          <p15:clr>
            <a:srgbClr val="FBAE40"/>
          </p15:clr>
        </p15:guide>
        <p15:guide id="4" pos="347">
          <p15:clr>
            <a:srgbClr val="FBAE40"/>
          </p15:clr>
        </p15:guide>
        <p15:guide id="5" pos="7333">
          <p15:clr>
            <a:srgbClr val="FBAE40"/>
          </p15:clr>
        </p15:guide>
        <p15:guide id="6" orient="horz" pos="1253">
          <p15:clr>
            <a:srgbClr val="FBAE40"/>
          </p15:clr>
        </p15:guide>
        <p15:guide id="7" orient="horz" pos="754">
          <p15:clr>
            <a:srgbClr val="FBAE40"/>
          </p15:clr>
        </p15:guide>
        <p15:guide id="8" orient="horz" pos="382">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extLst>
              <p:ext uri="{D42A27DB-BD31-4B8C-83A1-F6EECF244321}">
                <p14:modId xmlns:p14="http://schemas.microsoft.com/office/powerpoint/2010/main" val="17363868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39" name="Picture 38">
            <a:extLst>
              <a:ext uri="{FF2B5EF4-FFF2-40B4-BE49-F238E27FC236}">
                <a16:creationId xmlns:a16="http://schemas.microsoft.com/office/drawing/2014/main" id="{55D486F3-4001-B737-E4EC-25519848B91E}"/>
              </a:ext>
            </a:extLst>
          </p:cNvPr>
          <p:cNvPicPr>
            <a:picLocks/>
          </p:cNvPicPr>
          <p:nvPr userDrawn="1"/>
        </p:nvPicPr>
        <p:blipFill rotWithShape="1">
          <a:blip r:embed="rId9" cstate="print">
            <a:extLst>
              <a:ext uri="{28A0092B-C50C-407E-A947-70E740481C1C}">
                <a14:useLocalDpi xmlns:a14="http://schemas.microsoft.com/office/drawing/2010/main"/>
              </a:ext>
            </a:extLst>
          </a:blip>
          <a:srcRect/>
          <a:stretch/>
        </p:blipFill>
        <p:spPr bwMode="ltGray">
          <a:xfrm>
            <a:off x="0" y="0"/>
            <a:ext cx="12188825" cy="4398688"/>
          </a:xfrm>
          <a:prstGeom prst="rect">
            <a:avLst/>
          </a:prstGeom>
        </p:spPr>
      </p:pic>
      <p:pic>
        <p:nvPicPr>
          <p:cNvPr id="40" name="Picture 39">
            <a:extLst>
              <a:ext uri="{FF2B5EF4-FFF2-40B4-BE49-F238E27FC236}">
                <a16:creationId xmlns:a16="http://schemas.microsoft.com/office/drawing/2014/main" id="{D06C9FC3-F1A0-0D96-E672-A90834228F9D}"/>
              </a:ext>
            </a:extLst>
          </p:cNvPr>
          <p:cNvPicPr>
            <a:picLocks noChangeAspect="1"/>
          </p:cNvPicPr>
          <p:nvPr userDrawn="1"/>
        </p:nvPicPr>
        <p:blipFill rotWithShape="1">
          <a:blip r:embed="rId10"/>
          <a:srcRect l="1508" t="83853" r="1458"/>
          <a:stretch/>
        </p:blipFill>
        <p:spPr>
          <a:xfrm flipV="1">
            <a:off x="-1" y="3871739"/>
            <a:ext cx="12188825" cy="608484"/>
          </a:xfrm>
          <a:custGeom>
            <a:avLst/>
            <a:gdLst>
              <a:gd name="connsiteX0" fmla="*/ 0 w 12192000"/>
              <a:gd name="connsiteY0" fmla="*/ 0 h 590588"/>
              <a:gd name="connsiteX1" fmla="*/ 12192000 w 12192000"/>
              <a:gd name="connsiteY1" fmla="*/ 0 h 590588"/>
              <a:gd name="connsiteX2" fmla="*/ 12192000 w 12192000"/>
              <a:gd name="connsiteY2" fmla="*/ 590588 h 590588"/>
              <a:gd name="connsiteX3" fmla="*/ 0 w 12192000"/>
              <a:gd name="connsiteY3" fmla="*/ 590588 h 590588"/>
            </a:gdLst>
            <a:ahLst/>
            <a:cxnLst>
              <a:cxn ang="0">
                <a:pos x="connsiteX0" y="connsiteY0"/>
              </a:cxn>
              <a:cxn ang="0">
                <a:pos x="connsiteX1" y="connsiteY1"/>
              </a:cxn>
              <a:cxn ang="0">
                <a:pos x="connsiteX2" y="connsiteY2"/>
              </a:cxn>
              <a:cxn ang="0">
                <a:pos x="connsiteX3" y="connsiteY3"/>
              </a:cxn>
            </a:cxnLst>
            <a:rect l="l" t="t" r="r" b="b"/>
            <a:pathLst>
              <a:path w="12192000" h="590588">
                <a:moveTo>
                  <a:pt x="0" y="0"/>
                </a:moveTo>
                <a:lnTo>
                  <a:pt x="12192000" y="0"/>
                </a:lnTo>
                <a:lnTo>
                  <a:pt x="12192000" y="590588"/>
                </a:lnTo>
                <a:lnTo>
                  <a:pt x="0" y="590588"/>
                </a:lnTo>
                <a:close/>
              </a:path>
            </a:pathLst>
          </a:custGeom>
        </p:spPr>
      </p:pic>
      <p:sp>
        <p:nvSpPr>
          <p:cNvPr id="41" name="Rectangle 40">
            <a:extLst>
              <a:ext uri="{FF2B5EF4-FFF2-40B4-BE49-F238E27FC236}">
                <a16:creationId xmlns:a16="http://schemas.microsoft.com/office/drawing/2014/main" id="{A0150213-D4B6-65F7-FDC9-30F0D41556FE}"/>
              </a:ext>
            </a:extLst>
          </p:cNvPr>
          <p:cNvSpPr>
            <a:spLocks/>
          </p:cNvSpPr>
          <p:nvPr userDrawn="1"/>
        </p:nvSpPr>
        <p:spPr>
          <a:xfrm>
            <a:off x="0" y="4387237"/>
            <a:ext cx="12188825" cy="2470763"/>
          </a:xfrm>
          <a:prstGeom prst="rect">
            <a:avLst/>
          </a:prstGeom>
          <a:solidFill>
            <a:srgbClr val="03898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spcBef>
                <a:spcPts val="300"/>
              </a:spcBef>
              <a:spcAft>
                <a:spcPts val="300"/>
              </a:spcAft>
            </a:pPr>
            <a:endParaRPr lang="en-US" sz="1600" err="1">
              <a:solidFill>
                <a:schemeClr val="bg1"/>
              </a:solidFill>
            </a:endParaRPr>
          </a:p>
        </p:txBody>
      </p:sp>
      <p:sp>
        <p:nvSpPr>
          <p:cNvPr id="42" name="Rectangle 41">
            <a:extLst>
              <a:ext uri="{FF2B5EF4-FFF2-40B4-BE49-F238E27FC236}">
                <a16:creationId xmlns:a16="http://schemas.microsoft.com/office/drawing/2014/main" id="{4E0FF1DF-FCD8-679A-4A1F-3643DFBB067A}"/>
              </a:ext>
            </a:extLst>
          </p:cNvPr>
          <p:cNvSpPr>
            <a:spLocks/>
          </p:cNvSpPr>
          <p:nvPr userDrawn="1"/>
        </p:nvSpPr>
        <p:spPr>
          <a:xfrm>
            <a:off x="0" y="0"/>
            <a:ext cx="12188825" cy="1593850"/>
          </a:xfrm>
          <a:prstGeom prst="rect">
            <a:avLst/>
          </a:prstGeom>
          <a:gradFill>
            <a:gsLst>
              <a:gs pos="0">
                <a:srgbClr val="1F405C">
                  <a:lumMod val="67000"/>
                  <a:alpha val="0"/>
                </a:srgbClr>
              </a:gs>
              <a:gs pos="100000">
                <a:srgbClr val="1F405C">
                  <a:alpha val="64000"/>
                </a:srgbClr>
              </a:gs>
            </a:gsLst>
            <a:lin ang="16200000" scaled="1"/>
          </a:gradFill>
          <a:ln w="6350" cap="sq"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err="1">
              <a:ln>
                <a:noFill/>
              </a:ln>
              <a:solidFill>
                <a:srgbClr val="FFFFFF"/>
              </a:solidFill>
              <a:effectLst/>
              <a:uLnTx/>
              <a:uFillTx/>
              <a:latin typeface="Arial"/>
              <a:ea typeface="+mn-ea"/>
              <a:cs typeface="+mn-cs"/>
            </a:endParaRPr>
          </a:p>
        </p:txBody>
      </p:sp>
      <p:pic>
        <p:nvPicPr>
          <p:cNvPr id="43" name="Picture 42">
            <a:extLst>
              <a:ext uri="{FF2B5EF4-FFF2-40B4-BE49-F238E27FC236}">
                <a16:creationId xmlns:a16="http://schemas.microsoft.com/office/drawing/2014/main" id="{E3DB5779-48B9-ADB3-19F1-4FD1D2561BEF}"/>
              </a:ext>
            </a:extLst>
          </p:cNvPr>
          <p:cNvPicPr>
            <a:picLocks noChangeAspect="1"/>
          </p:cNvPicPr>
          <p:nvPr userDrawn="1"/>
        </p:nvPicPr>
        <p:blipFill rotWithShape="1">
          <a:blip r:embed="rId11">
            <a:extLst>
              <a:ext uri="{BEBA8EAE-BF5A-486C-A8C5-ECC9F3942E4B}">
                <a14:imgProps xmlns:a14="http://schemas.microsoft.com/office/drawing/2010/main">
                  <a14:imgLayer r:embed="rId12">
                    <a14:imgEffect>
                      <a14:brightnessContrast bright="100000"/>
                    </a14:imgEffect>
                  </a14:imgLayer>
                </a14:imgProps>
              </a:ext>
            </a:extLst>
          </a:blip>
          <a:srcRect l="16452" t="35204" r="16674" b="35543"/>
          <a:stretch/>
        </p:blipFill>
        <p:spPr bwMode="ltGray">
          <a:xfrm>
            <a:off x="547688" y="422766"/>
            <a:ext cx="2003144" cy="619458"/>
          </a:xfrm>
          <a:prstGeom prst="rect">
            <a:avLst/>
          </a:prstGeom>
        </p:spPr>
      </p:pic>
      <p:sp>
        <p:nvSpPr>
          <p:cNvPr id="44" name="Documenttype">
            <a:extLst>
              <a:ext uri="{FF2B5EF4-FFF2-40B4-BE49-F238E27FC236}">
                <a16:creationId xmlns:a16="http://schemas.microsoft.com/office/drawing/2014/main" id="{9F0E8124-ABA8-94A1-35E2-B0AADAF828E6}"/>
              </a:ext>
            </a:extLst>
          </p:cNvPr>
          <p:cNvSpPr>
            <a:spLocks noGrp="1"/>
          </p:cNvSpPr>
          <p:nvPr>
            <p:ph type="body" sz="quarter" idx="13" hasCustomPrompt="1"/>
            <p:custDataLst>
              <p:tags r:id="rId3"/>
            </p:custDataLst>
          </p:nvPr>
        </p:nvSpPr>
        <p:spPr bwMode="auto">
          <a:xfrm>
            <a:off x="547688" y="6217885"/>
            <a:ext cx="1108710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1400" dirty="0">
                <a:solidFill>
                  <a:schemeClr val="bg1"/>
                </a:solidFill>
              </a:defRPr>
            </a:lvl1pPr>
          </a:lstStyle>
          <a:p>
            <a:pPr lvl="0" algn="ctr"/>
            <a:r>
              <a:rPr lang="en-US"/>
              <a:t>Edit date or title/role</a:t>
            </a:r>
          </a:p>
        </p:txBody>
      </p:sp>
      <p:sp>
        <p:nvSpPr>
          <p:cNvPr id="45" name="Subtitle">
            <a:extLst>
              <a:ext uri="{FF2B5EF4-FFF2-40B4-BE49-F238E27FC236}">
                <a16:creationId xmlns:a16="http://schemas.microsoft.com/office/drawing/2014/main" id="{F222930C-0F65-337C-7D97-903655E946E5}"/>
              </a:ext>
            </a:extLst>
          </p:cNvPr>
          <p:cNvSpPr>
            <a:spLocks noGrp="1"/>
          </p:cNvSpPr>
          <p:nvPr>
            <p:ph type="subTitle" idx="1"/>
            <p:custDataLst>
              <p:tags r:id="rId4"/>
            </p:custDataLst>
          </p:nvPr>
        </p:nvSpPr>
        <p:spPr bwMode="auto">
          <a:xfrm>
            <a:off x="547688" y="5817728"/>
            <a:ext cx="11087100" cy="30777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2000" dirty="0">
                <a:solidFill>
                  <a:schemeClr val="bg1"/>
                </a:solidFill>
              </a:defRPr>
            </a:lvl1pPr>
          </a:lstStyle>
          <a:p>
            <a:pPr lvl="0" algn="ctr"/>
            <a:r>
              <a:rPr lang="en-US"/>
              <a:t>Click to edit Master subtitle style</a:t>
            </a:r>
          </a:p>
        </p:txBody>
      </p:sp>
      <p:sp>
        <p:nvSpPr>
          <p:cNvPr id="46" name="Title">
            <a:extLst>
              <a:ext uri="{FF2B5EF4-FFF2-40B4-BE49-F238E27FC236}">
                <a16:creationId xmlns:a16="http://schemas.microsoft.com/office/drawing/2014/main" id="{49630E08-4AFA-7754-15E0-2549AE9D39C1}"/>
              </a:ext>
            </a:extLst>
          </p:cNvPr>
          <p:cNvSpPr>
            <a:spLocks noGrp="1"/>
          </p:cNvSpPr>
          <p:nvPr>
            <p:ph type="title" hasCustomPrompt="1"/>
            <p:custDataLst>
              <p:tags r:id="rId5"/>
            </p:custDataLst>
          </p:nvPr>
        </p:nvSpPr>
        <p:spPr bwMode="auto">
          <a:xfrm>
            <a:off x="547688" y="4494243"/>
            <a:ext cx="11087100" cy="1231106"/>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b" anchorCtr="0">
            <a:spAutoFit/>
          </a:bodyPr>
          <a:lstStyle>
            <a:lvl1pPr rtl="0">
              <a:defRPr lang="en-US" sz="4000" dirty="0">
                <a:solidFill>
                  <a:schemeClr val="bg1"/>
                </a:solidFill>
              </a:defRPr>
            </a:lvl1pPr>
          </a:lstStyle>
          <a:p>
            <a:pPr lvl="0" algn="ctr"/>
            <a:r>
              <a:rPr lang="en-US"/>
              <a:t>Click to edit </a:t>
            </a:r>
            <a:br>
              <a:rPr lang="en-US"/>
            </a:br>
            <a:r>
              <a:rPr lang="en-US"/>
              <a:t>Master title style</a:t>
            </a:r>
          </a:p>
        </p:txBody>
      </p:sp>
    </p:spTree>
    <p:extLst>
      <p:ext uri="{BB962C8B-B14F-4D97-AF65-F5344CB8AC3E}">
        <p14:creationId xmlns:p14="http://schemas.microsoft.com/office/powerpoint/2010/main" val="281618356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2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extLst>
              <p:ext uri="{D42A27DB-BD31-4B8C-83A1-F6EECF244321}">
                <p14:modId xmlns:p14="http://schemas.microsoft.com/office/powerpoint/2010/main" val="33607104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44" name="Picture 43">
            <a:extLst>
              <a:ext uri="{FF2B5EF4-FFF2-40B4-BE49-F238E27FC236}">
                <a16:creationId xmlns:a16="http://schemas.microsoft.com/office/drawing/2014/main" id="{0CE0CF7F-5DD3-DAAC-9403-20DA947D3513}"/>
              </a:ext>
            </a:extLst>
          </p:cNvPr>
          <p:cNvPicPr>
            <a:picLocks noChangeAspect="1"/>
          </p:cNvPicPr>
          <p:nvPr userDrawn="1"/>
        </p:nvPicPr>
        <p:blipFill>
          <a:blip r:embed="rId9"/>
          <a:srcRect b="839"/>
          <a:stretch>
            <a:fillRect/>
          </a:stretch>
        </p:blipFill>
        <p:spPr bwMode="ltGray">
          <a:xfrm>
            <a:off x="27033" y="0"/>
            <a:ext cx="12164967" cy="6858000"/>
          </a:xfrm>
          <a:custGeom>
            <a:avLst/>
            <a:gdLst>
              <a:gd name="connsiteX0" fmla="*/ 0 w 12164967"/>
              <a:gd name="connsiteY0" fmla="*/ 0 h 6858000"/>
              <a:gd name="connsiteX1" fmla="*/ 12164967 w 12164967"/>
              <a:gd name="connsiteY1" fmla="*/ 0 h 6858000"/>
              <a:gd name="connsiteX2" fmla="*/ 12164967 w 12164967"/>
              <a:gd name="connsiteY2" fmla="*/ 6858000 h 6858000"/>
              <a:gd name="connsiteX3" fmla="*/ 0 w 1216496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64967" h="6858000">
                <a:moveTo>
                  <a:pt x="0" y="0"/>
                </a:moveTo>
                <a:lnTo>
                  <a:pt x="12164967" y="0"/>
                </a:lnTo>
                <a:lnTo>
                  <a:pt x="12164967" y="6858000"/>
                </a:lnTo>
                <a:lnTo>
                  <a:pt x="0" y="6858000"/>
                </a:lnTo>
                <a:close/>
              </a:path>
            </a:pathLst>
          </a:cu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19" name="Picture 18">
            <a:extLst>
              <a:ext uri="{FF2B5EF4-FFF2-40B4-BE49-F238E27FC236}">
                <a16:creationId xmlns:a16="http://schemas.microsoft.com/office/drawing/2014/main" id="{F07B1F1A-AC26-2533-7770-8C9ED9BBDD97}"/>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36" name="Documenttype">
            <a:extLst>
              <a:ext uri="{FF2B5EF4-FFF2-40B4-BE49-F238E27FC236}">
                <a16:creationId xmlns:a16="http://schemas.microsoft.com/office/drawing/2014/main" id="{C88D07CD-B77D-6CAF-71FE-1FC183A51CEE}"/>
              </a:ext>
            </a:extLst>
          </p:cNvPr>
          <p:cNvSpPr>
            <a:spLocks noGrp="1"/>
          </p:cNvSpPr>
          <p:nvPr>
            <p:ph type="body" sz="quarter" idx="13" hasCustomPrompt="1"/>
            <p:custDataLst>
              <p:tags r:id="rId3"/>
            </p:custDataLst>
          </p:nvPr>
        </p:nvSpPr>
        <p:spPr bwMode="auto">
          <a:xfrm>
            <a:off x="547688" y="6238300"/>
            <a:ext cx="476612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defRPr>
            </a:lvl1pPr>
          </a:lstStyle>
          <a:p>
            <a:pPr lvl="0">
              <a:buNone/>
            </a:pPr>
            <a:r>
              <a:rPr lang="en-US"/>
              <a:t>Edit date or title/role</a:t>
            </a:r>
          </a:p>
        </p:txBody>
      </p:sp>
      <p:sp>
        <p:nvSpPr>
          <p:cNvPr id="37" name="Subtitle">
            <a:extLst>
              <a:ext uri="{FF2B5EF4-FFF2-40B4-BE49-F238E27FC236}">
                <a16:creationId xmlns:a16="http://schemas.microsoft.com/office/drawing/2014/main" id="{9CED084F-4AC7-1351-28E1-5D99350FBC32}"/>
              </a:ext>
            </a:extLst>
          </p:cNvPr>
          <p:cNvSpPr>
            <a:spLocks noGrp="1"/>
          </p:cNvSpPr>
          <p:nvPr>
            <p:ph type="subTitle" idx="1" hasCustomPrompt="1"/>
            <p:custDataLst>
              <p:tags r:id="rId4"/>
            </p:custDataLst>
          </p:nvPr>
        </p:nvSpPr>
        <p:spPr bwMode="auto">
          <a:xfrm>
            <a:off x="548829" y="4622263"/>
            <a:ext cx="4766120"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defRPr>
            </a:lvl1pPr>
          </a:lstStyle>
          <a:p>
            <a:pPr lvl="0">
              <a:buNone/>
            </a:pPr>
            <a:r>
              <a:rPr lang="en-US"/>
              <a:t>Click to edit </a:t>
            </a:r>
            <a:br>
              <a:rPr lang="en-US"/>
            </a:br>
            <a:r>
              <a:rPr lang="en-US"/>
              <a:t>Master subtitle style</a:t>
            </a:r>
          </a:p>
        </p:txBody>
      </p:sp>
      <p:sp>
        <p:nvSpPr>
          <p:cNvPr id="38" name="Title">
            <a:extLst>
              <a:ext uri="{FF2B5EF4-FFF2-40B4-BE49-F238E27FC236}">
                <a16:creationId xmlns:a16="http://schemas.microsoft.com/office/drawing/2014/main" id="{2DE7341B-FD96-7365-69AB-25DEF0C86612}"/>
              </a:ext>
            </a:extLst>
          </p:cNvPr>
          <p:cNvSpPr>
            <a:spLocks noGrp="1"/>
          </p:cNvSpPr>
          <p:nvPr>
            <p:ph type="title" hasCustomPrompt="1"/>
            <p:custDataLst>
              <p:tags r:id="rId5"/>
            </p:custDataLst>
          </p:nvPr>
        </p:nvSpPr>
        <p:spPr bwMode="auto">
          <a:xfrm>
            <a:off x="548829" y="1590454"/>
            <a:ext cx="4766120"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82337332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1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extLst>
              <p:ext uri="{D42A27DB-BD31-4B8C-83A1-F6EECF244321}">
                <p14:modId xmlns:p14="http://schemas.microsoft.com/office/powerpoint/2010/main" val="1106661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28" name="Picture 27">
            <a:extLst>
              <a:ext uri="{FF2B5EF4-FFF2-40B4-BE49-F238E27FC236}">
                <a16:creationId xmlns:a16="http://schemas.microsoft.com/office/drawing/2014/main" id="{3B2AB686-E2EC-8576-D5D8-379E4A8E1E5A}"/>
              </a:ext>
            </a:extLst>
          </p:cNvPr>
          <p:cNvPicPr>
            <a:picLocks noChangeAspect="1"/>
          </p:cNvPicPr>
          <p:nvPr userDrawn="1"/>
        </p:nvPicPr>
        <p:blipFill>
          <a:blip r:embed="rId9"/>
          <a:stretch>
            <a:fillRect/>
          </a:stretch>
        </p:blipFill>
        <p:spPr bwMode="ltGray">
          <a:xfrm>
            <a:off x="0" y="0"/>
            <a:ext cx="12192000" cy="6858000"/>
          </a:xfrm>
          <a:prstGeom prst="rect">
            <a:avLst/>
          </a:pr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19" name="Picture 18">
            <a:extLst>
              <a:ext uri="{FF2B5EF4-FFF2-40B4-BE49-F238E27FC236}">
                <a16:creationId xmlns:a16="http://schemas.microsoft.com/office/drawing/2014/main" id="{62B719C0-833E-7E3A-199A-9AE6B3C992EC}"/>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20" name="Documenttype">
            <a:extLst>
              <a:ext uri="{FF2B5EF4-FFF2-40B4-BE49-F238E27FC236}">
                <a16:creationId xmlns:a16="http://schemas.microsoft.com/office/drawing/2014/main" id="{481CB4DC-E900-D3F5-D732-DD266C56E378}"/>
              </a:ext>
            </a:extLst>
          </p:cNvPr>
          <p:cNvSpPr>
            <a:spLocks noGrp="1"/>
          </p:cNvSpPr>
          <p:nvPr>
            <p:ph type="body" sz="quarter" idx="13" hasCustomPrompt="1"/>
            <p:custDataLst>
              <p:tags r:id="rId3"/>
            </p:custDataLst>
          </p:nvPr>
        </p:nvSpPr>
        <p:spPr bwMode="auto">
          <a:xfrm>
            <a:off x="547687" y="6238300"/>
            <a:ext cx="5305871"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defRPr>
            </a:lvl1pPr>
          </a:lstStyle>
          <a:p>
            <a:pPr lvl="0">
              <a:buNone/>
            </a:pPr>
            <a:r>
              <a:rPr lang="en-US"/>
              <a:t>Edit date or title/role</a:t>
            </a:r>
          </a:p>
        </p:txBody>
      </p:sp>
      <p:sp>
        <p:nvSpPr>
          <p:cNvPr id="21" name="Subtitle">
            <a:extLst>
              <a:ext uri="{FF2B5EF4-FFF2-40B4-BE49-F238E27FC236}">
                <a16:creationId xmlns:a16="http://schemas.microsoft.com/office/drawing/2014/main" id="{44D430EF-CFAD-62DC-07FA-583FFE0A871A}"/>
              </a:ext>
            </a:extLst>
          </p:cNvPr>
          <p:cNvSpPr>
            <a:spLocks noGrp="1"/>
          </p:cNvSpPr>
          <p:nvPr>
            <p:ph type="subTitle" idx="1" hasCustomPrompt="1"/>
            <p:custDataLst>
              <p:tags r:id="rId4"/>
            </p:custDataLst>
          </p:nvPr>
        </p:nvSpPr>
        <p:spPr bwMode="auto">
          <a:xfrm>
            <a:off x="548828" y="4622263"/>
            <a:ext cx="5305871"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defRPr>
            </a:lvl1pPr>
          </a:lstStyle>
          <a:p>
            <a:pPr lvl="0">
              <a:buNone/>
            </a:pPr>
            <a:r>
              <a:rPr lang="en-US"/>
              <a:t>Click to edit </a:t>
            </a:r>
            <a:br>
              <a:rPr lang="en-US"/>
            </a:br>
            <a:r>
              <a:rPr lang="en-US"/>
              <a:t>Master subtitle style</a:t>
            </a:r>
          </a:p>
        </p:txBody>
      </p:sp>
      <p:sp>
        <p:nvSpPr>
          <p:cNvPr id="22" name="Title">
            <a:extLst>
              <a:ext uri="{FF2B5EF4-FFF2-40B4-BE49-F238E27FC236}">
                <a16:creationId xmlns:a16="http://schemas.microsoft.com/office/drawing/2014/main" id="{A0E33AF1-FB1E-099B-84AB-8BBB03ADCDE1}"/>
              </a:ext>
            </a:extLst>
          </p:cNvPr>
          <p:cNvSpPr>
            <a:spLocks noGrp="1"/>
          </p:cNvSpPr>
          <p:nvPr>
            <p:ph type="title" hasCustomPrompt="1"/>
            <p:custDataLst>
              <p:tags r:id="rId5"/>
            </p:custDataLst>
          </p:nvPr>
        </p:nvSpPr>
        <p:spPr bwMode="auto">
          <a:xfrm>
            <a:off x="548828" y="1590454"/>
            <a:ext cx="5305871"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318919386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20988092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b="0" baseline="0" dirty="0"/>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5"/>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800" b="0" dirty="0"/>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6"/>
            </p:custDataLst>
          </p:nvPr>
        </p:nvSpPr>
        <p:spPr>
          <a:xfrm>
            <a:off x="554736" y="172212"/>
            <a:ext cx="11082528" cy="731520"/>
          </a:xfrm>
          <a:prstGeom prst="rect">
            <a:avLst/>
          </a:prstGeom>
        </p:spPr>
        <p:txBody>
          <a:bodyPr vert="horz" wrap="square" lIns="0" tIns="0" rIns="0" bIns="0" rtlCol="0" anchor="b" anchorCtr="0">
            <a:noAutofit/>
          </a:bodyPr>
          <a:lstStyle>
            <a:lvl1pPr rtl="0">
              <a:defRPr lang="en-US" dirty="0"/>
            </a:lvl1pPr>
          </a:lstStyle>
          <a:p>
            <a:pPr lvl="0"/>
            <a:r>
              <a:rPr lang="en-US"/>
              <a:t>Click to edit Master title style</a:t>
            </a:r>
          </a:p>
        </p:txBody>
      </p:sp>
      <p:sp>
        <p:nvSpPr>
          <p:cNvPr id="4" name="Espaço Reservado para Número de Slide 5">
            <a:extLst>
              <a:ext uri="{FF2B5EF4-FFF2-40B4-BE49-F238E27FC236}">
                <a16:creationId xmlns:a16="http://schemas.microsoft.com/office/drawing/2014/main" id="{72D2C932-738F-9CD7-E5D6-3DEEB949E4C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77336145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op Left">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9BA84E71-6FE7-4585-B82E-BE5603311945}"/>
              </a:ext>
            </a:extLst>
          </p:cNvPr>
          <p:cNvGraphicFramePr>
            <a:graphicFrameLocks noChangeAspect="1"/>
          </p:cNvGraphicFramePr>
          <p:nvPr userDrawn="1">
            <p:custDataLst>
              <p:tags r:id="rId1"/>
            </p:custDataLst>
            <p:extLst>
              <p:ext uri="{D42A27DB-BD31-4B8C-83A1-F6EECF244321}">
                <p14:modId xmlns:p14="http://schemas.microsoft.com/office/powerpoint/2010/main" val="11101937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10" name="Object 9" hidden="1">
                        <a:extLst>
                          <a:ext uri="{FF2B5EF4-FFF2-40B4-BE49-F238E27FC236}">
                            <a16:creationId xmlns:a16="http://schemas.microsoft.com/office/drawing/2014/main" id="{9BA84E71-6FE7-4585-B82E-BE5603311945}"/>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D62A08AB-557D-4245-84FA-9DB6B6C6845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1706563"/>
            <a:ext cx="3813048" cy="769441"/>
          </a:xfrm>
          <a:prstGeom prst="rect">
            <a:avLst/>
          </a:prstGeom>
        </p:spPr>
        <p:txBody>
          <a:bodyPr vert="horz" anchor="t">
            <a:noAutofit/>
          </a:bodyPr>
          <a:lstStyle>
            <a:lvl1pPr rtl="0">
              <a:lnSpc>
                <a:spcPct val="100000"/>
              </a:lnSpc>
              <a:defRPr>
                <a:ln w="6350" cap="flat">
                  <a:noFill/>
                  <a:miter lim="800000"/>
                </a:ln>
                <a:latin typeface="+mj-lt"/>
                <a:ea typeface="+mj-ea"/>
                <a:cs typeface="+mj-cs"/>
              </a:defRPr>
            </a:lvl1pPr>
          </a:lstStyle>
          <a:p>
            <a:r>
              <a:rPr lang="en-US"/>
              <a:t>Click to edit Master title style</a:t>
            </a:r>
          </a:p>
        </p:txBody>
      </p:sp>
      <p:sp>
        <p:nvSpPr>
          <p:cNvPr id="6" name="5. Source" hidden="1">
            <a:extLst>
              <a:ext uri="{FF2B5EF4-FFF2-40B4-BE49-F238E27FC236}">
                <a16:creationId xmlns:a16="http://schemas.microsoft.com/office/drawing/2014/main" id="{0E2D5DBB-C1B8-4A27-836D-C2E6D553234D}"/>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1" name="1. On-page tracker">
            <a:extLst>
              <a:ext uri="{FF2B5EF4-FFF2-40B4-BE49-F238E27FC236}">
                <a16:creationId xmlns:a16="http://schemas.microsoft.com/office/drawing/2014/main" id="{A2582D75-79F8-4634-92EF-A9F0840C018B}"/>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BF8C35-E00C-E2F4-3EA4-E3ADBEFA4805}"/>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37059956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Mid Left">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C4F5195-E8F7-4A2F-B02E-643BB3D88381}"/>
              </a:ext>
            </a:extLst>
          </p:cNvPr>
          <p:cNvGraphicFramePr>
            <a:graphicFrameLocks noChangeAspect="1"/>
          </p:cNvGraphicFramePr>
          <p:nvPr userDrawn="1">
            <p:custDataLst>
              <p:tags r:id="rId1"/>
            </p:custDataLst>
            <p:extLst>
              <p:ext uri="{D42A27DB-BD31-4B8C-83A1-F6EECF244321}">
                <p14:modId xmlns:p14="http://schemas.microsoft.com/office/powerpoint/2010/main" val="350994702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4" name="Object 3" hidden="1">
                        <a:extLst>
                          <a:ext uri="{FF2B5EF4-FFF2-40B4-BE49-F238E27FC236}">
                            <a16:creationId xmlns:a16="http://schemas.microsoft.com/office/drawing/2014/main" id="{3C4F5195-E8F7-4A2F-B02E-643BB3D883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515EFC92-5E3D-4BDC-A378-85D30212A9E2}"/>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3044280"/>
            <a:ext cx="5065776" cy="769441"/>
          </a:xfrm>
          <a:prstGeom prst="rect">
            <a:avLst/>
          </a:prstGeom>
        </p:spPr>
        <p:txBody>
          <a:bodyPr vert="horz" rIns="365760" anchor="ctr">
            <a:noAutofit/>
          </a:bodyPr>
          <a:lstStyle>
            <a:lvl1pPr rtl="0">
              <a:defRPr>
                <a:ln w="6350" cap="flat">
                  <a:noFill/>
                  <a:miter lim="800000"/>
                </a:ln>
                <a:latin typeface="+mj-lt"/>
                <a:ea typeface="+mj-ea"/>
                <a:cs typeface="+mj-cs"/>
              </a:defRPr>
            </a:lvl1pPr>
          </a:lstStyle>
          <a:p>
            <a:r>
              <a:rPr lang="en-US"/>
              <a:t>Click to edit Master title style</a:t>
            </a:r>
          </a:p>
        </p:txBody>
      </p:sp>
      <p:sp>
        <p:nvSpPr>
          <p:cNvPr id="8" name="5. Source" hidden="1">
            <a:extLst>
              <a:ext uri="{FF2B5EF4-FFF2-40B4-BE49-F238E27FC236}">
                <a16:creationId xmlns:a16="http://schemas.microsoft.com/office/drawing/2014/main" id="{C0D33C43-5B9F-44B4-82FA-BAAD11A7FB8E}"/>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E4983596-431B-4F12-AA07-76914CD3DEE7}"/>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6" name="Espaço Reservado para Número de Slide 5">
            <a:extLst>
              <a:ext uri="{FF2B5EF4-FFF2-40B4-BE49-F238E27FC236}">
                <a16:creationId xmlns:a16="http://schemas.microsoft.com/office/drawing/2014/main" id="{91B65CB0-CB55-0435-6DAB-AD978427BED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14744820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05B6D76-6B4B-4ED5-B8F1-5D1D09831257}"/>
              </a:ext>
            </a:extLst>
          </p:cNvPr>
          <p:cNvGraphicFramePr>
            <a:graphicFrameLocks noChangeAspect="1"/>
          </p:cNvGraphicFramePr>
          <p:nvPr userDrawn="1">
            <p:custDataLst>
              <p:tags r:id="rId1"/>
            </p:custDataLst>
            <p:extLst>
              <p:ext uri="{D42A27DB-BD31-4B8C-83A1-F6EECF244321}">
                <p14:modId xmlns:p14="http://schemas.microsoft.com/office/powerpoint/2010/main" val="16563752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305B6D76-6B4B-4ED5-B8F1-5D1D09831257}"/>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BDCF374B-2477-45CD-A00B-B8676A45ACD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3"/>
            </p:custDataLst>
          </p:nvPr>
        </p:nvSpPr>
        <p:spPr>
          <a:xfrm>
            <a:off x="554736" y="4580468"/>
            <a:ext cx="11082528" cy="677108"/>
          </a:xfrm>
        </p:spPr>
        <p:txBody>
          <a:bodyPr vert="horz" anchor="b">
            <a:noAutofit/>
          </a:bodyPr>
          <a:lstStyle>
            <a:lvl1pPr rtl="0">
              <a:lnSpc>
                <a:spcPct val="100000"/>
              </a:lnSpc>
              <a:defRPr sz="4400">
                <a:latin typeface="+mj-lt"/>
                <a:ea typeface="+mj-ea"/>
                <a:cs typeface="+mj-cs"/>
              </a:defRPr>
            </a:lvl1pPr>
          </a:lstStyle>
          <a:p>
            <a:r>
              <a:rPr lang="en-US"/>
              <a:t>Click to edit Master title style</a:t>
            </a:r>
          </a:p>
        </p:txBody>
      </p:sp>
      <p:sp>
        <p:nvSpPr>
          <p:cNvPr id="6" name="5. Source" hidden="1">
            <a:extLst>
              <a:ext uri="{FF2B5EF4-FFF2-40B4-BE49-F238E27FC236}">
                <a16:creationId xmlns:a16="http://schemas.microsoft.com/office/drawing/2014/main" id="{B871FE09-BB6E-4334-B0EA-E52395AA61B3}"/>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9" name="1. On-page tracker">
            <a:extLst>
              <a:ext uri="{FF2B5EF4-FFF2-40B4-BE49-F238E27FC236}">
                <a16:creationId xmlns:a16="http://schemas.microsoft.com/office/drawing/2014/main" id="{FA764DC8-CEA6-42F3-8E66-7C768AAD275E}"/>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5894D15D-9679-5A22-2978-07EEA290932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69993961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EC6EE29E-F64A-419F-BFB0-EEDEB71953F6}"/>
              </a:ext>
            </a:extLst>
          </p:cNvPr>
          <p:cNvGraphicFramePr>
            <a:graphicFrameLocks noChangeAspect="1"/>
          </p:cNvGraphicFramePr>
          <p:nvPr userDrawn="1">
            <p:custDataLst>
              <p:tags r:id="rId1"/>
            </p:custDataLst>
            <p:extLst>
              <p:ext uri="{D42A27DB-BD31-4B8C-83A1-F6EECF244321}">
                <p14:modId xmlns:p14="http://schemas.microsoft.com/office/powerpoint/2010/main" val="33964528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3" name="Object 2" hidden="1">
                        <a:extLst>
                          <a:ext uri="{FF2B5EF4-FFF2-40B4-BE49-F238E27FC236}">
                            <a16:creationId xmlns:a16="http://schemas.microsoft.com/office/drawing/2014/main" id="{EC6EE29E-F64A-419F-BFB0-EEDEB71953F6}"/>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69526043-F22A-4ED3-B0A1-DD7C4F83AF9B}"/>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3400" b="1" i="0" baseline="0">
              <a:solidFill>
                <a:schemeClr val="bg1"/>
              </a:solidFill>
              <a:latin typeface="+mn-lt"/>
              <a:ea typeface="+mn-ea"/>
              <a:cs typeface="+mn-cs"/>
              <a:sym typeface="Arial" panose="020B0604020202020204" pitchFamily="34" charset="0"/>
            </a:endParaRPr>
          </a:p>
        </p:txBody>
      </p:sp>
      <p:sp>
        <p:nvSpPr>
          <p:cNvPr id="8" name="2. Slide Title">
            <a:extLst>
              <a:ext uri="{FF2B5EF4-FFF2-40B4-BE49-F238E27FC236}">
                <a16:creationId xmlns:a16="http://schemas.microsoft.com/office/drawing/2014/main" id="{EA735538-C733-4892-93A4-7B433D8B8293}"/>
              </a:ext>
            </a:extLst>
          </p:cNvPr>
          <p:cNvSpPr>
            <a:spLocks noGrp="1"/>
          </p:cNvSpPr>
          <p:nvPr>
            <p:ph type="title" hasCustomPrompt="1"/>
            <p:custDataLst>
              <p:tags r:id="rId3"/>
            </p:custDataLst>
          </p:nvPr>
        </p:nvSpPr>
        <p:spPr>
          <a:xfrm>
            <a:off x="1505712" y="3556229"/>
            <a:ext cx="9180576" cy="523220"/>
          </a:xfrm>
          <a:prstGeom prst="rect">
            <a:avLst/>
          </a:prstGeom>
        </p:spPr>
        <p:txBody>
          <a:bodyPr vert="horz">
            <a:spAutoFit/>
          </a:bodyPr>
          <a:lstStyle>
            <a:lvl1pPr rtl="0">
              <a:lnSpc>
                <a:spcPct val="105000"/>
              </a:lnSpc>
              <a:defRPr sz="3400">
                <a:latin typeface="+mj-lt"/>
                <a:ea typeface="+mj-ea"/>
                <a:cs typeface="+mj-cs"/>
              </a:defRPr>
            </a:lvl1pPr>
          </a:lstStyle>
          <a:p>
            <a:r>
              <a:rPr lang="en-US"/>
              <a:t>“Click to add quote</a:t>
            </a:r>
          </a:p>
        </p:txBody>
      </p:sp>
      <p:sp>
        <p:nvSpPr>
          <p:cNvPr id="6" name="3. Subtitle">
            <a:extLst>
              <a:ext uri="{FF2B5EF4-FFF2-40B4-BE49-F238E27FC236}">
                <a16:creationId xmlns:a16="http://schemas.microsoft.com/office/drawing/2014/main" id="{8DB5022C-F66C-4018-82F3-195571DDD527}"/>
              </a:ext>
            </a:extLst>
          </p:cNvPr>
          <p:cNvSpPr>
            <a:spLocks noGrp="1"/>
          </p:cNvSpPr>
          <p:nvPr>
            <p:ph type="subTitle" idx="1" hasCustomPrompt="1"/>
            <p:custDataLst>
              <p:tags r:id="rId4"/>
            </p:custDataLst>
          </p:nvPr>
        </p:nvSpPr>
        <p:spPr>
          <a:xfrm>
            <a:off x="1505712" y="4284630"/>
            <a:ext cx="91805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quote source</a:t>
            </a:r>
          </a:p>
        </p:txBody>
      </p:sp>
      <p:sp>
        <p:nvSpPr>
          <p:cNvPr id="7" name="5. Source" hidden="1">
            <a:extLst>
              <a:ext uri="{FF2B5EF4-FFF2-40B4-BE49-F238E27FC236}">
                <a16:creationId xmlns:a16="http://schemas.microsoft.com/office/drawing/2014/main" id="{97195F4E-ECA7-41A9-AFF3-0C4DAD103DA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556D1499-3230-4098-85B2-D4CC7CA621F1}"/>
              </a:ext>
            </a:extLst>
          </p:cNvPr>
          <p:cNvSpPr>
            <a:spLocks noGrp="1"/>
          </p:cNvSpPr>
          <p:nvPr>
            <p:ph type="body" sz="quarter" idx="10" hasCustomPrompt="1"/>
            <p:custDataLst>
              <p:tags r:id="rId6"/>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2EA528-E9DC-55CC-7357-C060D83879D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84533206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1/4">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A8D6A48-EE20-4EB4-A234-9F3B16C02872}"/>
              </a:ext>
            </a:extLst>
          </p:cNvPr>
          <p:cNvGraphicFramePr>
            <a:graphicFrameLocks noChangeAspect="1"/>
          </p:cNvGraphicFramePr>
          <p:nvPr userDrawn="1">
            <p:custDataLst>
              <p:tags r:id="rId1"/>
            </p:custDataLst>
            <p:extLst>
              <p:ext uri="{D42A27DB-BD31-4B8C-83A1-F6EECF244321}">
                <p14:modId xmlns:p14="http://schemas.microsoft.com/office/powerpoint/2010/main" val="16790711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A8D6A48-EE20-4EB4-A234-9F3B16C02872}"/>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67C50C85-5FB9-4798-A8A4-1DA5B9F3ACC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3413760" y="0"/>
            <a:ext cx="8778240"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6647A441-8DE4-4236-BCC7-B694B2C59E00}"/>
              </a:ext>
            </a:extLst>
          </p:cNvPr>
          <p:cNvSpPr>
            <a:spLocks noGrp="1"/>
          </p:cNvSpPr>
          <p:nvPr>
            <p:ph type="title"/>
            <p:custDataLst>
              <p:tags r:id="rId4"/>
            </p:custDataLst>
          </p:nvPr>
        </p:nvSpPr>
        <p:spPr>
          <a:xfrm>
            <a:off x="554736" y="2744369"/>
            <a:ext cx="2514600" cy="769441"/>
          </a:xfrm>
        </p:spPr>
        <p:txBody>
          <a:bodyPr vert="horz" wrap="square" lIns="0" tIns="0" rIns="0" bIns="0" rtlCol="0" anchor="b" anchorCtr="0">
            <a:noAutofit/>
          </a:bodyPr>
          <a:lstStyle>
            <a:lvl1pPr rtl="0">
              <a:defRPr lang="en-US" dirty="0">
                <a:latin typeface="+mj-lt"/>
                <a:ea typeface="+mj-ea"/>
                <a:cs typeface="+mj-cs"/>
              </a:defRPr>
            </a:lvl1pPr>
          </a:lstStyle>
          <a:p>
            <a:pPr lvl="0"/>
            <a:r>
              <a:rPr lang="en-US"/>
              <a:t>Click to edit Master title style</a:t>
            </a:r>
          </a:p>
        </p:txBody>
      </p:sp>
      <p:sp>
        <p:nvSpPr>
          <p:cNvPr id="20" name="3. Subtitle">
            <a:extLst>
              <a:ext uri="{FF2B5EF4-FFF2-40B4-BE49-F238E27FC236}">
                <a16:creationId xmlns:a16="http://schemas.microsoft.com/office/drawing/2014/main" id="{A4DBA574-6D59-4DFD-82A7-9B1E9AEB906E}"/>
              </a:ext>
            </a:extLst>
          </p:cNvPr>
          <p:cNvSpPr>
            <a:spLocks noGrp="1"/>
          </p:cNvSpPr>
          <p:nvPr>
            <p:ph type="subTitle" idx="1"/>
            <p:custDataLst>
              <p:tags r:id="rId5"/>
            </p:custDataLst>
          </p:nvPr>
        </p:nvSpPr>
        <p:spPr>
          <a:xfrm>
            <a:off x="554736" y="3659644"/>
            <a:ext cx="2514600" cy="492443"/>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25B2DE14-9B3F-4199-B082-9FEB12CE57EA}"/>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96552B7E-7081-4EA8-9351-FE4C7216ADF2}"/>
              </a:ext>
            </a:extLst>
          </p:cNvPr>
          <p:cNvSpPr>
            <a:spLocks noGrp="1"/>
          </p:cNvSpPr>
          <p:nvPr>
            <p:ph type="body" sz="quarter" idx="10" hasCustomPrompt="1"/>
            <p:custDataLst>
              <p:tags r:id="rId7"/>
            </p:custDataLst>
          </p:nvPr>
        </p:nvSpPr>
        <p:spPr>
          <a:xfrm>
            <a:off x="554735" y="41597"/>
            <a:ext cx="2514601"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7" name="object 5">
            <a:extLst>
              <a:ext uri="{FF2B5EF4-FFF2-40B4-BE49-F238E27FC236}">
                <a16:creationId xmlns:a16="http://schemas.microsoft.com/office/drawing/2014/main" id="{705A587A-965F-5CD4-8EE6-0A517E8E1084}"/>
              </a:ext>
            </a:extLst>
          </p:cNvPr>
          <p:cNvPicPr/>
          <p:nvPr userDrawn="1"/>
        </p:nvPicPr>
        <p:blipFill>
          <a:blip r:embed="rId11" cstate="print"/>
          <a:stretch>
            <a:fillRect/>
          </a:stretch>
        </p:blipFill>
        <p:spPr>
          <a:xfrm>
            <a:off x="1" y="2650258"/>
            <a:ext cx="12191999" cy="4207742"/>
          </a:xfrm>
          <a:prstGeom prst="rect">
            <a:avLst/>
          </a:prstGeom>
        </p:spPr>
      </p:pic>
      <p:sp>
        <p:nvSpPr>
          <p:cNvPr id="5" name="Espaço Reservado para Número de Slide 5">
            <a:extLst>
              <a:ext uri="{FF2B5EF4-FFF2-40B4-BE49-F238E27FC236}">
                <a16:creationId xmlns:a16="http://schemas.microsoft.com/office/drawing/2014/main" id="{76C0D941-D9E3-E25B-15B0-59E36B83DF58}"/>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13" name="Picture 12" descr="A black background with white text and blue letters&#10;&#10;AI-generated content may be incorrect.">
            <a:extLst>
              <a:ext uri="{FF2B5EF4-FFF2-40B4-BE49-F238E27FC236}">
                <a16:creationId xmlns:a16="http://schemas.microsoft.com/office/drawing/2014/main" id="{CC3F0239-FCC2-DB71-6DEB-93D1462E8848}"/>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43821089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1/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EE6E84E-0DE7-4EEF-8932-BF42153B3B56}"/>
              </a:ext>
            </a:extLst>
          </p:cNvPr>
          <p:cNvGraphicFramePr>
            <a:graphicFrameLocks noChangeAspect="1"/>
          </p:cNvGraphicFramePr>
          <p:nvPr userDrawn="1">
            <p:custDataLst>
              <p:tags r:id="rId1"/>
            </p:custDataLst>
            <p:extLst>
              <p:ext uri="{D42A27DB-BD31-4B8C-83A1-F6EECF244321}">
                <p14:modId xmlns:p14="http://schemas.microsoft.com/office/powerpoint/2010/main" val="382861543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CEE6E84E-0DE7-4EEF-8932-BF42153B3B56}"/>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pic>
        <p:nvPicPr>
          <p:cNvPr id="7" name="object 5">
            <a:extLst>
              <a:ext uri="{FF2B5EF4-FFF2-40B4-BE49-F238E27FC236}">
                <a16:creationId xmlns:a16="http://schemas.microsoft.com/office/drawing/2014/main" id="{CD38B6BE-C47A-9B51-B39B-B95989767E23}"/>
              </a:ext>
            </a:extLst>
          </p:cNvPr>
          <p:cNvPicPr/>
          <p:nvPr userDrawn="1"/>
        </p:nvPicPr>
        <p:blipFill>
          <a:blip r:embed="rId11" cstate="print"/>
          <a:stretch>
            <a:fillRect/>
          </a:stretch>
        </p:blipFill>
        <p:spPr>
          <a:xfrm>
            <a:off x="1" y="2650258"/>
            <a:ext cx="12191999" cy="4207742"/>
          </a:xfrm>
          <a:prstGeom prst="rect">
            <a:avLst/>
          </a:prstGeom>
        </p:spPr>
      </p:pic>
      <p:sp>
        <p:nvSpPr>
          <p:cNvPr id="4" name="Rectangle 3" hidden="1">
            <a:extLst>
              <a:ext uri="{FF2B5EF4-FFF2-40B4-BE49-F238E27FC236}">
                <a16:creationId xmlns:a16="http://schemas.microsoft.com/office/drawing/2014/main" id="{29D2CA90-0144-4292-9526-98A508F53171}"/>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4364736" y="0"/>
            <a:ext cx="782726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4EF89F43-35C6-451B-BBE8-87D2B8B83F5E}"/>
              </a:ext>
            </a:extLst>
          </p:cNvPr>
          <p:cNvSpPr>
            <a:spLocks noGrp="1"/>
          </p:cNvSpPr>
          <p:nvPr>
            <p:ph type="title"/>
            <p:custDataLst>
              <p:tags r:id="rId4"/>
            </p:custDataLst>
          </p:nvPr>
        </p:nvSpPr>
        <p:spPr>
          <a:xfrm>
            <a:off x="554736" y="2744369"/>
            <a:ext cx="3465576" cy="769441"/>
          </a:xfrm>
          <a:prstGeom prst="rect">
            <a:avLst/>
          </a:prstGeom>
        </p:spPr>
        <p:txBody>
          <a:bodyPr vert="horz" wrap="square" lIns="0" tIns="0" rIns="0" bIns="0" rtlCol="0" anchor="b" anchorCtr="0">
            <a:noAutofit/>
          </a:bodyPr>
          <a:lstStyle>
            <a:lvl1pPr rtl="0">
              <a:defRPr lang="en-US" dirty="0">
                <a:latin typeface="+mj-lt"/>
                <a:ea typeface="+mj-ea"/>
                <a:cs typeface="+mj-cs"/>
              </a:defRPr>
            </a:lvl1pPr>
          </a:lstStyle>
          <a:p>
            <a:pPr lvl="0"/>
            <a:r>
              <a:rPr lang="en-US"/>
              <a:t>Click to edit Master title style</a:t>
            </a:r>
          </a:p>
        </p:txBody>
      </p:sp>
      <p:sp>
        <p:nvSpPr>
          <p:cNvPr id="20" name="3. Subtitle">
            <a:extLst>
              <a:ext uri="{FF2B5EF4-FFF2-40B4-BE49-F238E27FC236}">
                <a16:creationId xmlns:a16="http://schemas.microsoft.com/office/drawing/2014/main" id="{9F06A69A-B095-4159-932B-3658DD253FDF}"/>
              </a:ext>
            </a:extLst>
          </p:cNvPr>
          <p:cNvSpPr>
            <a:spLocks noGrp="1"/>
          </p:cNvSpPr>
          <p:nvPr>
            <p:ph type="subTitle" idx="1"/>
            <p:custDataLst>
              <p:tags r:id="rId5"/>
            </p:custDataLst>
          </p:nvPr>
        </p:nvSpPr>
        <p:spPr>
          <a:xfrm>
            <a:off x="554735" y="3659644"/>
            <a:ext cx="3465575"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DA204BE1-D5C8-4D03-9090-21D41FEC78E0}"/>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79C07342-0520-417C-B878-54C94CBD8539}"/>
              </a:ext>
            </a:extLst>
          </p:cNvPr>
          <p:cNvSpPr>
            <a:spLocks noGrp="1"/>
          </p:cNvSpPr>
          <p:nvPr>
            <p:ph type="body" sz="quarter" idx="10" hasCustomPrompt="1"/>
            <p:custDataLst>
              <p:tags r:id="rId7"/>
            </p:custDataLst>
          </p:nvPr>
        </p:nvSpPr>
        <p:spPr>
          <a:xfrm>
            <a:off x="554735" y="41597"/>
            <a:ext cx="3465577"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9" name="Espaço Reservado para Número de Slide 5">
            <a:extLst>
              <a:ext uri="{FF2B5EF4-FFF2-40B4-BE49-F238E27FC236}">
                <a16:creationId xmlns:a16="http://schemas.microsoft.com/office/drawing/2014/main" id="{BEFA08DA-226C-819C-5F34-30AE7B2EE9B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13" name="Picture 12" descr="A black background with white text and blue letters&#10;&#10;AI-generated content may be incorrect.">
            <a:extLst>
              <a:ext uri="{FF2B5EF4-FFF2-40B4-BE49-F238E27FC236}">
                <a16:creationId xmlns:a16="http://schemas.microsoft.com/office/drawing/2014/main" id="{9A01CBCD-124C-D0B9-A194-72124C6CFD31}"/>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99862520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1/2">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32029344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725BD87-3C3D-45F6-BBCF-F06FD867659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6092952" y="0"/>
            <a:ext cx="609904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5065776" cy="731520"/>
          </a:xfrm>
        </p:spPr>
        <p:txBody>
          <a:bodyPr vert="horz"/>
          <a:lstStyle>
            <a:lvl1pPr rtl="0">
              <a:defRPr>
                <a:latin typeface="+mj-lt"/>
                <a:ea typeface="+mj-ea"/>
                <a:cs typeface="+mj-cs"/>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50657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E9BE4D1E-183A-499B-BFC7-798294EB7AE9}"/>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6" name="object 5">
            <a:extLst>
              <a:ext uri="{FF2B5EF4-FFF2-40B4-BE49-F238E27FC236}">
                <a16:creationId xmlns:a16="http://schemas.microsoft.com/office/drawing/2014/main" id="{6833EC5E-5694-F1CD-D491-2DC75AB26985}"/>
              </a:ext>
            </a:extLst>
          </p:cNvPr>
          <p:cNvPicPr/>
          <p:nvPr userDrawn="1"/>
        </p:nvPicPr>
        <p:blipFill>
          <a:blip r:embed="rId11"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5838A663-69BD-F283-AB31-5AFA07296B86}"/>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13" name="Picture 12" descr="A black background with white text and blue letters&#10;&#10;AI-generated content may be incorrect.">
            <a:extLst>
              <a:ext uri="{FF2B5EF4-FFF2-40B4-BE49-F238E27FC236}">
                <a16:creationId xmlns:a16="http://schemas.microsoft.com/office/drawing/2014/main" id="{FE1A18AA-3418-5E4D-D346-9694055EA7B9}"/>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280043324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extLst>
              <p:ext uri="{D42A27DB-BD31-4B8C-83A1-F6EECF244321}">
                <p14:modId xmlns:p14="http://schemas.microsoft.com/office/powerpoint/2010/main" val="29477141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72" imgH="588" progId="TCLayout.ActiveDocument.1">
                  <p:embed/>
                </p:oleObj>
              </mc:Choice>
              <mc:Fallback>
                <p:oleObj name="think-cell Slide" r:id="rId9"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2D668F04-7049-40BA-8D63-D8BBB6921318}"/>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9" name="2. Slide Title">
            <a:extLst>
              <a:ext uri="{FF2B5EF4-FFF2-40B4-BE49-F238E27FC236}">
                <a16:creationId xmlns:a16="http://schemas.microsoft.com/office/drawing/2014/main" id="{0415F114-7B0E-43F2-8881-F0D9FB2A643B}"/>
              </a:ext>
            </a:extLst>
          </p:cNvPr>
          <p:cNvSpPr>
            <a:spLocks noGrp="1"/>
          </p:cNvSpPr>
          <p:nvPr>
            <p:ph type="title"/>
            <p:custDataLst>
              <p:tags r:id="rId3"/>
            </p:custDataLst>
          </p:nvPr>
        </p:nvSpPr>
        <p:spPr>
          <a:xfrm>
            <a:off x="554736" y="172212"/>
            <a:ext cx="6967728" cy="731520"/>
          </a:xfrm>
        </p:spPr>
        <p:txBody>
          <a:bodyPr vert="horz"/>
          <a:lstStyle>
            <a:lvl1pPr rtl="0">
              <a:defRPr>
                <a:latin typeface="+mj-lt"/>
                <a:ea typeface="+mj-ea"/>
                <a:cs typeface="+mj-cs"/>
              </a:defRPr>
            </a:lvl1pPr>
          </a:lstStyle>
          <a:p>
            <a:r>
              <a:rPr lang="en-US"/>
              <a:t>Click to edit Master title style</a:t>
            </a: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4"/>
            </p:custDataLst>
          </p:nvPr>
        </p:nvSpPr>
        <p:spPr bwMode="ltGray">
          <a:xfrm>
            <a:off x="7830312" y="0"/>
            <a:ext cx="436168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20" name="3. Subtitle">
            <a:extLst>
              <a:ext uri="{FF2B5EF4-FFF2-40B4-BE49-F238E27FC236}">
                <a16:creationId xmlns:a16="http://schemas.microsoft.com/office/drawing/2014/main" id="{712BED6B-950C-4FB8-AEE1-14FA61D013FF}"/>
              </a:ext>
            </a:extLst>
          </p:cNvPr>
          <p:cNvSpPr>
            <a:spLocks noGrp="1"/>
          </p:cNvSpPr>
          <p:nvPr>
            <p:ph type="subTitle" idx="1"/>
            <p:custDataLst>
              <p:tags r:id="rId5"/>
            </p:custDataLst>
          </p:nvPr>
        </p:nvSpPr>
        <p:spPr>
          <a:xfrm>
            <a:off x="554736" y="919250"/>
            <a:ext cx="6967728"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6"/>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tx1"/>
                </a:solidFill>
                <a:latin typeface="+mn-lt"/>
                <a:ea typeface="+mn-ea"/>
                <a:cs typeface="+mn-cs"/>
              </a:rPr>
              <a:t>Source: …</a:t>
            </a:r>
          </a:p>
        </p:txBody>
      </p:sp>
      <p:sp>
        <p:nvSpPr>
          <p:cNvPr id="10" name="1. On-page tracker">
            <a:extLst>
              <a:ext uri="{FF2B5EF4-FFF2-40B4-BE49-F238E27FC236}">
                <a16:creationId xmlns:a16="http://schemas.microsoft.com/office/drawing/2014/main" id="{7C393009-0681-4A8F-A1E9-19E10A949DCD}"/>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6" name="object 5">
            <a:extLst>
              <a:ext uri="{FF2B5EF4-FFF2-40B4-BE49-F238E27FC236}">
                <a16:creationId xmlns:a16="http://schemas.microsoft.com/office/drawing/2014/main" id="{DC10B607-1117-8BC2-1D9D-56F6F4C11148}"/>
              </a:ext>
            </a:extLst>
          </p:cNvPr>
          <p:cNvPicPr/>
          <p:nvPr userDrawn="1"/>
        </p:nvPicPr>
        <p:blipFill>
          <a:blip r:embed="rId11"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CE308215-6390-10D4-FD16-60656A5DF7D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13" name="Picture 12" descr="A black background with white text and blue letters&#10;&#10;AI-generated content may be incorrect.">
            <a:extLst>
              <a:ext uri="{FF2B5EF4-FFF2-40B4-BE49-F238E27FC236}">
                <a16:creationId xmlns:a16="http://schemas.microsoft.com/office/drawing/2014/main" id="{76F14374-695E-FED1-3289-5A9FCB2360E2}"/>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77095636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3/4 ">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34295837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50854476-2923-4515-A585-4477FF86118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23" name="RectangleLight">
            <a:extLst>
              <a:ext uri="{FF2B5EF4-FFF2-40B4-BE49-F238E27FC236}">
                <a16:creationId xmlns:a16="http://schemas.microsoft.com/office/drawing/2014/main" id="{A80E2F68-4ED6-42EF-9858-2FE4B1382825}"/>
              </a:ext>
            </a:extLst>
          </p:cNvPr>
          <p:cNvSpPr/>
          <p:nvPr userDrawn="1">
            <p:custDataLst>
              <p:tags r:id="rId3"/>
            </p:custDataLst>
          </p:nvPr>
        </p:nvSpPr>
        <p:spPr bwMode="ltGray">
          <a:xfrm>
            <a:off x="8781416" y="0"/>
            <a:ext cx="341058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noProof="0">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7918704" cy="731520"/>
          </a:xfrm>
        </p:spPr>
        <p:txBody>
          <a:bodyPr vert="horz"/>
          <a:lstStyle>
            <a:lvl1pPr rtl="0">
              <a:defRPr>
                <a:latin typeface="+mj-lt"/>
                <a:ea typeface="+mj-ea"/>
                <a:cs typeface="+mj-cs"/>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7918704" cy="246221"/>
          </a:xfrm>
          <a:prstGeom prst="rect">
            <a:avLst/>
          </a:prstGeom>
        </p:spPr>
        <p:txBody>
          <a:bodyPr wrap="square">
            <a:spAutoFit/>
          </a:bodyPr>
          <a:lstStyle>
            <a:lvl1pPr marL="0" indent="0" algn="l" rtl="0">
              <a:buNone/>
              <a:defRPr sz="1600" b="0" u="none"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chemeClr val="tx1"/>
                </a:solidFill>
                <a:effectLst/>
                <a:uLnTx/>
                <a:uFillTx/>
                <a:latin typeface="+mn-lt"/>
                <a:ea typeface="+mn-ea"/>
                <a:cs typeface="+mn-cs"/>
              </a:rPr>
              <a:t>Source: …</a:t>
            </a:r>
          </a:p>
        </p:txBody>
      </p:sp>
      <p:sp>
        <p:nvSpPr>
          <p:cNvPr id="10" name="1. On-page tracker">
            <a:extLst>
              <a:ext uri="{FF2B5EF4-FFF2-40B4-BE49-F238E27FC236}">
                <a16:creationId xmlns:a16="http://schemas.microsoft.com/office/drawing/2014/main" id="{DEC2F904-C5C8-4B39-9C46-6CA56144D86A}"/>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6" name="object 5">
            <a:extLst>
              <a:ext uri="{FF2B5EF4-FFF2-40B4-BE49-F238E27FC236}">
                <a16:creationId xmlns:a16="http://schemas.microsoft.com/office/drawing/2014/main" id="{18FDA969-0108-9A50-B3FB-5A269131EEDA}"/>
              </a:ext>
            </a:extLst>
          </p:cNvPr>
          <p:cNvPicPr/>
          <p:nvPr userDrawn="1"/>
        </p:nvPicPr>
        <p:blipFill>
          <a:blip r:embed="rId11"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7BFEFE21-A723-781E-6575-D08106AEEA4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12" name="Picture 11" descr="A black background with white text and blue letters&#10;&#10;AI-generated content may be incorrect.">
            <a:extLst>
              <a:ext uri="{FF2B5EF4-FFF2-40B4-BE49-F238E27FC236}">
                <a16:creationId xmlns:a16="http://schemas.microsoft.com/office/drawing/2014/main" id="{2A17DB5B-8BA8-AD64-1318-BA9CD8F9DAB5}"/>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01266116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3-lin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648A5D5-75B9-4F02-A4CB-B3C65A9BF2CE}"/>
              </a:ext>
            </a:extLst>
          </p:cNvPr>
          <p:cNvGraphicFramePr>
            <a:graphicFrameLocks noChangeAspect="1"/>
          </p:cNvGraphicFramePr>
          <p:nvPr userDrawn="1">
            <p:custDataLst>
              <p:tags r:id="rId1"/>
            </p:custDataLst>
            <p:extLst>
              <p:ext uri="{D42A27DB-BD31-4B8C-83A1-F6EECF244321}">
                <p14:modId xmlns:p14="http://schemas.microsoft.com/office/powerpoint/2010/main" val="243619710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C648A5D5-75B9-4F02-A4CB-B3C65A9BF2CE}"/>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A58AAF75-30DC-408A-933A-149F2D14D18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4" name="2. Slide Title">
            <a:extLst>
              <a:ext uri="{FF2B5EF4-FFF2-40B4-BE49-F238E27FC236}">
                <a16:creationId xmlns:a16="http://schemas.microsoft.com/office/drawing/2014/main" id="{6C3D89FC-A4B9-4683-B64F-B0644150274F}"/>
              </a:ext>
            </a:extLst>
          </p:cNvPr>
          <p:cNvSpPr>
            <a:spLocks noGrp="1"/>
          </p:cNvSpPr>
          <p:nvPr>
            <p:ph type="title"/>
            <p:custDataLst>
              <p:tags r:id="rId3"/>
            </p:custDataLst>
          </p:nvPr>
        </p:nvSpPr>
        <p:spPr>
          <a:xfrm>
            <a:off x="554736" y="944612"/>
            <a:ext cx="11082528" cy="384721"/>
          </a:xfrm>
        </p:spPr>
        <p:txBody>
          <a:bodyPr vert="horz">
            <a:spAutoFit/>
          </a:bodyPr>
          <a:lstStyle>
            <a:lvl1pPr rtl="0">
              <a:defRPr>
                <a:latin typeface="+mj-lt"/>
                <a:ea typeface="+mj-ea"/>
                <a:cs typeface="+mj-cs"/>
              </a:defRPr>
            </a:lvl1pPr>
          </a:lstStyle>
          <a:p>
            <a:r>
              <a:rPr lang="en-US"/>
              <a:t>Click to edit Master title style</a:t>
            </a:r>
          </a:p>
        </p:txBody>
      </p:sp>
      <p:sp>
        <p:nvSpPr>
          <p:cNvPr id="10" name="5. Source" hidden="1">
            <a:extLst>
              <a:ext uri="{FF2B5EF4-FFF2-40B4-BE49-F238E27FC236}">
                <a16:creationId xmlns:a16="http://schemas.microsoft.com/office/drawing/2014/main" id="{81E2484B-3E40-408C-A350-5EB40C8A09F0}"/>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8" name="1. On-page tracker">
            <a:extLst>
              <a:ext uri="{FF2B5EF4-FFF2-40B4-BE49-F238E27FC236}">
                <a16:creationId xmlns:a16="http://schemas.microsoft.com/office/drawing/2014/main" id="{931AA88E-24E2-4493-A340-98EE8666A3B2}"/>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7" name="object 5">
            <a:extLst>
              <a:ext uri="{FF2B5EF4-FFF2-40B4-BE49-F238E27FC236}">
                <a16:creationId xmlns:a16="http://schemas.microsoft.com/office/drawing/2014/main" id="{8606657B-8250-77CB-3903-7A85974B1012}"/>
              </a:ext>
            </a:extLst>
          </p:cNvPr>
          <p:cNvPicPr/>
          <p:nvPr userDrawn="1"/>
        </p:nvPicPr>
        <p:blipFill>
          <a:blip r:embed="rId9" cstate="print"/>
          <a:stretch>
            <a:fillRect/>
          </a:stretch>
        </p:blipFill>
        <p:spPr>
          <a:xfrm>
            <a:off x="1" y="2650255"/>
            <a:ext cx="12191999" cy="4207742"/>
          </a:xfrm>
          <a:prstGeom prst="rect">
            <a:avLst/>
          </a:prstGeom>
        </p:spPr>
      </p:pic>
      <p:sp>
        <p:nvSpPr>
          <p:cNvPr id="6" name="Espaço Reservado para Número de Slide 5">
            <a:extLst>
              <a:ext uri="{FF2B5EF4-FFF2-40B4-BE49-F238E27FC236}">
                <a16:creationId xmlns:a16="http://schemas.microsoft.com/office/drawing/2014/main" id="{087BA578-5925-A171-4F3E-DC7BE87E3C6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13" name="Picture 12" descr="A black background with white text and blue letters&#10;&#10;AI-generated content may be incorrect.">
            <a:extLst>
              <a:ext uri="{FF2B5EF4-FFF2-40B4-BE49-F238E27FC236}">
                <a16:creationId xmlns:a16="http://schemas.microsoft.com/office/drawing/2014/main" id="{00906BC5-745E-8AB0-56CB-ACC3DECC8273}"/>
              </a:ext>
            </a:extLst>
          </p:cNvPr>
          <p:cNvPicPr>
            <a:picLocks noChangeAspect="1"/>
          </p:cNvPicPr>
          <p:nvPr userDrawn="1"/>
        </p:nvPicPr>
        <p:blipFill>
          <a:blip r:embed="rId10">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419781551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Custom">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20E9A7C-FB74-480B-8212-8CE5C1AF5D1B}"/>
              </a:ext>
            </a:extLst>
          </p:cNvPr>
          <p:cNvGraphicFramePr>
            <a:graphicFrameLocks noChangeAspect="1"/>
          </p:cNvGraphicFramePr>
          <p:nvPr userDrawn="1">
            <p:custDataLst>
              <p:tags r:id="rId1"/>
            </p:custDataLst>
            <p:extLst>
              <p:ext uri="{D42A27DB-BD31-4B8C-83A1-F6EECF244321}">
                <p14:modId xmlns:p14="http://schemas.microsoft.com/office/powerpoint/2010/main" val="261692696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92" imgH="591" progId="TCLayout.ActiveDocument.1">
                  <p:embed/>
                </p:oleObj>
              </mc:Choice>
              <mc:Fallback>
                <p:oleObj name="think-cell Slide" r:id="rId5" imgW="592" imgH="591" progId="TCLayout.ActiveDocument.1">
                  <p:embed/>
                  <p:pic>
                    <p:nvPicPr>
                      <p:cNvPr id="2" name="Object 1" hidden="1">
                        <a:extLst>
                          <a:ext uri="{FF2B5EF4-FFF2-40B4-BE49-F238E27FC236}">
                            <a16:creationId xmlns:a16="http://schemas.microsoft.com/office/drawing/2014/main" id="{220E9A7C-FB74-480B-8212-8CE5C1AF5D1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5. Source" hidden="1">
            <a:extLst>
              <a:ext uri="{FF2B5EF4-FFF2-40B4-BE49-F238E27FC236}">
                <a16:creationId xmlns:a16="http://schemas.microsoft.com/office/drawing/2014/main" id="{09F9A864-CDB7-4063-BBF8-591908AA18D0}"/>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8" name="1. On-page tracker">
            <a:extLst>
              <a:ext uri="{FF2B5EF4-FFF2-40B4-BE49-F238E27FC236}">
                <a16:creationId xmlns:a16="http://schemas.microsoft.com/office/drawing/2014/main" id="{BD5E1493-E8EF-4031-B447-85DA0B418111}"/>
              </a:ext>
            </a:extLst>
          </p:cNvPr>
          <p:cNvSpPr>
            <a:spLocks noGrp="1"/>
          </p:cNvSpPr>
          <p:nvPr>
            <p:ph type="body" sz="quarter" idx="10" hasCustomPrompt="1"/>
            <p:custDataLst>
              <p:tags r:id="rId3"/>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4" name="object 5">
            <a:extLst>
              <a:ext uri="{FF2B5EF4-FFF2-40B4-BE49-F238E27FC236}">
                <a16:creationId xmlns:a16="http://schemas.microsoft.com/office/drawing/2014/main" id="{302CA7A7-AB0F-C274-D915-1713B5812D10}"/>
              </a:ext>
            </a:extLst>
          </p:cNvPr>
          <p:cNvPicPr/>
          <p:nvPr userDrawn="1"/>
        </p:nvPicPr>
        <p:blipFill>
          <a:blip r:embed="rId7"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53C53AD5-9C2C-E230-046D-A0AB49C59469}"/>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3" name="Picture 2" descr="A black background with white text and blue letters&#10;&#10;AI-generated content may be incorrect.">
            <a:extLst>
              <a:ext uri="{FF2B5EF4-FFF2-40B4-BE49-F238E27FC236}">
                <a16:creationId xmlns:a16="http://schemas.microsoft.com/office/drawing/2014/main" id="{5C4E1891-4E77-73C9-36EE-E52B79F8CF22}"/>
              </a:ext>
            </a:extLst>
          </p:cNvPr>
          <p:cNvPicPr>
            <a:picLocks noChangeAspect="1"/>
          </p:cNvPicPr>
          <p:nvPr userDrawn="1"/>
        </p:nvPicPr>
        <p:blipFill>
          <a:blip r:embed="rId8">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88606076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End">
    <p:spTree>
      <p:nvGrpSpPr>
        <p:cNvPr id="1" name=""/>
        <p:cNvGrpSpPr/>
        <p:nvPr/>
      </p:nvGrpSpPr>
      <p:grpSpPr>
        <a:xfrm>
          <a:off x="0" y="0"/>
          <a:ext cx="0" cy="0"/>
          <a:chOff x="0" y="0"/>
          <a:chExt cx="0" cy="0"/>
        </a:xfrm>
      </p:grpSpPr>
      <p:pic>
        <p:nvPicPr>
          <p:cNvPr id="4" name="object 5">
            <a:extLst>
              <a:ext uri="{FF2B5EF4-FFF2-40B4-BE49-F238E27FC236}">
                <a16:creationId xmlns:a16="http://schemas.microsoft.com/office/drawing/2014/main" id="{9E891BC5-32DA-9208-692C-50E75CC5010E}"/>
              </a:ext>
            </a:extLst>
          </p:cNvPr>
          <p:cNvPicPr/>
          <p:nvPr userDrawn="1"/>
        </p:nvPicPr>
        <p:blipFill>
          <a:blip r:embed="rId4" cstate="print"/>
          <a:stretch>
            <a:fillRect/>
          </a:stretch>
        </p:blipFill>
        <p:spPr>
          <a:xfrm>
            <a:off x="0" y="2650255"/>
            <a:ext cx="12191999" cy="4207742"/>
          </a:xfrm>
          <a:prstGeom prst="rect">
            <a:avLst/>
          </a:prstGeom>
        </p:spPr>
      </p:pic>
      <p:graphicFrame>
        <p:nvGraphicFramePr>
          <p:cNvPr id="2" name="Object 1" hidden="1">
            <a:extLst>
              <a:ext uri="{FF2B5EF4-FFF2-40B4-BE49-F238E27FC236}">
                <a16:creationId xmlns:a16="http://schemas.microsoft.com/office/drawing/2014/main" id="{A954CCC1-5027-4384-BFF6-B54153C697A8}"/>
              </a:ext>
            </a:extLst>
          </p:cNvPr>
          <p:cNvGraphicFramePr>
            <a:graphicFrameLocks noChangeAspect="1"/>
          </p:cNvGraphicFramePr>
          <p:nvPr userDrawn="1">
            <p:custDataLst>
              <p:tags r:id="rId1"/>
            </p:custDataLst>
            <p:extLst>
              <p:ext uri="{D42A27DB-BD31-4B8C-83A1-F6EECF244321}">
                <p14:modId xmlns:p14="http://schemas.microsoft.com/office/powerpoint/2010/main" val="254130265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92" imgH="591" progId="TCLayout.ActiveDocument.1">
                  <p:embed/>
                </p:oleObj>
              </mc:Choice>
              <mc:Fallback>
                <p:oleObj name="think-cell Slide" r:id="rId5" imgW="592" imgH="591" progId="TCLayout.ActiveDocument.1">
                  <p:embed/>
                  <p:pic>
                    <p:nvPicPr>
                      <p:cNvPr id="2" name="Object 1" hidden="1">
                        <a:extLst>
                          <a:ext uri="{FF2B5EF4-FFF2-40B4-BE49-F238E27FC236}">
                            <a16:creationId xmlns:a16="http://schemas.microsoft.com/office/drawing/2014/main" id="{A954CCC1-5027-4384-BFF6-B54153C697A8}"/>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8" name="5. Source" hidden="1">
            <a:extLst>
              <a:ext uri="{FF2B5EF4-FFF2-40B4-BE49-F238E27FC236}">
                <a16:creationId xmlns:a16="http://schemas.microsoft.com/office/drawing/2014/main" id="{330AE89A-7771-4A6E-A02D-893DCB66C876}"/>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5" name="Espaço Reservado para Número de Slide 5">
            <a:extLst>
              <a:ext uri="{FF2B5EF4-FFF2-40B4-BE49-F238E27FC236}">
                <a16:creationId xmlns:a16="http://schemas.microsoft.com/office/drawing/2014/main" id="{36FD2FB0-CF6D-3624-4B8D-E3F185237450}"/>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10" name="Picture 9" descr="A black background with white text and blue letters&#10;&#10;AI-generated content may be incorrect.">
            <a:extLst>
              <a:ext uri="{FF2B5EF4-FFF2-40B4-BE49-F238E27FC236}">
                <a16:creationId xmlns:a16="http://schemas.microsoft.com/office/drawing/2014/main" id="{C314CAFA-352B-F8E9-6ABD-EEF557EEA3B5}"/>
              </a:ext>
            </a:extLst>
          </p:cNvPr>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pic>
        <p:nvPicPr>
          <p:cNvPr id="11" name="Picture 10" descr="A black background with white text and blue letters&#10;&#10;AI-generated content may be incorrect.">
            <a:extLst>
              <a:ext uri="{FF2B5EF4-FFF2-40B4-BE49-F238E27FC236}">
                <a16:creationId xmlns:a16="http://schemas.microsoft.com/office/drawing/2014/main" id="{451F255F-3F17-4191-B72F-A30181F51CA1}"/>
              </a:ext>
            </a:extLst>
          </p:cNvPr>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a:off x="3698607" y="2453245"/>
            <a:ext cx="4794786" cy="1686955"/>
          </a:xfrm>
          <a:prstGeom prst="rect">
            <a:avLst/>
          </a:prstGeom>
        </p:spPr>
      </p:pic>
    </p:spTree>
    <p:extLst>
      <p:ext uri="{BB962C8B-B14F-4D97-AF65-F5344CB8AC3E}">
        <p14:creationId xmlns:p14="http://schemas.microsoft.com/office/powerpoint/2010/main" val="391456101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A502E44C-4A5D-C0C2-E6A7-70CDF31CEF95}"/>
              </a:ext>
            </a:extLst>
          </p:cNvPr>
          <p:cNvGraphicFramePr>
            <a:graphicFrameLocks noChangeAspect="1"/>
          </p:cNvGraphicFramePr>
          <p:nvPr userDrawn="1">
            <p:custDataLst>
              <p:tags r:id="rId1"/>
            </p:custDataLst>
            <p:extLst>
              <p:ext uri="{D42A27DB-BD31-4B8C-83A1-F6EECF244321}">
                <p14:modId xmlns:p14="http://schemas.microsoft.com/office/powerpoint/2010/main" val="41225739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47" imgH="348" progId="TCLayout.ActiveDocument.1">
                  <p:embed/>
                </p:oleObj>
              </mc:Choice>
              <mc:Fallback>
                <p:oleObj name="think-cell Slide" r:id="rId3" imgW="347" imgH="348" progId="TCLayout.ActiveDocument.1">
                  <p:embed/>
                  <p:pic>
                    <p:nvPicPr>
                      <p:cNvPr id="7" name="think-cell data - do not delete" hidden="1">
                        <a:extLst>
                          <a:ext uri="{FF2B5EF4-FFF2-40B4-BE49-F238E27FC236}">
                            <a16:creationId xmlns:a16="http://schemas.microsoft.com/office/drawing/2014/main" id="{A502E44C-4A5D-C0C2-E6A7-70CDF31CEF9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Holder 2"/>
          <p:cNvSpPr>
            <a:spLocks noGrp="1"/>
          </p:cNvSpPr>
          <p:nvPr>
            <p:ph type="title"/>
          </p:nvPr>
        </p:nvSpPr>
        <p:spPr/>
        <p:txBody>
          <a:bodyPr lIns="0" tIns="0" rIns="0" bIns="0"/>
          <a:lstStyle>
            <a:lvl1pPr rtl="0">
              <a:defRPr sz="2400" b="1" i="0">
                <a:solidFill>
                  <a:srgbClr val="2C3846"/>
                </a:solidFill>
                <a:latin typeface="Arial"/>
                <a:cs typeface="Arial"/>
              </a:defRPr>
            </a:lvl1pPr>
          </a:lstStyle>
          <a:p>
            <a:endParaRPr lang="en-US"/>
          </a:p>
        </p:txBody>
      </p:sp>
      <p:sp>
        <p:nvSpPr>
          <p:cNvPr id="3" name="Holder 3"/>
          <p:cNvSpPr>
            <a:spLocks noGrp="1"/>
          </p:cNvSpPr>
          <p:nvPr>
            <p:ph type="body" idx="1"/>
          </p:nvPr>
        </p:nvSpPr>
        <p:spPr>
          <a:xfrm>
            <a:off x="554736" y="2170800"/>
            <a:ext cx="2484655" cy="169277"/>
          </a:xfrm>
        </p:spPr>
        <p:txBody>
          <a:bodyPr lIns="0" tIns="0" rIns="0" bIns="0"/>
          <a:lstStyle>
            <a:lvl1pPr rtl="0">
              <a:defRPr sz="1100" b="0" i="0">
                <a:solidFill>
                  <a:srgbClr val="2C3846"/>
                </a:solidFill>
                <a:latin typeface="Arial"/>
                <a:cs typeface="Arial"/>
              </a:defRPr>
            </a:lvl1pPr>
          </a:lstStyle>
          <a:p>
            <a:endParaRPr lang="en-US"/>
          </a:p>
        </p:txBody>
      </p:sp>
      <p:sp>
        <p:nvSpPr>
          <p:cNvPr id="4" name="Holder 4"/>
          <p:cNvSpPr>
            <a:spLocks noGrp="1"/>
          </p:cNvSpPr>
          <p:nvPr>
            <p:ph type="ftr" sz="quarter" idx="5"/>
          </p:nvPr>
        </p:nvSpPr>
        <p:spPr/>
        <p:txBody>
          <a:bodyPr lIns="0" tIns="0" rIns="0" bIns="0"/>
          <a:lstStyle>
            <a:lvl1pPr algn="ctr" rtl="0">
              <a:defRPr>
                <a:solidFill>
                  <a:schemeClr val="tx1">
                    <a:tint val="75000"/>
                  </a:schemeClr>
                </a:solidFill>
              </a:defRPr>
            </a:lvl1pPr>
          </a:lstStyle>
          <a:p>
            <a:endParaRPr lang="en-US"/>
          </a:p>
        </p:txBody>
      </p:sp>
      <p:sp>
        <p:nvSpPr>
          <p:cNvPr id="5" name="Holder 5"/>
          <p:cNvSpPr>
            <a:spLocks noGrp="1"/>
          </p:cNvSpPr>
          <p:nvPr>
            <p:ph type="dt" sz="half" idx="6"/>
          </p:nvPr>
        </p:nvSpPr>
        <p:spPr/>
        <p:txBody>
          <a:bodyPr lIns="0" tIns="0" rIns="0" bIns="0"/>
          <a:lstStyle>
            <a:lvl1pPr algn="l" rtl="0">
              <a:defRPr>
                <a:solidFill>
                  <a:schemeClr val="tx1">
                    <a:tint val="75000"/>
                  </a:schemeClr>
                </a:solidFill>
              </a:defRPr>
            </a:lvl1pPr>
          </a:lstStyle>
          <a:p>
            <a:fld id="{F0CF66F9-0B7E-4BDC-9CDF-64289B9A3793}" type="datetime1">
              <a:rPr lang="en-US" smtClean="0"/>
              <a:t>11/29/2025</a:t>
            </a:fld>
            <a:endParaRPr lang="en-US"/>
          </a:p>
        </p:txBody>
      </p:sp>
      <p:sp>
        <p:nvSpPr>
          <p:cNvPr id="8" name="Espaço Reservado para Número de Slide 5">
            <a:extLst>
              <a:ext uri="{FF2B5EF4-FFF2-40B4-BE49-F238E27FC236}">
                <a16:creationId xmlns:a16="http://schemas.microsoft.com/office/drawing/2014/main" id="{DDB8157B-F805-9FE0-AD7C-6EDE32848816}"/>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99154952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6AA17F-F8C4-4C64-98D7-0AB83132B659}"/>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0B524468-C44C-431C-B64F-F4D978F974C8}"/>
              </a:ext>
            </a:extLst>
          </p:cNvPr>
          <p:cNvSpPr>
            <a:spLocks noGrp="1"/>
          </p:cNvSpPr>
          <p:nvPr>
            <p:ph type="dt" sz="half" idx="10"/>
          </p:nvPr>
        </p:nvSpPr>
        <p:spPr/>
        <p:txBody>
          <a:bodyPr/>
          <a:lstStyle/>
          <a:p>
            <a:fld id="{C7A6E53F-C582-4FDE-B47D-5607ACD4F763}" type="datetime1">
              <a:rPr lang="en-US" smtClean="0"/>
              <a:t>11/29/2025</a:t>
            </a:fld>
            <a:endParaRPr lang="en-US"/>
          </a:p>
        </p:txBody>
      </p:sp>
      <p:sp>
        <p:nvSpPr>
          <p:cNvPr id="4" name="Footer Placeholder 3">
            <a:extLst>
              <a:ext uri="{FF2B5EF4-FFF2-40B4-BE49-F238E27FC236}">
                <a16:creationId xmlns:a16="http://schemas.microsoft.com/office/drawing/2014/main" id="{834DDD01-DA6A-4E13-A6F3-1AC3E59E6459}"/>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6318434D-48F0-4F18-A368-A5DF8F609DAA}"/>
              </a:ext>
            </a:extLst>
          </p:cNvPr>
          <p:cNvSpPr>
            <a:spLocks noGrp="1"/>
          </p:cNvSpPr>
          <p:nvPr>
            <p:ph type="sldNum" sz="quarter" idx="12"/>
          </p:nvPr>
        </p:nvSpPr>
        <p:spPr/>
        <p:txBody>
          <a:bodyPr/>
          <a:lstStyle/>
          <a:p>
            <a:fld id="{FE8D4F85-EA82-44F5-B686-DA5003CEBF5E}" type="slidenum">
              <a:rPr lang="en-US" smtClean="0"/>
              <a:t>‹#›</a:t>
            </a:fld>
            <a:endParaRPr lang="en-US"/>
          </a:p>
        </p:txBody>
      </p:sp>
    </p:spTree>
    <p:extLst>
      <p:ext uri="{BB962C8B-B14F-4D97-AF65-F5344CB8AC3E}">
        <p14:creationId xmlns:p14="http://schemas.microsoft.com/office/powerpoint/2010/main" val="45011031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_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403659594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F741700-5035-4E61-A4AC-1B3C7AE220D5}"/>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82372"/>
            <a:ext cx="11082528" cy="731520"/>
          </a:xfrm>
        </p:spPr>
        <p:txBody>
          <a:bodyPr vert="horz"/>
          <a:lstStyle>
            <a:lvl1pPr>
              <a:defRPr>
                <a:solidFill>
                  <a:schemeClr val="tx2"/>
                </a:solidFill>
              </a:defRPr>
            </a:lvl1pPr>
          </a:lstStyle>
          <a:p>
            <a:r>
              <a:rPr lang="en-US"/>
              <a:t>Click to edit Master title style</a:t>
            </a:r>
          </a:p>
        </p:txBody>
      </p:sp>
      <p:sp>
        <p:nvSpPr>
          <p:cNvPr id="9" name="Slide Number">
            <a:extLst>
              <a:ext uri="{FF2B5EF4-FFF2-40B4-BE49-F238E27FC236}">
                <a16:creationId xmlns:a16="http://schemas.microsoft.com/office/drawing/2014/main" id="{66686DBA-90DA-4033-B950-94CBD0D7A425}"/>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a:defRPr sz="800">
                <a:latin typeface="+mn-lt"/>
              </a:defRPr>
            </a:lvl1pPr>
          </a:lstStyle>
          <a:p>
            <a:pPr lvl="0"/>
            <a:r>
              <a:rPr lang="en-US"/>
              <a:t>Chapter › Topic</a:t>
            </a:r>
          </a:p>
        </p:txBody>
      </p:sp>
      <p:sp>
        <p:nvSpPr>
          <p:cNvPr id="12" name="3. Subtitle">
            <a:extLst>
              <a:ext uri="{FF2B5EF4-FFF2-40B4-BE49-F238E27FC236}">
                <a16:creationId xmlns:a16="http://schemas.microsoft.com/office/drawing/2014/main" id="{1EE9FF4B-7331-4DE1-A594-C0C335ED5BE5}"/>
              </a:ext>
            </a:extLst>
          </p:cNvPr>
          <p:cNvSpPr>
            <a:spLocks noGrp="1"/>
          </p:cNvSpPr>
          <p:nvPr>
            <p:ph type="subTitle" idx="1"/>
            <p:custDataLst>
              <p:tags r:id="rId7"/>
            </p:custDataLst>
          </p:nvPr>
        </p:nvSpPr>
        <p:spPr>
          <a:xfrm>
            <a:off x="554736" y="903861"/>
            <a:ext cx="11082528" cy="276999"/>
          </a:xfrm>
        </p:spPr>
        <p:txBody>
          <a:bodyPr anchor="ctr" anchorCtr="0"/>
          <a:lstStyle/>
          <a:p>
            <a:r>
              <a:rPr lang="en-US" sz="1600"/>
              <a:t>Click to edit Master subtitle style</a:t>
            </a:r>
          </a:p>
        </p:txBody>
      </p:sp>
    </p:spTree>
    <p:extLst>
      <p:ext uri="{BB962C8B-B14F-4D97-AF65-F5344CB8AC3E}">
        <p14:creationId xmlns:p14="http://schemas.microsoft.com/office/powerpoint/2010/main" val="163464854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39" name="Picture 38">
            <a:extLst>
              <a:ext uri="{FF2B5EF4-FFF2-40B4-BE49-F238E27FC236}">
                <a16:creationId xmlns:a16="http://schemas.microsoft.com/office/drawing/2014/main" id="{55D486F3-4001-B737-E4EC-25519848B91E}"/>
              </a:ext>
            </a:extLst>
          </p:cNvPr>
          <p:cNvPicPr>
            <a:picLocks/>
          </p:cNvPicPr>
          <p:nvPr userDrawn="1"/>
        </p:nvPicPr>
        <p:blipFill rotWithShape="1">
          <a:blip r:embed="rId9" cstate="print">
            <a:extLst>
              <a:ext uri="{28A0092B-C50C-407E-A947-70E740481C1C}">
                <a14:useLocalDpi xmlns:a14="http://schemas.microsoft.com/office/drawing/2010/main"/>
              </a:ext>
            </a:extLst>
          </a:blip>
          <a:srcRect/>
          <a:stretch/>
        </p:blipFill>
        <p:spPr bwMode="ltGray">
          <a:xfrm>
            <a:off x="0" y="0"/>
            <a:ext cx="12188825" cy="4398688"/>
          </a:xfrm>
          <a:prstGeom prst="rect">
            <a:avLst/>
          </a:prstGeom>
        </p:spPr>
      </p:pic>
      <p:pic>
        <p:nvPicPr>
          <p:cNvPr id="40" name="Picture 39">
            <a:extLst>
              <a:ext uri="{FF2B5EF4-FFF2-40B4-BE49-F238E27FC236}">
                <a16:creationId xmlns:a16="http://schemas.microsoft.com/office/drawing/2014/main" id="{D06C9FC3-F1A0-0D96-E672-A90834228F9D}"/>
              </a:ext>
            </a:extLst>
          </p:cNvPr>
          <p:cNvPicPr>
            <a:picLocks noChangeAspect="1"/>
          </p:cNvPicPr>
          <p:nvPr userDrawn="1"/>
        </p:nvPicPr>
        <p:blipFill rotWithShape="1">
          <a:blip r:embed="rId10"/>
          <a:srcRect l="1508" t="83853" r="1458"/>
          <a:stretch/>
        </p:blipFill>
        <p:spPr>
          <a:xfrm flipV="1">
            <a:off x="-1" y="3871739"/>
            <a:ext cx="12188825" cy="608484"/>
          </a:xfrm>
          <a:custGeom>
            <a:avLst/>
            <a:gdLst>
              <a:gd name="connsiteX0" fmla="*/ 0 w 12192000"/>
              <a:gd name="connsiteY0" fmla="*/ 0 h 590588"/>
              <a:gd name="connsiteX1" fmla="*/ 12192000 w 12192000"/>
              <a:gd name="connsiteY1" fmla="*/ 0 h 590588"/>
              <a:gd name="connsiteX2" fmla="*/ 12192000 w 12192000"/>
              <a:gd name="connsiteY2" fmla="*/ 590588 h 590588"/>
              <a:gd name="connsiteX3" fmla="*/ 0 w 12192000"/>
              <a:gd name="connsiteY3" fmla="*/ 590588 h 590588"/>
            </a:gdLst>
            <a:ahLst/>
            <a:cxnLst>
              <a:cxn ang="0">
                <a:pos x="connsiteX0" y="connsiteY0"/>
              </a:cxn>
              <a:cxn ang="0">
                <a:pos x="connsiteX1" y="connsiteY1"/>
              </a:cxn>
              <a:cxn ang="0">
                <a:pos x="connsiteX2" y="connsiteY2"/>
              </a:cxn>
              <a:cxn ang="0">
                <a:pos x="connsiteX3" y="connsiteY3"/>
              </a:cxn>
            </a:cxnLst>
            <a:rect l="l" t="t" r="r" b="b"/>
            <a:pathLst>
              <a:path w="12192000" h="590588">
                <a:moveTo>
                  <a:pt x="0" y="0"/>
                </a:moveTo>
                <a:lnTo>
                  <a:pt x="12192000" y="0"/>
                </a:lnTo>
                <a:lnTo>
                  <a:pt x="12192000" y="590588"/>
                </a:lnTo>
                <a:lnTo>
                  <a:pt x="0" y="590588"/>
                </a:lnTo>
                <a:close/>
              </a:path>
            </a:pathLst>
          </a:custGeom>
        </p:spPr>
      </p:pic>
      <p:sp>
        <p:nvSpPr>
          <p:cNvPr id="41" name="Rectangle 40">
            <a:extLst>
              <a:ext uri="{FF2B5EF4-FFF2-40B4-BE49-F238E27FC236}">
                <a16:creationId xmlns:a16="http://schemas.microsoft.com/office/drawing/2014/main" id="{A0150213-D4B6-65F7-FDC9-30F0D41556FE}"/>
              </a:ext>
            </a:extLst>
          </p:cNvPr>
          <p:cNvSpPr>
            <a:spLocks/>
          </p:cNvSpPr>
          <p:nvPr userDrawn="1"/>
        </p:nvSpPr>
        <p:spPr>
          <a:xfrm>
            <a:off x="0" y="4387237"/>
            <a:ext cx="12188825" cy="2470763"/>
          </a:xfrm>
          <a:prstGeom prst="rect">
            <a:avLst/>
          </a:prstGeom>
          <a:solidFill>
            <a:srgbClr val="03898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spcBef>
                <a:spcPts val="300"/>
              </a:spcBef>
              <a:spcAft>
                <a:spcPts val="300"/>
              </a:spcAft>
            </a:pPr>
            <a:endParaRPr lang="en-US" sz="1600" err="1">
              <a:solidFill>
                <a:schemeClr val="bg1"/>
              </a:solidFill>
            </a:endParaRPr>
          </a:p>
        </p:txBody>
      </p:sp>
      <p:sp>
        <p:nvSpPr>
          <p:cNvPr id="42" name="Rectangle 41">
            <a:extLst>
              <a:ext uri="{FF2B5EF4-FFF2-40B4-BE49-F238E27FC236}">
                <a16:creationId xmlns:a16="http://schemas.microsoft.com/office/drawing/2014/main" id="{4E0FF1DF-FCD8-679A-4A1F-3643DFBB067A}"/>
              </a:ext>
            </a:extLst>
          </p:cNvPr>
          <p:cNvSpPr>
            <a:spLocks/>
          </p:cNvSpPr>
          <p:nvPr userDrawn="1"/>
        </p:nvSpPr>
        <p:spPr>
          <a:xfrm>
            <a:off x="0" y="0"/>
            <a:ext cx="12188825" cy="1593850"/>
          </a:xfrm>
          <a:prstGeom prst="rect">
            <a:avLst/>
          </a:prstGeom>
          <a:gradFill>
            <a:gsLst>
              <a:gs pos="0">
                <a:srgbClr val="1F405C">
                  <a:lumMod val="67000"/>
                  <a:alpha val="0"/>
                </a:srgbClr>
              </a:gs>
              <a:gs pos="100000">
                <a:srgbClr val="1F405C">
                  <a:alpha val="64000"/>
                </a:srgbClr>
              </a:gs>
            </a:gsLst>
            <a:lin ang="16200000" scaled="1"/>
          </a:gradFill>
          <a:ln w="6350" cap="sq"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err="1">
              <a:ln>
                <a:noFill/>
              </a:ln>
              <a:solidFill>
                <a:srgbClr val="FFFFFF"/>
              </a:solidFill>
              <a:effectLst/>
              <a:uLnTx/>
              <a:uFillTx/>
              <a:latin typeface="Arial"/>
              <a:ea typeface="+mn-ea"/>
              <a:cs typeface="+mn-cs"/>
            </a:endParaRPr>
          </a:p>
        </p:txBody>
      </p:sp>
      <p:pic>
        <p:nvPicPr>
          <p:cNvPr id="43" name="Picture 42">
            <a:extLst>
              <a:ext uri="{FF2B5EF4-FFF2-40B4-BE49-F238E27FC236}">
                <a16:creationId xmlns:a16="http://schemas.microsoft.com/office/drawing/2014/main" id="{E3DB5779-48B9-ADB3-19F1-4FD1D2561BEF}"/>
              </a:ext>
            </a:extLst>
          </p:cNvPr>
          <p:cNvPicPr>
            <a:picLocks noChangeAspect="1"/>
          </p:cNvPicPr>
          <p:nvPr userDrawn="1"/>
        </p:nvPicPr>
        <p:blipFill rotWithShape="1">
          <a:blip r:embed="rId11">
            <a:extLst>
              <a:ext uri="{BEBA8EAE-BF5A-486C-A8C5-ECC9F3942E4B}">
                <a14:imgProps xmlns:a14="http://schemas.microsoft.com/office/drawing/2010/main">
                  <a14:imgLayer r:embed="rId12">
                    <a14:imgEffect>
                      <a14:brightnessContrast bright="100000"/>
                    </a14:imgEffect>
                  </a14:imgLayer>
                </a14:imgProps>
              </a:ext>
            </a:extLst>
          </a:blip>
          <a:srcRect l="16452" t="35204" r="16674" b="35543"/>
          <a:stretch/>
        </p:blipFill>
        <p:spPr bwMode="ltGray">
          <a:xfrm>
            <a:off x="547688" y="422766"/>
            <a:ext cx="2003144" cy="619458"/>
          </a:xfrm>
          <a:prstGeom prst="rect">
            <a:avLst/>
          </a:prstGeom>
        </p:spPr>
      </p:pic>
      <p:sp>
        <p:nvSpPr>
          <p:cNvPr id="44" name="Documenttype">
            <a:extLst>
              <a:ext uri="{FF2B5EF4-FFF2-40B4-BE49-F238E27FC236}">
                <a16:creationId xmlns:a16="http://schemas.microsoft.com/office/drawing/2014/main" id="{9F0E8124-ABA8-94A1-35E2-B0AADAF828E6}"/>
              </a:ext>
            </a:extLst>
          </p:cNvPr>
          <p:cNvSpPr>
            <a:spLocks noGrp="1"/>
          </p:cNvSpPr>
          <p:nvPr>
            <p:ph type="body" sz="quarter" idx="13" hasCustomPrompt="1"/>
            <p:custDataLst>
              <p:tags r:id="rId3"/>
            </p:custDataLst>
          </p:nvPr>
        </p:nvSpPr>
        <p:spPr bwMode="auto">
          <a:xfrm>
            <a:off x="547688" y="6217885"/>
            <a:ext cx="1108710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1400" dirty="0">
                <a:solidFill>
                  <a:schemeClr val="bg1"/>
                </a:solidFill>
              </a:defRPr>
            </a:lvl1pPr>
          </a:lstStyle>
          <a:p>
            <a:pPr lvl="0" algn="ctr"/>
            <a:r>
              <a:rPr lang="en-US"/>
              <a:t>Edit date or title/role</a:t>
            </a:r>
          </a:p>
        </p:txBody>
      </p:sp>
      <p:sp>
        <p:nvSpPr>
          <p:cNvPr id="45" name="Subtitle">
            <a:extLst>
              <a:ext uri="{FF2B5EF4-FFF2-40B4-BE49-F238E27FC236}">
                <a16:creationId xmlns:a16="http://schemas.microsoft.com/office/drawing/2014/main" id="{F222930C-0F65-337C-7D97-903655E946E5}"/>
              </a:ext>
            </a:extLst>
          </p:cNvPr>
          <p:cNvSpPr>
            <a:spLocks noGrp="1"/>
          </p:cNvSpPr>
          <p:nvPr>
            <p:ph type="subTitle" idx="1"/>
            <p:custDataLst>
              <p:tags r:id="rId4"/>
            </p:custDataLst>
          </p:nvPr>
        </p:nvSpPr>
        <p:spPr bwMode="auto">
          <a:xfrm>
            <a:off x="547688" y="5817728"/>
            <a:ext cx="11087100" cy="30777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2000" dirty="0">
                <a:solidFill>
                  <a:schemeClr val="bg1"/>
                </a:solidFill>
              </a:defRPr>
            </a:lvl1pPr>
          </a:lstStyle>
          <a:p>
            <a:pPr lvl="0" algn="ctr"/>
            <a:r>
              <a:rPr lang="en-US"/>
              <a:t>Click to edit Master subtitle style</a:t>
            </a:r>
          </a:p>
        </p:txBody>
      </p:sp>
      <p:sp>
        <p:nvSpPr>
          <p:cNvPr id="46" name="Title">
            <a:extLst>
              <a:ext uri="{FF2B5EF4-FFF2-40B4-BE49-F238E27FC236}">
                <a16:creationId xmlns:a16="http://schemas.microsoft.com/office/drawing/2014/main" id="{49630E08-4AFA-7754-15E0-2549AE9D39C1}"/>
              </a:ext>
            </a:extLst>
          </p:cNvPr>
          <p:cNvSpPr>
            <a:spLocks noGrp="1"/>
          </p:cNvSpPr>
          <p:nvPr>
            <p:ph type="title" hasCustomPrompt="1"/>
            <p:custDataLst>
              <p:tags r:id="rId5"/>
            </p:custDataLst>
          </p:nvPr>
        </p:nvSpPr>
        <p:spPr bwMode="auto">
          <a:xfrm>
            <a:off x="547688" y="4494243"/>
            <a:ext cx="11087100" cy="1231106"/>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b" anchorCtr="0">
            <a:spAutoFit/>
          </a:bodyPr>
          <a:lstStyle>
            <a:lvl1pPr rtl="0">
              <a:defRPr lang="en-US" sz="4000" dirty="0">
                <a:solidFill>
                  <a:schemeClr val="bg1"/>
                </a:solidFill>
              </a:defRPr>
            </a:lvl1pPr>
          </a:lstStyle>
          <a:p>
            <a:pPr lvl="0" algn="ctr"/>
            <a:r>
              <a:rPr lang="en-US"/>
              <a:t>Click to edit </a:t>
            </a:r>
            <a:br>
              <a:rPr lang="en-US"/>
            </a:br>
            <a:r>
              <a:rPr lang="en-US"/>
              <a:t>Master title style</a:t>
            </a:r>
          </a:p>
        </p:txBody>
      </p:sp>
    </p:spTree>
    <p:extLst>
      <p:ext uri="{BB962C8B-B14F-4D97-AF65-F5344CB8AC3E}">
        <p14:creationId xmlns:p14="http://schemas.microsoft.com/office/powerpoint/2010/main" val="281618356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2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44" name="Picture 43">
            <a:extLst>
              <a:ext uri="{FF2B5EF4-FFF2-40B4-BE49-F238E27FC236}">
                <a16:creationId xmlns:a16="http://schemas.microsoft.com/office/drawing/2014/main" id="{0CE0CF7F-5DD3-DAAC-9403-20DA947D3513}"/>
              </a:ext>
            </a:extLst>
          </p:cNvPr>
          <p:cNvPicPr>
            <a:picLocks noChangeAspect="1"/>
          </p:cNvPicPr>
          <p:nvPr userDrawn="1"/>
        </p:nvPicPr>
        <p:blipFill>
          <a:blip r:embed="rId9"/>
          <a:srcRect b="839"/>
          <a:stretch>
            <a:fillRect/>
          </a:stretch>
        </p:blipFill>
        <p:spPr bwMode="ltGray">
          <a:xfrm>
            <a:off x="27033" y="0"/>
            <a:ext cx="12164967" cy="6858000"/>
          </a:xfrm>
          <a:custGeom>
            <a:avLst/>
            <a:gdLst>
              <a:gd name="connsiteX0" fmla="*/ 0 w 12164967"/>
              <a:gd name="connsiteY0" fmla="*/ 0 h 6858000"/>
              <a:gd name="connsiteX1" fmla="*/ 12164967 w 12164967"/>
              <a:gd name="connsiteY1" fmla="*/ 0 h 6858000"/>
              <a:gd name="connsiteX2" fmla="*/ 12164967 w 12164967"/>
              <a:gd name="connsiteY2" fmla="*/ 6858000 h 6858000"/>
              <a:gd name="connsiteX3" fmla="*/ 0 w 1216496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64967" h="6858000">
                <a:moveTo>
                  <a:pt x="0" y="0"/>
                </a:moveTo>
                <a:lnTo>
                  <a:pt x="12164967" y="0"/>
                </a:lnTo>
                <a:lnTo>
                  <a:pt x="12164967" y="6858000"/>
                </a:lnTo>
                <a:lnTo>
                  <a:pt x="0" y="6858000"/>
                </a:lnTo>
                <a:close/>
              </a:path>
            </a:pathLst>
          </a:cu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19" name="Picture 18">
            <a:extLst>
              <a:ext uri="{FF2B5EF4-FFF2-40B4-BE49-F238E27FC236}">
                <a16:creationId xmlns:a16="http://schemas.microsoft.com/office/drawing/2014/main" id="{F07B1F1A-AC26-2533-7770-8C9ED9BBDD97}"/>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36" name="Documenttype">
            <a:extLst>
              <a:ext uri="{FF2B5EF4-FFF2-40B4-BE49-F238E27FC236}">
                <a16:creationId xmlns:a16="http://schemas.microsoft.com/office/drawing/2014/main" id="{C88D07CD-B77D-6CAF-71FE-1FC183A51CEE}"/>
              </a:ext>
            </a:extLst>
          </p:cNvPr>
          <p:cNvSpPr>
            <a:spLocks noGrp="1"/>
          </p:cNvSpPr>
          <p:nvPr>
            <p:ph type="body" sz="quarter" idx="13" hasCustomPrompt="1"/>
            <p:custDataLst>
              <p:tags r:id="rId3"/>
            </p:custDataLst>
          </p:nvPr>
        </p:nvSpPr>
        <p:spPr bwMode="auto">
          <a:xfrm>
            <a:off x="547688" y="6238300"/>
            <a:ext cx="476612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defRPr>
            </a:lvl1pPr>
          </a:lstStyle>
          <a:p>
            <a:pPr lvl="0">
              <a:buNone/>
            </a:pPr>
            <a:r>
              <a:rPr lang="en-US"/>
              <a:t>Edit date or title/role</a:t>
            </a:r>
          </a:p>
        </p:txBody>
      </p:sp>
      <p:sp>
        <p:nvSpPr>
          <p:cNvPr id="37" name="Subtitle">
            <a:extLst>
              <a:ext uri="{FF2B5EF4-FFF2-40B4-BE49-F238E27FC236}">
                <a16:creationId xmlns:a16="http://schemas.microsoft.com/office/drawing/2014/main" id="{9CED084F-4AC7-1351-28E1-5D99350FBC32}"/>
              </a:ext>
            </a:extLst>
          </p:cNvPr>
          <p:cNvSpPr>
            <a:spLocks noGrp="1"/>
          </p:cNvSpPr>
          <p:nvPr>
            <p:ph type="subTitle" idx="1" hasCustomPrompt="1"/>
            <p:custDataLst>
              <p:tags r:id="rId4"/>
            </p:custDataLst>
          </p:nvPr>
        </p:nvSpPr>
        <p:spPr bwMode="auto">
          <a:xfrm>
            <a:off x="548829" y="4622263"/>
            <a:ext cx="4766120"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defRPr>
            </a:lvl1pPr>
          </a:lstStyle>
          <a:p>
            <a:pPr lvl="0">
              <a:buNone/>
            </a:pPr>
            <a:r>
              <a:rPr lang="en-US"/>
              <a:t>Click to edit </a:t>
            </a:r>
            <a:br>
              <a:rPr lang="en-US"/>
            </a:br>
            <a:r>
              <a:rPr lang="en-US"/>
              <a:t>Master subtitle style</a:t>
            </a:r>
          </a:p>
        </p:txBody>
      </p:sp>
      <p:sp>
        <p:nvSpPr>
          <p:cNvPr id="38" name="Title">
            <a:extLst>
              <a:ext uri="{FF2B5EF4-FFF2-40B4-BE49-F238E27FC236}">
                <a16:creationId xmlns:a16="http://schemas.microsoft.com/office/drawing/2014/main" id="{2DE7341B-FD96-7365-69AB-25DEF0C86612}"/>
              </a:ext>
            </a:extLst>
          </p:cNvPr>
          <p:cNvSpPr>
            <a:spLocks noGrp="1"/>
          </p:cNvSpPr>
          <p:nvPr>
            <p:ph type="title" hasCustomPrompt="1"/>
            <p:custDataLst>
              <p:tags r:id="rId5"/>
            </p:custDataLst>
          </p:nvPr>
        </p:nvSpPr>
        <p:spPr bwMode="auto">
          <a:xfrm>
            <a:off x="548829" y="1590454"/>
            <a:ext cx="4766120"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82337332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1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28" name="Picture 27">
            <a:extLst>
              <a:ext uri="{FF2B5EF4-FFF2-40B4-BE49-F238E27FC236}">
                <a16:creationId xmlns:a16="http://schemas.microsoft.com/office/drawing/2014/main" id="{3B2AB686-E2EC-8576-D5D8-379E4A8E1E5A}"/>
              </a:ext>
            </a:extLst>
          </p:cNvPr>
          <p:cNvPicPr>
            <a:picLocks noChangeAspect="1"/>
          </p:cNvPicPr>
          <p:nvPr userDrawn="1"/>
        </p:nvPicPr>
        <p:blipFill>
          <a:blip r:embed="rId9"/>
          <a:stretch>
            <a:fillRect/>
          </a:stretch>
        </p:blipFill>
        <p:spPr bwMode="ltGray">
          <a:xfrm>
            <a:off x="0" y="0"/>
            <a:ext cx="12192000" cy="6858000"/>
          </a:xfrm>
          <a:prstGeom prst="rect">
            <a:avLst/>
          </a:pr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19" name="Picture 18">
            <a:extLst>
              <a:ext uri="{FF2B5EF4-FFF2-40B4-BE49-F238E27FC236}">
                <a16:creationId xmlns:a16="http://schemas.microsoft.com/office/drawing/2014/main" id="{62B719C0-833E-7E3A-199A-9AE6B3C992EC}"/>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20" name="Documenttype">
            <a:extLst>
              <a:ext uri="{FF2B5EF4-FFF2-40B4-BE49-F238E27FC236}">
                <a16:creationId xmlns:a16="http://schemas.microsoft.com/office/drawing/2014/main" id="{481CB4DC-E900-D3F5-D732-DD266C56E378}"/>
              </a:ext>
            </a:extLst>
          </p:cNvPr>
          <p:cNvSpPr>
            <a:spLocks noGrp="1"/>
          </p:cNvSpPr>
          <p:nvPr>
            <p:ph type="body" sz="quarter" idx="13" hasCustomPrompt="1"/>
            <p:custDataLst>
              <p:tags r:id="rId3"/>
            </p:custDataLst>
          </p:nvPr>
        </p:nvSpPr>
        <p:spPr bwMode="auto">
          <a:xfrm>
            <a:off x="547687" y="6238300"/>
            <a:ext cx="5305871"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defRPr>
            </a:lvl1pPr>
          </a:lstStyle>
          <a:p>
            <a:pPr lvl="0">
              <a:buNone/>
            </a:pPr>
            <a:r>
              <a:rPr lang="en-US"/>
              <a:t>Edit date or title/role</a:t>
            </a:r>
          </a:p>
        </p:txBody>
      </p:sp>
      <p:sp>
        <p:nvSpPr>
          <p:cNvPr id="21" name="Subtitle">
            <a:extLst>
              <a:ext uri="{FF2B5EF4-FFF2-40B4-BE49-F238E27FC236}">
                <a16:creationId xmlns:a16="http://schemas.microsoft.com/office/drawing/2014/main" id="{44D430EF-CFAD-62DC-07FA-583FFE0A871A}"/>
              </a:ext>
            </a:extLst>
          </p:cNvPr>
          <p:cNvSpPr>
            <a:spLocks noGrp="1"/>
          </p:cNvSpPr>
          <p:nvPr>
            <p:ph type="subTitle" idx="1" hasCustomPrompt="1"/>
            <p:custDataLst>
              <p:tags r:id="rId4"/>
            </p:custDataLst>
          </p:nvPr>
        </p:nvSpPr>
        <p:spPr bwMode="auto">
          <a:xfrm>
            <a:off x="548828" y="4622263"/>
            <a:ext cx="5305871"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defRPr>
            </a:lvl1pPr>
          </a:lstStyle>
          <a:p>
            <a:pPr lvl="0">
              <a:buNone/>
            </a:pPr>
            <a:r>
              <a:rPr lang="en-US"/>
              <a:t>Click to edit </a:t>
            </a:r>
            <a:br>
              <a:rPr lang="en-US"/>
            </a:br>
            <a:r>
              <a:rPr lang="en-US"/>
              <a:t>Master subtitle style</a:t>
            </a:r>
          </a:p>
        </p:txBody>
      </p:sp>
      <p:sp>
        <p:nvSpPr>
          <p:cNvPr id="22" name="Title">
            <a:extLst>
              <a:ext uri="{FF2B5EF4-FFF2-40B4-BE49-F238E27FC236}">
                <a16:creationId xmlns:a16="http://schemas.microsoft.com/office/drawing/2014/main" id="{A0E33AF1-FB1E-099B-84AB-8BBB03ADCDE1}"/>
              </a:ext>
            </a:extLst>
          </p:cNvPr>
          <p:cNvSpPr>
            <a:spLocks noGrp="1"/>
          </p:cNvSpPr>
          <p:nvPr>
            <p:ph type="title" hasCustomPrompt="1"/>
            <p:custDataLst>
              <p:tags r:id="rId5"/>
            </p:custDataLst>
          </p:nvPr>
        </p:nvSpPr>
        <p:spPr bwMode="auto">
          <a:xfrm>
            <a:off x="548828" y="1590454"/>
            <a:ext cx="5305871"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318919386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b="0" baseline="0" dirty="0"/>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5"/>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800" b="0" dirty="0"/>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6"/>
            </p:custDataLst>
          </p:nvPr>
        </p:nvSpPr>
        <p:spPr>
          <a:xfrm>
            <a:off x="554736" y="172212"/>
            <a:ext cx="11082528" cy="731520"/>
          </a:xfrm>
          <a:prstGeom prst="rect">
            <a:avLst/>
          </a:prstGeom>
        </p:spPr>
        <p:txBody>
          <a:bodyPr vert="horz" wrap="square" lIns="0" tIns="0" rIns="0" bIns="0" rtlCol="0" anchor="b" anchorCtr="0">
            <a:noAutofit/>
          </a:bodyPr>
          <a:lstStyle>
            <a:lvl1pPr rtl="0">
              <a:defRPr lang="en-US" dirty="0"/>
            </a:lvl1pPr>
          </a:lstStyle>
          <a:p>
            <a:pPr lvl="0"/>
            <a:r>
              <a:rPr lang="en-US"/>
              <a:t>Click to edit Master title style</a:t>
            </a:r>
          </a:p>
        </p:txBody>
      </p:sp>
      <p:sp>
        <p:nvSpPr>
          <p:cNvPr id="4" name="Espaço Reservado para Número de Slide 5">
            <a:extLst>
              <a:ext uri="{FF2B5EF4-FFF2-40B4-BE49-F238E27FC236}">
                <a16:creationId xmlns:a16="http://schemas.microsoft.com/office/drawing/2014/main" id="{72D2C932-738F-9CD7-E5D6-3DEEB949E4C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77336145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op Left">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9BA84E71-6FE7-4585-B82E-BE5603311945}"/>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10" name="Object 9" hidden="1">
                        <a:extLst>
                          <a:ext uri="{FF2B5EF4-FFF2-40B4-BE49-F238E27FC236}">
                            <a16:creationId xmlns:a16="http://schemas.microsoft.com/office/drawing/2014/main" id="{9BA84E71-6FE7-4585-B82E-BE5603311945}"/>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D62A08AB-557D-4245-84FA-9DB6B6C6845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1706563"/>
            <a:ext cx="3813048" cy="769441"/>
          </a:xfrm>
          <a:prstGeom prst="rect">
            <a:avLst/>
          </a:prstGeom>
        </p:spPr>
        <p:txBody>
          <a:bodyPr vert="horz" anchor="t">
            <a:noAutofit/>
          </a:bodyPr>
          <a:lstStyle>
            <a:lvl1pPr rtl="0">
              <a:lnSpc>
                <a:spcPct val="100000"/>
              </a:lnSpc>
              <a:defRPr>
                <a:ln w="6350" cap="flat">
                  <a:noFill/>
                  <a:miter lim="800000"/>
                </a:ln>
                <a:latin typeface="+mj-lt"/>
                <a:ea typeface="+mj-ea"/>
                <a:cs typeface="+mj-cs"/>
              </a:defRPr>
            </a:lvl1pPr>
          </a:lstStyle>
          <a:p>
            <a:r>
              <a:rPr lang="en-US"/>
              <a:t>Click to edit Master title style</a:t>
            </a:r>
          </a:p>
        </p:txBody>
      </p:sp>
      <p:sp>
        <p:nvSpPr>
          <p:cNvPr id="6" name="5. Source" hidden="1">
            <a:extLst>
              <a:ext uri="{FF2B5EF4-FFF2-40B4-BE49-F238E27FC236}">
                <a16:creationId xmlns:a16="http://schemas.microsoft.com/office/drawing/2014/main" id="{0E2D5DBB-C1B8-4A27-836D-C2E6D553234D}"/>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1" name="1. On-page tracker">
            <a:extLst>
              <a:ext uri="{FF2B5EF4-FFF2-40B4-BE49-F238E27FC236}">
                <a16:creationId xmlns:a16="http://schemas.microsoft.com/office/drawing/2014/main" id="{A2582D75-79F8-4634-92EF-A9F0840C018B}"/>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BF8C35-E00C-E2F4-3EA4-E3ADBEFA4805}"/>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370599565"/>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Mid Left">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C4F5195-E8F7-4A2F-B02E-643BB3D88381}"/>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4" name="Object 3" hidden="1">
                        <a:extLst>
                          <a:ext uri="{FF2B5EF4-FFF2-40B4-BE49-F238E27FC236}">
                            <a16:creationId xmlns:a16="http://schemas.microsoft.com/office/drawing/2014/main" id="{3C4F5195-E8F7-4A2F-B02E-643BB3D883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515EFC92-5E3D-4BDC-A378-85D30212A9E2}"/>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3044280"/>
            <a:ext cx="5065776" cy="769441"/>
          </a:xfrm>
          <a:prstGeom prst="rect">
            <a:avLst/>
          </a:prstGeom>
        </p:spPr>
        <p:txBody>
          <a:bodyPr vert="horz" rIns="365760" anchor="ctr">
            <a:noAutofit/>
          </a:bodyPr>
          <a:lstStyle>
            <a:lvl1pPr rtl="0">
              <a:defRPr>
                <a:ln w="6350" cap="flat">
                  <a:noFill/>
                  <a:miter lim="800000"/>
                </a:ln>
                <a:latin typeface="+mj-lt"/>
                <a:ea typeface="+mj-ea"/>
                <a:cs typeface="+mj-cs"/>
              </a:defRPr>
            </a:lvl1pPr>
          </a:lstStyle>
          <a:p>
            <a:r>
              <a:rPr lang="en-US"/>
              <a:t>Click to edit Master title style</a:t>
            </a:r>
          </a:p>
        </p:txBody>
      </p:sp>
      <p:sp>
        <p:nvSpPr>
          <p:cNvPr id="8" name="5. Source" hidden="1">
            <a:extLst>
              <a:ext uri="{FF2B5EF4-FFF2-40B4-BE49-F238E27FC236}">
                <a16:creationId xmlns:a16="http://schemas.microsoft.com/office/drawing/2014/main" id="{C0D33C43-5B9F-44B4-82FA-BAAD11A7FB8E}"/>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E4983596-431B-4F12-AA07-76914CD3DEE7}"/>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6" name="Espaço Reservado para Número de Slide 5">
            <a:extLst>
              <a:ext uri="{FF2B5EF4-FFF2-40B4-BE49-F238E27FC236}">
                <a16:creationId xmlns:a16="http://schemas.microsoft.com/office/drawing/2014/main" id="{91B65CB0-CB55-0435-6DAB-AD978427BED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14744820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05B6D76-6B4B-4ED5-B8F1-5D1D09831257}"/>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305B6D76-6B4B-4ED5-B8F1-5D1D09831257}"/>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BDCF374B-2477-45CD-A00B-B8676A45ACD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3"/>
            </p:custDataLst>
          </p:nvPr>
        </p:nvSpPr>
        <p:spPr>
          <a:xfrm>
            <a:off x="554736" y="4580468"/>
            <a:ext cx="11082528" cy="677108"/>
          </a:xfrm>
        </p:spPr>
        <p:txBody>
          <a:bodyPr vert="horz" anchor="b">
            <a:noAutofit/>
          </a:bodyPr>
          <a:lstStyle>
            <a:lvl1pPr rtl="0">
              <a:lnSpc>
                <a:spcPct val="100000"/>
              </a:lnSpc>
              <a:defRPr sz="4400">
                <a:latin typeface="+mj-lt"/>
                <a:ea typeface="+mj-ea"/>
                <a:cs typeface="+mj-cs"/>
              </a:defRPr>
            </a:lvl1pPr>
          </a:lstStyle>
          <a:p>
            <a:r>
              <a:rPr lang="en-US"/>
              <a:t>Click to edit Master title style</a:t>
            </a:r>
          </a:p>
        </p:txBody>
      </p:sp>
      <p:sp>
        <p:nvSpPr>
          <p:cNvPr id="6" name="5. Source" hidden="1">
            <a:extLst>
              <a:ext uri="{FF2B5EF4-FFF2-40B4-BE49-F238E27FC236}">
                <a16:creationId xmlns:a16="http://schemas.microsoft.com/office/drawing/2014/main" id="{B871FE09-BB6E-4334-B0EA-E52395AA61B3}"/>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9" name="1. On-page tracker">
            <a:extLst>
              <a:ext uri="{FF2B5EF4-FFF2-40B4-BE49-F238E27FC236}">
                <a16:creationId xmlns:a16="http://schemas.microsoft.com/office/drawing/2014/main" id="{FA764DC8-CEA6-42F3-8E66-7C768AAD275E}"/>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5894D15D-9679-5A22-2978-07EEA290932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69993961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EC6EE29E-F64A-419F-BFB0-EEDEB71953F6}"/>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3" name="Object 2" hidden="1">
                        <a:extLst>
                          <a:ext uri="{FF2B5EF4-FFF2-40B4-BE49-F238E27FC236}">
                            <a16:creationId xmlns:a16="http://schemas.microsoft.com/office/drawing/2014/main" id="{EC6EE29E-F64A-419F-BFB0-EEDEB71953F6}"/>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69526043-F22A-4ED3-B0A1-DD7C4F83AF9B}"/>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3400" b="1" i="0" baseline="0">
              <a:solidFill>
                <a:schemeClr val="bg1"/>
              </a:solidFill>
              <a:latin typeface="+mn-lt"/>
              <a:ea typeface="+mn-ea"/>
              <a:cs typeface="+mn-cs"/>
              <a:sym typeface="Arial" panose="020B0604020202020204" pitchFamily="34" charset="0"/>
            </a:endParaRPr>
          </a:p>
        </p:txBody>
      </p:sp>
      <p:sp>
        <p:nvSpPr>
          <p:cNvPr id="8" name="2. Slide Title">
            <a:extLst>
              <a:ext uri="{FF2B5EF4-FFF2-40B4-BE49-F238E27FC236}">
                <a16:creationId xmlns:a16="http://schemas.microsoft.com/office/drawing/2014/main" id="{EA735538-C733-4892-93A4-7B433D8B8293}"/>
              </a:ext>
            </a:extLst>
          </p:cNvPr>
          <p:cNvSpPr>
            <a:spLocks noGrp="1"/>
          </p:cNvSpPr>
          <p:nvPr>
            <p:ph type="title" hasCustomPrompt="1"/>
            <p:custDataLst>
              <p:tags r:id="rId3"/>
            </p:custDataLst>
          </p:nvPr>
        </p:nvSpPr>
        <p:spPr>
          <a:xfrm>
            <a:off x="1505712" y="3556229"/>
            <a:ext cx="9180576" cy="523220"/>
          </a:xfrm>
          <a:prstGeom prst="rect">
            <a:avLst/>
          </a:prstGeom>
        </p:spPr>
        <p:txBody>
          <a:bodyPr vert="horz">
            <a:spAutoFit/>
          </a:bodyPr>
          <a:lstStyle>
            <a:lvl1pPr rtl="0">
              <a:lnSpc>
                <a:spcPct val="105000"/>
              </a:lnSpc>
              <a:defRPr sz="3400">
                <a:latin typeface="+mj-lt"/>
                <a:ea typeface="+mj-ea"/>
                <a:cs typeface="+mj-cs"/>
              </a:defRPr>
            </a:lvl1pPr>
          </a:lstStyle>
          <a:p>
            <a:r>
              <a:rPr lang="en-US"/>
              <a:t>“Click to add quote</a:t>
            </a:r>
          </a:p>
        </p:txBody>
      </p:sp>
      <p:sp>
        <p:nvSpPr>
          <p:cNvPr id="6" name="3. Subtitle">
            <a:extLst>
              <a:ext uri="{FF2B5EF4-FFF2-40B4-BE49-F238E27FC236}">
                <a16:creationId xmlns:a16="http://schemas.microsoft.com/office/drawing/2014/main" id="{8DB5022C-F66C-4018-82F3-195571DDD527}"/>
              </a:ext>
            </a:extLst>
          </p:cNvPr>
          <p:cNvSpPr>
            <a:spLocks noGrp="1"/>
          </p:cNvSpPr>
          <p:nvPr>
            <p:ph type="subTitle" idx="1" hasCustomPrompt="1"/>
            <p:custDataLst>
              <p:tags r:id="rId4"/>
            </p:custDataLst>
          </p:nvPr>
        </p:nvSpPr>
        <p:spPr>
          <a:xfrm>
            <a:off x="1505712" y="4284630"/>
            <a:ext cx="91805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quote source</a:t>
            </a:r>
          </a:p>
        </p:txBody>
      </p:sp>
      <p:sp>
        <p:nvSpPr>
          <p:cNvPr id="7" name="5. Source" hidden="1">
            <a:extLst>
              <a:ext uri="{FF2B5EF4-FFF2-40B4-BE49-F238E27FC236}">
                <a16:creationId xmlns:a16="http://schemas.microsoft.com/office/drawing/2014/main" id="{97195F4E-ECA7-41A9-AFF3-0C4DAD103DA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556D1499-3230-4098-85B2-D4CC7CA621F1}"/>
              </a:ext>
            </a:extLst>
          </p:cNvPr>
          <p:cNvSpPr>
            <a:spLocks noGrp="1"/>
          </p:cNvSpPr>
          <p:nvPr>
            <p:ph type="body" sz="quarter" idx="10" hasCustomPrompt="1"/>
            <p:custDataLst>
              <p:tags r:id="rId6"/>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2EA528-E9DC-55CC-7357-C060D83879D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84533206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1/4">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A8D6A48-EE20-4EB4-A234-9F3B16C02872}"/>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A8D6A48-EE20-4EB4-A234-9F3B16C02872}"/>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67C50C85-5FB9-4798-A8A4-1DA5B9F3ACC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3413760" y="0"/>
            <a:ext cx="8778240"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6647A441-8DE4-4236-BCC7-B694B2C59E00}"/>
              </a:ext>
            </a:extLst>
          </p:cNvPr>
          <p:cNvSpPr>
            <a:spLocks noGrp="1"/>
          </p:cNvSpPr>
          <p:nvPr>
            <p:ph type="title"/>
            <p:custDataLst>
              <p:tags r:id="rId4"/>
            </p:custDataLst>
          </p:nvPr>
        </p:nvSpPr>
        <p:spPr>
          <a:xfrm>
            <a:off x="554736" y="2744369"/>
            <a:ext cx="2514600" cy="769441"/>
          </a:xfrm>
        </p:spPr>
        <p:txBody>
          <a:bodyPr vert="horz" wrap="square" lIns="0" tIns="0" rIns="0" bIns="0" rtlCol="0" anchor="b" anchorCtr="0">
            <a:noAutofit/>
          </a:bodyPr>
          <a:lstStyle>
            <a:lvl1pPr rtl="0">
              <a:defRPr lang="en-US" dirty="0">
                <a:latin typeface="+mj-lt"/>
                <a:ea typeface="+mj-ea"/>
                <a:cs typeface="+mj-cs"/>
              </a:defRPr>
            </a:lvl1pPr>
          </a:lstStyle>
          <a:p>
            <a:pPr lvl="0"/>
            <a:r>
              <a:rPr lang="en-US"/>
              <a:t>Click to edit Master title style</a:t>
            </a:r>
          </a:p>
        </p:txBody>
      </p:sp>
      <p:sp>
        <p:nvSpPr>
          <p:cNvPr id="20" name="3. Subtitle">
            <a:extLst>
              <a:ext uri="{FF2B5EF4-FFF2-40B4-BE49-F238E27FC236}">
                <a16:creationId xmlns:a16="http://schemas.microsoft.com/office/drawing/2014/main" id="{A4DBA574-6D59-4DFD-82A7-9B1E9AEB906E}"/>
              </a:ext>
            </a:extLst>
          </p:cNvPr>
          <p:cNvSpPr>
            <a:spLocks noGrp="1"/>
          </p:cNvSpPr>
          <p:nvPr>
            <p:ph type="subTitle" idx="1"/>
            <p:custDataLst>
              <p:tags r:id="rId5"/>
            </p:custDataLst>
          </p:nvPr>
        </p:nvSpPr>
        <p:spPr>
          <a:xfrm>
            <a:off x="554736" y="3659644"/>
            <a:ext cx="2514600" cy="492443"/>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25B2DE14-9B3F-4199-B082-9FEB12CE57EA}"/>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96552B7E-7081-4EA8-9351-FE4C7216ADF2}"/>
              </a:ext>
            </a:extLst>
          </p:cNvPr>
          <p:cNvSpPr>
            <a:spLocks noGrp="1"/>
          </p:cNvSpPr>
          <p:nvPr>
            <p:ph type="body" sz="quarter" idx="10" hasCustomPrompt="1"/>
            <p:custDataLst>
              <p:tags r:id="rId7"/>
            </p:custDataLst>
          </p:nvPr>
        </p:nvSpPr>
        <p:spPr>
          <a:xfrm>
            <a:off x="554735" y="41597"/>
            <a:ext cx="2514601"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7" name="object 5">
            <a:extLst>
              <a:ext uri="{FF2B5EF4-FFF2-40B4-BE49-F238E27FC236}">
                <a16:creationId xmlns:a16="http://schemas.microsoft.com/office/drawing/2014/main" id="{705A587A-965F-5CD4-8EE6-0A517E8E1084}"/>
              </a:ext>
            </a:extLst>
          </p:cNvPr>
          <p:cNvPicPr/>
          <p:nvPr userDrawn="1"/>
        </p:nvPicPr>
        <p:blipFill>
          <a:blip r:embed="rId11"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76C0D941-D9E3-E25B-15B0-59E36B83DF58}"/>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2" name="Picture 1" descr="A black background with white text and blue letters&#10;&#10;AI-generated content may be incorrect.">
            <a:extLst>
              <a:ext uri="{FF2B5EF4-FFF2-40B4-BE49-F238E27FC236}">
                <a16:creationId xmlns:a16="http://schemas.microsoft.com/office/drawing/2014/main" id="{D0DD7703-F822-E9CE-6613-872657CE4F4A}"/>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43821089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1/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EE6E84E-0DE7-4EEF-8932-BF42153B3B56}"/>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CEE6E84E-0DE7-4EEF-8932-BF42153B3B56}"/>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pic>
        <p:nvPicPr>
          <p:cNvPr id="7" name="object 5">
            <a:extLst>
              <a:ext uri="{FF2B5EF4-FFF2-40B4-BE49-F238E27FC236}">
                <a16:creationId xmlns:a16="http://schemas.microsoft.com/office/drawing/2014/main" id="{CD38B6BE-C47A-9B51-B39B-B95989767E23}"/>
              </a:ext>
            </a:extLst>
          </p:cNvPr>
          <p:cNvPicPr/>
          <p:nvPr userDrawn="1"/>
        </p:nvPicPr>
        <p:blipFill>
          <a:blip r:embed="rId11" cstate="print"/>
          <a:stretch>
            <a:fillRect/>
          </a:stretch>
        </p:blipFill>
        <p:spPr>
          <a:xfrm>
            <a:off x="1" y="2650255"/>
            <a:ext cx="12191999" cy="4207742"/>
          </a:xfrm>
          <a:prstGeom prst="rect">
            <a:avLst/>
          </a:prstGeom>
        </p:spPr>
      </p:pic>
      <p:sp>
        <p:nvSpPr>
          <p:cNvPr id="4" name="Rectangle 3" hidden="1">
            <a:extLst>
              <a:ext uri="{FF2B5EF4-FFF2-40B4-BE49-F238E27FC236}">
                <a16:creationId xmlns:a16="http://schemas.microsoft.com/office/drawing/2014/main" id="{29D2CA90-0144-4292-9526-98A508F53171}"/>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4364736" y="0"/>
            <a:ext cx="782726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4EF89F43-35C6-451B-BBE8-87D2B8B83F5E}"/>
              </a:ext>
            </a:extLst>
          </p:cNvPr>
          <p:cNvSpPr>
            <a:spLocks noGrp="1"/>
          </p:cNvSpPr>
          <p:nvPr>
            <p:ph type="title"/>
            <p:custDataLst>
              <p:tags r:id="rId4"/>
            </p:custDataLst>
          </p:nvPr>
        </p:nvSpPr>
        <p:spPr>
          <a:xfrm>
            <a:off x="554736" y="2744369"/>
            <a:ext cx="3465576" cy="769441"/>
          </a:xfrm>
          <a:prstGeom prst="rect">
            <a:avLst/>
          </a:prstGeom>
        </p:spPr>
        <p:txBody>
          <a:bodyPr vert="horz" wrap="square" lIns="0" tIns="0" rIns="0" bIns="0" rtlCol="0" anchor="b" anchorCtr="0">
            <a:noAutofit/>
          </a:bodyPr>
          <a:lstStyle>
            <a:lvl1pPr rtl="0">
              <a:defRPr lang="en-US" dirty="0">
                <a:latin typeface="+mj-lt"/>
                <a:ea typeface="+mj-ea"/>
                <a:cs typeface="+mj-cs"/>
              </a:defRPr>
            </a:lvl1pPr>
          </a:lstStyle>
          <a:p>
            <a:pPr lvl="0"/>
            <a:r>
              <a:rPr lang="en-US"/>
              <a:t>Click to edit Master title style</a:t>
            </a:r>
          </a:p>
        </p:txBody>
      </p:sp>
      <p:sp>
        <p:nvSpPr>
          <p:cNvPr id="20" name="3. Subtitle">
            <a:extLst>
              <a:ext uri="{FF2B5EF4-FFF2-40B4-BE49-F238E27FC236}">
                <a16:creationId xmlns:a16="http://schemas.microsoft.com/office/drawing/2014/main" id="{9F06A69A-B095-4159-932B-3658DD253FDF}"/>
              </a:ext>
            </a:extLst>
          </p:cNvPr>
          <p:cNvSpPr>
            <a:spLocks noGrp="1"/>
          </p:cNvSpPr>
          <p:nvPr>
            <p:ph type="subTitle" idx="1"/>
            <p:custDataLst>
              <p:tags r:id="rId5"/>
            </p:custDataLst>
          </p:nvPr>
        </p:nvSpPr>
        <p:spPr>
          <a:xfrm>
            <a:off x="554735" y="3659644"/>
            <a:ext cx="3465575"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DA204BE1-D5C8-4D03-9090-21D41FEC78E0}"/>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79C07342-0520-417C-B878-54C94CBD8539}"/>
              </a:ext>
            </a:extLst>
          </p:cNvPr>
          <p:cNvSpPr>
            <a:spLocks noGrp="1"/>
          </p:cNvSpPr>
          <p:nvPr>
            <p:ph type="body" sz="quarter" idx="10" hasCustomPrompt="1"/>
            <p:custDataLst>
              <p:tags r:id="rId7"/>
            </p:custDataLst>
          </p:nvPr>
        </p:nvSpPr>
        <p:spPr>
          <a:xfrm>
            <a:off x="554735" y="41597"/>
            <a:ext cx="3465577"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9" name="Espaço Reservado para Número de Slide 5">
            <a:extLst>
              <a:ext uri="{FF2B5EF4-FFF2-40B4-BE49-F238E27FC236}">
                <a16:creationId xmlns:a16="http://schemas.microsoft.com/office/drawing/2014/main" id="{BEFA08DA-226C-819C-5F34-30AE7B2EE9B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2" name="Picture 1" descr="A black background with white text and blue letters&#10;&#10;AI-generated content may be incorrect.">
            <a:extLst>
              <a:ext uri="{FF2B5EF4-FFF2-40B4-BE49-F238E27FC236}">
                <a16:creationId xmlns:a16="http://schemas.microsoft.com/office/drawing/2014/main" id="{D61EB5D7-2E67-B58C-DD0C-8209CA503301}"/>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99862520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userDrawn="1">
  <p:cSld name="1/2">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22812162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725BD87-3C3D-45F6-BBCF-F06FD867659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6092952" y="0"/>
            <a:ext cx="609904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5065776" cy="731520"/>
          </a:xfrm>
        </p:spPr>
        <p:txBody>
          <a:bodyPr vert="horz"/>
          <a:lstStyle>
            <a:lvl1pPr rtl="0">
              <a:defRPr>
                <a:latin typeface="+mj-lt"/>
                <a:ea typeface="+mj-ea"/>
                <a:cs typeface="+mj-cs"/>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50657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E9BE4D1E-183A-499B-BFC7-798294EB7AE9}"/>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5838A663-69BD-F283-AB31-5AFA07296B86}"/>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6" name="object 5">
            <a:extLst>
              <a:ext uri="{FF2B5EF4-FFF2-40B4-BE49-F238E27FC236}">
                <a16:creationId xmlns:a16="http://schemas.microsoft.com/office/drawing/2014/main" id="{6833EC5E-5694-F1CD-D491-2DC75AB26985}"/>
              </a:ext>
            </a:extLst>
          </p:cNvPr>
          <p:cNvPicPr/>
          <p:nvPr userDrawn="1"/>
        </p:nvPicPr>
        <p:blipFill>
          <a:blip r:embed="rId11" cstate="print"/>
          <a:stretch>
            <a:fillRect/>
          </a:stretch>
        </p:blipFill>
        <p:spPr>
          <a:xfrm>
            <a:off x="1" y="2650255"/>
            <a:ext cx="12191999" cy="4207742"/>
          </a:xfrm>
          <a:prstGeom prst="rect">
            <a:avLst/>
          </a:prstGeom>
        </p:spPr>
      </p:pic>
      <p:pic>
        <p:nvPicPr>
          <p:cNvPr id="2" name="Picture 1" descr="A black background with white text and blue letters&#10;&#10;AI-generated content may be incorrect.">
            <a:extLst>
              <a:ext uri="{FF2B5EF4-FFF2-40B4-BE49-F238E27FC236}">
                <a16:creationId xmlns:a16="http://schemas.microsoft.com/office/drawing/2014/main" id="{B7E1BF81-7D63-E5CC-10AD-59AF8E54D07A}"/>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280043324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userDrawn="1">
  <p:cSld name="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72" imgH="588" progId="TCLayout.ActiveDocument.1">
                  <p:embed/>
                </p:oleObj>
              </mc:Choice>
              <mc:Fallback>
                <p:oleObj name="think-cell Slide" r:id="rId9"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2D668F04-7049-40BA-8D63-D8BBB6921318}"/>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9" name="2. Slide Title">
            <a:extLst>
              <a:ext uri="{FF2B5EF4-FFF2-40B4-BE49-F238E27FC236}">
                <a16:creationId xmlns:a16="http://schemas.microsoft.com/office/drawing/2014/main" id="{0415F114-7B0E-43F2-8881-F0D9FB2A643B}"/>
              </a:ext>
            </a:extLst>
          </p:cNvPr>
          <p:cNvSpPr>
            <a:spLocks noGrp="1"/>
          </p:cNvSpPr>
          <p:nvPr>
            <p:ph type="title"/>
            <p:custDataLst>
              <p:tags r:id="rId3"/>
            </p:custDataLst>
          </p:nvPr>
        </p:nvSpPr>
        <p:spPr>
          <a:xfrm>
            <a:off x="554736" y="172212"/>
            <a:ext cx="6967728" cy="731520"/>
          </a:xfrm>
        </p:spPr>
        <p:txBody>
          <a:bodyPr vert="horz"/>
          <a:lstStyle>
            <a:lvl1pPr rtl="0">
              <a:defRPr>
                <a:latin typeface="+mj-lt"/>
                <a:ea typeface="+mj-ea"/>
                <a:cs typeface="+mj-cs"/>
              </a:defRPr>
            </a:lvl1pPr>
          </a:lstStyle>
          <a:p>
            <a:r>
              <a:rPr lang="en-US"/>
              <a:t>Click to edit Master title style</a:t>
            </a: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4"/>
            </p:custDataLst>
          </p:nvPr>
        </p:nvSpPr>
        <p:spPr bwMode="ltGray">
          <a:xfrm>
            <a:off x="7830312" y="0"/>
            <a:ext cx="436168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20" name="3. Subtitle">
            <a:extLst>
              <a:ext uri="{FF2B5EF4-FFF2-40B4-BE49-F238E27FC236}">
                <a16:creationId xmlns:a16="http://schemas.microsoft.com/office/drawing/2014/main" id="{712BED6B-950C-4FB8-AEE1-14FA61D013FF}"/>
              </a:ext>
            </a:extLst>
          </p:cNvPr>
          <p:cNvSpPr>
            <a:spLocks noGrp="1"/>
          </p:cNvSpPr>
          <p:nvPr>
            <p:ph type="subTitle" idx="1"/>
            <p:custDataLst>
              <p:tags r:id="rId5"/>
            </p:custDataLst>
          </p:nvPr>
        </p:nvSpPr>
        <p:spPr>
          <a:xfrm>
            <a:off x="554736" y="919250"/>
            <a:ext cx="6967728"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6"/>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tx1"/>
                </a:solidFill>
                <a:latin typeface="+mn-lt"/>
                <a:ea typeface="+mn-ea"/>
                <a:cs typeface="+mn-cs"/>
              </a:rPr>
              <a:t>Source: …</a:t>
            </a:r>
          </a:p>
        </p:txBody>
      </p:sp>
      <p:sp>
        <p:nvSpPr>
          <p:cNvPr id="10" name="1. On-page tracker">
            <a:extLst>
              <a:ext uri="{FF2B5EF4-FFF2-40B4-BE49-F238E27FC236}">
                <a16:creationId xmlns:a16="http://schemas.microsoft.com/office/drawing/2014/main" id="{7C393009-0681-4A8F-A1E9-19E10A949DCD}"/>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6" name="object 5">
            <a:extLst>
              <a:ext uri="{FF2B5EF4-FFF2-40B4-BE49-F238E27FC236}">
                <a16:creationId xmlns:a16="http://schemas.microsoft.com/office/drawing/2014/main" id="{DC10B607-1117-8BC2-1D9D-56F6F4C11148}"/>
              </a:ext>
            </a:extLst>
          </p:cNvPr>
          <p:cNvPicPr/>
          <p:nvPr userDrawn="1"/>
        </p:nvPicPr>
        <p:blipFill>
          <a:blip r:embed="rId11"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CE308215-6390-10D4-FD16-60656A5DF7D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2" name="Picture 1" descr="A black background with white text and blue letters&#10;&#10;AI-generated content may be incorrect.">
            <a:extLst>
              <a:ext uri="{FF2B5EF4-FFF2-40B4-BE49-F238E27FC236}">
                <a16:creationId xmlns:a16="http://schemas.microsoft.com/office/drawing/2014/main" id="{DA3A0F4D-F1B5-91F0-14C3-D5D87636ED18}"/>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770956360"/>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userDrawn="1">
  <p:cSld name="3/4 ">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50854476-2923-4515-A585-4477FF86118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23" name="RectangleLight">
            <a:extLst>
              <a:ext uri="{FF2B5EF4-FFF2-40B4-BE49-F238E27FC236}">
                <a16:creationId xmlns:a16="http://schemas.microsoft.com/office/drawing/2014/main" id="{A80E2F68-4ED6-42EF-9858-2FE4B1382825}"/>
              </a:ext>
            </a:extLst>
          </p:cNvPr>
          <p:cNvSpPr/>
          <p:nvPr userDrawn="1">
            <p:custDataLst>
              <p:tags r:id="rId3"/>
            </p:custDataLst>
          </p:nvPr>
        </p:nvSpPr>
        <p:spPr bwMode="ltGray">
          <a:xfrm>
            <a:off x="8781416" y="0"/>
            <a:ext cx="341058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noProof="0">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7918704" cy="731520"/>
          </a:xfrm>
        </p:spPr>
        <p:txBody>
          <a:bodyPr vert="horz"/>
          <a:lstStyle>
            <a:lvl1pPr rtl="0">
              <a:defRPr>
                <a:latin typeface="+mj-lt"/>
                <a:ea typeface="+mj-ea"/>
                <a:cs typeface="+mj-cs"/>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7918704" cy="246221"/>
          </a:xfrm>
          <a:prstGeom prst="rect">
            <a:avLst/>
          </a:prstGeom>
        </p:spPr>
        <p:txBody>
          <a:bodyPr wrap="square">
            <a:spAutoFit/>
          </a:bodyPr>
          <a:lstStyle>
            <a:lvl1pPr marL="0" indent="0" algn="l" rtl="0">
              <a:buNone/>
              <a:defRPr sz="1600" b="0" u="none"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chemeClr val="tx1"/>
                </a:solidFill>
                <a:effectLst/>
                <a:uLnTx/>
                <a:uFillTx/>
                <a:latin typeface="+mn-lt"/>
                <a:ea typeface="+mn-ea"/>
                <a:cs typeface="+mn-cs"/>
              </a:rPr>
              <a:t>Source: …</a:t>
            </a:r>
          </a:p>
        </p:txBody>
      </p:sp>
      <p:sp>
        <p:nvSpPr>
          <p:cNvPr id="10" name="1. On-page tracker">
            <a:extLst>
              <a:ext uri="{FF2B5EF4-FFF2-40B4-BE49-F238E27FC236}">
                <a16:creationId xmlns:a16="http://schemas.microsoft.com/office/drawing/2014/main" id="{DEC2F904-C5C8-4B39-9C46-6CA56144D86A}"/>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6" name="object 5">
            <a:extLst>
              <a:ext uri="{FF2B5EF4-FFF2-40B4-BE49-F238E27FC236}">
                <a16:creationId xmlns:a16="http://schemas.microsoft.com/office/drawing/2014/main" id="{18FDA969-0108-9A50-B3FB-5A269131EEDA}"/>
              </a:ext>
            </a:extLst>
          </p:cNvPr>
          <p:cNvPicPr/>
          <p:nvPr userDrawn="1"/>
        </p:nvPicPr>
        <p:blipFill>
          <a:blip r:embed="rId11"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7BFEFE21-A723-781E-6575-D08106AEEA4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2" name="Picture 1" descr="A black background with white text and blue letters&#10;&#10;AI-generated content may be incorrect.">
            <a:extLst>
              <a:ext uri="{FF2B5EF4-FFF2-40B4-BE49-F238E27FC236}">
                <a16:creationId xmlns:a16="http://schemas.microsoft.com/office/drawing/2014/main" id="{7A69C996-9331-284E-956A-1B0D6016B4CE}"/>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01266116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userDrawn="1">
  <p:cSld name="3-lin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648A5D5-75B9-4F02-A4CB-B3C65A9BF2CE}"/>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C648A5D5-75B9-4F02-A4CB-B3C65A9BF2CE}"/>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A58AAF75-30DC-408A-933A-149F2D14D18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4" name="2. Slide Title">
            <a:extLst>
              <a:ext uri="{FF2B5EF4-FFF2-40B4-BE49-F238E27FC236}">
                <a16:creationId xmlns:a16="http://schemas.microsoft.com/office/drawing/2014/main" id="{6C3D89FC-A4B9-4683-B64F-B0644150274F}"/>
              </a:ext>
            </a:extLst>
          </p:cNvPr>
          <p:cNvSpPr>
            <a:spLocks noGrp="1"/>
          </p:cNvSpPr>
          <p:nvPr>
            <p:ph type="title"/>
            <p:custDataLst>
              <p:tags r:id="rId3"/>
            </p:custDataLst>
          </p:nvPr>
        </p:nvSpPr>
        <p:spPr>
          <a:xfrm>
            <a:off x="554736" y="944612"/>
            <a:ext cx="11082528" cy="384721"/>
          </a:xfrm>
        </p:spPr>
        <p:txBody>
          <a:bodyPr vert="horz">
            <a:spAutoFit/>
          </a:bodyPr>
          <a:lstStyle>
            <a:lvl1pPr rtl="0">
              <a:defRPr>
                <a:latin typeface="+mj-lt"/>
                <a:ea typeface="+mj-ea"/>
                <a:cs typeface="+mj-cs"/>
              </a:defRPr>
            </a:lvl1pPr>
          </a:lstStyle>
          <a:p>
            <a:r>
              <a:rPr lang="en-US"/>
              <a:t>Click to edit Master title style</a:t>
            </a:r>
          </a:p>
        </p:txBody>
      </p:sp>
      <p:sp>
        <p:nvSpPr>
          <p:cNvPr id="10" name="5. Source" hidden="1">
            <a:extLst>
              <a:ext uri="{FF2B5EF4-FFF2-40B4-BE49-F238E27FC236}">
                <a16:creationId xmlns:a16="http://schemas.microsoft.com/office/drawing/2014/main" id="{81E2484B-3E40-408C-A350-5EB40C8A09F0}"/>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8" name="1. On-page tracker">
            <a:extLst>
              <a:ext uri="{FF2B5EF4-FFF2-40B4-BE49-F238E27FC236}">
                <a16:creationId xmlns:a16="http://schemas.microsoft.com/office/drawing/2014/main" id="{931AA88E-24E2-4493-A340-98EE8666A3B2}"/>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7" name="object 5">
            <a:extLst>
              <a:ext uri="{FF2B5EF4-FFF2-40B4-BE49-F238E27FC236}">
                <a16:creationId xmlns:a16="http://schemas.microsoft.com/office/drawing/2014/main" id="{8606657B-8250-77CB-3903-7A85974B1012}"/>
              </a:ext>
            </a:extLst>
          </p:cNvPr>
          <p:cNvPicPr/>
          <p:nvPr userDrawn="1"/>
        </p:nvPicPr>
        <p:blipFill>
          <a:blip r:embed="rId9" cstate="print"/>
          <a:stretch>
            <a:fillRect/>
          </a:stretch>
        </p:blipFill>
        <p:spPr>
          <a:xfrm>
            <a:off x="1" y="2650255"/>
            <a:ext cx="12191999" cy="4207742"/>
          </a:xfrm>
          <a:prstGeom prst="rect">
            <a:avLst/>
          </a:prstGeom>
        </p:spPr>
      </p:pic>
      <p:sp>
        <p:nvSpPr>
          <p:cNvPr id="6" name="Espaço Reservado para Número de Slide 5">
            <a:extLst>
              <a:ext uri="{FF2B5EF4-FFF2-40B4-BE49-F238E27FC236}">
                <a16:creationId xmlns:a16="http://schemas.microsoft.com/office/drawing/2014/main" id="{087BA578-5925-A171-4F3E-DC7BE87E3C6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5" name="Picture 4" descr="A black background with white text and blue letters&#10;&#10;AI-generated content may be incorrect.">
            <a:extLst>
              <a:ext uri="{FF2B5EF4-FFF2-40B4-BE49-F238E27FC236}">
                <a16:creationId xmlns:a16="http://schemas.microsoft.com/office/drawing/2014/main" id="{045CD339-7C5D-AA0E-19DD-262BA71AFFAB}"/>
              </a:ext>
            </a:extLst>
          </p:cNvPr>
          <p:cNvPicPr>
            <a:picLocks noChangeAspect="1"/>
          </p:cNvPicPr>
          <p:nvPr userDrawn="1"/>
        </p:nvPicPr>
        <p:blipFill>
          <a:blip r:embed="rId10">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419781551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Custom">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20E9A7C-FB74-480B-8212-8CE5C1AF5D1B}"/>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92" imgH="591" progId="TCLayout.ActiveDocument.1">
                  <p:embed/>
                </p:oleObj>
              </mc:Choice>
              <mc:Fallback>
                <p:oleObj name="think-cell Slide" r:id="rId5" imgW="592" imgH="591" progId="TCLayout.ActiveDocument.1">
                  <p:embed/>
                  <p:pic>
                    <p:nvPicPr>
                      <p:cNvPr id="2" name="Object 1" hidden="1">
                        <a:extLst>
                          <a:ext uri="{FF2B5EF4-FFF2-40B4-BE49-F238E27FC236}">
                            <a16:creationId xmlns:a16="http://schemas.microsoft.com/office/drawing/2014/main" id="{220E9A7C-FB74-480B-8212-8CE5C1AF5D1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5. Source" hidden="1">
            <a:extLst>
              <a:ext uri="{FF2B5EF4-FFF2-40B4-BE49-F238E27FC236}">
                <a16:creationId xmlns:a16="http://schemas.microsoft.com/office/drawing/2014/main" id="{09F9A864-CDB7-4063-BBF8-591908AA18D0}"/>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8" name="1. On-page tracker">
            <a:extLst>
              <a:ext uri="{FF2B5EF4-FFF2-40B4-BE49-F238E27FC236}">
                <a16:creationId xmlns:a16="http://schemas.microsoft.com/office/drawing/2014/main" id="{BD5E1493-E8EF-4031-B447-85DA0B418111}"/>
              </a:ext>
            </a:extLst>
          </p:cNvPr>
          <p:cNvSpPr>
            <a:spLocks noGrp="1"/>
          </p:cNvSpPr>
          <p:nvPr>
            <p:ph type="body" sz="quarter" idx="10" hasCustomPrompt="1"/>
            <p:custDataLst>
              <p:tags r:id="rId3"/>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4" name="object 5">
            <a:extLst>
              <a:ext uri="{FF2B5EF4-FFF2-40B4-BE49-F238E27FC236}">
                <a16:creationId xmlns:a16="http://schemas.microsoft.com/office/drawing/2014/main" id="{302CA7A7-AB0F-C274-D915-1713B5812D10}"/>
              </a:ext>
            </a:extLst>
          </p:cNvPr>
          <p:cNvPicPr/>
          <p:nvPr userDrawn="1"/>
        </p:nvPicPr>
        <p:blipFill>
          <a:blip r:embed="rId7"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53C53AD5-9C2C-E230-046D-A0AB49C59469}"/>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3" name="Picture 2" descr="A black background with white text and blue letters&#10;&#10;AI-generated content may be incorrect.">
            <a:extLst>
              <a:ext uri="{FF2B5EF4-FFF2-40B4-BE49-F238E27FC236}">
                <a16:creationId xmlns:a16="http://schemas.microsoft.com/office/drawing/2014/main" id="{C7FC763D-FF78-FC05-F3F3-E7AF264EB824}"/>
              </a:ext>
            </a:extLst>
          </p:cNvPr>
          <p:cNvPicPr>
            <a:picLocks noChangeAspect="1"/>
          </p:cNvPicPr>
          <p:nvPr userDrawn="1"/>
        </p:nvPicPr>
        <p:blipFill>
          <a:blip r:embed="rId8">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88606076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preserve="1" userDrawn="1">
  <p:cSld name="En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A954CCC1-5027-4384-BFF6-B54153C697A8}"/>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92" imgH="591" progId="TCLayout.ActiveDocument.1">
                  <p:embed/>
                </p:oleObj>
              </mc:Choice>
              <mc:Fallback>
                <p:oleObj name="think-cell Slide" r:id="rId4" imgW="592" imgH="591" progId="TCLayout.ActiveDocument.1">
                  <p:embed/>
                  <p:pic>
                    <p:nvPicPr>
                      <p:cNvPr id="2" name="Object 1" hidden="1">
                        <a:extLst>
                          <a:ext uri="{FF2B5EF4-FFF2-40B4-BE49-F238E27FC236}">
                            <a16:creationId xmlns:a16="http://schemas.microsoft.com/office/drawing/2014/main" id="{A954CCC1-5027-4384-BFF6-B54153C697A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8" name="5. Source" hidden="1">
            <a:extLst>
              <a:ext uri="{FF2B5EF4-FFF2-40B4-BE49-F238E27FC236}">
                <a16:creationId xmlns:a16="http://schemas.microsoft.com/office/drawing/2014/main" id="{330AE89A-7771-4A6E-A02D-893DCB66C876}"/>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pic>
        <p:nvPicPr>
          <p:cNvPr id="3" name="Picture 2">
            <a:extLst>
              <a:ext uri="{FF2B5EF4-FFF2-40B4-BE49-F238E27FC236}">
                <a16:creationId xmlns:a16="http://schemas.microsoft.com/office/drawing/2014/main" id="{A5FB7ED7-9CEC-C64C-9573-13078315866F}"/>
              </a:ext>
            </a:extLst>
          </p:cNvPr>
          <p:cNvPicPr>
            <a:picLocks noChangeAspect="1"/>
          </p:cNvPicPr>
          <p:nvPr userDrawn="1"/>
        </p:nvPicPr>
        <p:blipFill rotWithShape="1">
          <a:blip r:embed="rId6"/>
          <a:srcRect l="16452" t="35204" r="16674" b="35543"/>
          <a:stretch/>
        </p:blipFill>
        <p:spPr bwMode="ltGray">
          <a:xfrm>
            <a:off x="4155535" y="2828925"/>
            <a:ext cx="3880930" cy="1200150"/>
          </a:xfrm>
          <a:prstGeom prst="rect">
            <a:avLst/>
          </a:prstGeom>
        </p:spPr>
      </p:pic>
      <p:pic>
        <p:nvPicPr>
          <p:cNvPr id="4" name="object 5">
            <a:extLst>
              <a:ext uri="{FF2B5EF4-FFF2-40B4-BE49-F238E27FC236}">
                <a16:creationId xmlns:a16="http://schemas.microsoft.com/office/drawing/2014/main" id="{9E891BC5-32DA-9208-692C-50E75CC5010E}"/>
              </a:ext>
            </a:extLst>
          </p:cNvPr>
          <p:cNvPicPr/>
          <p:nvPr userDrawn="1"/>
        </p:nvPicPr>
        <p:blipFill>
          <a:blip r:embed="rId7"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36FD2FB0-CF6D-3624-4B8D-E3F185237450}"/>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10" name="Picture 9" descr="A black background with white text and blue letters&#10;&#10;AI-generated content may be incorrect.">
            <a:extLst>
              <a:ext uri="{FF2B5EF4-FFF2-40B4-BE49-F238E27FC236}">
                <a16:creationId xmlns:a16="http://schemas.microsoft.com/office/drawing/2014/main" id="{D4C54998-8D2D-D135-339A-466F00399183}"/>
              </a:ext>
            </a:extLst>
          </p:cNvPr>
          <p:cNvPicPr>
            <a:picLocks noChangeAspect="1"/>
          </p:cNvPicPr>
          <p:nvPr userDrawn="1"/>
        </p:nvPicPr>
        <p:blipFill>
          <a:blip r:embed="rId8">
            <a:extLst>
              <a:ext uri="{28A0092B-C50C-407E-A947-70E740481C1C}">
                <a14:useLocalDpi xmlns:a14="http://schemas.microsoft.com/office/drawing/2010/main" val="0"/>
              </a:ext>
            </a:extLst>
          </a:blip>
          <a:stretch>
            <a:fillRect/>
          </a:stretch>
        </p:blipFill>
        <p:spPr>
          <a:xfrm>
            <a:off x="10272773" y="6369050"/>
            <a:ext cx="1182627" cy="416085"/>
          </a:xfrm>
          <a:prstGeom prst="rect">
            <a:avLst/>
          </a:prstGeom>
        </p:spPr>
      </p:pic>
    </p:spTree>
    <p:extLst>
      <p:ext uri="{BB962C8B-B14F-4D97-AF65-F5344CB8AC3E}">
        <p14:creationId xmlns:p14="http://schemas.microsoft.com/office/powerpoint/2010/main" val="391456101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A502E44C-4A5D-C0C2-E6A7-70CDF31CEF95}"/>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47" imgH="348" progId="TCLayout.ActiveDocument.1">
                  <p:embed/>
                </p:oleObj>
              </mc:Choice>
              <mc:Fallback>
                <p:oleObj name="think-cell Slide" r:id="rId3" imgW="347" imgH="348" progId="TCLayout.ActiveDocument.1">
                  <p:embed/>
                  <p:pic>
                    <p:nvPicPr>
                      <p:cNvPr id="7" name="think-cell data - do not delete" hidden="1">
                        <a:extLst>
                          <a:ext uri="{FF2B5EF4-FFF2-40B4-BE49-F238E27FC236}">
                            <a16:creationId xmlns:a16="http://schemas.microsoft.com/office/drawing/2014/main" id="{A502E44C-4A5D-C0C2-E6A7-70CDF31CEF9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Holder 2"/>
          <p:cNvSpPr>
            <a:spLocks noGrp="1"/>
          </p:cNvSpPr>
          <p:nvPr>
            <p:ph type="title"/>
          </p:nvPr>
        </p:nvSpPr>
        <p:spPr/>
        <p:txBody>
          <a:bodyPr lIns="0" tIns="0" rIns="0" bIns="0"/>
          <a:lstStyle>
            <a:lvl1pPr rtl="0">
              <a:defRPr sz="2400" b="1" i="0">
                <a:solidFill>
                  <a:srgbClr val="2C3846"/>
                </a:solidFill>
                <a:latin typeface="Arial"/>
                <a:cs typeface="Arial"/>
              </a:defRPr>
            </a:lvl1pPr>
          </a:lstStyle>
          <a:p>
            <a:endParaRPr lang="en-US"/>
          </a:p>
        </p:txBody>
      </p:sp>
      <p:sp>
        <p:nvSpPr>
          <p:cNvPr id="3" name="Holder 3"/>
          <p:cNvSpPr>
            <a:spLocks noGrp="1"/>
          </p:cNvSpPr>
          <p:nvPr>
            <p:ph type="body" idx="1"/>
          </p:nvPr>
        </p:nvSpPr>
        <p:spPr>
          <a:xfrm>
            <a:off x="554736" y="2170800"/>
            <a:ext cx="2484655" cy="169277"/>
          </a:xfrm>
        </p:spPr>
        <p:txBody>
          <a:bodyPr lIns="0" tIns="0" rIns="0" bIns="0"/>
          <a:lstStyle>
            <a:lvl1pPr rtl="0">
              <a:defRPr sz="1100" b="0" i="0">
                <a:solidFill>
                  <a:srgbClr val="2C3846"/>
                </a:solidFill>
                <a:latin typeface="Arial"/>
                <a:cs typeface="Arial"/>
              </a:defRPr>
            </a:lvl1pPr>
          </a:lstStyle>
          <a:p>
            <a:endParaRPr lang="en-US"/>
          </a:p>
        </p:txBody>
      </p:sp>
      <p:sp>
        <p:nvSpPr>
          <p:cNvPr id="4" name="Holder 4"/>
          <p:cNvSpPr>
            <a:spLocks noGrp="1"/>
          </p:cNvSpPr>
          <p:nvPr>
            <p:ph type="ftr" sz="quarter" idx="5"/>
          </p:nvPr>
        </p:nvSpPr>
        <p:spPr/>
        <p:txBody>
          <a:bodyPr lIns="0" tIns="0" rIns="0" bIns="0"/>
          <a:lstStyle>
            <a:lvl1pPr algn="ctr" rtl="0">
              <a:defRPr>
                <a:solidFill>
                  <a:schemeClr val="tx1">
                    <a:tint val="75000"/>
                  </a:schemeClr>
                </a:solidFill>
              </a:defRPr>
            </a:lvl1pPr>
          </a:lstStyle>
          <a:p>
            <a:endParaRPr lang="en-US"/>
          </a:p>
        </p:txBody>
      </p:sp>
      <p:sp>
        <p:nvSpPr>
          <p:cNvPr id="5" name="Holder 5"/>
          <p:cNvSpPr>
            <a:spLocks noGrp="1"/>
          </p:cNvSpPr>
          <p:nvPr>
            <p:ph type="dt" sz="half" idx="6"/>
          </p:nvPr>
        </p:nvSpPr>
        <p:spPr/>
        <p:txBody>
          <a:bodyPr lIns="0" tIns="0" rIns="0" bIns="0"/>
          <a:lstStyle>
            <a:lvl1pPr algn="l" rtl="0">
              <a:defRPr>
                <a:solidFill>
                  <a:schemeClr val="tx1">
                    <a:tint val="75000"/>
                  </a:schemeClr>
                </a:solidFill>
              </a:defRPr>
            </a:lvl1pPr>
          </a:lstStyle>
          <a:p>
            <a:fld id="{408A76A9-83BB-4C24-8355-8B78DCCD8B9C}" type="datetime1">
              <a:rPr lang="en-US" smtClean="0"/>
              <a:t>11/29/2025</a:t>
            </a:fld>
            <a:endParaRPr lang="en-US"/>
          </a:p>
        </p:txBody>
      </p:sp>
      <p:sp>
        <p:nvSpPr>
          <p:cNvPr id="8" name="Espaço Reservado para Número de Slide 5">
            <a:extLst>
              <a:ext uri="{FF2B5EF4-FFF2-40B4-BE49-F238E27FC236}">
                <a16:creationId xmlns:a16="http://schemas.microsoft.com/office/drawing/2014/main" id="{DDB8157B-F805-9FE0-AD7C-6EDE32848816}"/>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991549524"/>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39" name="Picture 38">
            <a:extLst>
              <a:ext uri="{FF2B5EF4-FFF2-40B4-BE49-F238E27FC236}">
                <a16:creationId xmlns:a16="http://schemas.microsoft.com/office/drawing/2014/main" id="{55D486F3-4001-B737-E4EC-25519848B91E}"/>
              </a:ext>
            </a:extLst>
          </p:cNvPr>
          <p:cNvPicPr>
            <a:picLocks/>
          </p:cNvPicPr>
          <p:nvPr userDrawn="1"/>
        </p:nvPicPr>
        <p:blipFill rotWithShape="1">
          <a:blip r:embed="rId9" cstate="print">
            <a:extLst>
              <a:ext uri="{28A0092B-C50C-407E-A947-70E740481C1C}">
                <a14:useLocalDpi xmlns:a14="http://schemas.microsoft.com/office/drawing/2010/main"/>
              </a:ext>
            </a:extLst>
          </a:blip>
          <a:srcRect/>
          <a:stretch/>
        </p:blipFill>
        <p:spPr bwMode="ltGray">
          <a:xfrm>
            <a:off x="0" y="0"/>
            <a:ext cx="12188825" cy="4398688"/>
          </a:xfrm>
          <a:prstGeom prst="rect">
            <a:avLst/>
          </a:prstGeom>
        </p:spPr>
      </p:pic>
      <p:pic>
        <p:nvPicPr>
          <p:cNvPr id="40" name="Picture 39">
            <a:extLst>
              <a:ext uri="{FF2B5EF4-FFF2-40B4-BE49-F238E27FC236}">
                <a16:creationId xmlns:a16="http://schemas.microsoft.com/office/drawing/2014/main" id="{D06C9FC3-F1A0-0D96-E672-A90834228F9D}"/>
              </a:ext>
            </a:extLst>
          </p:cNvPr>
          <p:cNvPicPr>
            <a:picLocks noChangeAspect="1"/>
          </p:cNvPicPr>
          <p:nvPr userDrawn="1"/>
        </p:nvPicPr>
        <p:blipFill rotWithShape="1">
          <a:blip r:embed="rId10"/>
          <a:srcRect l="1508" t="83853" r="1458"/>
          <a:stretch/>
        </p:blipFill>
        <p:spPr>
          <a:xfrm flipV="1">
            <a:off x="-1" y="3871739"/>
            <a:ext cx="12188825" cy="608484"/>
          </a:xfrm>
          <a:custGeom>
            <a:avLst/>
            <a:gdLst>
              <a:gd name="connsiteX0" fmla="*/ 0 w 12192000"/>
              <a:gd name="connsiteY0" fmla="*/ 0 h 590588"/>
              <a:gd name="connsiteX1" fmla="*/ 12192000 w 12192000"/>
              <a:gd name="connsiteY1" fmla="*/ 0 h 590588"/>
              <a:gd name="connsiteX2" fmla="*/ 12192000 w 12192000"/>
              <a:gd name="connsiteY2" fmla="*/ 590588 h 590588"/>
              <a:gd name="connsiteX3" fmla="*/ 0 w 12192000"/>
              <a:gd name="connsiteY3" fmla="*/ 590588 h 590588"/>
            </a:gdLst>
            <a:ahLst/>
            <a:cxnLst>
              <a:cxn ang="0">
                <a:pos x="connsiteX0" y="connsiteY0"/>
              </a:cxn>
              <a:cxn ang="0">
                <a:pos x="connsiteX1" y="connsiteY1"/>
              </a:cxn>
              <a:cxn ang="0">
                <a:pos x="connsiteX2" y="connsiteY2"/>
              </a:cxn>
              <a:cxn ang="0">
                <a:pos x="connsiteX3" y="connsiteY3"/>
              </a:cxn>
            </a:cxnLst>
            <a:rect l="l" t="t" r="r" b="b"/>
            <a:pathLst>
              <a:path w="12192000" h="590588">
                <a:moveTo>
                  <a:pt x="0" y="0"/>
                </a:moveTo>
                <a:lnTo>
                  <a:pt x="12192000" y="0"/>
                </a:lnTo>
                <a:lnTo>
                  <a:pt x="12192000" y="590588"/>
                </a:lnTo>
                <a:lnTo>
                  <a:pt x="0" y="590588"/>
                </a:lnTo>
                <a:close/>
              </a:path>
            </a:pathLst>
          </a:custGeom>
        </p:spPr>
      </p:pic>
      <p:sp>
        <p:nvSpPr>
          <p:cNvPr id="41" name="Rectangle 40">
            <a:extLst>
              <a:ext uri="{FF2B5EF4-FFF2-40B4-BE49-F238E27FC236}">
                <a16:creationId xmlns:a16="http://schemas.microsoft.com/office/drawing/2014/main" id="{A0150213-D4B6-65F7-FDC9-30F0D41556FE}"/>
              </a:ext>
            </a:extLst>
          </p:cNvPr>
          <p:cNvSpPr>
            <a:spLocks/>
          </p:cNvSpPr>
          <p:nvPr userDrawn="1"/>
        </p:nvSpPr>
        <p:spPr>
          <a:xfrm>
            <a:off x="0" y="4387237"/>
            <a:ext cx="12188825" cy="2470763"/>
          </a:xfrm>
          <a:prstGeom prst="rect">
            <a:avLst/>
          </a:prstGeom>
          <a:solidFill>
            <a:srgbClr val="03898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spcBef>
                <a:spcPts val="300"/>
              </a:spcBef>
              <a:spcAft>
                <a:spcPts val="300"/>
              </a:spcAft>
            </a:pPr>
            <a:endParaRPr lang="en-US" sz="1600" err="1">
              <a:solidFill>
                <a:schemeClr val="bg1"/>
              </a:solidFill>
            </a:endParaRPr>
          </a:p>
        </p:txBody>
      </p:sp>
      <p:sp>
        <p:nvSpPr>
          <p:cNvPr id="42" name="Rectangle 41">
            <a:extLst>
              <a:ext uri="{FF2B5EF4-FFF2-40B4-BE49-F238E27FC236}">
                <a16:creationId xmlns:a16="http://schemas.microsoft.com/office/drawing/2014/main" id="{4E0FF1DF-FCD8-679A-4A1F-3643DFBB067A}"/>
              </a:ext>
            </a:extLst>
          </p:cNvPr>
          <p:cNvSpPr>
            <a:spLocks/>
          </p:cNvSpPr>
          <p:nvPr userDrawn="1"/>
        </p:nvSpPr>
        <p:spPr>
          <a:xfrm>
            <a:off x="0" y="0"/>
            <a:ext cx="12188825" cy="1593850"/>
          </a:xfrm>
          <a:prstGeom prst="rect">
            <a:avLst/>
          </a:prstGeom>
          <a:gradFill>
            <a:gsLst>
              <a:gs pos="0">
                <a:srgbClr val="1F405C">
                  <a:lumMod val="67000"/>
                  <a:alpha val="0"/>
                </a:srgbClr>
              </a:gs>
              <a:gs pos="100000">
                <a:srgbClr val="1F405C">
                  <a:alpha val="64000"/>
                </a:srgbClr>
              </a:gs>
            </a:gsLst>
            <a:lin ang="16200000" scaled="1"/>
          </a:gradFill>
          <a:ln w="6350" cap="sq"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err="1">
              <a:ln>
                <a:noFill/>
              </a:ln>
              <a:solidFill>
                <a:srgbClr val="FFFFFF"/>
              </a:solidFill>
              <a:effectLst/>
              <a:uLnTx/>
              <a:uFillTx/>
              <a:latin typeface="Arial"/>
              <a:ea typeface="+mn-ea"/>
              <a:cs typeface="+mn-cs"/>
            </a:endParaRPr>
          </a:p>
        </p:txBody>
      </p:sp>
      <p:pic>
        <p:nvPicPr>
          <p:cNvPr id="43" name="Picture 42">
            <a:extLst>
              <a:ext uri="{FF2B5EF4-FFF2-40B4-BE49-F238E27FC236}">
                <a16:creationId xmlns:a16="http://schemas.microsoft.com/office/drawing/2014/main" id="{E3DB5779-48B9-ADB3-19F1-4FD1D2561BEF}"/>
              </a:ext>
            </a:extLst>
          </p:cNvPr>
          <p:cNvPicPr>
            <a:picLocks noChangeAspect="1"/>
          </p:cNvPicPr>
          <p:nvPr userDrawn="1"/>
        </p:nvPicPr>
        <p:blipFill rotWithShape="1">
          <a:blip r:embed="rId11">
            <a:extLst>
              <a:ext uri="{BEBA8EAE-BF5A-486C-A8C5-ECC9F3942E4B}">
                <a14:imgProps xmlns:a14="http://schemas.microsoft.com/office/drawing/2010/main">
                  <a14:imgLayer r:embed="rId12">
                    <a14:imgEffect>
                      <a14:brightnessContrast bright="100000"/>
                    </a14:imgEffect>
                  </a14:imgLayer>
                </a14:imgProps>
              </a:ext>
            </a:extLst>
          </a:blip>
          <a:srcRect l="16452" t="35204" r="16674" b="35543"/>
          <a:stretch/>
        </p:blipFill>
        <p:spPr bwMode="ltGray">
          <a:xfrm>
            <a:off x="547688" y="422766"/>
            <a:ext cx="2003144" cy="619458"/>
          </a:xfrm>
          <a:prstGeom prst="rect">
            <a:avLst/>
          </a:prstGeom>
        </p:spPr>
      </p:pic>
      <p:sp>
        <p:nvSpPr>
          <p:cNvPr id="44" name="Documenttype">
            <a:extLst>
              <a:ext uri="{FF2B5EF4-FFF2-40B4-BE49-F238E27FC236}">
                <a16:creationId xmlns:a16="http://schemas.microsoft.com/office/drawing/2014/main" id="{9F0E8124-ABA8-94A1-35E2-B0AADAF828E6}"/>
              </a:ext>
            </a:extLst>
          </p:cNvPr>
          <p:cNvSpPr>
            <a:spLocks noGrp="1"/>
          </p:cNvSpPr>
          <p:nvPr>
            <p:ph type="body" sz="quarter" idx="13" hasCustomPrompt="1"/>
            <p:custDataLst>
              <p:tags r:id="rId3"/>
            </p:custDataLst>
          </p:nvPr>
        </p:nvSpPr>
        <p:spPr bwMode="auto">
          <a:xfrm>
            <a:off x="547688" y="6217885"/>
            <a:ext cx="1108710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1400" dirty="0">
                <a:solidFill>
                  <a:schemeClr val="bg1"/>
                </a:solidFill>
              </a:defRPr>
            </a:lvl1pPr>
          </a:lstStyle>
          <a:p>
            <a:pPr lvl="0" algn="ctr"/>
            <a:r>
              <a:rPr lang="en-US"/>
              <a:t>Edit date or title/role</a:t>
            </a:r>
          </a:p>
        </p:txBody>
      </p:sp>
      <p:sp>
        <p:nvSpPr>
          <p:cNvPr id="45" name="Subtitle">
            <a:extLst>
              <a:ext uri="{FF2B5EF4-FFF2-40B4-BE49-F238E27FC236}">
                <a16:creationId xmlns:a16="http://schemas.microsoft.com/office/drawing/2014/main" id="{F222930C-0F65-337C-7D97-903655E946E5}"/>
              </a:ext>
            </a:extLst>
          </p:cNvPr>
          <p:cNvSpPr>
            <a:spLocks noGrp="1"/>
          </p:cNvSpPr>
          <p:nvPr>
            <p:ph type="subTitle" idx="1"/>
            <p:custDataLst>
              <p:tags r:id="rId4"/>
            </p:custDataLst>
          </p:nvPr>
        </p:nvSpPr>
        <p:spPr bwMode="auto">
          <a:xfrm>
            <a:off x="547688" y="5817728"/>
            <a:ext cx="11087100" cy="30777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2000" dirty="0">
                <a:solidFill>
                  <a:schemeClr val="bg1"/>
                </a:solidFill>
              </a:defRPr>
            </a:lvl1pPr>
          </a:lstStyle>
          <a:p>
            <a:pPr lvl="0" algn="ctr"/>
            <a:r>
              <a:rPr lang="en-US"/>
              <a:t>Click to edit Master subtitle style</a:t>
            </a:r>
          </a:p>
        </p:txBody>
      </p:sp>
      <p:sp>
        <p:nvSpPr>
          <p:cNvPr id="46" name="Title">
            <a:extLst>
              <a:ext uri="{FF2B5EF4-FFF2-40B4-BE49-F238E27FC236}">
                <a16:creationId xmlns:a16="http://schemas.microsoft.com/office/drawing/2014/main" id="{49630E08-4AFA-7754-15E0-2549AE9D39C1}"/>
              </a:ext>
            </a:extLst>
          </p:cNvPr>
          <p:cNvSpPr>
            <a:spLocks noGrp="1"/>
          </p:cNvSpPr>
          <p:nvPr>
            <p:ph type="title" hasCustomPrompt="1"/>
            <p:custDataLst>
              <p:tags r:id="rId5"/>
            </p:custDataLst>
          </p:nvPr>
        </p:nvSpPr>
        <p:spPr bwMode="auto">
          <a:xfrm>
            <a:off x="547688" y="4494243"/>
            <a:ext cx="11087100" cy="1231106"/>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b" anchorCtr="0">
            <a:spAutoFit/>
          </a:bodyPr>
          <a:lstStyle>
            <a:lvl1pPr rtl="0">
              <a:defRPr lang="en-US" sz="4000" dirty="0">
                <a:solidFill>
                  <a:schemeClr val="bg1"/>
                </a:solidFill>
              </a:defRPr>
            </a:lvl1pPr>
          </a:lstStyle>
          <a:p>
            <a:pPr lvl="0" algn="ctr"/>
            <a:r>
              <a:rPr lang="en-US"/>
              <a:t>Click to edit </a:t>
            </a:r>
            <a:br>
              <a:rPr lang="en-US"/>
            </a:br>
            <a:r>
              <a:rPr lang="en-US"/>
              <a:t>Master title style</a:t>
            </a:r>
          </a:p>
        </p:txBody>
      </p:sp>
    </p:spTree>
    <p:extLst>
      <p:ext uri="{BB962C8B-B14F-4D97-AF65-F5344CB8AC3E}">
        <p14:creationId xmlns:p14="http://schemas.microsoft.com/office/powerpoint/2010/main" val="209399553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2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44" name="Picture 43">
            <a:extLst>
              <a:ext uri="{FF2B5EF4-FFF2-40B4-BE49-F238E27FC236}">
                <a16:creationId xmlns:a16="http://schemas.microsoft.com/office/drawing/2014/main" id="{0CE0CF7F-5DD3-DAAC-9403-20DA947D3513}"/>
              </a:ext>
            </a:extLst>
          </p:cNvPr>
          <p:cNvPicPr>
            <a:picLocks noChangeAspect="1"/>
          </p:cNvPicPr>
          <p:nvPr userDrawn="1"/>
        </p:nvPicPr>
        <p:blipFill>
          <a:blip r:embed="rId9"/>
          <a:srcRect b="839"/>
          <a:stretch>
            <a:fillRect/>
          </a:stretch>
        </p:blipFill>
        <p:spPr bwMode="ltGray">
          <a:xfrm>
            <a:off x="27033" y="0"/>
            <a:ext cx="12164967" cy="6858000"/>
          </a:xfrm>
          <a:custGeom>
            <a:avLst/>
            <a:gdLst>
              <a:gd name="connsiteX0" fmla="*/ 0 w 12164967"/>
              <a:gd name="connsiteY0" fmla="*/ 0 h 6858000"/>
              <a:gd name="connsiteX1" fmla="*/ 12164967 w 12164967"/>
              <a:gd name="connsiteY1" fmla="*/ 0 h 6858000"/>
              <a:gd name="connsiteX2" fmla="*/ 12164967 w 12164967"/>
              <a:gd name="connsiteY2" fmla="*/ 6858000 h 6858000"/>
              <a:gd name="connsiteX3" fmla="*/ 0 w 1216496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64967" h="6858000">
                <a:moveTo>
                  <a:pt x="0" y="0"/>
                </a:moveTo>
                <a:lnTo>
                  <a:pt x="12164967" y="0"/>
                </a:lnTo>
                <a:lnTo>
                  <a:pt x="12164967" y="6858000"/>
                </a:lnTo>
                <a:lnTo>
                  <a:pt x="0" y="6858000"/>
                </a:lnTo>
                <a:close/>
              </a:path>
            </a:pathLst>
          </a:cu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19" name="Picture 18">
            <a:extLst>
              <a:ext uri="{FF2B5EF4-FFF2-40B4-BE49-F238E27FC236}">
                <a16:creationId xmlns:a16="http://schemas.microsoft.com/office/drawing/2014/main" id="{F07B1F1A-AC26-2533-7770-8C9ED9BBDD97}"/>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36" name="Documenttype">
            <a:extLst>
              <a:ext uri="{FF2B5EF4-FFF2-40B4-BE49-F238E27FC236}">
                <a16:creationId xmlns:a16="http://schemas.microsoft.com/office/drawing/2014/main" id="{C88D07CD-B77D-6CAF-71FE-1FC183A51CEE}"/>
              </a:ext>
            </a:extLst>
          </p:cNvPr>
          <p:cNvSpPr>
            <a:spLocks noGrp="1"/>
          </p:cNvSpPr>
          <p:nvPr>
            <p:ph type="body" sz="quarter" idx="13" hasCustomPrompt="1"/>
            <p:custDataLst>
              <p:tags r:id="rId3"/>
            </p:custDataLst>
          </p:nvPr>
        </p:nvSpPr>
        <p:spPr bwMode="auto">
          <a:xfrm>
            <a:off x="547688" y="6238300"/>
            <a:ext cx="476612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defRPr>
            </a:lvl1pPr>
          </a:lstStyle>
          <a:p>
            <a:pPr lvl="0">
              <a:buNone/>
            </a:pPr>
            <a:r>
              <a:rPr lang="en-US"/>
              <a:t>Edit date or title/role</a:t>
            </a:r>
          </a:p>
        </p:txBody>
      </p:sp>
      <p:sp>
        <p:nvSpPr>
          <p:cNvPr id="37" name="Subtitle">
            <a:extLst>
              <a:ext uri="{FF2B5EF4-FFF2-40B4-BE49-F238E27FC236}">
                <a16:creationId xmlns:a16="http://schemas.microsoft.com/office/drawing/2014/main" id="{9CED084F-4AC7-1351-28E1-5D99350FBC32}"/>
              </a:ext>
            </a:extLst>
          </p:cNvPr>
          <p:cNvSpPr>
            <a:spLocks noGrp="1"/>
          </p:cNvSpPr>
          <p:nvPr>
            <p:ph type="subTitle" idx="1" hasCustomPrompt="1"/>
            <p:custDataLst>
              <p:tags r:id="rId4"/>
            </p:custDataLst>
          </p:nvPr>
        </p:nvSpPr>
        <p:spPr bwMode="auto">
          <a:xfrm>
            <a:off x="548829" y="4622263"/>
            <a:ext cx="4766120"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defRPr>
            </a:lvl1pPr>
          </a:lstStyle>
          <a:p>
            <a:pPr lvl="0">
              <a:buNone/>
            </a:pPr>
            <a:r>
              <a:rPr lang="en-US"/>
              <a:t>Click to edit </a:t>
            </a:r>
            <a:br>
              <a:rPr lang="en-US"/>
            </a:br>
            <a:r>
              <a:rPr lang="en-US"/>
              <a:t>Master subtitle style</a:t>
            </a:r>
          </a:p>
        </p:txBody>
      </p:sp>
      <p:sp>
        <p:nvSpPr>
          <p:cNvPr id="38" name="Title">
            <a:extLst>
              <a:ext uri="{FF2B5EF4-FFF2-40B4-BE49-F238E27FC236}">
                <a16:creationId xmlns:a16="http://schemas.microsoft.com/office/drawing/2014/main" id="{2DE7341B-FD96-7365-69AB-25DEF0C86612}"/>
              </a:ext>
            </a:extLst>
          </p:cNvPr>
          <p:cNvSpPr>
            <a:spLocks noGrp="1"/>
          </p:cNvSpPr>
          <p:nvPr>
            <p:ph type="title" hasCustomPrompt="1"/>
            <p:custDataLst>
              <p:tags r:id="rId5"/>
            </p:custDataLst>
          </p:nvPr>
        </p:nvSpPr>
        <p:spPr bwMode="auto">
          <a:xfrm>
            <a:off x="548829" y="1590454"/>
            <a:ext cx="4766120"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217234421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1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28" name="Picture 27">
            <a:extLst>
              <a:ext uri="{FF2B5EF4-FFF2-40B4-BE49-F238E27FC236}">
                <a16:creationId xmlns:a16="http://schemas.microsoft.com/office/drawing/2014/main" id="{3B2AB686-E2EC-8576-D5D8-379E4A8E1E5A}"/>
              </a:ext>
            </a:extLst>
          </p:cNvPr>
          <p:cNvPicPr>
            <a:picLocks noChangeAspect="1"/>
          </p:cNvPicPr>
          <p:nvPr userDrawn="1"/>
        </p:nvPicPr>
        <p:blipFill>
          <a:blip r:embed="rId9"/>
          <a:stretch>
            <a:fillRect/>
          </a:stretch>
        </p:blipFill>
        <p:spPr bwMode="ltGray">
          <a:xfrm>
            <a:off x="0" y="0"/>
            <a:ext cx="12192000" cy="6858000"/>
          </a:xfrm>
          <a:prstGeom prst="rect">
            <a:avLst/>
          </a:pr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19" name="Picture 18">
            <a:extLst>
              <a:ext uri="{FF2B5EF4-FFF2-40B4-BE49-F238E27FC236}">
                <a16:creationId xmlns:a16="http://schemas.microsoft.com/office/drawing/2014/main" id="{62B719C0-833E-7E3A-199A-9AE6B3C992EC}"/>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20" name="Documenttype">
            <a:extLst>
              <a:ext uri="{FF2B5EF4-FFF2-40B4-BE49-F238E27FC236}">
                <a16:creationId xmlns:a16="http://schemas.microsoft.com/office/drawing/2014/main" id="{481CB4DC-E900-D3F5-D732-DD266C56E378}"/>
              </a:ext>
            </a:extLst>
          </p:cNvPr>
          <p:cNvSpPr>
            <a:spLocks noGrp="1"/>
          </p:cNvSpPr>
          <p:nvPr>
            <p:ph type="body" sz="quarter" idx="13" hasCustomPrompt="1"/>
            <p:custDataLst>
              <p:tags r:id="rId3"/>
            </p:custDataLst>
          </p:nvPr>
        </p:nvSpPr>
        <p:spPr bwMode="auto">
          <a:xfrm>
            <a:off x="547687" y="6238300"/>
            <a:ext cx="5305871"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defRPr>
            </a:lvl1pPr>
          </a:lstStyle>
          <a:p>
            <a:pPr lvl="0">
              <a:buNone/>
            </a:pPr>
            <a:r>
              <a:rPr lang="en-US"/>
              <a:t>Edit date or title/role</a:t>
            </a:r>
          </a:p>
        </p:txBody>
      </p:sp>
      <p:sp>
        <p:nvSpPr>
          <p:cNvPr id="21" name="Subtitle">
            <a:extLst>
              <a:ext uri="{FF2B5EF4-FFF2-40B4-BE49-F238E27FC236}">
                <a16:creationId xmlns:a16="http://schemas.microsoft.com/office/drawing/2014/main" id="{44D430EF-CFAD-62DC-07FA-583FFE0A871A}"/>
              </a:ext>
            </a:extLst>
          </p:cNvPr>
          <p:cNvSpPr>
            <a:spLocks noGrp="1"/>
          </p:cNvSpPr>
          <p:nvPr>
            <p:ph type="subTitle" idx="1" hasCustomPrompt="1"/>
            <p:custDataLst>
              <p:tags r:id="rId4"/>
            </p:custDataLst>
          </p:nvPr>
        </p:nvSpPr>
        <p:spPr bwMode="auto">
          <a:xfrm>
            <a:off x="548828" y="4622263"/>
            <a:ext cx="5305871"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defRPr>
            </a:lvl1pPr>
          </a:lstStyle>
          <a:p>
            <a:pPr lvl="0">
              <a:buNone/>
            </a:pPr>
            <a:r>
              <a:rPr lang="en-US"/>
              <a:t>Click to edit </a:t>
            </a:r>
            <a:br>
              <a:rPr lang="en-US"/>
            </a:br>
            <a:r>
              <a:rPr lang="en-US"/>
              <a:t>Master subtitle style</a:t>
            </a:r>
          </a:p>
        </p:txBody>
      </p:sp>
      <p:sp>
        <p:nvSpPr>
          <p:cNvPr id="22" name="Title">
            <a:extLst>
              <a:ext uri="{FF2B5EF4-FFF2-40B4-BE49-F238E27FC236}">
                <a16:creationId xmlns:a16="http://schemas.microsoft.com/office/drawing/2014/main" id="{A0E33AF1-FB1E-099B-84AB-8BBB03ADCDE1}"/>
              </a:ext>
            </a:extLst>
          </p:cNvPr>
          <p:cNvSpPr>
            <a:spLocks noGrp="1"/>
          </p:cNvSpPr>
          <p:nvPr>
            <p:ph type="title" hasCustomPrompt="1"/>
            <p:custDataLst>
              <p:tags r:id="rId5"/>
            </p:custDataLst>
          </p:nvPr>
        </p:nvSpPr>
        <p:spPr bwMode="auto">
          <a:xfrm>
            <a:off x="548828" y="1590454"/>
            <a:ext cx="5305871"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115314063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b="0" baseline="0" dirty="0"/>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5"/>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800" b="0" dirty="0"/>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6"/>
            </p:custDataLst>
          </p:nvPr>
        </p:nvSpPr>
        <p:spPr>
          <a:xfrm>
            <a:off x="554736" y="172212"/>
            <a:ext cx="11082528" cy="731520"/>
          </a:xfrm>
          <a:prstGeom prst="rect">
            <a:avLst/>
          </a:prstGeom>
        </p:spPr>
        <p:txBody>
          <a:bodyPr vert="horz" wrap="square" lIns="0" tIns="0" rIns="0" bIns="0" rtlCol="0" anchor="b" anchorCtr="0">
            <a:noAutofit/>
          </a:bodyPr>
          <a:lstStyle>
            <a:lvl1pPr rtl="0">
              <a:defRPr lang="en-US" dirty="0"/>
            </a:lvl1pPr>
          </a:lstStyle>
          <a:p>
            <a:pPr lvl="0"/>
            <a:r>
              <a:rPr lang="en-US"/>
              <a:t>Click to edit Master title style</a:t>
            </a:r>
          </a:p>
        </p:txBody>
      </p:sp>
      <p:sp>
        <p:nvSpPr>
          <p:cNvPr id="4" name="Espaço Reservado para Número de Slide 5">
            <a:extLst>
              <a:ext uri="{FF2B5EF4-FFF2-40B4-BE49-F238E27FC236}">
                <a16:creationId xmlns:a16="http://schemas.microsoft.com/office/drawing/2014/main" id="{72D2C932-738F-9CD7-E5D6-3DEEB949E4C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26980225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Top Left">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9BA84E71-6FE7-4585-B82E-BE5603311945}"/>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10" name="Object 9" hidden="1">
                        <a:extLst>
                          <a:ext uri="{FF2B5EF4-FFF2-40B4-BE49-F238E27FC236}">
                            <a16:creationId xmlns:a16="http://schemas.microsoft.com/office/drawing/2014/main" id="{9BA84E71-6FE7-4585-B82E-BE5603311945}"/>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D62A08AB-557D-4245-84FA-9DB6B6C6845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1706563"/>
            <a:ext cx="3813048" cy="769441"/>
          </a:xfrm>
          <a:prstGeom prst="rect">
            <a:avLst/>
          </a:prstGeom>
        </p:spPr>
        <p:txBody>
          <a:bodyPr vert="horz" anchor="t">
            <a:noAutofit/>
          </a:bodyPr>
          <a:lstStyle>
            <a:lvl1pPr rtl="0">
              <a:lnSpc>
                <a:spcPct val="100000"/>
              </a:lnSpc>
              <a:defRPr>
                <a:ln w="6350" cap="flat">
                  <a:noFill/>
                  <a:miter lim="800000"/>
                </a:ln>
                <a:latin typeface="+mj-lt"/>
                <a:ea typeface="+mj-ea"/>
                <a:cs typeface="+mj-cs"/>
              </a:defRPr>
            </a:lvl1pPr>
          </a:lstStyle>
          <a:p>
            <a:r>
              <a:rPr lang="en-US"/>
              <a:t>Click to edit Master title style</a:t>
            </a:r>
          </a:p>
        </p:txBody>
      </p:sp>
      <p:sp>
        <p:nvSpPr>
          <p:cNvPr id="6" name="5. Source" hidden="1">
            <a:extLst>
              <a:ext uri="{FF2B5EF4-FFF2-40B4-BE49-F238E27FC236}">
                <a16:creationId xmlns:a16="http://schemas.microsoft.com/office/drawing/2014/main" id="{0E2D5DBB-C1B8-4A27-836D-C2E6D553234D}"/>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1" name="1. On-page tracker">
            <a:extLst>
              <a:ext uri="{FF2B5EF4-FFF2-40B4-BE49-F238E27FC236}">
                <a16:creationId xmlns:a16="http://schemas.microsoft.com/office/drawing/2014/main" id="{A2582D75-79F8-4634-92EF-A9F0840C018B}"/>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BF8C35-E00C-E2F4-3EA4-E3ADBEFA4805}"/>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22322306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Mid Left">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C4F5195-E8F7-4A2F-B02E-643BB3D88381}"/>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4" name="Object 3" hidden="1">
                        <a:extLst>
                          <a:ext uri="{FF2B5EF4-FFF2-40B4-BE49-F238E27FC236}">
                            <a16:creationId xmlns:a16="http://schemas.microsoft.com/office/drawing/2014/main" id="{3C4F5195-E8F7-4A2F-B02E-643BB3D883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515EFC92-5E3D-4BDC-A378-85D30212A9E2}"/>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3044280"/>
            <a:ext cx="5065776" cy="769441"/>
          </a:xfrm>
          <a:prstGeom prst="rect">
            <a:avLst/>
          </a:prstGeom>
        </p:spPr>
        <p:txBody>
          <a:bodyPr vert="horz" rIns="365760" anchor="ctr">
            <a:noAutofit/>
          </a:bodyPr>
          <a:lstStyle>
            <a:lvl1pPr rtl="0">
              <a:defRPr>
                <a:ln w="6350" cap="flat">
                  <a:noFill/>
                  <a:miter lim="800000"/>
                </a:ln>
                <a:latin typeface="+mj-lt"/>
                <a:ea typeface="+mj-ea"/>
                <a:cs typeface="+mj-cs"/>
              </a:defRPr>
            </a:lvl1pPr>
          </a:lstStyle>
          <a:p>
            <a:r>
              <a:rPr lang="en-US"/>
              <a:t>Click to edit Master title style</a:t>
            </a:r>
          </a:p>
        </p:txBody>
      </p:sp>
      <p:sp>
        <p:nvSpPr>
          <p:cNvPr id="8" name="5. Source" hidden="1">
            <a:extLst>
              <a:ext uri="{FF2B5EF4-FFF2-40B4-BE49-F238E27FC236}">
                <a16:creationId xmlns:a16="http://schemas.microsoft.com/office/drawing/2014/main" id="{C0D33C43-5B9F-44B4-82FA-BAAD11A7FB8E}"/>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E4983596-431B-4F12-AA07-76914CD3DEE7}"/>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6" name="Espaço Reservado para Número de Slide 5">
            <a:extLst>
              <a:ext uri="{FF2B5EF4-FFF2-40B4-BE49-F238E27FC236}">
                <a16:creationId xmlns:a16="http://schemas.microsoft.com/office/drawing/2014/main" id="{91B65CB0-CB55-0435-6DAB-AD978427BED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51586837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05B6D76-6B4B-4ED5-B8F1-5D1D09831257}"/>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305B6D76-6B4B-4ED5-B8F1-5D1D09831257}"/>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BDCF374B-2477-45CD-A00B-B8676A45ACD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3"/>
            </p:custDataLst>
          </p:nvPr>
        </p:nvSpPr>
        <p:spPr>
          <a:xfrm>
            <a:off x="554736" y="4580468"/>
            <a:ext cx="11082528" cy="677108"/>
          </a:xfrm>
        </p:spPr>
        <p:txBody>
          <a:bodyPr vert="horz" anchor="b">
            <a:noAutofit/>
          </a:bodyPr>
          <a:lstStyle>
            <a:lvl1pPr rtl="0">
              <a:lnSpc>
                <a:spcPct val="100000"/>
              </a:lnSpc>
              <a:defRPr sz="4400">
                <a:latin typeface="+mj-lt"/>
                <a:ea typeface="+mj-ea"/>
                <a:cs typeface="+mj-cs"/>
              </a:defRPr>
            </a:lvl1pPr>
          </a:lstStyle>
          <a:p>
            <a:r>
              <a:rPr lang="en-US"/>
              <a:t>Click to edit Master title style</a:t>
            </a:r>
          </a:p>
        </p:txBody>
      </p:sp>
      <p:sp>
        <p:nvSpPr>
          <p:cNvPr id="6" name="5. Source" hidden="1">
            <a:extLst>
              <a:ext uri="{FF2B5EF4-FFF2-40B4-BE49-F238E27FC236}">
                <a16:creationId xmlns:a16="http://schemas.microsoft.com/office/drawing/2014/main" id="{B871FE09-BB6E-4334-B0EA-E52395AA61B3}"/>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9" name="1. On-page tracker">
            <a:extLst>
              <a:ext uri="{FF2B5EF4-FFF2-40B4-BE49-F238E27FC236}">
                <a16:creationId xmlns:a16="http://schemas.microsoft.com/office/drawing/2014/main" id="{FA764DC8-CEA6-42F3-8E66-7C768AAD275E}"/>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5894D15D-9679-5A22-2978-07EEA290932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72577645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EC6EE29E-F64A-419F-BFB0-EEDEB71953F6}"/>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3" name="Object 2" hidden="1">
                        <a:extLst>
                          <a:ext uri="{FF2B5EF4-FFF2-40B4-BE49-F238E27FC236}">
                            <a16:creationId xmlns:a16="http://schemas.microsoft.com/office/drawing/2014/main" id="{EC6EE29E-F64A-419F-BFB0-EEDEB71953F6}"/>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69526043-F22A-4ED3-B0A1-DD7C4F83AF9B}"/>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3400" b="1" i="0" baseline="0">
              <a:solidFill>
                <a:schemeClr val="bg1"/>
              </a:solidFill>
              <a:latin typeface="+mn-lt"/>
              <a:ea typeface="+mn-ea"/>
              <a:cs typeface="+mn-cs"/>
              <a:sym typeface="Arial" panose="020B0604020202020204" pitchFamily="34" charset="0"/>
            </a:endParaRPr>
          </a:p>
        </p:txBody>
      </p:sp>
      <p:sp>
        <p:nvSpPr>
          <p:cNvPr id="8" name="2. Slide Title">
            <a:extLst>
              <a:ext uri="{FF2B5EF4-FFF2-40B4-BE49-F238E27FC236}">
                <a16:creationId xmlns:a16="http://schemas.microsoft.com/office/drawing/2014/main" id="{EA735538-C733-4892-93A4-7B433D8B8293}"/>
              </a:ext>
            </a:extLst>
          </p:cNvPr>
          <p:cNvSpPr>
            <a:spLocks noGrp="1"/>
          </p:cNvSpPr>
          <p:nvPr>
            <p:ph type="title" hasCustomPrompt="1"/>
            <p:custDataLst>
              <p:tags r:id="rId3"/>
            </p:custDataLst>
          </p:nvPr>
        </p:nvSpPr>
        <p:spPr>
          <a:xfrm>
            <a:off x="1505712" y="3556229"/>
            <a:ext cx="9180576" cy="523220"/>
          </a:xfrm>
          <a:prstGeom prst="rect">
            <a:avLst/>
          </a:prstGeom>
        </p:spPr>
        <p:txBody>
          <a:bodyPr vert="horz">
            <a:spAutoFit/>
          </a:bodyPr>
          <a:lstStyle>
            <a:lvl1pPr rtl="0">
              <a:lnSpc>
                <a:spcPct val="105000"/>
              </a:lnSpc>
              <a:defRPr sz="3400">
                <a:latin typeface="+mj-lt"/>
                <a:ea typeface="+mj-ea"/>
                <a:cs typeface="+mj-cs"/>
              </a:defRPr>
            </a:lvl1pPr>
          </a:lstStyle>
          <a:p>
            <a:r>
              <a:rPr lang="en-US"/>
              <a:t>“Click to add quote</a:t>
            </a:r>
          </a:p>
        </p:txBody>
      </p:sp>
      <p:sp>
        <p:nvSpPr>
          <p:cNvPr id="6" name="3. Subtitle">
            <a:extLst>
              <a:ext uri="{FF2B5EF4-FFF2-40B4-BE49-F238E27FC236}">
                <a16:creationId xmlns:a16="http://schemas.microsoft.com/office/drawing/2014/main" id="{8DB5022C-F66C-4018-82F3-195571DDD527}"/>
              </a:ext>
            </a:extLst>
          </p:cNvPr>
          <p:cNvSpPr>
            <a:spLocks noGrp="1"/>
          </p:cNvSpPr>
          <p:nvPr>
            <p:ph type="subTitle" idx="1" hasCustomPrompt="1"/>
            <p:custDataLst>
              <p:tags r:id="rId4"/>
            </p:custDataLst>
          </p:nvPr>
        </p:nvSpPr>
        <p:spPr>
          <a:xfrm>
            <a:off x="1505712" y="4284630"/>
            <a:ext cx="91805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quote source</a:t>
            </a:r>
          </a:p>
        </p:txBody>
      </p:sp>
      <p:sp>
        <p:nvSpPr>
          <p:cNvPr id="7" name="5. Source" hidden="1">
            <a:extLst>
              <a:ext uri="{FF2B5EF4-FFF2-40B4-BE49-F238E27FC236}">
                <a16:creationId xmlns:a16="http://schemas.microsoft.com/office/drawing/2014/main" id="{97195F4E-ECA7-41A9-AFF3-0C4DAD103DA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556D1499-3230-4098-85B2-D4CC7CA621F1}"/>
              </a:ext>
            </a:extLst>
          </p:cNvPr>
          <p:cNvSpPr>
            <a:spLocks noGrp="1"/>
          </p:cNvSpPr>
          <p:nvPr>
            <p:ph type="body" sz="quarter" idx="10" hasCustomPrompt="1"/>
            <p:custDataLst>
              <p:tags r:id="rId6"/>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2EA528-E9DC-55CC-7357-C060D83879D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82886434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1/4">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A8D6A48-EE20-4EB4-A234-9F3B16C02872}"/>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A8D6A48-EE20-4EB4-A234-9F3B16C02872}"/>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67C50C85-5FB9-4798-A8A4-1DA5B9F3ACC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3413760" y="0"/>
            <a:ext cx="8778240"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6647A441-8DE4-4236-BCC7-B694B2C59E00}"/>
              </a:ext>
            </a:extLst>
          </p:cNvPr>
          <p:cNvSpPr>
            <a:spLocks noGrp="1"/>
          </p:cNvSpPr>
          <p:nvPr>
            <p:ph type="title"/>
            <p:custDataLst>
              <p:tags r:id="rId4"/>
            </p:custDataLst>
          </p:nvPr>
        </p:nvSpPr>
        <p:spPr>
          <a:xfrm>
            <a:off x="554736" y="2744369"/>
            <a:ext cx="2514600" cy="769441"/>
          </a:xfrm>
        </p:spPr>
        <p:txBody>
          <a:bodyPr vert="horz" wrap="square" lIns="0" tIns="0" rIns="0" bIns="0" rtlCol="0" anchor="b" anchorCtr="0">
            <a:noAutofit/>
          </a:bodyPr>
          <a:lstStyle>
            <a:lvl1pPr rtl="0">
              <a:defRPr lang="en-US" dirty="0">
                <a:latin typeface="+mj-lt"/>
                <a:ea typeface="+mj-ea"/>
                <a:cs typeface="+mj-cs"/>
              </a:defRPr>
            </a:lvl1pPr>
          </a:lstStyle>
          <a:p>
            <a:pPr lvl="0"/>
            <a:r>
              <a:rPr lang="en-US"/>
              <a:t>Click to edit Master title style</a:t>
            </a:r>
          </a:p>
        </p:txBody>
      </p:sp>
      <p:sp>
        <p:nvSpPr>
          <p:cNvPr id="20" name="3. Subtitle">
            <a:extLst>
              <a:ext uri="{FF2B5EF4-FFF2-40B4-BE49-F238E27FC236}">
                <a16:creationId xmlns:a16="http://schemas.microsoft.com/office/drawing/2014/main" id="{A4DBA574-6D59-4DFD-82A7-9B1E9AEB906E}"/>
              </a:ext>
            </a:extLst>
          </p:cNvPr>
          <p:cNvSpPr>
            <a:spLocks noGrp="1"/>
          </p:cNvSpPr>
          <p:nvPr>
            <p:ph type="subTitle" idx="1"/>
            <p:custDataLst>
              <p:tags r:id="rId5"/>
            </p:custDataLst>
          </p:nvPr>
        </p:nvSpPr>
        <p:spPr>
          <a:xfrm>
            <a:off x="554736" y="3659644"/>
            <a:ext cx="2514600" cy="492443"/>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25B2DE14-9B3F-4199-B082-9FEB12CE57EA}"/>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96552B7E-7081-4EA8-9351-FE4C7216ADF2}"/>
              </a:ext>
            </a:extLst>
          </p:cNvPr>
          <p:cNvSpPr>
            <a:spLocks noGrp="1"/>
          </p:cNvSpPr>
          <p:nvPr>
            <p:ph type="body" sz="quarter" idx="10" hasCustomPrompt="1"/>
            <p:custDataLst>
              <p:tags r:id="rId7"/>
            </p:custDataLst>
          </p:nvPr>
        </p:nvSpPr>
        <p:spPr>
          <a:xfrm>
            <a:off x="554735" y="41597"/>
            <a:ext cx="2514601"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2" name="Picture 1">
            <a:extLst>
              <a:ext uri="{FF2B5EF4-FFF2-40B4-BE49-F238E27FC236}">
                <a16:creationId xmlns:a16="http://schemas.microsoft.com/office/drawing/2014/main" id="{BE106C69-C007-F67F-54D1-D8D0742CE760}"/>
              </a:ext>
            </a:extLst>
          </p:cNvPr>
          <p:cNvPicPr>
            <a:picLocks noChangeAspect="1"/>
          </p:cNvPicPr>
          <p:nvPr userDrawn="1"/>
        </p:nvPicPr>
        <p:blipFill rotWithShape="1">
          <a:blip r:embed="rId11"/>
          <a:srcRect l="16452" t="35204" r="16674" b="35543"/>
          <a:stretch/>
        </p:blipFill>
        <p:spPr bwMode="ltGray">
          <a:xfrm>
            <a:off x="10472367" y="6504050"/>
            <a:ext cx="920726" cy="284728"/>
          </a:xfrm>
          <a:prstGeom prst="rect">
            <a:avLst/>
          </a:prstGeom>
        </p:spPr>
      </p:pic>
      <p:pic>
        <p:nvPicPr>
          <p:cNvPr id="7" name="object 5">
            <a:extLst>
              <a:ext uri="{FF2B5EF4-FFF2-40B4-BE49-F238E27FC236}">
                <a16:creationId xmlns:a16="http://schemas.microsoft.com/office/drawing/2014/main" id="{705A587A-965F-5CD4-8EE6-0A517E8E1084}"/>
              </a:ext>
            </a:extLst>
          </p:cNvPr>
          <p:cNvPicPr/>
          <p:nvPr userDrawn="1"/>
        </p:nvPicPr>
        <p:blipFill>
          <a:blip r:embed="rId12"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76C0D941-D9E3-E25B-15B0-59E36B83DF58}"/>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25839734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1/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EE6E84E-0DE7-4EEF-8932-BF42153B3B56}"/>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CEE6E84E-0DE7-4EEF-8932-BF42153B3B56}"/>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pic>
        <p:nvPicPr>
          <p:cNvPr id="7" name="object 5">
            <a:extLst>
              <a:ext uri="{FF2B5EF4-FFF2-40B4-BE49-F238E27FC236}">
                <a16:creationId xmlns:a16="http://schemas.microsoft.com/office/drawing/2014/main" id="{CD38B6BE-C47A-9B51-B39B-B95989767E23}"/>
              </a:ext>
            </a:extLst>
          </p:cNvPr>
          <p:cNvPicPr/>
          <p:nvPr userDrawn="1"/>
        </p:nvPicPr>
        <p:blipFill>
          <a:blip r:embed="rId11" cstate="print"/>
          <a:stretch>
            <a:fillRect/>
          </a:stretch>
        </p:blipFill>
        <p:spPr>
          <a:xfrm>
            <a:off x="0" y="2650255"/>
            <a:ext cx="12191999" cy="4207742"/>
          </a:xfrm>
          <a:prstGeom prst="rect">
            <a:avLst/>
          </a:prstGeom>
        </p:spPr>
      </p:pic>
      <p:sp>
        <p:nvSpPr>
          <p:cNvPr id="4" name="Rectangle 3" hidden="1">
            <a:extLst>
              <a:ext uri="{FF2B5EF4-FFF2-40B4-BE49-F238E27FC236}">
                <a16:creationId xmlns:a16="http://schemas.microsoft.com/office/drawing/2014/main" id="{29D2CA90-0144-4292-9526-98A508F53171}"/>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4364736" y="0"/>
            <a:ext cx="782726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4EF89F43-35C6-451B-BBE8-87D2B8B83F5E}"/>
              </a:ext>
            </a:extLst>
          </p:cNvPr>
          <p:cNvSpPr>
            <a:spLocks noGrp="1"/>
          </p:cNvSpPr>
          <p:nvPr>
            <p:ph type="title"/>
            <p:custDataLst>
              <p:tags r:id="rId4"/>
            </p:custDataLst>
          </p:nvPr>
        </p:nvSpPr>
        <p:spPr>
          <a:xfrm>
            <a:off x="554736" y="2744369"/>
            <a:ext cx="3465576" cy="769441"/>
          </a:xfrm>
          <a:prstGeom prst="rect">
            <a:avLst/>
          </a:prstGeom>
        </p:spPr>
        <p:txBody>
          <a:bodyPr vert="horz" wrap="square" lIns="0" tIns="0" rIns="0" bIns="0" rtlCol="0" anchor="b" anchorCtr="0">
            <a:noAutofit/>
          </a:bodyPr>
          <a:lstStyle>
            <a:lvl1pPr rtl="0">
              <a:defRPr lang="en-US" dirty="0">
                <a:latin typeface="+mj-lt"/>
                <a:ea typeface="+mj-ea"/>
                <a:cs typeface="+mj-cs"/>
              </a:defRPr>
            </a:lvl1pPr>
          </a:lstStyle>
          <a:p>
            <a:pPr lvl="0"/>
            <a:r>
              <a:rPr lang="en-US"/>
              <a:t>Click to edit Master title style</a:t>
            </a:r>
          </a:p>
        </p:txBody>
      </p:sp>
      <p:sp>
        <p:nvSpPr>
          <p:cNvPr id="20" name="3. Subtitle">
            <a:extLst>
              <a:ext uri="{FF2B5EF4-FFF2-40B4-BE49-F238E27FC236}">
                <a16:creationId xmlns:a16="http://schemas.microsoft.com/office/drawing/2014/main" id="{9F06A69A-B095-4159-932B-3658DD253FDF}"/>
              </a:ext>
            </a:extLst>
          </p:cNvPr>
          <p:cNvSpPr>
            <a:spLocks noGrp="1"/>
          </p:cNvSpPr>
          <p:nvPr>
            <p:ph type="subTitle" idx="1"/>
            <p:custDataLst>
              <p:tags r:id="rId5"/>
            </p:custDataLst>
          </p:nvPr>
        </p:nvSpPr>
        <p:spPr>
          <a:xfrm>
            <a:off x="554735" y="3659644"/>
            <a:ext cx="3465575"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DA204BE1-D5C8-4D03-9090-21D41FEC78E0}"/>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79C07342-0520-417C-B878-54C94CBD8539}"/>
              </a:ext>
            </a:extLst>
          </p:cNvPr>
          <p:cNvSpPr>
            <a:spLocks noGrp="1"/>
          </p:cNvSpPr>
          <p:nvPr>
            <p:ph type="body" sz="quarter" idx="10" hasCustomPrompt="1"/>
            <p:custDataLst>
              <p:tags r:id="rId7"/>
            </p:custDataLst>
          </p:nvPr>
        </p:nvSpPr>
        <p:spPr>
          <a:xfrm>
            <a:off x="554735" y="41597"/>
            <a:ext cx="3465577"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2" name="Picture 1">
            <a:extLst>
              <a:ext uri="{FF2B5EF4-FFF2-40B4-BE49-F238E27FC236}">
                <a16:creationId xmlns:a16="http://schemas.microsoft.com/office/drawing/2014/main" id="{E17F0749-A737-09E8-B4C9-DCB52E6EC2AF}"/>
              </a:ext>
            </a:extLst>
          </p:cNvPr>
          <p:cNvPicPr>
            <a:picLocks noChangeAspect="1"/>
          </p:cNvPicPr>
          <p:nvPr userDrawn="1"/>
        </p:nvPicPr>
        <p:blipFill rotWithShape="1">
          <a:blip r:embed="rId12"/>
          <a:srcRect l="16452" t="35204" r="16674" b="35543"/>
          <a:stretch/>
        </p:blipFill>
        <p:spPr bwMode="ltGray">
          <a:xfrm>
            <a:off x="10472367" y="6504050"/>
            <a:ext cx="920726" cy="284728"/>
          </a:xfrm>
          <a:prstGeom prst="rect">
            <a:avLst/>
          </a:prstGeom>
        </p:spPr>
      </p:pic>
      <p:sp>
        <p:nvSpPr>
          <p:cNvPr id="9" name="Espaço Reservado para Número de Slide 5">
            <a:extLst>
              <a:ext uri="{FF2B5EF4-FFF2-40B4-BE49-F238E27FC236}">
                <a16:creationId xmlns:a16="http://schemas.microsoft.com/office/drawing/2014/main" id="{BEFA08DA-226C-819C-5F34-30AE7B2EE9B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328220540"/>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1/2">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725BD87-3C3D-45F6-BBCF-F06FD867659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6092952" y="0"/>
            <a:ext cx="609904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5065776" cy="731520"/>
          </a:xfrm>
        </p:spPr>
        <p:txBody>
          <a:bodyPr vert="horz"/>
          <a:lstStyle>
            <a:lvl1pPr rtl="0">
              <a:defRPr>
                <a:latin typeface="+mj-lt"/>
                <a:ea typeface="+mj-ea"/>
                <a:cs typeface="+mj-cs"/>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50657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E9BE4D1E-183A-499B-BFC7-798294EB7AE9}"/>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2" name="Picture 1">
            <a:extLst>
              <a:ext uri="{FF2B5EF4-FFF2-40B4-BE49-F238E27FC236}">
                <a16:creationId xmlns:a16="http://schemas.microsoft.com/office/drawing/2014/main" id="{2043AF3B-64BC-00C9-40B9-78E02581864E}"/>
              </a:ext>
            </a:extLst>
          </p:cNvPr>
          <p:cNvPicPr>
            <a:picLocks noChangeAspect="1"/>
          </p:cNvPicPr>
          <p:nvPr userDrawn="1"/>
        </p:nvPicPr>
        <p:blipFill rotWithShape="1">
          <a:blip r:embed="rId11"/>
          <a:srcRect l="16452" t="35204" r="16674" b="35543"/>
          <a:stretch/>
        </p:blipFill>
        <p:spPr bwMode="ltGray">
          <a:xfrm>
            <a:off x="10472367" y="6504050"/>
            <a:ext cx="920726" cy="284728"/>
          </a:xfrm>
          <a:prstGeom prst="rect">
            <a:avLst/>
          </a:prstGeom>
        </p:spPr>
      </p:pic>
      <p:pic>
        <p:nvPicPr>
          <p:cNvPr id="6" name="object 5">
            <a:extLst>
              <a:ext uri="{FF2B5EF4-FFF2-40B4-BE49-F238E27FC236}">
                <a16:creationId xmlns:a16="http://schemas.microsoft.com/office/drawing/2014/main" id="{6833EC5E-5694-F1CD-D491-2DC75AB26985}"/>
              </a:ext>
            </a:extLst>
          </p:cNvPr>
          <p:cNvPicPr/>
          <p:nvPr userDrawn="1"/>
        </p:nvPicPr>
        <p:blipFill>
          <a:blip r:embed="rId12"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5838A663-69BD-F283-AB31-5AFA07296B86}"/>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420900724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72" imgH="588" progId="TCLayout.ActiveDocument.1">
                  <p:embed/>
                </p:oleObj>
              </mc:Choice>
              <mc:Fallback>
                <p:oleObj name="think-cell Slide" r:id="rId9"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2D668F04-7049-40BA-8D63-D8BBB6921318}"/>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9" name="2. Slide Title">
            <a:extLst>
              <a:ext uri="{FF2B5EF4-FFF2-40B4-BE49-F238E27FC236}">
                <a16:creationId xmlns:a16="http://schemas.microsoft.com/office/drawing/2014/main" id="{0415F114-7B0E-43F2-8881-F0D9FB2A643B}"/>
              </a:ext>
            </a:extLst>
          </p:cNvPr>
          <p:cNvSpPr>
            <a:spLocks noGrp="1"/>
          </p:cNvSpPr>
          <p:nvPr>
            <p:ph type="title"/>
            <p:custDataLst>
              <p:tags r:id="rId3"/>
            </p:custDataLst>
          </p:nvPr>
        </p:nvSpPr>
        <p:spPr>
          <a:xfrm>
            <a:off x="554736" y="172212"/>
            <a:ext cx="6967728" cy="731520"/>
          </a:xfrm>
        </p:spPr>
        <p:txBody>
          <a:bodyPr vert="horz"/>
          <a:lstStyle>
            <a:lvl1pPr rtl="0">
              <a:defRPr>
                <a:latin typeface="+mj-lt"/>
                <a:ea typeface="+mj-ea"/>
                <a:cs typeface="+mj-cs"/>
              </a:defRPr>
            </a:lvl1pPr>
          </a:lstStyle>
          <a:p>
            <a:r>
              <a:rPr lang="en-US"/>
              <a:t>Click to edit Master title style</a:t>
            </a: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4"/>
            </p:custDataLst>
          </p:nvPr>
        </p:nvSpPr>
        <p:spPr bwMode="ltGray">
          <a:xfrm>
            <a:off x="7830312" y="0"/>
            <a:ext cx="436168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20" name="3. Subtitle">
            <a:extLst>
              <a:ext uri="{FF2B5EF4-FFF2-40B4-BE49-F238E27FC236}">
                <a16:creationId xmlns:a16="http://schemas.microsoft.com/office/drawing/2014/main" id="{712BED6B-950C-4FB8-AEE1-14FA61D013FF}"/>
              </a:ext>
            </a:extLst>
          </p:cNvPr>
          <p:cNvSpPr>
            <a:spLocks noGrp="1"/>
          </p:cNvSpPr>
          <p:nvPr>
            <p:ph type="subTitle" idx="1"/>
            <p:custDataLst>
              <p:tags r:id="rId5"/>
            </p:custDataLst>
          </p:nvPr>
        </p:nvSpPr>
        <p:spPr>
          <a:xfrm>
            <a:off x="554736" y="919250"/>
            <a:ext cx="6967728"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6"/>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tx1"/>
                </a:solidFill>
                <a:latin typeface="+mn-lt"/>
                <a:ea typeface="+mn-ea"/>
                <a:cs typeface="+mn-cs"/>
              </a:rPr>
              <a:t>Source: …</a:t>
            </a:r>
          </a:p>
        </p:txBody>
      </p:sp>
      <p:sp>
        <p:nvSpPr>
          <p:cNvPr id="10" name="1. On-page tracker">
            <a:extLst>
              <a:ext uri="{FF2B5EF4-FFF2-40B4-BE49-F238E27FC236}">
                <a16:creationId xmlns:a16="http://schemas.microsoft.com/office/drawing/2014/main" id="{7C393009-0681-4A8F-A1E9-19E10A949DCD}"/>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2" name="Picture 1">
            <a:extLst>
              <a:ext uri="{FF2B5EF4-FFF2-40B4-BE49-F238E27FC236}">
                <a16:creationId xmlns:a16="http://schemas.microsoft.com/office/drawing/2014/main" id="{CF50AD83-667F-12B0-9887-C8C62CB1D794}"/>
              </a:ext>
            </a:extLst>
          </p:cNvPr>
          <p:cNvPicPr>
            <a:picLocks noChangeAspect="1"/>
          </p:cNvPicPr>
          <p:nvPr userDrawn="1"/>
        </p:nvPicPr>
        <p:blipFill rotWithShape="1">
          <a:blip r:embed="rId11"/>
          <a:srcRect l="16452" t="35204" r="16674" b="35543"/>
          <a:stretch/>
        </p:blipFill>
        <p:spPr bwMode="ltGray">
          <a:xfrm>
            <a:off x="10472367" y="6504050"/>
            <a:ext cx="920726" cy="284728"/>
          </a:xfrm>
          <a:prstGeom prst="rect">
            <a:avLst/>
          </a:prstGeom>
        </p:spPr>
      </p:pic>
      <p:pic>
        <p:nvPicPr>
          <p:cNvPr id="6" name="object 5">
            <a:extLst>
              <a:ext uri="{FF2B5EF4-FFF2-40B4-BE49-F238E27FC236}">
                <a16:creationId xmlns:a16="http://schemas.microsoft.com/office/drawing/2014/main" id="{DC10B607-1117-8BC2-1D9D-56F6F4C11148}"/>
              </a:ext>
            </a:extLst>
          </p:cNvPr>
          <p:cNvPicPr/>
          <p:nvPr userDrawn="1"/>
        </p:nvPicPr>
        <p:blipFill>
          <a:blip r:embed="rId12"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CE308215-6390-10D4-FD16-60656A5DF7D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57493827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3/4 ">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50854476-2923-4515-A585-4477FF86118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23" name="RectangleLight">
            <a:extLst>
              <a:ext uri="{FF2B5EF4-FFF2-40B4-BE49-F238E27FC236}">
                <a16:creationId xmlns:a16="http://schemas.microsoft.com/office/drawing/2014/main" id="{A80E2F68-4ED6-42EF-9858-2FE4B1382825}"/>
              </a:ext>
            </a:extLst>
          </p:cNvPr>
          <p:cNvSpPr/>
          <p:nvPr userDrawn="1">
            <p:custDataLst>
              <p:tags r:id="rId3"/>
            </p:custDataLst>
          </p:nvPr>
        </p:nvSpPr>
        <p:spPr bwMode="ltGray">
          <a:xfrm>
            <a:off x="8781416" y="0"/>
            <a:ext cx="341058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noProof="0">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7918704" cy="731520"/>
          </a:xfrm>
        </p:spPr>
        <p:txBody>
          <a:bodyPr vert="horz"/>
          <a:lstStyle>
            <a:lvl1pPr rtl="0">
              <a:defRPr>
                <a:latin typeface="+mj-lt"/>
                <a:ea typeface="+mj-ea"/>
                <a:cs typeface="+mj-cs"/>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7918704" cy="246221"/>
          </a:xfrm>
          <a:prstGeom prst="rect">
            <a:avLst/>
          </a:prstGeom>
        </p:spPr>
        <p:txBody>
          <a:bodyPr wrap="square">
            <a:spAutoFit/>
          </a:bodyPr>
          <a:lstStyle>
            <a:lvl1pPr marL="0" indent="0" algn="l" rtl="0">
              <a:buNone/>
              <a:defRPr sz="1600" b="0" u="none"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chemeClr val="tx1"/>
                </a:solidFill>
                <a:effectLst/>
                <a:uLnTx/>
                <a:uFillTx/>
                <a:latin typeface="+mn-lt"/>
                <a:ea typeface="+mn-ea"/>
                <a:cs typeface="+mn-cs"/>
              </a:rPr>
              <a:t>Source: …</a:t>
            </a:r>
          </a:p>
        </p:txBody>
      </p:sp>
      <p:sp>
        <p:nvSpPr>
          <p:cNvPr id="10" name="1. On-page tracker">
            <a:extLst>
              <a:ext uri="{FF2B5EF4-FFF2-40B4-BE49-F238E27FC236}">
                <a16:creationId xmlns:a16="http://schemas.microsoft.com/office/drawing/2014/main" id="{DEC2F904-C5C8-4B39-9C46-6CA56144D86A}"/>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2" name="Picture 1">
            <a:extLst>
              <a:ext uri="{FF2B5EF4-FFF2-40B4-BE49-F238E27FC236}">
                <a16:creationId xmlns:a16="http://schemas.microsoft.com/office/drawing/2014/main" id="{6243F0ED-F416-8209-0D84-4B89A0D02986}"/>
              </a:ext>
            </a:extLst>
          </p:cNvPr>
          <p:cNvPicPr>
            <a:picLocks noChangeAspect="1"/>
          </p:cNvPicPr>
          <p:nvPr userDrawn="1"/>
        </p:nvPicPr>
        <p:blipFill rotWithShape="1">
          <a:blip r:embed="rId11"/>
          <a:srcRect l="16452" t="35204" r="16674" b="35543"/>
          <a:stretch/>
        </p:blipFill>
        <p:spPr bwMode="ltGray">
          <a:xfrm>
            <a:off x="10472367" y="6504050"/>
            <a:ext cx="920726" cy="284728"/>
          </a:xfrm>
          <a:prstGeom prst="rect">
            <a:avLst/>
          </a:prstGeom>
        </p:spPr>
      </p:pic>
      <p:pic>
        <p:nvPicPr>
          <p:cNvPr id="6" name="object 5">
            <a:extLst>
              <a:ext uri="{FF2B5EF4-FFF2-40B4-BE49-F238E27FC236}">
                <a16:creationId xmlns:a16="http://schemas.microsoft.com/office/drawing/2014/main" id="{18FDA969-0108-9A50-B3FB-5A269131EEDA}"/>
              </a:ext>
            </a:extLst>
          </p:cNvPr>
          <p:cNvPicPr/>
          <p:nvPr userDrawn="1"/>
        </p:nvPicPr>
        <p:blipFill>
          <a:blip r:embed="rId12"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7BFEFE21-A723-781E-6575-D08106AEEA4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59087817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3-lin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648A5D5-75B9-4F02-A4CB-B3C65A9BF2CE}"/>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C648A5D5-75B9-4F02-A4CB-B3C65A9BF2CE}"/>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A58AAF75-30DC-408A-933A-149F2D14D18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4" name="2. Slide Title">
            <a:extLst>
              <a:ext uri="{FF2B5EF4-FFF2-40B4-BE49-F238E27FC236}">
                <a16:creationId xmlns:a16="http://schemas.microsoft.com/office/drawing/2014/main" id="{6C3D89FC-A4B9-4683-B64F-B0644150274F}"/>
              </a:ext>
            </a:extLst>
          </p:cNvPr>
          <p:cNvSpPr>
            <a:spLocks noGrp="1"/>
          </p:cNvSpPr>
          <p:nvPr>
            <p:ph type="title"/>
            <p:custDataLst>
              <p:tags r:id="rId3"/>
            </p:custDataLst>
          </p:nvPr>
        </p:nvSpPr>
        <p:spPr>
          <a:xfrm>
            <a:off x="554736" y="944612"/>
            <a:ext cx="11082528" cy="384721"/>
          </a:xfrm>
        </p:spPr>
        <p:txBody>
          <a:bodyPr vert="horz">
            <a:spAutoFit/>
          </a:bodyPr>
          <a:lstStyle>
            <a:lvl1pPr rtl="0">
              <a:defRPr>
                <a:latin typeface="+mj-lt"/>
                <a:ea typeface="+mj-ea"/>
                <a:cs typeface="+mj-cs"/>
              </a:defRPr>
            </a:lvl1pPr>
          </a:lstStyle>
          <a:p>
            <a:r>
              <a:rPr lang="en-US"/>
              <a:t>Click to edit Master title style</a:t>
            </a:r>
          </a:p>
        </p:txBody>
      </p:sp>
      <p:sp>
        <p:nvSpPr>
          <p:cNvPr id="10" name="5. Source" hidden="1">
            <a:extLst>
              <a:ext uri="{FF2B5EF4-FFF2-40B4-BE49-F238E27FC236}">
                <a16:creationId xmlns:a16="http://schemas.microsoft.com/office/drawing/2014/main" id="{81E2484B-3E40-408C-A350-5EB40C8A09F0}"/>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8" name="1. On-page tracker">
            <a:extLst>
              <a:ext uri="{FF2B5EF4-FFF2-40B4-BE49-F238E27FC236}">
                <a16:creationId xmlns:a16="http://schemas.microsoft.com/office/drawing/2014/main" id="{931AA88E-24E2-4493-A340-98EE8666A3B2}"/>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5" name="Picture 4">
            <a:extLst>
              <a:ext uri="{FF2B5EF4-FFF2-40B4-BE49-F238E27FC236}">
                <a16:creationId xmlns:a16="http://schemas.microsoft.com/office/drawing/2014/main" id="{838BE95E-DC93-1FA4-CFA0-EB82C7EA49F8}"/>
              </a:ext>
            </a:extLst>
          </p:cNvPr>
          <p:cNvPicPr>
            <a:picLocks noChangeAspect="1"/>
          </p:cNvPicPr>
          <p:nvPr userDrawn="1"/>
        </p:nvPicPr>
        <p:blipFill rotWithShape="1">
          <a:blip r:embed="rId9"/>
          <a:srcRect l="16452" t="35204" r="16674" b="35543"/>
          <a:stretch/>
        </p:blipFill>
        <p:spPr bwMode="ltGray">
          <a:xfrm>
            <a:off x="10472367" y="6504050"/>
            <a:ext cx="920726" cy="284728"/>
          </a:xfrm>
          <a:prstGeom prst="rect">
            <a:avLst/>
          </a:prstGeom>
        </p:spPr>
      </p:pic>
      <p:pic>
        <p:nvPicPr>
          <p:cNvPr id="7" name="object 5">
            <a:extLst>
              <a:ext uri="{FF2B5EF4-FFF2-40B4-BE49-F238E27FC236}">
                <a16:creationId xmlns:a16="http://schemas.microsoft.com/office/drawing/2014/main" id="{8606657B-8250-77CB-3903-7A85974B1012}"/>
              </a:ext>
            </a:extLst>
          </p:cNvPr>
          <p:cNvPicPr/>
          <p:nvPr userDrawn="1"/>
        </p:nvPicPr>
        <p:blipFill>
          <a:blip r:embed="rId10" cstate="print"/>
          <a:stretch>
            <a:fillRect/>
          </a:stretch>
        </p:blipFill>
        <p:spPr>
          <a:xfrm>
            <a:off x="0" y="2650255"/>
            <a:ext cx="12191999" cy="4207742"/>
          </a:xfrm>
          <a:prstGeom prst="rect">
            <a:avLst/>
          </a:prstGeom>
        </p:spPr>
      </p:pic>
      <p:sp>
        <p:nvSpPr>
          <p:cNvPr id="6" name="Espaço Reservado para Número de Slide 5">
            <a:extLst>
              <a:ext uri="{FF2B5EF4-FFF2-40B4-BE49-F238E27FC236}">
                <a16:creationId xmlns:a16="http://schemas.microsoft.com/office/drawing/2014/main" id="{087BA578-5925-A171-4F3E-DC7BE87E3C6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37728756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Custom">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20E9A7C-FB74-480B-8212-8CE5C1AF5D1B}"/>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92" imgH="591" progId="TCLayout.ActiveDocument.1">
                  <p:embed/>
                </p:oleObj>
              </mc:Choice>
              <mc:Fallback>
                <p:oleObj name="think-cell Slide" r:id="rId5" imgW="592" imgH="591" progId="TCLayout.ActiveDocument.1">
                  <p:embed/>
                  <p:pic>
                    <p:nvPicPr>
                      <p:cNvPr id="2" name="Object 1" hidden="1">
                        <a:extLst>
                          <a:ext uri="{FF2B5EF4-FFF2-40B4-BE49-F238E27FC236}">
                            <a16:creationId xmlns:a16="http://schemas.microsoft.com/office/drawing/2014/main" id="{220E9A7C-FB74-480B-8212-8CE5C1AF5D1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5. Source" hidden="1">
            <a:extLst>
              <a:ext uri="{FF2B5EF4-FFF2-40B4-BE49-F238E27FC236}">
                <a16:creationId xmlns:a16="http://schemas.microsoft.com/office/drawing/2014/main" id="{09F9A864-CDB7-4063-BBF8-591908AA18D0}"/>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8" name="1. On-page tracker">
            <a:extLst>
              <a:ext uri="{FF2B5EF4-FFF2-40B4-BE49-F238E27FC236}">
                <a16:creationId xmlns:a16="http://schemas.microsoft.com/office/drawing/2014/main" id="{BD5E1493-E8EF-4031-B447-85DA0B418111}"/>
              </a:ext>
            </a:extLst>
          </p:cNvPr>
          <p:cNvSpPr>
            <a:spLocks noGrp="1"/>
          </p:cNvSpPr>
          <p:nvPr>
            <p:ph type="body" sz="quarter" idx="10" hasCustomPrompt="1"/>
            <p:custDataLst>
              <p:tags r:id="rId3"/>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3" name="Picture 2">
            <a:extLst>
              <a:ext uri="{FF2B5EF4-FFF2-40B4-BE49-F238E27FC236}">
                <a16:creationId xmlns:a16="http://schemas.microsoft.com/office/drawing/2014/main" id="{28236846-C3E4-5A52-442D-4FB05C6F847E}"/>
              </a:ext>
            </a:extLst>
          </p:cNvPr>
          <p:cNvPicPr>
            <a:picLocks noChangeAspect="1"/>
          </p:cNvPicPr>
          <p:nvPr userDrawn="1"/>
        </p:nvPicPr>
        <p:blipFill rotWithShape="1">
          <a:blip r:embed="rId7"/>
          <a:srcRect l="16452" t="35204" r="16674" b="35543"/>
          <a:stretch/>
        </p:blipFill>
        <p:spPr bwMode="ltGray">
          <a:xfrm>
            <a:off x="10472367" y="6504050"/>
            <a:ext cx="920726" cy="284728"/>
          </a:xfrm>
          <a:prstGeom prst="rect">
            <a:avLst/>
          </a:prstGeom>
        </p:spPr>
      </p:pic>
      <p:pic>
        <p:nvPicPr>
          <p:cNvPr id="4" name="object 5">
            <a:extLst>
              <a:ext uri="{FF2B5EF4-FFF2-40B4-BE49-F238E27FC236}">
                <a16:creationId xmlns:a16="http://schemas.microsoft.com/office/drawing/2014/main" id="{302CA7A7-AB0F-C274-D915-1713B5812D10}"/>
              </a:ext>
            </a:extLst>
          </p:cNvPr>
          <p:cNvPicPr/>
          <p:nvPr userDrawn="1"/>
        </p:nvPicPr>
        <p:blipFill>
          <a:blip r:embed="rId8"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53C53AD5-9C2C-E230-046D-A0AB49C59469}"/>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563864427"/>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En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A954CCC1-5027-4384-BFF6-B54153C697A8}"/>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92" imgH="591" progId="TCLayout.ActiveDocument.1">
                  <p:embed/>
                </p:oleObj>
              </mc:Choice>
              <mc:Fallback>
                <p:oleObj name="think-cell Slide" r:id="rId4" imgW="592" imgH="591" progId="TCLayout.ActiveDocument.1">
                  <p:embed/>
                  <p:pic>
                    <p:nvPicPr>
                      <p:cNvPr id="2" name="Object 1" hidden="1">
                        <a:extLst>
                          <a:ext uri="{FF2B5EF4-FFF2-40B4-BE49-F238E27FC236}">
                            <a16:creationId xmlns:a16="http://schemas.microsoft.com/office/drawing/2014/main" id="{A954CCC1-5027-4384-BFF6-B54153C697A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8" name="5. Source" hidden="1">
            <a:extLst>
              <a:ext uri="{FF2B5EF4-FFF2-40B4-BE49-F238E27FC236}">
                <a16:creationId xmlns:a16="http://schemas.microsoft.com/office/drawing/2014/main" id="{330AE89A-7771-4A6E-A02D-893DCB66C876}"/>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pic>
        <p:nvPicPr>
          <p:cNvPr id="3" name="Picture 2">
            <a:extLst>
              <a:ext uri="{FF2B5EF4-FFF2-40B4-BE49-F238E27FC236}">
                <a16:creationId xmlns:a16="http://schemas.microsoft.com/office/drawing/2014/main" id="{A5FB7ED7-9CEC-C64C-9573-13078315866F}"/>
              </a:ext>
            </a:extLst>
          </p:cNvPr>
          <p:cNvPicPr>
            <a:picLocks noChangeAspect="1"/>
          </p:cNvPicPr>
          <p:nvPr userDrawn="1"/>
        </p:nvPicPr>
        <p:blipFill rotWithShape="1">
          <a:blip r:embed="rId6"/>
          <a:srcRect l="16452" t="35204" r="16674" b="35543"/>
          <a:stretch/>
        </p:blipFill>
        <p:spPr bwMode="ltGray">
          <a:xfrm>
            <a:off x="4155535" y="2828925"/>
            <a:ext cx="3880930" cy="1200150"/>
          </a:xfrm>
          <a:prstGeom prst="rect">
            <a:avLst/>
          </a:prstGeom>
        </p:spPr>
      </p:pic>
      <p:pic>
        <p:nvPicPr>
          <p:cNvPr id="4" name="object 5">
            <a:extLst>
              <a:ext uri="{FF2B5EF4-FFF2-40B4-BE49-F238E27FC236}">
                <a16:creationId xmlns:a16="http://schemas.microsoft.com/office/drawing/2014/main" id="{9E891BC5-32DA-9208-692C-50E75CC5010E}"/>
              </a:ext>
            </a:extLst>
          </p:cNvPr>
          <p:cNvPicPr/>
          <p:nvPr userDrawn="1"/>
        </p:nvPicPr>
        <p:blipFill>
          <a:blip r:embed="rId7"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36FD2FB0-CF6D-3624-4B8D-E3F185237450}"/>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55590143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A502E44C-4A5D-C0C2-E6A7-70CDF31CEF95}"/>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47" imgH="348" progId="TCLayout.ActiveDocument.1">
                  <p:embed/>
                </p:oleObj>
              </mc:Choice>
              <mc:Fallback>
                <p:oleObj name="think-cell Slide" r:id="rId3" imgW="347" imgH="348" progId="TCLayout.ActiveDocument.1">
                  <p:embed/>
                  <p:pic>
                    <p:nvPicPr>
                      <p:cNvPr id="7" name="think-cell data - do not delete" hidden="1">
                        <a:extLst>
                          <a:ext uri="{FF2B5EF4-FFF2-40B4-BE49-F238E27FC236}">
                            <a16:creationId xmlns:a16="http://schemas.microsoft.com/office/drawing/2014/main" id="{A502E44C-4A5D-C0C2-E6A7-70CDF31CEF9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Holder 2"/>
          <p:cNvSpPr>
            <a:spLocks noGrp="1"/>
          </p:cNvSpPr>
          <p:nvPr>
            <p:ph type="title"/>
          </p:nvPr>
        </p:nvSpPr>
        <p:spPr/>
        <p:txBody>
          <a:bodyPr lIns="0" tIns="0" rIns="0" bIns="0"/>
          <a:lstStyle>
            <a:lvl1pPr rtl="0">
              <a:defRPr sz="2400" b="1" i="0">
                <a:solidFill>
                  <a:srgbClr val="2C3846"/>
                </a:solidFill>
                <a:latin typeface="Arial"/>
                <a:cs typeface="Arial"/>
              </a:defRPr>
            </a:lvl1pPr>
          </a:lstStyle>
          <a:p>
            <a:endParaRPr lang="en-US"/>
          </a:p>
        </p:txBody>
      </p:sp>
      <p:sp>
        <p:nvSpPr>
          <p:cNvPr id="3" name="Holder 3"/>
          <p:cNvSpPr>
            <a:spLocks noGrp="1"/>
          </p:cNvSpPr>
          <p:nvPr>
            <p:ph type="body" idx="1"/>
          </p:nvPr>
        </p:nvSpPr>
        <p:spPr>
          <a:xfrm>
            <a:off x="554736" y="2170800"/>
            <a:ext cx="2484655" cy="169277"/>
          </a:xfrm>
        </p:spPr>
        <p:txBody>
          <a:bodyPr lIns="0" tIns="0" rIns="0" bIns="0"/>
          <a:lstStyle>
            <a:lvl1pPr rtl="0">
              <a:defRPr sz="1100" b="0" i="0">
                <a:solidFill>
                  <a:srgbClr val="2C3846"/>
                </a:solidFill>
                <a:latin typeface="Arial"/>
                <a:cs typeface="Arial"/>
              </a:defRPr>
            </a:lvl1pPr>
          </a:lstStyle>
          <a:p>
            <a:endParaRPr lang="en-US"/>
          </a:p>
        </p:txBody>
      </p:sp>
      <p:sp>
        <p:nvSpPr>
          <p:cNvPr id="4" name="Holder 4"/>
          <p:cNvSpPr>
            <a:spLocks noGrp="1"/>
          </p:cNvSpPr>
          <p:nvPr>
            <p:ph type="ftr" sz="quarter" idx="5"/>
          </p:nvPr>
        </p:nvSpPr>
        <p:spPr/>
        <p:txBody>
          <a:bodyPr lIns="0" tIns="0" rIns="0" bIns="0"/>
          <a:lstStyle>
            <a:lvl1pPr algn="ctr" rtl="0">
              <a:defRPr>
                <a:solidFill>
                  <a:schemeClr val="tx1">
                    <a:tint val="75000"/>
                  </a:schemeClr>
                </a:solidFill>
              </a:defRPr>
            </a:lvl1pPr>
          </a:lstStyle>
          <a:p>
            <a:endParaRPr lang="en-US"/>
          </a:p>
        </p:txBody>
      </p:sp>
      <p:sp>
        <p:nvSpPr>
          <p:cNvPr id="5" name="Holder 5"/>
          <p:cNvSpPr>
            <a:spLocks noGrp="1"/>
          </p:cNvSpPr>
          <p:nvPr>
            <p:ph type="dt" sz="half" idx="6"/>
          </p:nvPr>
        </p:nvSpPr>
        <p:spPr/>
        <p:txBody>
          <a:bodyPr lIns="0" tIns="0" rIns="0" bIns="0"/>
          <a:lstStyle>
            <a:lvl1pPr algn="l" rtl="0">
              <a:defRPr>
                <a:solidFill>
                  <a:schemeClr val="tx1">
                    <a:tint val="75000"/>
                  </a:schemeClr>
                </a:solidFill>
              </a:defRPr>
            </a:lvl1pPr>
          </a:lstStyle>
          <a:p>
            <a:fld id="{941895A5-AC2E-43BC-B1ED-D2E2D5CDC9BC}" type="datetime1">
              <a:rPr lang="en-US" smtClean="0"/>
              <a:t>11/29/2025</a:t>
            </a:fld>
            <a:endParaRPr lang="en-US"/>
          </a:p>
        </p:txBody>
      </p:sp>
      <p:sp>
        <p:nvSpPr>
          <p:cNvPr id="8" name="Espaço Reservado para Número de Slide 5">
            <a:extLst>
              <a:ext uri="{FF2B5EF4-FFF2-40B4-BE49-F238E27FC236}">
                <a16:creationId xmlns:a16="http://schemas.microsoft.com/office/drawing/2014/main" id="{DDB8157B-F805-9FE0-AD7C-6EDE32848816}"/>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88294469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6AA17F-F8C4-4C64-98D7-0AB83132B659}"/>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0B524468-C44C-431C-B64F-F4D978F974C8}"/>
              </a:ext>
            </a:extLst>
          </p:cNvPr>
          <p:cNvSpPr>
            <a:spLocks noGrp="1"/>
          </p:cNvSpPr>
          <p:nvPr>
            <p:ph type="dt" sz="half" idx="10"/>
          </p:nvPr>
        </p:nvSpPr>
        <p:spPr/>
        <p:txBody>
          <a:bodyPr/>
          <a:lstStyle/>
          <a:p>
            <a:fld id="{47977053-E53A-4349-BA52-3657F0D87599}" type="datetime1">
              <a:rPr lang="en-US" smtClean="0"/>
              <a:t>11/29/2025</a:t>
            </a:fld>
            <a:endParaRPr lang="en-US"/>
          </a:p>
        </p:txBody>
      </p:sp>
      <p:sp>
        <p:nvSpPr>
          <p:cNvPr id="4" name="Footer Placeholder 3">
            <a:extLst>
              <a:ext uri="{FF2B5EF4-FFF2-40B4-BE49-F238E27FC236}">
                <a16:creationId xmlns:a16="http://schemas.microsoft.com/office/drawing/2014/main" id="{834DDD01-DA6A-4E13-A6F3-1AC3E59E6459}"/>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6318434D-48F0-4F18-A368-A5DF8F609DAA}"/>
              </a:ext>
            </a:extLst>
          </p:cNvPr>
          <p:cNvSpPr>
            <a:spLocks noGrp="1"/>
          </p:cNvSpPr>
          <p:nvPr>
            <p:ph type="sldNum" sz="quarter" idx="12"/>
          </p:nvPr>
        </p:nvSpPr>
        <p:spPr/>
        <p:txBody>
          <a:bodyPr/>
          <a:lstStyle/>
          <a:p>
            <a:fld id="{FE8D4F85-EA82-44F5-B686-DA5003CEBF5E}" type="slidenum">
              <a:rPr lang="en-US" smtClean="0"/>
              <a:t>‹#›</a:t>
            </a:fld>
            <a:endParaRPr lang="en-US"/>
          </a:p>
        </p:txBody>
      </p:sp>
    </p:spTree>
    <p:extLst>
      <p:ext uri="{BB962C8B-B14F-4D97-AF65-F5344CB8AC3E}">
        <p14:creationId xmlns:p14="http://schemas.microsoft.com/office/powerpoint/2010/main" val="378756050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_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F741700-5035-4E61-A4AC-1B3C7AE220D5}"/>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82372"/>
            <a:ext cx="11082528" cy="731520"/>
          </a:xfrm>
        </p:spPr>
        <p:txBody>
          <a:bodyPr vert="horz"/>
          <a:lstStyle>
            <a:lvl1pPr>
              <a:defRPr>
                <a:solidFill>
                  <a:schemeClr val="tx2"/>
                </a:solidFill>
              </a:defRPr>
            </a:lvl1pPr>
          </a:lstStyle>
          <a:p>
            <a:r>
              <a:rPr lang="en-US"/>
              <a:t>Click to edit Master title style</a:t>
            </a:r>
          </a:p>
        </p:txBody>
      </p:sp>
      <p:sp>
        <p:nvSpPr>
          <p:cNvPr id="9" name="Slide Number">
            <a:extLst>
              <a:ext uri="{FF2B5EF4-FFF2-40B4-BE49-F238E27FC236}">
                <a16:creationId xmlns:a16="http://schemas.microsoft.com/office/drawing/2014/main" id="{66686DBA-90DA-4033-B950-94CBD0D7A425}"/>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a:defRPr sz="800">
                <a:latin typeface="+mn-lt"/>
              </a:defRPr>
            </a:lvl1pPr>
          </a:lstStyle>
          <a:p>
            <a:pPr lvl="0"/>
            <a:r>
              <a:rPr lang="en-US"/>
              <a:t>Chapter › Topic</a:t>
            </a:r>
          </a:p>
        </p:txBody>
      </p:sp>
      <p:sp>
        <p:nvSpPr>
          <p:cNvPr id="12" name="3. Subtitle">
            <a:extLst>
              <a:ext uri="{FF2B5EF4-FFF2-40B4-BE49-F238E27FC236}">
                <a16:creationId xmlns:a16="http://schemas.microsoft.com/office/drawing/2014/main" id="{1EE9FF4B-7331-4DE1-A594-C0C335ED5BE5}"/>
              </a:ext>
            </a:extLst>
          </p:cNvPr>
          <p:cNvSpPr>
            <a:spLocks noGrp="1"/>
          </p:cNvSpPr>
          <p:nvPr>
            <p:ph type="subTitle" idx="1"/>
            <p:custDataLst>
              <p:tags r:id="rId7"/>
            </p:custDataLst>
          </p:nvPr>
        </p:nvSpPr>
        <p:spPr>
          <a:xfrm>
            <a:off x="554736" y="903861"/>
            <a:ext cx="11082528" cy="276999"/>
          </a:xfrm>
        </p:spPr>
        <p:txBody>
          <a:bodyPr anchor="ctr" anchorCtr="0"/>
          <a:lstStyle/>
          <a:p>
            <a:r>
              <a:rPr lang="en-US" sz="1600"/>
              <a:t>Click to edit Master subtitle style</a:t>
            </a:r>
          </a:p>
        </p:txBody>
      </p:sp>
    </p:spTree>
    <p:extLst>
      <p:ext uri="{BB962C8B-B14F-4D97-AF65-F5344CB8AC3E}">
        <p14:creationId xmlns:p14="http://schemas.microsoft.com/office/powerpoint/2010/main" val="317020121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Title">
    <p:bg>
      <p:bgPr>
        <a:gradFill>
          <a:gsLst>
            <a:gs pos="0">
              <a:schemeClr val="accent1">
                <a:lumMod val="75000"/>
              </a:scheme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16EA533F-94AF-4D02-A54D-267AD6DA2E6D}"/>
              </a:ext>
            </a:extLst>
          </p:cNvPr>
          <p:cNvGraphicFramePr>
            <a:graphicFrameLocks noChangeAspect="1"/>
          </p:cNvGraphicFramePr>
          <p:nvPr userDrawn="1">
            <p:custDataLst>
              <p:tags r:id="rId1"/>
            </p:custDataLst>
            <p:extLst>
              <p:ext uri="{D42A27DB-BD31-4B8C-83A1-F6EECF244321}">
                <p14:modId xmlns:p14="http://schemas.microsoft.com/office/powerpoint/2010/main" val="122978558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4" imgH="344" progId="TCLayout.ActiveDocument.1">
                  <p:embed/>
                </p:oleObj>
              </mc:Choice>
              <mc:Fallback>
                <p:oleObj name="think-cell Slide" r:id="rId4" imgW="344" imgH="344" progId="TCLayout.ActiveDocument.1">
                  <p:embed/>
                  <p:pic>
                    <p:nvPicPr>
                      <p:cNvPr id="9" name="Object 8" hidden="1">
                        <a:extLst>
                          <a:ext uri="{FF2B5EF4-FFF2-40B4-BE49-F238E27FC236}">
                            <a16:creationId xmlns:a16="http://schemas.microsoft.com/office/drawing/2014/main" id="{16EA533F-94AF-4D02-A54D-267AD6DA2E6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C54CE3BD-55D7-42CB-8D9D-17E2A0D74581}"/>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Georgia" panose="02040502050405020303" pitchFamily="18" charset="0"/>
              <a:ea typeface="+mj-ea"/>
              <a:cs typeface="+mj-cs"/>
              <a:sym typeface="Georgia" panose="02040502050405020303" pitchFamily="18" charset="0"/>
            </a:endParaRPr>
          </a:p>
        </p:txBody>
      </p:sp>
    </p:spTree>
    <p:extLst>
      <p:ext uri="{BB962C8B-B14F-4D97-AF65-F5344CB8AC3E}">
        <p14:creationId xmlns:p14="http://schemas.microsoft.com/office/powerpoint/2010/main" val="339783735"/>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2_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266410084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F741700-5035-4E61-A4AC-1B3C7AE220D5}"/>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82372"/>
            <a:ext cx="11082528" cy="731520"/>
          </a:xfrm>
        </p:spPr>
        <p:txBody>
          <a:bodyPr vert="horz"/>
          <a:lstStyle>
            <a:lvl1pPr rtl="0">
              <a:defRPr>
                <a:solidFill>
                  <a:schemeClr val="tx2"/>
                </a:solidFill>
              </a:defRPr>
            </a:lvl1pPr>
          </a:lstStyle>
          <a:p>
            <a:r>
              <a:rPr lang="en-US"/>
              <a:t>Click to edit Master title style</a:t>
            </a:r>
          </a:p>
        </p:txBody>
      </p:sp>
      <p:sp>
        <p:nvSpPr>
          <p:cNvPr id="9" name="Slide Number">
            <a:extLst>
              <a:ext uri="{FF2B5EF4-FFF2-40B4-BE49-F238E27FC236}">
                <a16:creationId xmlns:a16="http://schemas.microsoft.com/office/drawing/2014/main" id="{66686DBA-90DA-4033-B950-94CBD0D7A425}"/>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
        <p:nvSpPr>
          <p:cNvPr id="12" name="3. Subtitle">
            <a:extLst>
              <a:ext uri="{FF2B5EF4-FFF2-40B4-BE49-F238E27FC236}">
                <a16:creationId xmlns:a16="http://schemas.microsoft.com/office/drawing/2014/main" id="{1EE9FF4B-7331-4DE1-A594-C0C335ED5BE5}"/>
              </a:ext>
            </a:extLst>
          </p:cNvPr>
          <p:cNvSpPr>
            <a:spLocks noGrp="1"/>
          </p:cNvSpPr>
          <p:nvPr>
            <p:ph type="subTitle" idx="1"/>
            <p:custDataLst>
              <p:tags r:id="rId7"/>
            </p:custDataLst>
          </p:nvPr>
        </p:nvSpPr>
        <p:spPr>
          <a:xfrm>
            <a:off x="554736" y="903861"/>
            <a:ext cx="11082528" cy="276999"/>
          </a:xfrm>
        </p:spPr>
        <p:txBody>
          <a:bodyPr anchor="ctr" anchorCtr="0"/>
          <a:lstStyle>
            <a:lvl1pPr rtl="0">
              <a:defRPr/>
            </a:lvl1pPr>
          </a:lstStyle>
          <a:p>
            <a:r>
              <a:rPr lang="en-US" sz="1600"/>
              <a:t>Click to edit Master subtitle style</a:t>
            </a:r>
          </a:p>
        </p:txBody>
      </p:sp>
    </p:spTree>
    <p:extLst>
      <p:ext uri="{BB962C8B-B14F-4D97-AF65-F5344CB8AC3E}">
        <p14:creationId xmlns:p14="http://schemas.microsoft.com/office/powerpoint/2010/main" val="40093168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_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41361114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F741700-5035-4E61-A4AC-1B3C7AE220D5}"/>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82372"/>
            <a:ext cx="11082528" cy="731520"/>
          </a:xfrm>
        </p:spPr>
        <p:txBody>
          <a:bodyPr vert="horz"/>
          <a:lstStyle>
            <a:lvl1pPr rtl="0">
              <a:defRPr>
                <a:solidFill>
                  <a:schemeClr val="tx2"/>
                </a:solidFill>
              </a:defRPr>
            </a:lvl1pPr>
          </a:lstStyle>
          <a:p>
            <a:r>
              <a:rPr lang="en-US"/>
              <a:t>Click to edit Master title style</a:t>
            </a:r>
          </a:p>
        </p:txBody>
      </p:sp>
      <p:sp>
        <p:nvSpPr>
          <p:cNvPr id="9" name="Slide Number">
            <a:extLst>
              <a:ext uri="{FF2B5EF4-FFF2-40B4-BE49-F238E27FC236}">
                <a16:creationId xmlns:a16="http://schemas.microsoft.com/office/drawing/2014/main" id="{66686DBA-90DA-4033-B950-94CBD0D7A425}"/>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
        <p:nvSpPr>
          <p:cNvPr id="12" name="3. Subtitle">
            <a:extLst>
              <a:ext uri="{FF2B5EF4-FFF2-40B4-BE49-F238E27FC236}">
                <a16:creationId xmlns:a16="http://schemas.microsoft.com/office/drawing/2014/main" id="{1EE9FF4B-7331-4DE1-A594-C0C335ED5BE5}"/>
              </a:ext>
            </a:extLst>
          </p:cNvPr>
          <p:cNvSpPr>
            <a:spLocks noGrp="1"/>
          </p:cNvSpPr>
          <p:nvPr>
            <p:ph type="subTitle" idx="1"/>
            <p:custDataLst>
              <p:tags r:id="rId7"/>
            </p:custDataLst>
          </p:nvPr>
        </p:nvSpPr>
        <p:spPr>
          <a:xfrm>
            <a:off x="554736" y="903861"/>
            <a:ext cx="11082528" cy="276999"/>
          </a:xfrm>
        </p:spPr>
        <p:txBody>
          <a:bodyPr anchor="ctr" anchorCtr="0"/>
          <a:lstStyle>
            <a:lvl1pPr rtl="0">
              <a:defRPr/>
            </a:lvl1pPr>
          </a:lstStyle>
          <a:p>
            <a:r>
              <a:rPr lang="en-US" sz="1600"/>
              <a:t>Click to edit Master subtitle style</a:t>
            </a:r>
          </a:p>
        </p:txBody>
      </p:sp>
      <p:sp>
        <p:nvSpPr>
          <p:cNvPr id="4" name="Rectangle 3">
            <a:extLst>
              <a:ext uri="{FF2B5EF4-FFF2-40B4-BE49-F238E27FC236}">
                <a16:creationId xmlns:a16="http://schemas.microsoft.com/office/drawing/2014/main" id="{E76D6AE4-5E74-A948-DDA1-D3BBAE1423BE}"/>
              </a:ext>
            </a:extLst>
          </p:cNvPr>
          <p:cNvSpPr/>
          <p:nvPr userDrawn="1"/>
        </p:nvSpPr>
        <p:spPr>
          <a:xfrm>
            <a:off x="0" y="1356852"/>
            <a:ext cx="12192000" cy="5501148"/>
          </a:xfrm>
          <a:prstGeom prst="rect">
            <a:avLst/>
          </a:prstGeom>
          <a:solidFill>
            <a:schemeClr val="tx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spcBef>
                <a:spcPts val="300"/>
              </a:spcBef>
              <a:spcAft>
                <a:spcPts val="300"/>
              </a:spcAft>
            </a:pPr>
            <a:endParaRPr lang="en-US" sz="1600">
              <a:solidFill>
                <a:schemeClr val="bg1"/>
              </a:solidFill>
            </a:endParaRPr>
          </a:p>
        </p:txBody>
      </p:sp>
    </p:spTree>
    <p:extLst>
      <p:ext uri="{BB962C8B-B14F-4D97-AF65-F5344CB8AC3E}">
        <p14:creationId xmlns:p14="http://schemas.microsoft.com/office/powerpoint/2010/main" val="319291184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op Left">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CCAC6EFC-AEE8-ADC9-7AB1-03C8B64982CE}"/>
              </a:ext>
            </a:extLst>
          </p:cNvPr>
          <p:cNvGraphicFramePr>
            <a:graphicFrameLocks noChangeAspect="1"/>
          </p:cNvGraphicFramePr>
          <p:nvPr userDrawn="1">
            <p:custDataLst>
              <p:tags r:id="rId1"/>
            </p:custDataLst>
            <p:extLst>
              <p:ext uri="{D42A27DB-BD31-4B8C-83A1-F6EECF244321}">
                <p14:modId xmlns:p14="http://schemas.microsoft.com/office/powerpoint/2010/main" val="32671015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84" imgH="486" progId="TCLayout.ActiveDocument.1">
                  <p:embed/>
                </p:oleObj>
              </mc:Choice>
              <mc:Fallback>
                <p:oleObj name="think-cell Slide" r:id="rId7" imgW="484" imgH="486" progId="TCLayout.ActiveDocument.1">
                  <p:embed/>
                  <p:pic>
                    <p:nvPicPr>
                      <p:cNvPr id="5" name="think-cell data - do not delete" hidden="1">
                        <a:extLst>
                          <a:ext uri="{FF2B5EF4-FFF2-40B4-BE49-F238E27FC236}">
                            <a16:creationId xmlns:a16="http://schemas.microsoft.com/office/drawing/2014/main" id="{CCAC6EFC-AEE8-ADC9-7AB1-03C8B64982CE}"/>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2"/>
            </p:custDataLst>
          </p:nvPr>
        </p:nvSpPr>
        <p:spPr>
          <a:xfrm>
            <a:off x="554736" y="1706563"/>
            <a:ext cx="3813048" cy="694944"/>
          </a:xfrm>
          <a:prstGeom prst="rect">
            <a:avLst/>
          </a:prstGeom>
        </p:spPr>
        <p:txBody>
          <a:bodyPr vert="horz" anchor="t">
            <a:noAutofit/>
          </a:bodyPr>
          <a:lstStyle>
            <a:lvl1pPr rtl="0">
              <a:lnSpc>
                <a:spcPct val="90000"/>
              </a:lnSpc>
              <a:defRPr>
                <a:ln w="6350" cap="flat">
                  <a:noFill/>
                  <a:miter lim="800000"/>
                </a:ln>
              </a:defRPr>
            </a:lvl1pPr>
          </a:lstStyle>
          <a:p>
            <a:r>
              <a:rPr lang="en-US"/>
              <a:t>Click to edit Master title style</a:t>
            </a:r>
          </a:p>
        </p:txBody>
      </p:sp>
      <p:sp>
        <p:nvSpPr>
          <p:cNvPr id="4" name="Slide Number">
            <a:extLst>
              <a:ext uri="{FF2B5EF4-FFF2-40B4-BE49-F238E27FC236}">
                <a16:creationId xmlns:a16="http://schemas.microsoft.com/office/drawing/2014/main" id="{EFB4BF85-6002-4998-80DC-DC1B92544D1D}"/>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6" name="5. Source" hidden="1">
            <a:extLst>
              <a:ext uri="{FF2B5EF4-FFF2-40B4-BE49-F238E27FC236}">
                <a16:creationId xmlns:a16="http://schemas.microsoft.com/office/drawing/2014/main" id="{0E2D5DBB-C1B8-4A27-836D-C2E6D553234D}"/>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8" name="1. On-page tracker">
            <a:extLst>
              <a:ext uri="{FF2B5EF4-FFF2-40B4-BE49-F238E27FC236}">
                <a16:creationId xmlns:a16="http://schemas.microsoft.com/office/drawing/2014/main" id="{2382874E-5BAC-44EB-9C53-2930F0FC66DC}"/>
              </a:ext>
            </a:extLst>
          </p:cNvPr>
          <p:cNvSpPr>
            <a:spLocks noGrp="1"/>
          </p:cNvSpPr>
          <p:nvPr>
            <p:ph type="body" sz="quarter" idx="17" hasCustomPrompt="1"/>
            <p:custDataLst>
              <p:tags r:id="rId5"/>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89544615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Mid Left">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53DFF7FE-B4E6-6344-2418-D93A98852AF0}"/>
              </a:ext>
            </a:extLst>
          </p:cNvPr>
          <p:cNvGraphicFramePr>
            <a:graphicFrameLocks noChangeAspect="1"/>
          </p:cNvGraphicFramePr>
          <p:nvPr userDrawn="1">
            <p:custDataLst>
              <p:tags r:id="rId1"/>
            </p:custDataLst>
            <p:extLst>
              <p:ext uri="{D42A27DB-BD31-4B8C-83A1-F6EECF244321}">
                <p14:modId xmlns:p14="http://schemas.microsoft.com/office/powerpoint/2010/main" val="10626202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84" imgH="486" progId="TCLayout.ActiveDocument.1">
                  <p:embed/>
                </p:oleObj>
              </mc:Choice>
              <mc:Fallback>
                <p:oleObj name="think-cell Slide" r:id="rId7" imgW="484" imgH="486" progId="TCLayout.ActiveDocument.1">
                  <p:embed/>
                  <p:pic>
                    <p:nvPicPr>
                      <p:cNvPr id="4" name="think-cell data - do not delete" hidden="1">
                        <a:extLst>
                          <a:ext uri="{FF2B5EF4-FFF2-40B4-BE49-F238E27FC236}">
                            <a16:creationId xmlns:a16="http://schemas.microsoft.com/office/drawing/2014/main" id="{53DFF7FE-B4E6-6344-2418-D93A98852AF0}"/>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2"/>
            </p:custDataLst>
          </p:nvPr>
        </p:nvSpPr>
        <p:spPr>
          <a:xfrm>
            <a:off x="554736" y="3044280"/>
            <a:ext cx="5065776" cy="769441"/>
          </a:xfrm>
          <a:prstGeom prst="rect">
            <a:avLst/>
          </a:prstGeom>
        </p:spPr>
        <p:txBody>
          <a:bodyPr vert="horz" rIns="365760" anchor="ctr">
            <a:noAutofit/>
          </a:bodyPr>
          <a:lstStyle>
            <a:lvl1pPr rtl="0">
              <a:defRPr>
                <a:ln w="6350" cap="flat">
                  <a:noFill/>
                  <a:miter lim="800000"/>
                </a:ln>
              </a:defRPr>
            </a:lvl1pPr>
          </a:lstStyle>
          <a:p>
            <a:r>
              <a:rPr lang="en-US"/>
              <a:t>Click to edit Master title style</a:t>
            </a:r>
          </a:p>
        </p:txBody>
      </p:sp>
      <p:sp>
        <p:nvSpPr>
          <p:cNvPr id="9" name="Slide Number">
            <a:extLst>
              <a:ext uri="{FF2B5EF4-FFF2-40B4-BE49-F238E27FC236}">
                <a16:creationId xmlns:a16="http://schemas.microsoft.com/office/drawing/2014/main" id="{2BF771FC-DD10-42B6-A51E-7F1E26F8184D}"/>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C0D33C43-5B9F-44B4-82FA-BAAD11A7FB8E}"/>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7" name="1. On-page tracker">
            <a:extLst>
              <a:ext uri="{FF2B5EF4-FFF2-40B4-BE49-F238E27FC236}">
                <a16:creationId xmlns:a16="http://schemas.microsoft.com/office/drawing/2014/main" id="{2A77292F-0F7C-43B4-9782-AB706C93BD64}"/>
              </a:ext>
            </a:extLst>
          </p:cNvPr>
          <p:cNvSpPr>
            <a:spLocks noGrp="1"/>
          </p:cNvSpPr>
          <p:nvPr>
            <p:ph type="body" sz="quarter" idx="17" hasCustomPrompt="1"/>
            <p:custDataLst>
              <p:tags r:id="rId5"/>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59650088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A608D4BB-56F5-4BF1-8C9C-8799BAA8CEEB}"/>
              </a:ext>
            </a:extLst>
          </p:cNvPr>
          <p:cNvGraphicFramePr>
            <a:graphicFrameLocks noChangeAspect="1"/>
          </p:cNvGraphicFramePr>
          <p:nvPr userDrawn="1">
            <p:custDataLst>
              <p:tags r:id="rId1"/>
            </p:custDataLst>
            <p:extLst>
              <p:ext uri="{D42A27DB-BD31-4B8C-83A1-F6EECF244321}">
                <p14:modId xmlns:p14="http://schemas.microsoft.com/office/powerpoint/2010/main" val="85704250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73" imgH="476" progId="TCLayout.ActiveDocument.1">
                  <p:embed/>
                </p:oleObj>
              </mc:Choice>
              <mc:Fallback>
                <p:oleObj name="think-cell Slide" r:id="rId8" imgW="473" imgH="476" progId="TCLayout.ActiveDocument.1">
                  <p:embed/>
                  <p:pic>
                    <p:nvPicPr>
                      <p:cNvPr id="3" name="Object 2" hidden="1">
                        <a:extLst>
                          <a:ext uri="{FF2B5EF4-FFF2-40B4-BE49-F238E27FC236}">
                            <a16:creationId xmlns:a16="http://schemas.microsoft.com/office/drawing/2014/main" id="{A608D4BB-56F5-4BF1-8C9C-8799BAA8CEEB}"/>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288743A-B5B4-4D5C-9D2C-F17D5A50E4BE}"/>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3"/>
            </p:custDataLst>
          </p:nvPr>
        </p:nvSpPr>
        <p:spPr>
          <a:xfrm>
            <a:off x="554736" y="4580468"/>
            <a:ext cx="11082528" cy="677108"/>
          </a:xfrm>
        </p:spPr>
        <p:txBody>
          <a:bodyPr vert="horz" anchor="b">
            <a:noAutofit/>
          </a:bodyPr>
          <a:lstStyle>
            <a:lvl1pPr rtl="0">
              <a:lnSpc>
                <a:spcPct val="93000"/>
              </a:lnSpc>
              <a:defRPr sz="4400"/>
            </a:lvl1pPr>
          </a:lstStyle>
          <a:p>
            <a:r>
              <a:rPr lang="en-US"/>
              <a:t>Click to edit Master title style</a:t>
            </a:r>
          </a:p>
        </p:txBody>
      </p:sp>
      <p:sp>
        <p:nvSpPr>
          <p:cNvPr id="8" name="Slide Number">
            <a:extLst>
              <a:ext uri="{FF2B5EF4-FFF2-40B4-BE49-F238E27FC236}">
                <a16:creationId xmlns:a16="http://schemas.microsoft.com/office/drawing/2014/main" id="{A86AE8A6-05EF-4E76-AAAD-41743692E9F9}"/>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6" name="5. Source" hidden="1">
            <a:extLst>
              <a:ext uri="{FF2B5EF4-FFF2-40B4-BE49-F238E27FC236}">
                <a16:creationId xmlns:a16="http://schemas.microsoft.com/office/drawing/2014/main" id="{B871FE09-BB6E-4334-B0EA-E52395AA61B3}"/>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9" name="1. On-page tracker">
            <a:extLst>
              <a:ext uri="{FF2B5EF4-FFF2-40B4-BE49-F238E27FC236}">
                <a16:creationId xmlns:a16="http://schemas.microsoft.com/office/drawing/2014/main" id="{07CA98DC-1A07-45D0-A835-AD1606EE7BAE}"/>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322435788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2CD01A5A-D383-4F62-8841-DD0172530759}"/>
              </a:ext>
            </a:extLst>
          </p:cNvPr>
          <p:cNvGraphicFramePr>
            <a:graphicFrameLocks noChangeAspect="1"/>
          </p:cNvGraphicFramePr>
          <p:nvPr userDrawn="1">
            <p:custDataLst>
              <p:tags r:id="rId1"/>
            </p:custDataLst>
            <p:extLst>
              <p:ext uri="{D42A27DB-BD31-4B8C-83A1-F6EECF244321}">
                <p14:modId xmlns:p14="http://schemas.microsoft.com/office/powerpoint/2010/main" val="318637662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73" imgH="476" progId="TCLayout.ActiveDocument.1">
                  <p:embed/>
                </p:oleObj>
              </mc:Choice>
              <mc:Fallback>
                <p:oleObj name="think-cell Slide" r:id="rId9" imgW="473" imgH="476" progId="TCLayout.ActiveDocument.1">
                  <p:embed/>
                  <p:pic>
                    <p:nvPicPr>
                      <p:cNvPr id="3" name="Object 2" hidden="1">
                        <a:extLst>
                          <a:ext uri="{FF2B5EF4-FFF2-40B4-BE49-F238E27FC236}">
                            <a16:creationId xmlns:a16="http://schemas.microsoft.com/office/drawing/2014/main" id="{2CD01A5A-D383-4F62-8841-DD0172530759}"/>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AC2F000-47EB-4070-866B-EF082C9E1028}"/>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34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8" name="2. Slide Title">
            <a:extLst>
              <a:ext uri="{FF2B5EF4-FFF2-40B4-BE49-F238E27FC236}">
                <a16:creationId xmlns:a16="http://schemas.microsoft.com/office/drawing/2014/main" id="{EA735538-C733-4892-93A4-7B433D8B8293}"/>
              </a:ext>
            </a:extLst>
          </p:cNvPr>
          <p:cNvSpPr>
            <a:spLocks noGrp="1"/>
          </p:cNvSpPr>
          <p:nvPr>
            <p:ph type="title" hasCustomPrompt="1"/>
            <p:custDataLst>
              <p:tags r:id="rId3"/>
            </p:custDataLst>
          </p:nvPr>
        </p:nvSpPr>
        <p:spPr>
          <a:xfrm>
            <a:off x="1505712" y="3592841"/>
            <a:ext cx="9180576" cy="486608"/>
          </a:xfrm>
          <a:prstGeom prst="rect">
            <a:avLst/>
          </a:prstGeom>
        </p:spPr>
        <p:txBody>
          <a:bodyPr vert="horz">
            <a:spAutoFit/>
          </a:bodyPr>
          <a:lstStyle>
            <a:lvl1pPr rtl="0">
              <a:lnSpc>
                <a:spcPct val="93000"/>
              </a:lnSpc>
              <a:defRPr sz="3400"/>
            </a:lvl1pPr>
          </a:lstStyle>
          <a:p>
            <a:r>
              <a:rPr lang="en-US"/>
              <a:t>“Click to add quote</a:t>
            </a:r>
          </a:p>
        </p:txBody>
      </p:sp>
      <p:sp>
        <p:nvSpPr>
          <p:cNvPr id="6" name="3. Subtitle">
            <a:extLst>
              <a:ext uri="{FF2B5EF4-FFF2-40B4-BE49-F238E27FC236}">
                <a16:creationId xmlns:a16="http://schemas.microsoft.com/office/drawing/2014/main" id="{8DB5022C-F66C-4018-82F3-195571DDD527}"/>
              </a:ext>
            </a:extLst>
          </p:cNvPr>
          <p:cNvSpPr>
            <a:spLocks noGrp="1"/>
          </p:cNvSpPr>
          <p:nvPr>
            <p:ph type="subTitle" idx="1" hasCustomPrompt="1"/>
            <p:custDataLst>
              <p:tags r:id="rId4"/>
            </p:custDataLst>
          </p:nvPr>
        </p:nvSpPr>
        <p:spPr>
          <a:xfrm>
            <a:off x="1505712" y="4284630"/>
            <a:ext cx="9180576" cy="276999"/>
          </a:xfrm>
        </p:spPr>
        <p:txBody>
          <a:bodyPr wrap="square">
            <a:noAutofit/>
          </a:bodyPr>
          <a:lstStyle>
            <a:lvl1pPr marL="0" indent="0" algn="l" rtl="0">
              <a:buNone/>
              <a:defRPr sz="1600" b="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quote source</a:t>
            </a:r>
          </a:p>
        </p:txBody>
      </p:sp>
      <p:sp>
        <p:nvSpPr>
          <p:cNvPr id="9" name="Slide Number">
            <a:extLst>
              <a:ext uri="{FF2B5EF4-FFF2-40B4-BE49-F238E27FC236}">
                <a16:creationId xmlns:a16="http://schemas.microsoft.com/office/drawing/2014/main" id="{FAEB6FCE-50CC-4F2B-A5B3-CB508EDFCD46}"/>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7" name="5. Source" hidden="1">
            <a:extLst>
              <a:ext uri="{FF2B5EF4-FFF2-40B4-BE49-F238E27FC236}">
                <a16:creationId xmlns:a16="http://schemas.microsoft.com/office/drawing/2014/main" id="{97195F4E-ECA7-41A9-AFF3-0C4DAD103DA6}"/>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0" name="1. On-page tracker">
            <a:extLst>
              <a:ext uri="{FF2B5EF4-FFF2-40B4-BE49-F238E27FC236}">
                <a16:creationId xmlns:a16="http://schemas.microsoft.com/office/drawing/2014/main" id="{469A753E-961A-4AC3-B6E0-4407B9A4AF36}"/>
              </a:ext>
            </a:extLst>
          </p:cNvPr>
          <p:cNvSpPr>
            <a:spLocks noGrp="1"/>
          </p:cNvSpPr>
          <p:nvPr>
            <p:ph type="body" sz="quarter" idx="17" hasCustomPrompt="1"/>
            <p:custDataLst>
              <p:tags r:id="rId7"/>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402413013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1/4">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A8D6A48-EE20-4EB4-A234-9F3B16C02872}"/>
              </a:ext>
            </a:extLst>
          </p:cNvPr>
          <p:cNvGraphicFramePr>
            <a:graphicFrameLocks noChangeAspect="1"/>
          </p:cNvGraphicFramePr>
          <p:nvPr userDrawn="1">
            <p:custDataLst>
              <p:tags r:id="rId1"/>
            </p:custDataLst>
            <p:extLst>
              <p:ext uri="{D42A27DB-BD31-4B8C-83A1-F6EECF244321}">
                <p14:modId xmlns:p14="http://schemas.microsoft.com/office/powerpoint/2010/main" val="23109535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413" imgH="416" progId="TCLayout.ActiveDocument.1">
                  <p:embed/>
                </p:oleObj>
              </mc:Choice>
              <mc:Fallback>
                <p:oleObj name="think-cell Slide" r:id="rId11" imgW="413" imgH="416" progId="TCLayout.ActiveDocument.1">
                  <p:embed/>
                  <p:pic>
                    <p:nvPicPr>
                      <p:cNvPr id="3" name="Object 2" hidden="1">
                        <a:extLst>
                          <a:ext uri="{FF2B5EF4-FFF2-40B4-BE49-F238E27FC236}">
                            <a16:creationId xmlns:a16="http://schemas.microsoft.com/office/drawing/2014/main" id="{DA8D6A48-EE20-4EB4-A234-9F3B16C02872}"/>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6FAC554-F995-4246-BE36-413D2200D983}"/>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3413760" y="0"/>
            <a:ext cx="8778240"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6" name="SlideLogoText" hidden="1">
            <a:extLst>
              <a:ext uri="{FF2B5EF4-FFF2-40B4-BE49-F238E27FC236}">
                <a16:creationId xmlns:a16="http://schemas.microsoft.com/office/drawing/2014/main" id="{7D03BAA3-96F1-4B7C-895E-B9B8CFDDA50B}"/>
              </a:ext>
            </a:extLst>
          </p:cNvPr>
          <p:cNvSpPr txBox="1"/>
          <p:nvPr userDrawn="1">
            <p:custDataLst>
              <p:tags r:id="rId4"/>
            </p:custDataLst>
          </p:nvPr>
        </p:nvSpPr>
        <p:spPr>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7" name="Slide Number">
            <a:extLst>
              <a:ext uri="{FF2B5EF4-FFF2-40B4-BE49-F238E27FC236}">
                <a16:creationId xmlns:a16="http://schemas.microsoft.com/office/drawing/2014/main" id="{ACF9526A-1F1C-4E57-8A8D-21EDBC12066F}"/>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19" name="2. Slide Title">
            <a:extLst>
              <a:ext uri="{FF2B5EF4-FFF2-40B4-BE49-F238E27FC236}">
                <a16:creationId xmlns:a16="http://schemas.microsoft.com/office/drawing/2014/main" id="{6647A441-8DE4-4236-BCC7-B694B2C59E00}"/>
              </a:ext>
            </a:extLst>
          </p:cNvPr>
          <p:cNvSpPr>
            <a:spLocks noGrp="1"/>
          </p:cNvSpPr>
          <p:nvPr>
            <p:ph type="title"/>
            <p:custDataLst>
              <p:tags r:id="rId6"/>
            </p:custDataLst>
          </p:nvPr>
        </p:nvSpPr>
        <p:spPr>
          <a:xfrm>
            <a:off x="554736" y="2744369"/>
            <a:ext cx="2514600" cy="769441"/>
          </a:xfrm>
        </p:spPr>
        <p:txBody>
          <a:bodyPr vert="horz" anchor="b">
            <a:noAutofit/>
          </a:bodyPr>
          <a:lstStyle>
            <a:lvl1pPr rtl="0">
              <a:defRPr>
                <a:solidFill>
                  <a:schemeClr val="accent4"/>
                </a:solidFill>
              </a:defRPr>
            </a:lvl1pPr>
          </a:lstStyle>
          <a:p>
            <a:r>
              <a:rPr lang="en-US"/>
              <a:t>Click to edit Master title style</a:t>
            </a:r>
          </a:p>
        </p:txBody>
      </p:sp>
      <p:sp>
        <p:nvSpPr>
          <p:cNvPr id="20" name="3. Subtitle">
            <a:extLst>
              <a:ext uri="{FF2B5EF4-FFF2-40B4-BE49-F238E27FC236}">
                <a16:creationId xmlns:a16="http://schemas.microsoft.com/office/drawing/2014/main" id="{A4DBA574-6D59-4DFD-82A7-9B1E9AEB906E}"/>
              </a:ext>
            </a:extLst>
          </p:cNvPr>
          <p:cNvSpPr>
            <a:spLocks noGrp="1"/>
          </p:cNvSpPr>
          <p:nvPr>
            <p:ph type="subTitle" idx="1"/>
            <p:custDataLst>
              <p:tags r:id="rId7"/>
            </p:custDataLst>
          </p:nvPr>
        </p:nvSpPr>
        <p:spPr>
          <a:xfrm>
            <a:off x="554736" y="3659644"/>
            <a:ext cx="2514600" cy="492443"/>
          </a:xfrm>
        </p:spPr>
        <p:txBody>
          <a:bodyPr wrap="square">
            <a:spAutoFit/>
          </a:bodyPr>
          <a:lstStyle>
            <a:lvl1pPr marL="0" indent="0" algn="l" rtl="0">
              <a:buNone/>
              <a:defRPr sz="1600" b="0">
                <a:solidFill>
                  <a:schemeClr val="tx2"/>
                </a:solidFill>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25B2DE14-9B3F-4199-B082-9FEB12CE57EA}"/>
              </a:ext>
            </a:extLst>
          </p:cNvPr>
          <p:cNvSpPr txBox="1"/>
          <p:nvPr userDrawn="1">
            <p:custDataLst>
              <p:tags r:id="rId8"/>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5" name="1. On-page tracker">
            <a:extLst>
              <a:ext uri="{FF2B5EF4-FFF2-40B4-BE49-F238E27FC236}">
                <a16:creationId xmlns:a16="http://schemas.microsoft.com/office/drawing/2014/main" id="{2C7757ED-5357-4B01-BB59-15D4406B0FDF}"/>
              </a:ext>
            </a:extLst>
          </p:cNvPr>
          <p:cNvSpPr>
            <a:spLocks noGrp="1"/>
          </p:cNvSpPr>
          <p:nvPr>
            <p:ph type="body" sz="quarter" idx="17" hasCustomPrompt="1"/>
            <p:custDataLst>
              <p:tags r:id="rId9"/>
            </p:custDataLst>
          </p:nvPr>
        </p:nvSpPr>
        <p:spPr>
          <a:xfrm>
            <a:off x="7159752" y="78768"/>
            <a:ext cx="4480560" cy="123111"/>
          </a:xfrm>
        </p:spPr>
        <p:txBody>
          <a:bodyPr anchor="ctr" anchorCtr="0">
            <a:spAutoFit/>
          </a:bodyPr>
          <a:lstStyle>
            <a:lvl1pPr algn="r" rtl="0">
              <a:defRPr sz="800">
                <a:solidFill>
                  <a:schemeClr val="tx1"/>
                </a:solidFill>
                <a:latin typeface="+mn-lt"/>
              </a:defRPr>
            </a:lvl1pPr>
          </a:lstStyle>
          <a:p>
            <a:pPr lvl="0"/>
            <a:r>
              <a:rPr lang="en-US"/>
              <a:t>Chapter › Topic</a:t>
            </a:r>
          </a:p>
        </p:txBody>
      </p:sp>
    </p:spTree>
    <p:extLst>
      <p:ext uri="{BB962C8B-B14F-4D97-AF65-F5344CB8AC3E}">
        <p14:creationId xmlns:p14="http://schemas.microsoft.com/office/powerpoint/2010/main" val="195326299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1/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EE6E84E-0DE7-4EEF-8932-BF42153B3B56}"/>
              </a:ext>
            </a:extLst>
          </p:cNvPr>
          <p:cNvGraphicFramePr>
            <a:graphicFrameLocks noChangeAspect="1"/>
          </p:cNvGraphicFramePr>
          <p:nvPr userDrawn="1">
            <p:custDataLst>
              <p:tags r:id="rId1"/>
            </p:custDataLst>
            <p:extLst>
              <p:ext uri="{D42A27DB-BD31-4B8C-83A1-F6EECF244321}">
                <p14:modId xmlns:p14="http://schemas.microsoft.com/office/powerpoint/2010/main" val="200875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413" imgH="416" progId="TCLayout.ActiveDocument.1">
                  <p:embed/>
                </p:oleObj>
              </mc:Choice>
              <mc:Fallback>
                <p:oleObj name="think-cell Slide" r:id="rId11" imgW="413" imgH="416" progId="TCLayout.ActiveDocument.1">
                  <p:embed/>
                  <p:pic>
                    <p:nvPicPr>
                      <p:cNvPr id="3" name="Object 2" hidden="1">
                        <a:extLst>
                          <a:ext uri="{FF2B5EF4-FFF2-40B4-BE49-F238E27FC236}">
                            <a16:creationId xmlns:a16="http://schemas.microsoft.com/office/drawing/2014/main" id="{CEE6E84E-0DE7-4EEF-8932-BF42153B3B56}"/>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2D2E0F6-5BB5-47A0-8E4A-CD4E6673B19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4364736" y="0"/>
            <a:ext cx="7827264"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6" name="SlideLogoText" hidden="1">
            <a:extLst>
              <a:ext uri="{FF2B5EF4-FFF2-40B4-BE49-F238E27FC236}">
                <a16:creationId xmlns:a16="http://schemas.microsoft.com/office/drawing/2014/main" id="{2D4C39DE-34D3-430B-A68C-3662DBF9F427}"/>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7" name="Slide Number">
            <a:extLst>
              <a:ext uri="{FF2B5EF4-FFF2-40B4-BE49-F238E27FC236}">
                <a16:creationId xmlns:a16="http://schemas.microsoft.com/office/drawing/2014/main" id="{36B65DC7-979F-4AB7-9872-8CF5F2DCB753}"/>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19" name="2. Slide Title">
            <a:extLst>
              <a:ext uri="{FF2B5EF4-FFF2-40B4-BE49-F238E27FC236}">
                <a16:creationId xmlns:a16="http://schemas.microsoft.com/office/drawing/2014/main" id="{4EF89F43-35C6-451B-BBE8-87D2B8B83F5E}"/>
              </a:ext>
            </a:extLst>
          </p:cNvPr>
          <p:cNvSpPr>
            <a:spLocks noGrp="1"/>
          </p:cNvSpPr>
          <p:nvPr>
            <p:ph type="title"/>
            <p:custDataLst>
              <p:tags r:id="rId6"/>
            </p:custDataLst>
          </p:nvPr>
        </p:nvSpPr>
        <p:spPr>
          <a:xfrm>
            <a:off x="554736" y="2744369"/>
            <a:ext cx="3465576" cy="769441"/>
          </a:xfrm>
          <a:prstGeom prst="rect">
            <a:avLst/>
          </a:prstGeom>
        </p:spPr>
        <p:txBody>
          <a:bodyPr vert="horz" wrap="square" anchor="b">
            <a:noAutofit/>
          </a:bodyPr>
          <a:lstStyle>
            <a:lvl1pPr algn="l" rtl="0">
              <a:defRPr>
                <a:solidFill>
                  <a:schemeClr val="accent4"/>
                </a:solidFill>
              </a:defRPr>
            </a:lvl1pPr>
          </a:lstStyle>
          <a:p>
            <a:r>
              <a:rPr lang="en-US"/>
              <a:t>Click to edit Master title style</a:t>
            </a:r>
          </a:p>
        </p:txBody>
      </p:sp>
      <p:sp>
        <p:nvSpPr>
          <p:cNvPr id="20" name="3. Subtitle">
            <a:extLst>
              <a:ext uri="{FF2B5EF4-FFF2-40B4-BE49-F238E27FC236}">
                <a16:creationId xmlns:a16="http://schemas.microsoft.com/office/drawing/2014/main" id="{9F06A69A-B095-4159-932B-3658DD253FDF}"/>
              </a:ext>
            </a:extLst>
          </p:cNvPr>
          <p:cNvSpPr>
            <a:spLocks noGrp="1"/>
          </p:cNvSpPr>
          <p:nvPr>
            <p:ph type="subTitle" idx="1"/>
            <p:custDataLst>
              <p:tags r:id="rId7"/>
            </p:custDataLst>
          </p:nvPr>
        </p:nvSpPr>
        <p:spPr>
          <a:xfrm>
            <a:off x="554735" y="3659644"/>
            <a:ext cx="3465575" cy="246221"/>
          </a:xfrm>
        </p:spPr>
        <p:txBody>
          <a:bodyPr wrap="square">
            <a:spAutoFit/>
          </a:bodyPr>
          <a:lstStyle>
            <a:lvl1pPr marL="0" indent="0" algn="l" rtl="0">
              <a:buNone/>
              <a:defRPr sz="1600" b="0">
                <a:solidFill>
                  <a:schemeClr val="tx2"/>
                </a:solidFill>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DA204BE1-D5C8-4D03-9090-21D41FEC78E0}"/>
              </a:ext>
            </a:extLst>
          </p:cNvPr>
          <p:cNvSpPr txBox="1"/>
          <p:nvPr userDrawn="1">
            <p:custDataLst>
              <p:tags r:id="rId8"/>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5" name="1. On-page tracker">
            <a:extLst>
              <a:ext uri="{FF2B5EF4-FFF2-40B4-BE49-F238E27FC236}">
                <a16:creationId xmlns:a16="http://schemas.microsoft.com/office/drawing/2014/main" id="{1ADFA379-EDDB-4C62-A3BB-AC227312C688}"/>
              </a:ext>
            </a:extLst>
          </p:cNvPr>
          <p:cNvSpPr>
            <a:spLocks noGrp="1"/>
          </p:cNvSpPr>
          <p:nvPr>
            <p:ph type="body" sz="quarter" idx="17" hasCustomPrompt="1"/>
            <p:custDataLst>
              <p:tags r:id="rId9"/>
            </p:custDataLst>
          </p:nvPr>
        </p:nvSpPr>
        <p:spPr>
          <a:xfrm>
            <a:off x="7159752" y="78768"/>
            <a:ext cx="4480560" cy="123111"/>
          </a:xfrm>
        </p:spPr>
        <p:txBody>
          <a:bodyPr anchor="ctr" anchorCtr="0">
            <a:spAutoFit/>
          </a:bodyPr>
          <a:lstStyle>
            <a:lvl1pPr algn="r" rtl="0">
              <a:defRPr sz="800">
                <a:solidFill>
                  <a:schemeClr val="tx1"/>
                </a:solidFill>
                <a:latin typeface="+mn-lt"/>
              </a:defRPr>
            </a:lvl1pPr>
          </a:lstStyle>
          <a:p>
            <a:pPr lvl="0"/>
            <a:r>
              <a:rPr lang="en-US"/>
              <a:t>Chapter › Topic</a:t>
            </a:r>
          </a:p>
        </p:txBody>
      </p:sp>
    </p:spTree>
    <p:extLst>
      <p:ext uri="{BB962C8B-B14F-4D97-AF65-F5344CB8AC3E}">
        <p14:creationId xmlns:p14="http://schemas.microsoft.com/office/powerpoint/2010/main" val="977942435"/>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1/2">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8662178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413" imgH="416" progId="TCLayout.ActiveDocument.1">
                  <p:embed/>
                </p:oleObj>
              </mc:Choice>
              <mc:Fallback>
                <p:oleObj name="think-cell Slide" r:id="rId11"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5C86E70-6ADC-4EA2-90F2-373AC4FDE5D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6092952" y="0"/>
            <a:ext cx="6099048"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7" name="SlideLogoText" hidden="1">
            <a:extLst>
              <a:ext uri="{FF2B5EF4-FFF2-40B4-BE49-F238E27FC236}">
                <a16:creationId xmlns:a16="http://schemas.microsoft.com/office/drawing/2014/main" id="{609F85FD-B74A-4A4E-BFA9-7668DD6BCB90}"/>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20" name="1. On-page tracker">
            <a:extLst>
              <a:ext uri="{FF2B5EF4-FFF2-40B4-BE49-F238E27FC236}">
                <a16:creationId xmlns:a16="http://schemas.microsoft.com/office/drawing/2014/main" id="{0E1A178A-6BDC-4A0A-9F92-72F6EB95AD81}"/>
              </a:ext>
            </a:extLst>
          </p:cNvPr>
          <p:cNvSpPr>
            <a:spLocks noGrp="1"/>
          </p:cNvSpPr>
          <p:nvPr>
            <p:ph type="body" sz="quarter" idx="17" hasCustomPrompt="1"/>
            <p:custDataLst>
              <p:tags r:id="rId7"/>
            </p:custDataLst>
          </p:nvPr>
        </p:nvSpPr>
        <p:spPr>
          <a:xfrm>
            <a:off x="7159752" y="78768"/>
            <a:ext cx="4480560" cy="123111"/>
          </a:xfrm>
        </p:spPr>
        <p:txBody>
          <a:bodyPr anchor="ctr" anchorCtr="0">
            <a:spAutoFit/>
          </a:bodyPr>
          <a:lstStyle>
            <a:lvl1pPr algn="r" rtl="0">
              <a:defRPr sz="800">
                <a:solidFill>
                  <a:schemeClr val="tx1"/>
                </a:solidFill>
                <a:latin typeface="+mn-lt"/>
              </a:defRPr>
            </a:lvl1pPr>
          </a:lstStyle>
          <a:p>
            <a:pPr lvl="0"/>
            <a:r>
              <a:rPr lang="en-US"/>
              <a:t>Chapter › Topic</a:t>
            </a:r>
          </a:p>
        </p:txBody>
      </p:sp>
      <p:sp>
        <p:nvSpPr>
          <p:cNvPr id="24" name="2. Slide Title">
            <a:extLst>
              <a:ext uri="{FF2B5EF4-FFF2-40B4-BE49-F238E27FC236}">
                <a16:creationId xmlns:a16="http://schemas.microsoft.com/office/drawing/2014/main" id="{06A9E224-CFBD-42B8-A4C0-EFE2C017E523}"/>
              </a:ext>
            </a:extLst>
          </p:cNvPr>
          <p:cNvSpPr>
            <a:spLocks noGrp="1"/>
          </p:cNvSpPr>
          <p:nvPr>
            <p:ph type="title"/>
            <p:custDataLst>
              <p:tags r:id="rId8"/>
            </p:custDataLst>
          </p:nvPr>
        </p:nvSpPr>
        <p:spPr>
          <a:xfrm>
            <a:off x="554736" y="182372"/>
            <a:ext cx="5065776" cy="731520"/>
          </a:xfrm>
        </p:spPr>
        <p:txBody>
          <a:bodyPr vert="horz"/>
          <a:lstStyle>
            <a:lvl1pPr rtl="0">
              <a:defRPr/>
            </a:lvl1pPr>
          </a:lstStyle>
          <a:p>
            <a:r>
              <a:rPr lang="en-US"/>
              <a:t>Click to edit Master title style</a:t>
            </a:r>
          </a:p>
        </p:txBody>
      </p:sp>
      <p:sp>
        <p:nvSpPr>
          <p:cNvPr id="25" name="3. Subtitle">
            <a:extLst>
              <a:ext uri="{FF2B5EF4-FFF2-40B4-BE49-F238E27FC236}">
                <a16:creationId xmlns:a16="http://schemas.microsoft.com/office/drawing/2014/main" id="{F7FC2EC4-28A5-4B24-B46C-79BCB0964344}"/>
              </a:ext>
            </a:extLst>
          </p:cNvPr>
          <p:cNvSpPr>
            <a:spLocks noGrp="1"/>
          </p:cNvSpPr>
          <p:nvPr>
            <p:ph type="subTitle" idx="1"/>
            <p:custDataLst>
              <p:tags r:id="rId9"/>
            </p:custDataLst>
          </p:nvPr>
        </p:nvSpPr>
        <p:spPr>
          <a:xfrm>
            <a:off x="554736" y="903861"/>
            <a:ext cx="5065776" cy="276999"/>
          </a:xfrm>
        </p:spPr>
        <p:txBody>
          <a:bodyPr anchor="ctr" anchorCtr="0"/>
          <a:lstStyle>
            <a:lvl1pPr rtl="0">
              <a:defRPr/>
            </a:lvl1pPr>
          </a:lstStyle>
          <a:p>
            <a:r>
              <a:rPr lang="en-US" sz="1600"/>
              <a:t>Click to edit Master subtitle style</a:t>
            </a:r>
          </a:p>
        </p:txBody>
      </p:sp>
    </p:spTree>
    <p:extLst>
      <p:ext uri="{BB962C8B-B14F-4D97-AF65-F5344CB8AC3E}">
        <p14:creationId xmlns:p14="http://schemas.microsoft.com/office/powerpoint/2010/main" val="62192989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userDrawn="1">
  <p:cSld name="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extLst>
              <p:ext uri="{D42A27DB-BD31-4B8C-83A1-F6EECF244321}">
                <p14:modId xmlns:p14="http://schemas.microsoft.com/office/powerpoint/2010/main" val="22087929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572" imgH="588" progId="TCLayout.ActiveDocument.1">
                  <p:embed/>
                </p:oleObj>
              </mc:Choice>
              <mc:Fallback>
                <p:oleObj name="think-cell Slide" r:id="rId11"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8F8ABD0-305F-4DFC-AC60-1FB7BB16830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7830312" y="0"/>
            <a:ext cx="4361688"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6" name="SlideLogoText" hidden="1">
            <a:extLst>
              <a:ext uri="{FF2B5EF4-FFF2-40B4-BE49-F238E27FC236}">
                <a16:creationId xmlns:a16="http://schemas.microsoft.com/office/drawing/2014/main" id="{AEC46ACE-42CD-4304-9E51-86DBC38CA4EB}"/>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7" name="Slide Number">
            <a:extLst>
              <a:ext uri="{FF2B5EF4-FFF2-40B4-BE49-F238E27FC236}">
                <a16:creationId xmlns:a16="http://schemas.microsoft.com/office/drawing/2014/main" id="{3B7A7C0C-AC02-4989-860B-73442D510162}"/>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6"/>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25" name="2. Slide Title">
            <a:extLst>
              <a:ext uri="{FF2B5EF4-FFF2-40B4-BE49-F238E27FC236}">
                <a16:creationId xmlns:a16="http://schemas.microsoft.com/office/drawing/2014/main" id="{AA4BE143-5F32-4F04-B536-5DD597732824}"/>
              </a:ext>
            </a:extLst>
          </p:cNvPr>
          <p:cNvSpPr>
            <a:spLocks noGrp="1"/>
          </p:cNvSpPr>
          <p:nvPr>
            <p:ph type="title"/>
            <p:custDataLst>
              <p:tags r:id="rId7"/>
            </p:custDataLst>
          </p:nvPr>
        </p:nvSpPr>
        <p:spPr>
          <a:xfrm>
            <a:off x="554736" y="182372"/>
            <a:ext cx="6967728" cy="731520"/>
          </a:xfrm>
        </p:spPr>
        <p:txBody>
          <a:bodyPr vert="horz"/>
          <a:lstStyle>
            <a:lvl1pPr rtl="0">
              <a:defRPr/>
            </a:lvl1pPr>
          </a:lstStyle>
          <a:p>
            <a:r>
              <a:rPr lang="en-US"/>
              <a:t>Click to edit Master title style</a:t>
            </a:r>
          </a:p>
        </p:txBody>
      </p:sp>
      <p:sp>
        <p:nvSpPr>
          <p:cNvPr id="26" name="3. Subtitle">
            <a:extLst>
              <a:ext uri="{FF2B5EF4-FFF2-40B4-BE49-F238E27FC236}">
                <a16:creationId xmlns:a16="http://schemas.microsoft.com/office/drawing/2014/main" id="{97E30C8F-A677-42C7-A072-4ACC7DC3D698}"/>
              </a:ext>
            </a:extLst>
          </p:cNvPr>
          <p:cNvSpPr>
            <a:spLocks noGrp="1"/>
          </p:cNvSpPr>
          <p:nvPr>
            <p:ph type="subTitle" idx="1"/>
            <p:custDataLst>
              <p:tags r:id="rId8"/>
            </p:custDataLst>
          </p:nvPr>
        </p:nvSpPr>
        <p:spPr>
          <a:xfrm>
            <a:off x="554736" y="903861"/>
            <a:ext cx="6967728" cy="276999"/>
          </a:xfrm>
        </p:spPr>
        <p:txBody>
          <a:bodyPr anchor="ctr" anchorCtr="0"/>
          <a:lstStyle>
            <a:lvl1pPr rtl="0">
              <a:defRPr/>
            </a:lvl1pPr>
          </a:lstStyle>
          <a:p>
            <a:r>
              <a:rPr lang="en-US" sz="1600"/>
              <a:t>Click to edit Master subtitle style</a:t>
            </a:r>
          </a:p>
        </p:txBody>
      </p:sp>
      <p:sp>
        <p:nvSpPr>
          <p:cNvPr id="19" name="1. On-page tracker">
            <a:extLst>
              <a:ext uri="{FF2B5EF4-FFF2-40B4-BE49-F238E27FC236}">
                <a16:creationId xmlns:a16="http://schemas.microsoft.com/office/drawing/2014/main" id="{288125BB-6CB4-4B7C-8E2B-CB1912430A39}"/>
              </a:ext>
            </a:extLst>
          </p:cNvPr>
          <p:cNvSpPr>
            <a:spLocks noGrp="1"/>
          </p:cNvSpPr>
          <p:nvPr>
            <p:ph type="body" sz="quarter" idx="18" hasCustomPrompt="1"/>
            <p:custDataLst>
              <p:tags r:id="rId9"/>
            </p:custDataLst>
          </p:nvPr>
        </p:nvSpPr>
        <p:spPr>
          <a:xfrm>
            <a:off x="8173370" y="78768"/>
            <a:ext cx="3466941" cy="123111"/>
          </a:xfrm>
        </p:spPr>
        <p:txBody>
          <a:bodyPr wrap="square" anchor="ctr" anchorCtr="0">
            <a:spAutoFit/>
          </a:bodyPr>
          <a:lstStyle>
            <a:lvl1pPr algn="r" rtl="0">
              <a:defRPr sz="800">
                <a:solidFill>
                  <a:schemeClr val="tx1"/>
                </a:solidFill>
                <a:latin typeface="+mn-lt"/>
              </a:defRPr>
            </a:lvl1pPr>
          </a:lstStyle>
          <a:p>
            <a:pPr lvl="0"/>
            <a:r>
              <a:rPr lang="en-US"/>
              <a:t>Chapter › Topic</a:t>
            </a:r>
          </a:p>
        </p:txBody>
      </p:sp>
    </p:spTree>
    <p:extLst>
      <p:ext uri="{BB962C8B-B14F-4D97-AF65-F5344CB8AC3E}">
        <p14:creationId xmlns:p14="http://schemas.microsoft.com/office/powerpoint/2010/main" val="3481098601"/>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1_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extLst>
              <p:ext uri="{D42A27DB-BD31-4B8C-83A1-F6EECF244321}">
                <p14:modId xmlns:p14="http://schemas.microsoft.com/office/powerpoint/2010/main" val="337000493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572" imgH="588" progId="TCLayout.ActiveDocument.1">
                  <p:embed/>
                </p:oleObj>
              </mc:Choice>
              <mc:Fallback>
                <p:oleObj name="think-cell Slide" r:id="rId11"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8F8ABD0-305F-4DFC-AC60-1FB7BB16830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8723086" y="0"/>
            <a:ext cx="3468913"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6" name="SlideLogoText" hidden="1">
            <a:extLst>
              <a:ext uri="{FF2B5EF4-FFF2-40B4-BE49-F238E27FC236}">
                <a16:creationId xmlns:a16="http://schemas.microsoft.com/office/drawing/2014/main" id="{AEC46ACE-42CD-4304-9E51-86DBC38CA4EB}"/>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7" name="Slide Number">
            <a:extLst>
              <a:ext uri="{FF2B5EF4-FFF2-40B4-BE49-F238E27FC236}">
                <a16:creationId xmlns:a16="http://schemas.microsoft.com/office/drawing/2014/main" id="{3B7A7C0C-AC02-4989-860B-73442D510162}"/>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6"/>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25" name="2. Slide Title">
            <a:extLst>
              <a:ext uri="{FF2B5EF4-FFF2-40B4-BE49-F238E27FC236}">
                <a16:creationId xmlns:a16="http://schemas.microsoft.com/office/drawing/2014/main" id="{AA4BE143-5F32-4F04-B536-5DD597732824}"/>
              </a:ext>
            </a:extLst>
          </p:cNvPr>
          <p:cNvSpPr>
            <a:spLocks noGrp="1"/>
          </p:cNvSpPr>
          <p:nvPr>
            <p:ph type="title"/>
            <p:custDataLst>
              <p:tags r:id="rId7"/>
            </p:custDataLst>
          </p:nvPr>
        </p:nvSpPr>
        <p:spPr>
          <a:xfrm>
            <a:off x="554736" y="182372"/>
            <a:ext cx="7950635" cy="731520"/>
          </a:xfrm>
        </p:spPr>
        <p:txBody>
          <a:bodyPr vert="horz"/>
          <a:lstStyle>
            <a:lvl1pPr rtl="0">
              <a:defRPr/>
            </a:lvl1pPr>
          </a:lstStyle>
          <a:p>
            <a:r>
              <a:rPr lang="en-US"/>
              <a:t>Click to edit Master title style</a:t>
            </a:r>
          </a:p>
        </p:txBody>
      </p:sp>
      <p:sp>
        <p:nvSpPr>
          <p:cNvPr id="26" name="3. Subtitle">
            <a:extLst>
              <a:ext uri="{FF2B5EF4-FFF2-40B4-BE49-F238E27FC236}">
                <a16:creationId xmlns:a16="http://schemas.microsoft.com/office/drawing/2014/main" id="{97E30C8F-A677-42C7-A072-4ACC7DC3D698}"/>
              </a:ext>
            </a:extLst>
          </p:cNvPr>
          <p:cNvSpPr>
            <a:spLocks noGrp="1"/>
          </p:cNvSpPr>
          <p:nvPr>
            <p:ph type="subTitle" idx="1"/>
            <p:custDataLst>
              <p:tags r:id="rId8"/>
            </p:custDataLst>
          </p:nvPr>
        </p:nvSpPr>
        <p:spPr>
          <a:xfrm>
            <a:off x="554736" y="903861"/>
            <a:ext cx="7950635" cy="276999"/>
          </a:xfrm>
        </p:spPr>
        <p:txBody>
          <a:bodyPr anchor="ctr" anchorCtr="0"/>
          <a:lstStyle>
            <a:lvl1pPr rtl="0">
              <a:defRPr/>
            </a:lvl1pPr>
          </a:lstStyle>
          <a:p>
            <a:r>
              <a:rPr lang="en-US" sz="1600"/>
              <a:t>Click to edit Master subtitle style</a:t>
            </a:r>
          </a:p>
        </p:txBody>
      </p:sp>
      <p:sp>
        <p:nvSpPr>
          <p:cNvPr id="19" name="1. On-page tracker">
            <a:extLst>
              <a:ext uri="{FF2B5EF4-FFF2-40B4-BE49-F238E27FC236}">
                <a16:creationId xmlns:a16="http://schemas.microsoft.com/office/drawing/2014/main" id="{288125BB-6CB4-4B7C-8E2B-CB1912430A39}"/>
              </a:ext>
            </a:extLst>
          </p:cNvPr>
          <p:cNvSpPr>
            <a:spLocks noGrp="1"/>
          </p:cNvSpPr>
          <p:nvPr>
            <p:ph type="body" sz="quarter" idx="18" hasCustomPrompt="1"/>
            <p:custDataLst>
              <p:tags r:id="rId9"/>
            </p:custDataLst>
          </p:nvPr>
        </p:nvSpPr>
        <p:spPr>
          <a:xfrm>
            <a:off x="9001125" y="78768"/>
            <a:ext cx="2639186" cy="123111"/>
          </a:xfrm>
        </p:spPr>
        <p:txBody>
          <a:bodyPr wrap="square" anchor="ctr" anchorCtr="0">
            <a:spAutoFit/>
          </a:bodyPr>
          <a:lstStyle>
            <a:lvl1pPr algn="r" rtl="0">
              <a:defRPr sz="800">
                <a:solidFill>
                  <a:schemeClr val="tx1"/>
                </a:solidFill>
                <a:latin typeface="+mn-lt"/>
              </a:defRPr>
            </a:lvl1pPr>
          </a:lstStyle>
          <a:p>
            <a:pPr lvl="0"/>
            <a:r>
              <a:rPr lang="en-US"/>
              <a:t>Chapter › Topic</a:t>
            </a:r>
          </a:p>
        </p:txBody>
      </p:sp>
    </p:spTree>
    <p:extLst>
      <p:ext uri="{BB962C8B-B14F-4D97-AF65-F5344CB8AC3E}">
        <p14:creationId xmlns:p14="http://schemas.microsoft.com/office/powerpoint/2010/main" val="2617843232"/>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userDrawn="1">
  <p:cSld name="3/4 ">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91753612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5" imgW="413" imgH="416" progId="TCLayout.ActiveDocument.1">
                  <p:embed/>
                </p:oleObj>
              </mc:Choice>
              <mc:Fallback>
                <p:oleObj name="think-cell Slide" r:id="rId15"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6"/>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5C86E70-6ADC-4EA2-90F2-373AC4FDE5D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sz="2500" b="1" i="0" u="none" strike="noStrike" kern="1200" cap="none" spc="0" normalizeH="0" baseline="0" noProof="0">
              <a:ln>
                <a:noFill/>
              </a:ln>
              <a:solidFill>
                <a:srgbClr val="FFFFFF"/>
              </a:solidFill>
              <a:effectLst/>
              <a:uLnTx/>
              <a:uFillTx/>
              <a:latin typeface="Georgia" panose="02040502050405020303" pitchFamily="18" charset="0"/>
              <a:ea typeface="+mn-ea"/>
              <a:cs typeface="+mn-cs"/>
              <a:sym typeface="Georgia" panose="02040502050405020303" pitchFamily="18" charset="0"/>
            </a:endParaRPr>
          </a:p>
        </p:txBody>
      </p:sp>
      <p:sp>
        <p:nvSpPr>
          <p:cNvPr id="23" name="RectangleLight">
            <a:extLst>
              <a:ext uri="{FF2B5EF4-FFF2-40B4-BE49-F238E27FC236}">
                <a16:creationId xmlns:a16="http://schemas.microsoft.com/office/drawing/2014/main" id="{A80E2F68-4ED6-42EF-9858-2FE4B1382825}"/>
              </a:ext>
            </a:extLst>
          </p:cNvPr>
          <p:cNvSpPr/>
          <p:nvPr userDrawn="1">
            <p:custDataLst>
              <p:tags r:id="rId3"/>
            </p:custDataLst>
          </p:nvPr>
        </p:nvSpPr>
        <p:spPr bwMode="ltGray">
          <a:xfrm>
            <a:off x="8781416" y="0"/>
            <a:ext cx="3410584"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0F0F0"/>
              </a:solidFill>
              <a:effectLst/>
              <a:uLnTx/>
              <a:uFillTx/>
              <a:latin typeface="Arial" panose="020B0604020202020204" pitchFamily="34" charset="0"/>
              <a:ea typeface="+mn-ea"/>
              <a:cs typeface="+mn-cs"/>
            </a:endParaRPr>
          </a:p>
        </p:txBody>
      </p:sp>
      <p:sp>
        <p:nvSpPr>
          <p:cNvPr id="17" name="SlideLogoText">
            <a:extLst>
              <a:ext uri="{FF2B5EF4-FFF2-40B4-BE49-F238E27FC236}">
                <a16:creationId xmlns:a16="http://schemas.microsoft.com/office/drawing/2014/main" id="{609F85FD-B74A-4A4E-BFA9-7668DD6BCB90}"/>
              </a:ext>
            </a:extLst>
          </p:cNvPr>
          <p:cNvSpPr txBox="1"/>
          <p:nvPr userDrawn="1">
            <p:custDataLst>
              <p:tags r:id="rId4"/>
            </p:custDataLst>
          </p:nvPr>
        </p:nvSpPr>
        <p:spPr bwMode="black">
          <a:xfrm>
            <a:off x="10142505" y="6499381"/>
            <a:ext cx="1134927"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Arial" panose="020B0604020202020204" pitchFamily="34" charset="0"/>
              </a:rPr>
              <a:t>McKinsey &amp; Company</a:t>
            </a: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marL="0" marR="0" lvl="0" indent="0" algn="r" defTabSz="610744" rtl="0" eaLnBrk="1" fontAlgn="auto" latinLnBrk="0" hangingPunct="1">
              <a:lnSpc>
                <a:spcPct val="100000"/>
              </a:lnSpc>
              <a:spcBef>
                <a:spcPts val="0"/>
              </a:spcBef>
              <a:spcAft>
                <a:spcPts val="0"/>
              </a:spcAft>
              <a:buClrTx/>
              <a:buSzTx/>
              <a:buFontTx/>
              <a:buNone/>
              <a:tabLst/>
              <a:defRPr/>
            </a:pPr>
            <a:fld id="{4ABDCABE-3F10-B64C-92F1-862014417034}" type="slidenum">
              <a:rPr kumimoji="0" lang="en-US" sz="900" b="0" i="0" u="none" strike="noStrike" kern="1200" cap="none" spc="0" normalizeH="0" baseline="0" noProof="0" smtClean="0">
                <a:ln>
                  <a:noFill/>
                </a:ln>
                <a:solidFill>
                  <a:srgbClr val="000000"/>
                </a:solidFill>
                <a:effectLst/>
                <a:uLnTx/>
                <a:uFillTx/>
                <a:latin typeface="Arial"/>
                <a:ea typeface="+mn-ea"/>
                <a:cs typeface="Arial" panose="020B0604020202020204" pitchFamily="34" charset="0"/>
              </a:rPr>
              <a:pPr marL="0" marR="0" lvl="0" indent="0" algn="r" defTabSz="610744" rtl="0" eaLnBrk="1" fontAlgn="auto" latinLnBrk="0" hangingPunct="1">
                <a:lnSpc>
                  <a:spcPct val="100000"/>
                </a:lnSpc>
                <a:spcBef>
                  <a:spcPts val="0"/>
                </a:spcBef>
                <a:spcAft>
                  <a:spcPts val="0"/>
                </a:spcAft>
                <a:buClrTx/>
                <a:buSzTx/>
                <a:buFontTx/>
                <a:buNone/>
                <a:tabLst/>
                <a:defRPr/>
              </a:pPr>
              <a:t>‹#›</a:t>
            </a:fld>
            <a:endParaRPr kumimoji="0" lang="en-US" sz="9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cxnSp>
        <p:nvCxnSpPr>
          <p:cNvPr id="27" name="BottomLineRight">
            <a:extLst>
              <a:ext uri="{FF2B5EF4-FFF2-40B4-BE49-F238E27FC236}">
                <a16:creationId xmlns:a16="http://schemas.microsoft.com/office/drawing/2014/main" id="{C7EF0021-7C64-4C3A-BB10-343D51B3F040}"/>
              </a:ext>
            </a:extLst>
          </p:cNvPr>
          <p:cNvCxnSpPr/>
          <p:nvPr>
            <p:custDataLst>
              <p:tags r:id="rId6"/>
            </p:custDataLst>
          </p:nvPr>
        </p:nvCxnSpPr>
        <p:spPr>
          <a:xfrm>
            <a:off x="9119861" y="6453769"/>
            <a:ext cx="2514600"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 name="BottomLineLeft">
            <a:extLst>
              <a:ext uri="{FF2B5EF4-FFF2-40B4-BE49-F238E27FC236}">
                <a16:creationId xmlns:a16="http://schemas.microsoft.com/office/drawing/2014/main" id="{769848ED-A1D9-4D6F-AC16-5512562B47A0}"/>
              </a:ext>
            </a:extLst>
          </p:cNvPr>
          <p:cNvCxnSpPr/>
          <p:nvPr>
            <p:custDataLst>
              <p:tags r:id="rId7"/>
            </p:custDataLst>
          </p:nvPr>
        </p:nvCxnSpPr>
        <p:spPr>
          <a:xfrm>
            <a:off x="554736" y="6453769"/>
            <a:ext cx="7918704"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 name="TopLineRight">
            <a:extLst>
              <a:ext uri="{FF2B5EF4-FFF2-40B4-BE49-F238E27FC236}">
                <a16:creationId xmlns:a16="http://schemas.microsoft.com/office/drawing/2014/main" id="{9DD5C457-8894-4C00-BE39-CE61754727F6}"/>
              </a:ext>
            </a:extLst>
          </p:cNvPr>
          <p:cNvCxnSpPr/>
          <p:nvPr userDrawn="1">
            <p:custDataLst>
              <p:tags r:id="rId8"/>
            </p:custDataLst>
          </p:nvPr>
        </p:nvCxnSpPr>
        <p:spPr>
          <a:xfrm>
            <a:off x="9119861" y="1181906"/>
            <a:ext cx="2514600"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 name="TopLineLeft">
            <a:extLst>
              <a:ext uri="{FF2B5EF4-FFF2-40B4-BE49-F238E27FC236}">
                <a16:creationId xmlns:a16="http://schemas.microsoft.com/office/drawing/2014/main" id="{8B2884B5-93FA-4ECC-9065-3398231F02FC}"/>
              </a:ext>
            </a:extLst>
          </p:cNvPr>
          <p:cNvCxnSpPr/>
          <p:nvPr userDrawn="1">
            <p:custDataLst>
              <p:tags r:id="rId9"/>
            </p:custDataLst>
          </p:nvPr>
        </p:nvCxnSpPr>
        <p:spPr>
          <a:xfrm>
            <a:off x="554736" y="1181906"/>
            <a:ext cx="7918704"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10"/>
            </p:custDataLst>
          </p:nvPr>
        </p:nvSpPr>
        <p:spPr>
          <a:xfrm>
            <a:off x="554736" y="172212"/>
            <a:ext cx="7918704" cy="731520"/>
          </a:xfrm>
        </p:spPr>
        <p:txBody>
          <a:bodyPr vert="horz"/>
          <a:lstStyle>
            <a:lvl1pPr rtl="0">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11"/>
            </p:custDataLst>
          </p:nvPr>
        </p:nvSpPr>
        <p:spPr>
          <a:xfrm>
            <a:off x="554736" y="884725"/>
            <a:ext cx="7918704" cy="297181"/>
          </a:xfrm>
          <a:prstGeom prst="rect">
            <a:avLst/>
          </a:prstGeom>
        </p:spPr>
        <p:txBody>
          <a:bodyPr wrap="square">
            <a:noAutofit/>
          </a:bodyPr>
          <a:lstStyle>
            <a:lvl1pPr marL="0" indent="0" algn="l" rtl="0">
              <a:buNone/>
              <a:defRPr sz="18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1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rgbClr val="000000"/>
                </a:solidFill>
                <a:effectLst/>
                <a:uLnTx/>
                <a:uFillTx/>
                <a:latin typeface="Arial"/>
                <a:ea typeface="+mn-ea"/>
                <a:cs typeface="Arial" panose="020B0604020202020204" pitchFamily="34" charset="0"/>
              </a:rPr>
              <a:t>Source: …</a:t>
            </a:r>
          </a:p>
        </p:txBody>
      </p:sp>
      <p:sp>
        <p:nvSpPr>
          <p:cNvPr id="15" name="1. On-page tracker">
            <a:extLst>
              <a:ext uri="{FF2B5EF4-FFF2-40B4-BE49-F238E27FC236}">
                <a16:creationId xmlns:a16="http://schemas.microsoft.com/office/drawing/2014/main" id="{1E771D75-4092-4C08-B152-0A8A51C4AB58}"/>
              </a:ext>
            </a:extLst>
          </p:cNvPr>
          <p:cNvSpPr>
            <a:spLocks noGrp="1"/>
          </p:cNvSpPr>
          <p:nvPr>
            <p:ph type="body" sz="quarter" idx="17" hasCustomPrompt="1"/>
            <p:custDataLst>
              <p:tags r:id="rId13"/>
            </p:custDataLst>
          </p:nvPr>
        </p:nvSpPr>
        <p:spPr>
          <a:xfrm>
            <a:off x="9116568" y="89319"/>
            <a:ext cx="2523744"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205636551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userDrawn="1">
  <p:cSld name="Custom">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B2A83F44-DE4B-5EDF-6D9A-36BA87F3887F}"/>
              </a:ext>
            </a:extLst>
          </p:cNvPr>
          <p:cNvGraphicFramePr>
            <a:graphicFrameLocks noChangeAspect="1"/>
          </p:cNvGraphicFramePr>
          <p:nvPr userDrawn="1">
            <p:custDataLst>
              <p:tags r:id="rId1"/>
            </p:custDataLst>
            <p:extLst>
              <p:ext uri="{D42A27DB-BD31-4B8C-83A1-F6EECF244321}">
                <p14:modId xmlns:p14="http://schemas.microsoft.com/office/powerpoint/2010/main" val="219361764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84" imgH="486" progId="TCLayout.ActiveDocument.1">
                  <p:embed/>
                </p:oleObj>
              </mc:Choice>
              <mc:Fallback>
                <p:oleObj name="think-cell Slide" r:id="rId7" imgW="484" imgH="486" progId="TCLayout.ActiveDocument.1">
                  <p:embed/>
                  <p:pic>
                    <p:nvPicPr>
                      <p:cNvPr id="2" name="think-cell data - do not delete" hidden="1">
                        <a:extLst>
                          <a:ext uri="{FF2B5EF4-FFF2-40B4-BE49-F238E27FC236}">
                            <a16:creationId xmlns:a16="http://schemas.microsoft.com/office/drawing/2014/main" id="{B2A83F44-DE4B-5EDF-6D9A-36BA87F3887F}"/>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8" name="SlideLogoText" hidden="1">
            <a:extLst>
              <a:ext uri="{FF2B5EF4-FFF2-40B4-BE49-F238E27FC236}">
                <a16:creationId xmlns:a16="http://schemas.microsoft.com/office/drawing/2014/main" id="{92A63429-03F1-4595-BAE1-A5F5E74A0DF2}"/>
              </a:ext>
            </a:extLst>
          </p:cNvPr>
          <p:cNvSpPr txBox="1"/>
          <p:nvPr userDrawn="1">
            <p:custDataLst>
              <p:tags r:id="rId2"/>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9" name="Slide Number">
            <a:extLst>
              <a:ext uri="{FF2B5EF4-FFF2-40B4-BE49-F238E27FC236}">
                <a16:creationId xmlns:a16="http://schemas.microsoft.com/office/drawing/2014/main" id="{6982A9EE-ED1D-4D7E-84CA-3C36D0891D68}"/>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7" name="5. Source" hidden="1">
            <a:extLst>
              <a:ext uri="{FF2B5EF4-FFF2-40B4-BE49-F238E27FC236}">
                <a16:creationId xmlns:a16="http://schemas.microsoft.com/office/drawing/2014/main" id="{09F9A864-CDB7-4063-BBF8-591908AA18D0}"/>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0" name="1. On-page tracker">
            <a:extLst>
              <a:ext uri="{FF2B5EF4-FFF2-40B4-BE49-F238E27FC236}">
                <a16:creationId xmlns:a16="http://schemas.microsoft.com/office/drawing/2014/main" id="{9AEB01CB-E358-4EC5-960A-ABFC66CD5A21}"/>
              </a:ext>
            </a:extLst>
          </p:cNvPr>
          <p:cNvSpPr>
            <a:spLocks noGrp="1"/>
          </p:cNvSpPr>
          <p:nvPr>
            <p:ph type="body" sz="quarter" idx="17" hasCustomPrompt="1"/>
            <p:custDataLst>
              <p:tags r:id="rId5"/>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258706912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Contrast 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D01440F-CB45-4B1E-BF2B-97953CB35508}"/>
              </a:ext>
            </a:extLst>
          </p:cNvPr>
          <p:cNvGraphicFramePr>
            <a:graphicFrameLocks noChangeAspect="1"/>
          </p:cNvGraphicFramePr>
          <p:nvPr userDrawn="1">
            <p:custDataLst>
              <p:tags r:id="rId1"/>
            </p:custDataLst>
            <p:extLst>
              <p:ext uri="{D42A27DB-BD31-4B8C-83A1-F6EECF244321}">
                <p14:modId xmlns:p14="http://schemas.microsoft.com/office/powerpoint/2010/main" val="297629673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6D01440F-CB45-4B1E-BF2B-97953CB35508}"/>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F95EE31F-4647-48C1-8F33-15A7FC3D359F}"/>
              </a:ext>
            </a:extLst>
          </p:cNvPr>
          <p:cNvSpPr/>
          <p:nvPr userDrawn="1">
            <p:custDataLst>
              <p:tags r:id="rId2"/>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Slide Number">
            <a:extLst>
              <a:ext uri="{FF2B5EF4-FFF2-40B4-BE49-F238E27FC236}">
                <a16:creationId xmlns:a16="http://schemas.microsoft.com/office/drawing/2014/main" id="{E4920261-0593-4AC5-992E-73B8CB0A1C71}"/>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9" name="5. Source" hidden="1">
            <a:extLst>
              <a:ext uri="{FF2B5EF4-FFF2-40B4-BE49-F238E27FC236}">
                <a16:creationId xmlns:a16="http://schemas.microsoft.com/office/drawing/2014/main" id="{0CC39C66-1ED1-4BBF-87FB-6C74C9A461BE}"/>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2" name="2. Slide Title">
            <a:extLst>
              <a:ext uri="{FF2B5EF4-FFF2-40B4-BE49-F238E27FC236}">
                <a16:creationId xmlns:a16="http://schemas.microsoft.com/office/drawing/2014/main" id="{0BDEB94E-58BF-43E2-8FF2-DCDA24AD4E9D}"/>
              </a:ext>
            </a:extLst>
          </p:cNvPr>
          <p:cNvSpPr>
            <a:spLocks noGrp="1"/>
          </p:cNvSpPr>
          <p:nvPr>
            <p:ph type="title"/>
            <p:custDataLst>
              <p:tags r:id="rId5"/>
            </p:custDataLst>
          </p:nvPr>
        </p:nvSpPr>
        <p:spPr>
          <a:xfrm>
            <a:off x="554736" y="182372"/>
            <a:ext cx="11082528" cy="731520"/>
          </a:xfrm>
        </p:spPr>
        <p:txBody>
          <a:bodyPr vert="horz"/>
          <a:lstStyle>
            <a:lvl1pPr rtl="0">
              <a:defRPr/>
            </a:lvl1pPr>
          </a:lstStyle>
          <a:p>
            <a:r>
              <a:rPr lang="en-US"/>
              <a:t>Click to edit Master title style</a:t>
            </a:r>
          </a:p>
        </p:txBody>
      </p:sp>
      <p:sp>
        <p:nvSpPr>
          <p:cNvPr id="14" name="3. Subtitle">
            <a:extLst>
              <a:ext uri="{FF2B5EF4-FFF2-40B4-BE49-F238E27FC236}">
                <a16:creationId xmlns:a16="http://schemas.microsoft.com/office/drawing/2014/main" id="{A865C2CC-D12C-4517-9906-7CCD161322EB}"/>
              </a:ext>
            </a:extLst>
          </p:cNvPr>
          <p:cNvSpPr>
            <a:spLocks noGrp="1"/>
          </p:cNvSpPr>
          <p:nvPr>
            <p:ph type="subTitle" idx="1"/>
            <p:custDataLst>
              <p:tags r:id="rId6"/>
            </p:custDataLst>
          </p:nvPr>
        </p:nvSpPr>
        <p:spPr>
          <a:xfrm>
            <a:off x="554736" y="903861"/>
            <a:ext cx="11082528" cy="276999"/>
          </a:xfrm>
        </p:spPr>
        <p:txBody>
          <a:bodyPr anchor="ctr" anchorCtr="0"/>
          <a:lstStyle>
            <a:lvl1pPr rtl="0">
              <a:defRPr/>
            </a:lvl1pPr>
          </a:lstStyle>
          <a:p>
            <a:r>
              <a:rPr lang="en-US" sz="1600"/>
              <a:t>Click to edit Master subtitle style</a:t>
            </a:r>
          </a:p>
        </p:txBody>
      </p:sp>
      <p:sp>
        <p:nvSpPr>
          <p:cNvPr id="17" name="1. On-page tracker">
            <a:extLst>
              <a:ext uri="{FF2B5EF4-FFF2-40B4-BE49-F238E27FC236}">
                <a16:creationId xmlns:a16="http://schemas.microsoft.com/office/drawing/2014/main" id="{FE52895E-A8CE-4207-AC48-2296C3D01401}"/>
              </a:ext>
            </a:extLst>
          </p:cNvPr>
          <p:cNvSpPr>
            <a:spLocks noGrp="1"/>
          </p:cNvSpPr>
          <p:nvPr>
            <p:ph type="body" sz="quarter" idx="17" hasCustomPrompt="1"/>
            <p:custDataLst>
              <p:tags r:id="rId7"/>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332639678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b="0" baseline="0" dirty="0"/>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5"/>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800" b="0" dirty="0"/>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6"/>
            </p:custDataLst>
          </p:nvPr>
        </p:nvSpPr>
        <p:spPr>
          <a:xfrm>
            <a:off x="554736" y="172212"/>
            <a:ext cx="11082528" cy="731520"/>
          </a:xfrm>
          <a:prstGeom prst="rect">
            <a:avLst/>
          </a:prstGeom>
        </p:spPr>
        <p:txBody>
          <a:bodyPr vert="horz" wrap="square" lIns="0" tIns="0" rIns="0" bIns="0" rtlCol="0" anchor="b" anchorCtr="0">
            <a:noAutofit/>
          </a:bodyPr>
          <a:lstStyle>
            <a:lvl1pPr rtl="0">
              <a:defRPr lang="en-US" dirty="0"/>
            </a:lvl1pPr>
          </a:lstStyle>
          <a:p>
            <a:pPr lvl="0"/>
            <a:r>
              <a:rPr lang="en-US"/>
              <a:t>Click to edit Master title style</a:t>
            </a:r>
          </a:p>
        </p:txBody>
      </p:sp>
      <p:sp>
        <p:nvSpPr>
          <p:cNvPr id="4" name="Espaço Reservado para Número de Slide 5">
            <a:extLst>
              <a:ext uri="{FF2B5EF4-FFF2-40B4-BE49-F238E27FC236}">
                <a16:creationId xmlns:a16="http://schemas.microsoft.com/office/drawing/2014/main" id="{72D2C932-738F-9CD7-E5D6-3DEEB949E4C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923781075"/>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extLst>
              <p:ext uri="{D42A27DB-BD31-4B8C-83A1-F6EECF244321}">
                <p14:modId xmlns:p14="http://schemas.microsoft.com/office/powerpoint/2010/main" val="17363868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39" name="Picture 38">
            <a:extLst>
              <a:ext uri="{FF2B5EF4-FFF2-40B4-BE49-F238E27FC236}">
                <a16:creationId xmlns:a16="http://schemas.microsoft.com/office/drawing/2014/main" id="{55D486F3-4001-B737-E4EC-25519848B91E}"/>
              </a:ext>
            </a:extLst>
          </p:cNvPr>
          <p:cNvPicPr>
            <a:picLocks/>
          </p:cNvPicPr>
          <p:nvPr userDrawn="1"/>
        </p:nvPicPr>
        <p:blipFill rotWithShape="1">
          <a:blip r:embed="rId9" cstate="print">
            <a:extLst>
              <a:ext uri="{28A0092B-C50C-407E-A947-70E740481C1C}">
                <a14:useLocalDpi xmlns:a14="http://schemas.microsoft.com/office/drawing/2010/main"/>
              </a:ext>
            </a:extLst>
          </a:blip>
          <a:srcRect/>
          <a:stretch/>
        </p:blipFill>
        <p:spPr bwMode="ltGray">
          <a:xfrm>
            <a:off x="0" y="0"/>
            <a:ext cx="12188825" cy="4398688"/>
          </a:xfrm>
          <a:prstGeom prst="rect">
            <a:avLst/>
          </a:prstGeom>
        </p:spPr>
      </p:pic>
      <p:pic>
        <p:nvPicPr>
          <p:cNvPr id="40" name="Picture 39">
            <a:extLst>
              <a:ext uri="{FF2B5EF4-FFF2-40B4-BE49-F238E27FC236}">
                <a16:creationId xmlns:a16="http://schemas.microsoft.com/office/drawing/2014/main" id="{D06C9FC3-F1A0-0D96-E672-A90834228F9D}"/>
              </a:ext>
            </a:extLst>
          </p:cNvPr>
          <p:cNvPicPr>
            <a:picLocks noChangeAspect="1"/>
          </p:cNvPicPr>
          <p:nvPr userDrawn="1"/>
        </p:nvPicPr>
        <p:blipFill rotWithShape="1">
          <a:blip r:embed="rId10"/>
          <a:srcRect l="1508" t="83853" r="1458"/>
          <a:stretch/>
        </p:blipFill>
        <p:spPr>
          <a:xfrm flipV="1">
            <a:off x="-1" y="3871739"/>
            <a:ext cx="12188825" cy="608484"/>
          </a:xfrm>
          <a:custGeom>
            <a:avLst/>
            <a:gdLst>
              <a:gd name="connsiteX0" fmla="*/ 0 w 12192000"/>
              <a:gd name="connsiteY0" fmla="*/ 0 h 590588"/>
              <a:gd name="connsiteX1" fmla="*/ 12192000 w 12192000"/>
              <a:gd name="connsiteY1" fmla="*/ 0 h 590588"/>
              <a:gd name="connsiteX2" fmla="*/ 12192000 w 12192000"/>
              <a:gd name="connsiteY2" fmla="*/ 590588 h 590588"/>
              <a:gd name="connsiteX3" fmla="*/ 0 w 12192000"/>
              <a:gd name="connsiteY3" fmla="*/ 590588 h 590588"/>
            </a:gdLst>
            <a:ahLst/>
            <a:cxnLst>
              <a:cxn ang="0">
                <a:pos x="connsiteX0" y="connsiteY0"/>
              </a:cxn>
              <a:cxn ang="0">
                <a:pos x="connsiteX1" y="connsiteY1"/>
              </a:cxn>
              <a:cxn ang="0">
                <a:pos x="connsiteX2" y="connsiteY2"/>
              </a:cxn>
              <a:cxn ang="0">
                <a:pos x="connsiteX3" y="connsiteY3"/>
              </a:cxn>
            </a:cxnLst>
            <a:rect l="l" t="t" r="r" b="b"/>
            <a:pathLst>
              <a:path w="12192000" h="590588">
                <a:moveTo>
                  <a:pt x="0" y="0"/>
                </a:moveTo>
                <a:lnTo>
                  <a:pt x="12192000" y="0"/>
                </a:lnTo>
                <a:lnTo>
                  <a:pt x="12192000" y="590588"/>
                </a:lnTo>
                <a:lnTo>
                  <a:pt x="0" y="590588"/>
                </a:lnTo>
                <a:close/>
              </a:path>
            </a:pathLst>
          </a:custGeom>
        </p:spPr>
      </p:pic>
      <p:sp>
        <p:nvSpPr>
          <p:cNvPr id="41" name="Rectangle 40">
            <a:extLst>
              <a:ext uri="{FF2B5EF4-FFF2-40B4-BE49-F238E27FC236}">
                <a16:creationId xmlns:a16="http://schemas.microsoft.com/office/drawing/2014/main" id="{A0150213-D4B6-65F7-FDC9-30F0D41556FE}"/>
              </a:ext>
            </a:extLst>
          </p:cNvPr>
          <p:cNvSpPr>
            <a:spLocks/>
          </p:cNvSpPr>
          <p:nvPr userDrawn="1"/>
        </p:nvSpPr>
        <p:spPr>
          <a:xfrm>
            <a:off x="0" y="4387237"/>
            <a:ext cx="12188825" cy="2470763"/>
          </a:xfrm>
          <a:prstGeom prst="rect">
            <a:avLst/>
          </a:prstGeom>
          <a:solidFill>
            <a:srgbClr val="03898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spcBef>
                <a:spcPts val="300"/>
              </a:spcBef>
              <a:spcAft>
                <a:spcPts val="300"/>
              </a:spcAft>
            </a:pPr>
            <a:endParaRPr lang="en-US" sz="1600" err="1">
              <a:solidFill>
                <a:schemeClr val="bg1"/>
              </a:solidFill>
            </a:endParaRPr>
          </a:p>
        </p:txBody>
      </p:sp>
      <p:sp>
        <p:nvSpPr>
          <p:cNvPr id="42" name="Rectangle 41">
            <a:extLst>
              <a:ext uri="{FF2B5EF4-FFF2-40B4-BE49-F238E27FC236}">
                <a16:creationId xmlns:a16="http://schemas.microsoft.com/office/drawing/2014/main" id="{4E0FF1DF-FCD8-679A-4A1F-3643DFBB067A}"/>
              </a:ext>
            </a:extLst>
          </p:cNvPr>
          <p:cNvSpPr>
            <a:spLocks/>
          </p:cNvSpPr>
          <p:nvPr userDrawn="1"/>
        </p:nvSpPr>
        <p:spPr>
          <a:xfrm>
            <a:off x="0" y="0"/>
            <a:ext cx="12188825" cy="1593850"/>
          </a:xfrm>
          <a:prstGeom prst="rect">
            <a:avLst/>
          </a:prstGeom>
          <a:gradFill>
            <a:gsLst>
              <a:gs pos="0">
                <a:srgbClr val="1F405C">
                  <a:lumMod val="67000"/>
                  <a:alpha val="0"/>
                </a:srgbClr>
              </a:gs>
              <a:gs pos="100000">
                <a:srgbClr val="1F405C">
                  <a:alpha val="64000"/>
                </a:srgbClr>
              </a:gs>
            </a:gsLst>
            <a:lin ang="16200000" scaled="1"/>
          </a:gradFill>
          <a:ln w="6350" cap="sq"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err="1">
              <a:ln>
                <a:noFill/>
              </a:ln>
              <a:solidFill>
                <a:srgbClr val="FFFFFF"/>
              </a:solidFill>
              <a:effectLst/>
              <a:uLnTx/>
              <a:uFillTx/>
              <a:latin typeface="Arial"/>
              <a:ea typeface="+mn-ea"/>
              <a:cs typeface="+mn-cs"/>
            </a:endParaRPr>
          </a:p>
        </p:txBody>
      </p:sp>
      <p:pic>
        <p:nvPicPr>
          <p:cNvPr id="43" name="Picture 42">
            <a:extLst>
              <a:ext uri="{FF2B5EF4-FFF2-40B4-BE49-F238E27FC236}">
                <a16:creationId xmlns:a16="http://schemas.microsoft.com/office/drawing/2014/main" id="{E3DB5779-48B9-ADB3-19F1-4FD1D2561BEF}"/>
              </a:ext>
            </a:extLst>
          </p:cNvPr>
          <p:cNvPicPr>
            <a:picLocks noChangeAspect="1"/>
          </p:cNvPicPr>
          <p:nvPr userDrawn="1"/>
        </p:nvPicPr>
        <p:blipFill rotWithShape="1">
          <a:blip r:embed="rId11">
            <a:extLst>
              <a:ext uri="{BEBA8EAE-BF5A-486C-A8C5-ECC9F3942E4B}">
                <a14:imgProps xmlns:a14="http://schemas.microsoft.com/office/drawing/2010/main">
                  <a14:imgLayer r:embed="rId12">
                    <a14:imgEffect>
                      <a14:brightnessContrast bright="100000"/>
                    </a14:imgEffect>
                  </a14:imgLayer>
                </a14:imgProps>
              </a:ext>
            </a:extLst>
          </a:blip>
          <a:srcRect l="16452" t="35204" r="16674" b="35543"/>
          <a:stretch/>
        </p:blipFill>
        <p:spPr bwMode="ltGray">
          <a:xfrm>
            <a:off x="547688" y="422766"/>
            <a:ext cx="2003144" cy="619458"/>
          </a:xfrm>
          <a:prstGeom prst="rect">
            <a:avLst/>
          </a:prstGeom>
        </p:spPr>
      </p:pic>
      <p:sp>
        <p:nvSpPr>
          <p:cNvPr id="44" name="Documenttype">
            <a:extLst>
              <a:ext uri="{FF2B5EF4-FFF2-40B4-BE49-F238E27FC236}">
                <a16:creationId xmlns:a16="http://schemas.microsoft.com/office/drawing/2014/main" id="{9F0E8124-ABA8-94A1-35E2-B0AADAF828E6}"/>
              </a:ext>
            </a:extLst>
          </p:cNvPr>
          <p:cNvSpPr>
            <a:spLocks noGrp="1"/>
          </p:cNvSpPr>
          <p:nvPr>
            <p:ph type="body" sz="quarter" idx="13" hasCustomPrompt="1"/>
            <p:custDataLst>
              <p:tags r:id="rId3"/>
            </p:custDataLst>
          </p:nvPr>
        </p:nvSpPr>
        <p:spPr bwMode="auto">
          <a:xfrm>
            <a:off x="547688" y="6217885"/>
            <a:ext cx="1108710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1400" dirty="0">
                <a:solidFill>
                  <a:schemeClr val="bg1"/>
                </a:solidFill>
              </a:defRPr>
            </a:lvl1pPr>
          </a:lstStyle>
          <a:p>
            <a:pPr lvl="0" algn="ctr"/>
            <a:r>
              <a:rPr lang="en-US"/>
              <a:t>Edit date or title/role</a:t>
            </a:r>
          </a:p>
        </p:txBody>
      </p:sp>
      <p:sp>
        <p:nvSpPr>
          <p:cNvPr id="45" name="Subtitle">
            <a:extLst>
              <a:ext uri="{FF2B5EF4-FFF2-40B4-BE49-F238E27FC236}">
                <a16:creationId xmlns:a16="http://schemas.microsoft.com/office/drawing/2014/main" id="{F222930C-0F65-337C-7D97-903655E946E5}"/>
              </a:ext>
            </a:extLst>
          </p:cNvPr>
          <p:cNvSpPr>
            <a:spLocks noGrp="1"/>
          </p:cNvSpPr>
          <p:nvPr>
            <p:ph type="subTitle" idx="1"/>
            <p:custDataLst>
              <p:tags r:id="rId4"/>
            </p:custDataLst>
          </p:nvPr>
        </p:nvSpPr>
        <p:spPr bwMode="auto">
          <a:xfrm>
            <a:off x="547688" y="5817728"/>
            <a:ext cx="11087100" cy="30777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2000" dirty="0">
                <a:solidFill>
                  <a:schemeClr val="bg1"/>
                </a:solidFill>
              </a:defRPr>
            </a:lvl1pPr>
          </a:lstStyle>
          <a:p>
            <a:pPr lvl="0" algn="ctr"/>
            <a:r>
              <a:rPr lang="en-US"/>
              <a:t>Click to edit Master subtitle style</a:t>
            </a:r>
          </a:p>
        </p:txBody>
      </p:sp>
      <p:sp>
        <p:nvSpPr>
          <p:cNvPr id="46" name="Title">
            <a:extLst>
              <a:ext uri="{FF2B5EF4-FFF2-40B4-BE49-F238E27FC236}">
                <a16:creationId xmlns:a16="http://schemas.microsoft.com/office/drawing/2014/main" id="{49630E08-4AFA-7754-15E0-2549AE9D39C1}"/>
              </a:ext>
            </a:extLst>
          </p:cNvPr>
          <p:cNvSpPr>
            <a:spLocks noGrp="1"/>
          </p:cNvSpPr>
          <p:nvPr>
            <p:ph type="title" hasCustomPrompt="1"/>
            <p:custDataLst>
              <p:tags r:id="rId5"/>
            </p:custDataLst>
          </p:nvPr>
        </p:nvSpPr>
        <p:spPr bwMode="auto">
          <a:xfrm>
            <a:off x="547688" y="4494243"/>
            <a:ext cx="11087100" cy="1231106"/>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b" anchorCtr="0">
            <a:spAutoFit/>
          </a:bodyPr>
          <a:lstStyle>
            <a:lvl1pPr rtl="0">
              <a:defRPr lang="en-US" sz="4000" dirty="0">
                <a:solidFill>
                  <a:schemeClr val="bg1"/>
                </a:solidFill>
              </a:defRPr>
            </a:lvl1pPr>
          </a:lstStyle>
          <a:p>
            <a:pPr lvl="0" algn="ctr"/>
            <a:r>
              <a:rPr lang="en-US"/>
              <a:t>Click to edit </a:t>
            </a:r>
            <a:br>
              <a:rPr lang="en-US"/>
            </a:br>
            <a:r>
              <a:rPr lang="en-US"/>
              <a:t>Master title style</a:t>
            </a:r>
          </a:p>
        </p:txBody>
      </p:sp>
    </p:spTree>
    <p:extLst>
      <p:ext uri="{BB962C8B-B14F-4D97-AF65-F5344CB8AC3E}">
        <p14:creationId xmlns:p14="http://schemas.microsoft.com/office/powerpoint/2010/main" val="198631989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2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extLst>
              <p:ext uri="{D42A27DB-BD31-4B8C-83A1-F6EECF244321}">
                <p14:modId xmlns:p14="http://schemas.microsoft.com/office/powerpoint/2010/main" val="33607104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44" name="Picture 43">
            <a:extLst>
              <a:ext uri="{FF2B5EF4-FFF2-40B4-BE49-F238E27FC236}">
                <a16:creationId xmlns:a16="http://schemas.microsoft.com/office/drawing/2014/main" id="{0CE0CF7F-5DD3-DAAC-9403-20DA947D3513}"/>
              </a:ext>
            </a:extLst>
          </p:cNvPr>
          <p:cNvPicPr>
            <a:picLocks noChangeAspect="1"/>
          </p:cNvPicPr>
          <p:nvPr userDrawn="1"/>
        </p:nvPicPr>
        <p:blipFill>
          <a:blip r:embed="rId9"/>
          <a:srcRect b="839"/>
          <a:stretch>
            <a:fillRect/>
          </a:stretch>
        </p:blipFill>
        <p:spPr bwMode="ltGray">
          <a:xfrm>
            <a:off x="27033" y="0"/>
            <a:ext cx="12164967" cy="6858000"/>
          </a:xfrm>
          <a:custGeom>
            <a:avLst/>
            <a:gdLst>
              <a:gd name="connsiteX0" fmla="*/ 0 w 12164967"/>
              <a:gd name="connsiteY0" fmla="*/ 0 h 6858000"/>
              <a:gd name="connsiteX1" fmla="*/ 12164967 w 12164967"/>
              <a:gd name="connsiteY1" fmla="*/ 0 h 6858000"/>
              <a:gd name="connsiteX2" fmla="*/ 12164967 w 12164967"/>
              <a:gd name="connsiteY2" fmla="*/ 6858000 h 6858000"/>
              <a:gd name="connsiteX3" fmla="*/ 0 w 1216496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64967" h="6858000">
                <a:moveTo>
                  <a:pt x="0" y="0"/>
                </a:moveTo>
                <a:lnTo>
                  <a:pt x="12164967" y="0"/>
                </a:lnTo>
                <a:lnTo>
                  <a:pt x="12164967" y="6858000"/>
                </a:lnTo>
                <a:lnTo>
                  <a:pt x="0" y="6858000"/>
                </a:lnTo>
                <a:close/>
              </a:path>
            </a:pathLst>
          </a:cu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19" name="Picture 18">
            <a:extLst>
              <a:ext uri="{FF2B5EF4-FFF2-40B4-BE49-F238E27FC236}">
                <a16:creationId xmlns:a16="http://schemas.microsoft.com/office/drawing/2014/main" id="{F07B1F1A-AC26-2533-7770-8C9ED9BBDD97}"/>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36" name="Documenttype">
            <a:extLst>
              <a:ext uri="{FF2B5EF4-FFF2-40B4-BE49-F238E27FC236}">
                <a16:creationId xmlns:a16="http://schemas.microsoft.com/office/drawing/2014/main" id="{C88D07CD-B77D-6CAF-71FE-1FC183A51CEE}"/>
              </a:ext>
            </a:extLst>
          </p:cNvPr>
          <p:cNvSpPr>
            <a:spLocks noGrp="1"/>
          </p:cNvSpPr>
          <p:nvPr>
            <p:ph type="body" sz="quarter" idx="13" hasCustomPrompt="1"/>
            <p:custDataLst>
              <p:tags r:id="rId3"/>
            </p:custDataLst>
          </p:nvPr>
        </p:nvSpPr>
        <p:spPr bwMode="auto">
          <a:xfrm>
            <a:off x="547688" y="6238300"/>
            <a:ext cx="476612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defRPr>
            </a:lvl1pPr>
          </a:lstStyle>
          <a:p>
            <a:pPr lvl="0">
              <a:buNone/>
            </a:pPr>
            <a:r>
              <a:rPr lang="en-US"/>
              <a:t>Edit date or title/role</a:t>
            </a:r>
          </a:p>
        </p:txBody>
      </p:sp>
      <p:sp>
        <p:nvSpPr>
          <p:cNvPr id="37" name="Subtitle">
            <a:extLst>
              <a:ext uri="{FF2B5EF4-FFF2-40B4-BE49-F238E27FC236}">
                <a16:creationId xmlns:a16="http://schemas.microsoft.com/office/drawing/2014/main" id="{9CED084F-4AC7-1351-28E1-5D99350FBC32}"/>
              </a:ext>
            </a:extLst>
          </p:cNvPr>
          <p:cNvSpPr>
            <a:spLocks noGrp="1"/>
          </p:cNvSpPr>
          <p:nvPr>
            <p:ph type="subTitle" idx="1" hasCustomPrompt="1"/>
            <p:custDataLst>
              <p:tags r:id="rId4"/>
            </p:custDataLst>
          </p:nvPr>
        </p:nvSpPr>
        <p:spPr bwMode="auto">
          <a:xfrm>
            <a:off x="548829" y="4622263"/>
            <a:ext cx="4766120"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defRPr>
            </a:lvl1pPr>
          </a:lstStyle>
          <a:p>
            <a:pPr lvl="0">
              <a:buNone/>
            </a:pPr>
            <a:r>
              <a:rPr lang="en-US"/>
              <a:t>Click to edit </a:t>
            </a:r>
            <a:br>
              <a:rPr lang="en-US"/>
            </a:br>
            <a:r>
              <a:rPr lang="en-US"/>
              <a:t>Master subtitle style</a:t>
            </a:r>
          </a:p>
        </p:txBody>
      </p:sp>
      <p:sp>
        <p:nvSpPr>
          <p:cNvPr id="38" name="Title">
            <a:extLst>
              <a:ext uri="{FF2B5EF4-FFF2-40B4-BE49-F238E27FC236}">
                <a16:creationId xmlns:a16="http://schemas.microsoft.com/office/drawing/2014/main" id="{2DE7341B-FD96-7365-69AB-25DEF0C86612}"/>
              </a:ext>
            </a:extLst>
          </p:cNvPr>
          <p:cNvSpPr>
            <a:spLocks noGrp="1"/>
          </p:cNvSpPr>
          <p:nvPr>
            <p:ph type="title" hasCustomPrompt="1"/>
            <p:custDataLst>
              <p:tags r:id="rId5"/>
            </p:custDataLst>
          </p:nvPr>
        </p:nvSpPr>
        <p:spPr bwMode="auto">
          <a:xfrm>
            <a:off x="548829" y="1590454"/>
            <a:ext cx="4766120"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1163314676"/>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1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extLst>
              <p:ext uri="{D42A27DB-BD31-4B8C-83A1-F6EECF244321}">
                <p14:modId xmlns:p14="http://schemas.microsoft.com/office/powerpoint/2010/main" val="1106661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28" name="Picture 27">
            <a:extLst>
              <a:ext uri="{FF2B5EF4-FFF2-40B4-BE49-F238E27FC236}">
                <a16:creationId xmlns:a16="http://schemas.microsoft.com/office/drawing/2014/main" id="{3B2AB686-E2EC-8576-D5D8-379E4A8E1E5A}"/>
              </a:ext>
            </a:extLst>
          </p:cNvPr>
          <p:cNvPicPr>
            <a:picLocks noChangeAspect="1"/>
          </p:cNvPicPr>
          <p:nvPr userDrawn="1"/>
        </p:nvPicPr>
        <p:blipFill>
          <a:blip r:embed="rId9"/>
          <a:stretch>
            <a:fillRect/>
          </a:stretch>
        </p:blipFill>
        <p:spPr bwMode="ltGray">
          <a:xfrm>
            <a:off x="0" y="0"/>
            <a:ext cx="12192000" cy="6858000"/>
          </a:xfrm>
          <a:prstGeom prst="rect">
            <a:avLst/>
          </a:pr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pic>
        <p:nvPicPr>
          <p:cNvPr id="19" name="Picture 18">
            <a:extLst>
              <a:ext uri="{FF2B5EF4-FFF2-40B4-BE49-F238E27FC236}">
                <a16:creationId xmlns:a16="http://schemas.microsoft.com/office/drawing/2014/main" id="{62B719C0-833E-7E3A-199A-9AE6B3C992EC}"/>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20" name="Documenttype">
            <a:extLst>
              <a:ext uri="{FF2B5EF4-FFF2-40B4-BE49-F238E27FC236}">
                <a16:creationId xmlns:a16="http://schemas.microsoft.com/office/drawing/2014/main" id="{481CB4DC-E900-D3F5-D732-DD266C56E378}"/>
              </a:ext>
            </a:extLst>
          </p:cNvPr>
          <p:cNvSpPr>
            <a:spLocks noGrp="1"/>
          </p:cNvSpPr>
          <p:nvPr>
            <p:ph type="body" sz="quarter" idx="13" hasCustomPrompt="1"/>
            <p:custDataLst>
              <p:tags r:id="rId3"/>
            </p:custDataLst>
          </p:nvPr>
        </p:nvSpPr>
        <p:spPr bwMode="auto">
          <a:xfrm>
            <a:off x="547687" y="6238300"/>
            <a:ext cx="5305871"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defRPr>
            </a:lvl1pPr>
          </a:lstStyle>
          <a:p>
            <a:pPr lvl="0">
              <a:buNone/>
            </a:pPr>
            <a:r>
              <a:rPr lang="en-US"/>
              <a:t>Edit date or title/role</a:t>
            </a:r>
          </a:p>
        </p:txBody>
      </p:sp>
      <p:sp>
        <p:nvSpPr>
          <p:cNvPr id="21" name="Subtitle">
            <a:extLst>
              <a:ext uri="{FF2B5EF4-FFF2-40B4-BE49-F238E27FC236}">
                <a16:creationId xmlns:a16="http://schemas.microsoft.com/office/drawing/2014/main" id="{44D430EF-CFAD-62DC-07FA-583FFE0A871A}"/>
              </a:ext>
            </a:extLst>
          </p:cNvPr>
          <p:cNvSpPr>
            <a:spLocks noGrp="1"/>
          </p:cNvSpPr>
          <p:nvPr>
            <p:ph type="subTitle" idx="1" hasCustomPrompt="1"/>
            <p:custDataLst>
              <p:tags r:id="rId4"/>
            </p:custDataLst>
          </p:nvPr>
        </p:nvSpPr>
        <p:spPr bwMode="auto">
          <a:xfrm>
            <a:off x="548828" y="4622263"/>
            <a:ext cx="5305871"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defRPr>
            </a:lvl1pPr>
          </a:lstStyle>
          <a:p>
            <a:pPr lvl="0">
              <a:buNone/>
            </a:pPr>
            <a:r>
              <a:rPr lang="en-US"/>
              <a:t>Click to edit </a:t>
            </a:r>
            <a:br>
              <a:rPr lang="en-US"/>
            </a:br>
            <a:r>
              <a:rPr lang="en-US"/>
              <a:t>Master subtitle style</a:t>
            </a:r>
          </a:p>
        </p:txBody>
      </p:sp>
      <p:sp>
        <p:nvSpPr>
          <p:cNvPr id="22" name="Title">
            <a:extLst>
              <a:ext uri="{FF2B5EF4-FFF2-40B4-BE49-F238E27FC236}">
                <a16:creationId xmlns:a16="http://schemas.microsoft.com/office/drawing/2014/main" id="{A0E33AF1-FB1E-099B-84AB-8BBB03ADCDE1}"/>
              </a:ext>
            </a:extLst>
          </p:cNvPr>
          <p:cNvSpPr>
            <a:spLocks noGrp="1"/>
          </p:cNvSpPr>
          <p:nvPr>
            <p:ph type="title" hasCustomPrompt="1"/>
            <p:custDataLst>
              <p:tags r:id="rId5"/>
            </p:custDataLst>
          </p:nvPr>
        </p:nvSpPr>
        <p:spPr bwMode="auto">
          <a:xfrm>
            <a:off x="548828" y="1590454"/>
            <a:ext cx="5305871"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59168941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20988092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b="0" baseline="0" dirty="0"/>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5"/>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800" b="0" dirty="0"/>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6"/>
            </p:custDataLst>
          </p:nvPr>
        </p:nvSpPr>
        <p:spPr>
          <a:xfrm>
            <a:off x="554736" y="172212"/>
            <a:ext cx="11082528" cy="731520"/>
          </a:xfrm>
          <a:prstGeom prst="rect">
            <a:avLst/>
          </a:prstGeom>
        </p:spPr>
        <p:txBody>
          <a:bodyPr vert="horz" wrap="square" lIns="0" tIns="0" rIns="0" bIns="0" rtlCol="0" anchor="b" anchorCtr="0">
            <a:noAutofit/>
          </a:bodyPr>
          <a:lstStyle>
            <a:lvl1pPr rtl="0">
              <a:defRPr lang="en-US" dirty="0"/>
            </a:lvl1pPr>
          </a:lstStyle>
          <a:p>
            <a:pPr lvl="0"/>
            <a:r>
              <a:rPr lang="en-US"/>
              <a:t>Click to edit Master title style</a:t>
            </a:r>
          </a:p>
        </p:txBody>
      </p:sp>
      <p:sp>
        <p:nvSpPr>
          <p:cNvPr id="4" name="Espaço Reservado para Número de Slide 5">
            <a:extLst>
              <a:ext uri="{FF2B5EF4-FFF2-40B4-BE49-F238E27FC236}">
                <a16:creationId xmlns:a16="http://schemas.microsoft.com/office/drawing/2014/main" id="{72D2C932-738F-9CD7-E5D6-3DEEB949E4C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91494610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Top Left">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9BA84E71-6FE7-4585-B82E-BE5603311945}"/>
              </a:ext>
            </a:extLst>
          </p:cNvPr>
          <p:cNvGraphicFramePr>
            <a:graphicFrameLocks noChangeAspect="1"/>
          </p:cNvGraphicFramePr>
          <p:nvPr userDrawn="1">
            <p:custDataLst>
              <p:tags r:id="rId1"/>
            </p:custDataLst>
            <p:extLst>
              <p:ext uri="{D42A27DB-BD31-4B8C-83A1-F6EECF244321}">
                <p14:modId xmlns:p14="http://schemas.microsoft.com/office/powerpoint/2010/main" val="11101937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10" name="Object 9" hidden="1">
                        <a:extLst>
                          <a:ext uri="{FF2B5EF4-FFF2-40B4-BE49-F238E27FC236}">
                            <a16:creationId xmlns:a16="http://schemas.microsoft.com/office/drawing/2014/main" id="{9BA84E71-6FE7-4585-B82E-BE5603311945}"/>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D62A08AB-557D-4245-84FA-9DB6B6C6845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1706563"/>
            <a:ext cx="3813048" cy="769441"/>
          </a:xfrm>
          <a:prstGeom prst="rect">
            <a:avLst/>
          </a:prstGeom>
        </p:spPr>
        <p:txBody>
          <a:bodyPr vert="horz" anchor="t">
            <a:noAutofit/>
          </a:bodyPr>
          <a:lstStyle>
            <a:lvl1pPr rtl="0">
              <a:lnSpc>
                <a:spcPct val="100000"/>
              </a:lnSpc>
              <a:defRPr>
                <a:ln w="6350" cap="flat">
                  <a:noFill/>
                  <a:miter lim="800000"/>
                </a:ln>
                <a:latin typeface="+mj-lt"/>
                <a:ea typeface="+mj-ea"/>
                <a:cs typeface="+mj-cs"/>
              </a:defRPr>
            </a:lvl1pPr>
          </a:lstStyle>
          <a:p>
            <a:r>
              <a:rPr lang="en-US"/>
              <a:t>Click to edit Master title style</a:t>
            </a:r>
          </a:p>
        </p:txBody>
      </p:sp>
      <p:sp>
        <p:nvSpPr>
          <p:cNvPr id="6" name="5. Source" hidden="1">
            <a:extLst>
              <a:ext uri="{FF2B5EF4-FFF2-40B4-BE49-F238E27FC236}">
                <a16:creationId xmlns:a16="http://schemas.microsoft.com/office/drawing/2014/main" id="{0E2D5DBB-C1B8-4A27-836D-C2E6D553234D}"/>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1" name="1. On-page tracker">
            <a:extLst>
              <a:ext uri="{FF2B5EF4-FFF2-40B4-BE49-F238E27FC236}">
                <a16:creationId xmlns:a16="http://schemas.microsoft.com/office/drawing/2014/main" id="{A2582D75-79F8-4634-92EF-A9F0840C018B}"/>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BF8C35-E00C-E2F4-3EA4-E3ADBEFA4805}"/>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20939471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Mid Left">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C4F5195-E8F7-4A2F-B02E-643BB3D88381}"/>
              </a:ext>
            </a:extLst>
          </p:cNvPr>
          <p:cNvGraphicFramePr>
            <a:graphicFrameLocks noChangeAspect="1"/>
          </p:cNvGraphicFramePr>
          <p:nvPr userDrawn="1">
            <p:custDataLst>
              <p:tags r:id="rId1"/>
            </p:custDataLst>
            <p:extLst>
              <p:ext uri="{D42A27DB-BD31-4B8C-83A1-F6EECF244321}">
                <p14:modId xmlns:p14="http://schemas.microsoft.com/office/powerpoint/2010/main" val="350994702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4" name="Object 3" hidden="1">
                        <a:extLst>
                          <a:ext uri="{FF2B5EF4-FFF2-40B4-BE49-F238E27FC236}">
                            <a16:creationId xmlns:a16="http://schemas.microsoft.com/office/drawing/2014/main" id="{3C4F5195-E8F7-4A2F-B02E-643BB3D883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515EFC92-5E3D-4BDC-A378-85D30212A9E2}"/>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3044280"/>
            <a:ext cx="5065776" cy="769441"/>
          </a:xfrm>
          <a:prstGeom prst="rect">
            <a:avLst/>
          </a:prstGeom>
        </p:spPr>
        <p:txBody>
          <a:bodyPr vert="horz" rIns="365760" anchor="ctr">
            <a:noAutofit/>
          </a:bodyPr>
          <a:lstStyle>
            <a:lvl1pPr rtl="0">
              <a:defRPr>
                <a:ln w="6350" cap="flat">
                  <a:noFill/>
                  <a:miter lim="800000"/>
                </a:ln>
                <a:latin typeface="+mj-lt"/>
                <a:ea typeface="+mj-ea"/>
                <a:cs typeface="+mj-cs"/>
              </a:defRPr>
            </a:lvl1pPr>
          </a:lstStyle>
          <a:p>
            <a:r>
              <a:rPr lang="en-US"/>
              <a:t>Click to edit Master title style</a:t>
            </a:r>
          </a:p>
        </p:txBody>
      </p:sp>
      <p:sp>
        <p:nvSpPr>
          <p:cNvPr id="8" name="5. Source" hidden="1">
            <a:extLst>
              <a:ext uri="{FF2B5EF4-FFF2-40B4-BE49-F238E27FC236}">
                <a16:creationId xmlns:a16="http://schemas.microsoft.com/office/drawing/2014/main" id="{C0D33C43-5B9F-44B4-82FA-BAAD11A7FB8E}"/>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E4983596-431B-4F12-AA07-76914CD3DEE7}"/>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6" name="Espaço Reservado para Número de Slide 5">
            <a:extLst>
              <a:ext uri="{FF2B5EF4-FFF2-40B4-BE49-F238E27FC236}">
                <a16:creationId xmlns:a16="http://schemas.microsoft.com/office/drawing/2014/main" id="{91B65CB0-CB55-0435-6DAB-AD978427BED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413999927"/>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05B6D76-6B4B-4ED5-B8F1-5D1D09831257}"/>
              </a:ext>
            </a:extLst>
          </p:cNvPr>
          <p:cNvGraphicFramePr>
            <a:graphicFrameLocks noChangeAspect="1"/>
          </p:cNvGraphicFramePr>
          <p:nvPr userDrawn="1">
            <p:custDataLst>
              <p:tags r:id="rId1"/>
            </p:custDataLst>
            <p:extLst>
              <p:ext uri="{D42A27DB-BD31-4B8C-83A1-F6EECF244321}">
                <p14:modId xmlns:p14="http://schemas.microsoft.com/office/powerpoint/2010/main" val="16563752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305B6D76-6B4B-4ED5-B8F1-5D1D09831257}"/>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BDCF374B-2477-45CD-A00B-B8676A45ACD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3"/>
            </p:custDataLst>
          </p:nvPr>
        </p:nvSpPr>
        <p:spPr>
          <a:xfrm>
            <a:off x="554736" y="4580468"/>
            <a:ext cx="11082528" cy="677108"/>
          </a:xfrm>
        </p:spPr>
        <p:txBody>
          <a:bodyPr vert="horz" anchor="b">
            <a:noAutofit/>
          </a:bodyPr>
          <a:lstStyle>
            <a:lvl1pPr rtl="0">
              <a:lnSpc>
                <a:spcPct val="100000"/>
              </a:lnSpc>
              <a:defRPr sz="4400">
                <a:latin typeface="+mj-lt"/>
                <a:ea typeface="+mj-ea"/>
                <a:cs typeface="+mj-cs"/>
              </a:defRPr>
            </a:lvl1pPr>
          </a:lstStyle>
          <a:p>
            <a:r>
              <a:rPr lang="en-US"/>
              <a:t>Click to edit Master title style</a:t>
            </a:r>
          </a:p>
        </p:txBody>
      </p:sp>
      <p:sp>
        <p:nvSpPr>
          <p:cNvPr id="6" name="5. Source" hidden="1">
            <a:extLst>
              <a:ext uri="{FF2B5EF4-FFF2-40B4-BE49-F238E27FC236}">
                <a16:creationId xmlns:a16="http://schemas.microsoft.com/office/drawing/2014/main" id="{B871FE09-BB6E-4334-B0EA-E52395AA61B3}"/>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9" name="1. On-page tracker">
            <a:extLst>
              <a:ext uri="{FF2B5EF4-FFF2-40B4-BE49-F238E27FC236}">
                <a16:creationId xmlns:a16="http://schemas.microsoft.com/office/drawing/2014/main" id="{FA764DC8-CEA6-42F3-8E66-7C768AAD275E}"/>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5894D15D-9679-5A22-2978-07EEA290932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436970227"/>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EC6EE29E-F64A-419F-BFB0-EEDEB71953F6}"/>
              </a:ext>
            </a:extLst>
          </p:cNvPr>
          <p:cNvGraphicFramePr>
            <a:graphicFrameLocks noChangeAspect="1"/>
          </p:cNvGraphicFramePr>
          <p:nvPr userDrawn="1">
            <p:custDataLst>
              <p:tags r:id="rId1"/>
            </p:custDataLst>
            <p:extLst>
              <p:ext uri="{D42A27DB-BD31-4B8C-83A1-F6EECF244321}">
                <p14:modId xmlns:p14="http://schemas.microsoft.com/office/powerpoint/2010/main" val="33964528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3" name="Object 2" hidden="1">
                        <a:extLst>
                          <a:ext uri="{FF2B5EF4-FFF2-40B4-BE49-F238E27FC236}">
                            <a16:creationId xmlns:a16="http://schemas.microsoft.com/office/drawing/2014/main" id="{EC6EE29E-F64A-419F-BFB0-EEDEB71953F6}"/>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69526043-F22A-4ED3-B0A1-DD7C4F83AF9B}"/>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3400" b="1" i="0" baseline="0">
              <a:solidFill>
                <a:schemeClr val="bg1"/>
              </a:solidFill>
              <a:latin typeface="+mn-lt"/>
              <a:ea typeface="+mn-ea"/>
              <a:cs typeface="+mn-cs"/>
              <a:sym typeface="Arial" panose="020B0604020202020204" pitchFamily="34" charset="0"/>
            </a:endParaRPr>
          </a:p>
        </p:txBody>
      </p:sp>
      <p:sp>
        <p:nvSpPr>
          <p:cNvPr id="8" name="2. Slide Title">
            <a:extLst>
              <a:ext uri="{FF2B5EF4-FFF2-40B4-BE49-F238E27FC236}">
                <a16:creationId xmlns:a16="http://schemas.microsoft.com/office/drawing/2014/main" id="{EA735538-C733-4892-93A4-7B433D8B8293}"/>
              </a:ext>
            </a:extLst>
          </p:cNvPr>
          <p:cNvSpPr>
            <a:spLocks noGrp="1"/>
          </p:cNvSpPr>
          <p:nvPr>
            <p:ph type="title" hasCustomPrompt="1"/>
            <p:custDataLst>
              <p:tags r:id="rId3"/>
            </p:custDataLst>
          </p:nvPr>
        </p:nvSpPr>
        <p:spPr>
          <a:xfrm>
            <a:off x="1505712" y="3556229"/>
            <a:ext cx="9180576" cy="523220"/>
          </a:xfrm>
          <a:prstGeom prst="rect">
            <a:avLst/>
          </a:prstGeom>
        </p:spPr>
        <p:txBody>
          <a:bodyPr vert="horz">
            <a:spAutoFit/>
          </a:bodyPr>
          <a:lstStyle>
            <a:lvl1pPr rtl="0">
              <a:lnSpc>
                <a:spcPct val="105000"/>
              </a:lnSpc>
              <a:defRPr sz="3400">
                <a:latin typeface="+mj-lt"/>
                <a:ea typeface="+mj-ea"/>
                <a:cs typeface="+mj-cs"/>
              </a:defRPr>
            </a:lvl1pPr>
          </a:lstStyle>
          <a:p>
            <a:r>
              <a:rPr lang="en-US"/>
              <a:t>“Click to add quote</a:t>
            </a:r>
          </a:p>
        </p:txBody>
      </p:sp>
      <p:sp>
        <p:nvSpPr>
          <p:cNvPr id="6" name="3. Subtitle">
            <a:extLst>
              <a:ext uri="{FF2B5EF4-FFF2-40B4-BE49-F238E27FC236}">
                <a16:creationId xmlns:a16="http://schemas.microsoft.com/office/drawing/2014/main" id="{8DB5022C-F66C-4018-82F3-195571DDD527}"/>
              </a:ext>
            </a:extLst>
          </p:cNvPr>
          <p:cNvSpPr>
            <a:spLocks noGrp="1"/>
          </p:cNvSpPr>
          <p:nvPr>
            <p:ph type="subTitle" idx="1" hasCustomPrompt="1"/>
            <p:custDataLst>
              <p:tags r:id="rId4"/>
            </p:custDataLst>
          </p:nvPr>
        </p:nvSpPr>
        <p:spPr>
          <a:xfrm>
            <a:off x="1505712" y="4284630"/>
            <a:ext cx="91805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quote source</a:t>
            </a:r>
          </a:p>
        </p:txBody>
      </p:sp>
      <p:sp>
        <p:nvSpPr>
          <p:cNvPr id="7" name="5. Source" hidden="1">
            <a:extLst>
              <a:ext uri="{FF2B5EF4-FFF2-40B4-BE49-F238E27FC236}">
                <a16:creationId xmlns:a16="http://schemas.microsoft.com/office/drawing/2014/main" id="{97195F4E-ECA7-41A9-AFF3-0C4DAD103DA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556D1499-3230-4098-85B2-D4CC7CA621F1}"/>
              </a:ext>
            </a:extLst>
          </p:cNvPr>
          <p:cNvSpPr>
            <a:spLocks noGrp="1"/>
          </p:cNvSpPr>
          <p:nvPr>
            <p:ph type="body" sz="quarter" idx="10" hasCustomPrompt="1"/>
            <p:custDataLst>
              <p:tags r:id="rId6"/>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2EA528-E9DC-55CC-7357-C060D83879D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4284607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1/4">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A8D6A48-EE20-4EB4-A234-9F3B16C02872}"/>
              </a:ext>
            </a:extLst>
          </p:cNvPr>
          <p:cNvGraphicFramePr>
            <a:graphicFrameLocks noChangeAspect="1"/>
          </p:cNvGraphicFramePr>
          <p:nvPr userDrawn="1">
            <p:custDataLst>
              <p:tags r:id="rId1"/>
            </p:custDataLst>
            <p:extLst>
              <p:ext uri="{D42A27DB-BD31-4B8C-83A1-F6EECF244321}">
                <p14:modId xmlns:p14="http://schemas.microsoft.com/office/powerpoint/2010/main" val="16790711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A8D6A48-EE20-4EB4-A234-9F3B16C02872}"/>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67C50C85-5FB9-4798-A8A4-1DA5B9F3ACC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3413760" y="0"/>
            <a:ext cx="8778240"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6647A441-8DE4-4236-BCC7-B694B2C59E00}"/>
              </a:ext>
            </a:extLst>
          </p:cNvPr>
          <p:cNvSpPr>
            <a:spLocks noGrp="1"/>
          </p:cNvSpPr>
          <p:nvPr>
            <p:ph type="title"/>
            <p:custDataLst>
              <p:tags r:id="rId4"/>
            </p:custDataLst>
          </p:nvPr>
        </p:nvSpPr>
        <p:spPr>
          <a:xfrm>
            <a:off x="554736" y="2744369"/>
            <a:ext cx="2514600" cy="769441"/>
          </a:xfrm>
        </p:spPr>
        <p:txBody>
          <a:bodyPr vert="horz" wrap="square" lIns="0" tIns="0" rIns="0" bIns="0" rtlCol="0" anchor="b" anchorCtr="0">
            <a:noAutofit/>
          </a:bodyPr>
          <a:lstStyle>
            <a:lvl1pPr rtl="0">
              <a:defRPr lang="en-US" dirty="0">
                <a:latin typeface="+mj-lt"/>
                <a:ea typeface="+mj-ea"/>
                <a:cs typeface="+mj-cs"/>
              </a:defRPr>
            </a:lvl1pPr>
          </a:lstStyle>
          <a:p>
            <a:pPr lvl="0"/>
            <a:r>
              <a:rPr lang="en-US"/>
              <a:t>Click to edit Master title style</a:t>
            </a:r>
          </a:p>
        </p:txBody>
      </p:sp>
      <p:sp>
        <p:nvSpPr>
          <p:cNvPr id="20" name="3. Subtitle">
            <a:extLst>
              <a:ext uri="{FF2B5EF4-FFF2-40B4-BE49-F238E27FC236}">
                <a16:creationId xmlns:a16="http://schemas.microsoft.com/office/drawing/2014/main" id="{A4DBA574-6D59-4DFD-82A7-9B1E9AEB906E}"/>
              </a:ext>
            </a:extLst>
          </p:cNvPr>
          <p:cNvSpPr>
            <a:spLocks noGrp="1"/>
          </p:cNvSpPr>
          <p:nvPr>
            <p:ph type="subTitle" idx="1"/>
            <p:custDataLst>
              <p:tags r:id="rId5"/>
            </p:custDataLst>
          </p:nvPr>
        </p:nvSpPr>
        <p:spPr>
          <a:xfrm>
            <a:off x="554736" y="3659644"/>
            <a:ext cx="2514600" cy="492443"/>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25B2DE14-9B3F-4199-B082-9FEB12CE57EA}"/>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96552B7E-7081-4EA8-9351-FE4C7216ADF2}"/>
              </a:ext>
            </a:extLst>
          </p:cNvPr>
          <p:cNvSpPr>
            <a:spLocks noGrp="1"/>
          </p:cNvSpPr>
          <p:nvPr>
            <p:ph type="body" sz="quarter" idx="10" hasCustomPrompt="1"/>
            <p:custDataLst>
              <p:tags r:id="rId7"/>
            </p:custDataLst>
          </p:nvPr>
        </p:nvSpPr>
        <p:spPr>
          <a:xfrm>
            <a:off x="554735" y="41597"/>
            <a:ext cx="2514601"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7" name="object 5">
            <a:extLst>
              <a:ext uri="{FF2B5EF4-FFF2-40B4-BE49-F238E27FC236}">
                <a16:creationId xmlns:a16="http://schemas.microsoft.com/office/drawing/2014/main" id="{705A587A-965F-5CD4-8EE6-0A517E8E1084}"/>
              </a:ext>
            </a:extLst>
          </p:cNvPr>
          <p:cNvPicPr/>
          <p:nvPr userDrawn="1"/>
        </p:nvPicPr>
        <p:blipFill>
          <a:blip r:embed="rId11" cstate="print"/>
          <a:stretch>
            <a:fillRect/>
          </a:stretch>
        </p:blipFill>
        <p:spPr>
          <a:xfrm>
            <a:off x="1" y="2650258"/>
            <a:ext cx="12191999" cy="4207742"/>
          </a:xfrm>
          <a:prstGeom prst="rect">
            <a:avLst/>
          </a:prstGeom>
        </p:spPr>
      </p:pic>
      <p:sp>
        <p:nvSpPr>
          <p:cNvPr id="5" name="Espaço Reservado para Número de Slide 5">
            <a:extLst>
              <a:ext uri="{FF2B5EF4-FFF2-40B4-BE49-F238E27FC236}">
                <a16:creationId xmlns:a16="http://schemas.microsoft.com/office/drawing/2014/main" id="{76C0D941-D9E3-E25B-15B0-59E36B83DF58}"/>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grpSp>
        <p:nvGrpSpPr>
          <p:cNvPr id="8" name="Group 7">
            <a:extLst>
              <a:ext uri="{FF2B5EF4-FFF2-40B4-BE49-F238E27FC236}">
                <a16:creationId xmlns:a16="http://schemas.microsoft.com/office/drawing/2014/main" id="{50DE5B1E-B98D-544C-6270-7393A7795C54}"/>
              </a:ext>
            </a:extLst>
          </p:cNvPr>
          <p:cNvGrpSpPr/>
          <p:nvPr userDrawn="1"/>
        </p:nvGrpSpPr>
        <p:grpSpPr>
          <a:xfrm>
            <a:off x="10477027" y="6505613"/>
            <a:ext cx="911407" cy="266339"/>
            <a:chOff x="7035139" y="4746925"/>
            <a:chExt cx="4245429" cy="1240637"/>
          </a:xfrm>
        </p:grpSpPr>
        <p:pic>
          <p:nvPicPr>
            <p:cNvPr id="9" name="object 12">
              <a:extLst>
                <a:ext uri="{FF2B5EF4-FFF2-40B4-BE49-F238E27FC236}">
                  <a16:creationId xmlns:a16="http://schemas.microsoft.com/office/drawing/2014/main" id="{81D7FAEB-1614-7397-E473-314862AB6D90}"/>
                </a:ext>
              </a:extLst>
            </p:cNvPr>
            <p:cNvPicPr/>
            <p:nvPr/>
          </p:nvPicPr>
          <p:blipFill>
            <a:blip r:embed="rId12" cstate="print"/>
            <a:srcRect l="26434" t="34563" r="18224" b="44449"/>
            <a:stretch/>
          </p:blipFill>
          <p:spPr>
            <a:xfrm>
              <a:off x="8080130" y="5257800"/>
              <a:ext cx="2998177" cy="729762"/>
            </a:xfrm>
            <a:prstGeom prst="rect">
              <a:avLst/>
            </a:prstGeom>
          </p:spPr>
        </p:pic>
        <p:pic>
          <p:nvPicPr>
            <p:cNvPr id="11" name="Picture 10" descr="A close-up of a logo&#10;&#10;AI-generated content may be incorrect.">
              <a:extLst>
                <a:ext uri="{FF2B5EF4-FFF2-40B4-BE49-F238E27FC236}">
                  <a16:creationId xmlns:a16="http://schemas.microsoft.com/office/drawing/2014/main" id="{DA662189-3708-3AB4-54AA-749B898C2E51}"/>
                </a:ext>
              </a:extLst>
            </p:cNvPr>
            <p:cNvPicPr>
              <a:picLocks noChangeAspect="1"/>
            </p:cNvPicPr>
            <p:nvPr/>
          </p:nvPicPr>
          <p:blipFill>
            <a:blip r:embed="rId13"/>
            <a:stretch>
              <a:fillRect/>
            </a:stretch>
          </p:blipFill>
          <p:spPr>
            <a:xfrm>
              <a:off x="7035139" y="4746925"/>
              <a:ext cx="4245429" cy="602950"/>
            </a:xfrm>
            <a:prstGeom prst="rect">
              <a:avLst/>
            </a:prstGeom>
          </p:spPr>
        </p:pic>
      </p:grpSp>
    </p:spTree>
    <p:extLst>
      <p:ext uri="{BB962C8B-B14F-4D97-AF65-F5344CB8AC3E}">
        <p14:creationId xmlns:p14="http://schemas.microsoft.com/office/powerpoint/2010/main" val="2495962423"/>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1/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EE6E84E-0DE7-4EEF-8932-BF42153B3B56}"/>
              </a:ext>
            </a:extLst>
          </p:cNvPr>
          <p:cNvGraphicFramePr>
            <a:graphicFrameLocks noChangeAspect="1"/>
          </p:cNvGraphicFramePr>
          <p:nvPr userDrawn="1">
            <p:custDataLst>
              <p:tags r:id="rId1"/>
            </p:custDataLst>
            <p:extLst>
              <p:ext uri="{D42A27DB-BD31-4B8C-83A1-F6EECF244321}">
                <p14:modId xmlns:p14="http://schemas.microsoft.com/office/powerpoint/2010/main" val="382861543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CEE6E84E-0DE7-4EEF-8932-BF42153B3B56}"/>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pic>
        <p:nvPicPr>
          <p:cNvPr id="7" name="object 5">
            <a:extLst>
              <a:ext uri="{FF2B5EF4-FFF2-40B4-BE49-F238E27FC236}">
                <a16:creationId xmlns:a16="http://schemas.microsoft.com/office/drawing/2014/main" id="{CD38B6BE-C47A-9B51-B39B-B95989767E23}"/>
              </a:ext>
            </a:extLst>
          </p:cNvPr>
          <p:cNvPicPr/>
          <p:nvPr userDrawn="1"/>
        </p:nvPicPr>
        <p:blipFill>
          <a:blip r:embed="rId11" cstate="print"/>
          <a:stretch>
            <a:fillRect/>
          </a:stretch>
        </p:blipFill>
        <p:spPr>
          <a:xfrm>
            <a:off x="1" y="2650258"/>
            <a:ext cx="12191999" cy="4207742"/>
          </a:xfrm>
          <a:prstGeom prst="rect">
            <a:avLst/>
          </a:prstGeom>
        </p:spPr>
      </p:pic>
      <p:sp>
        <p:nvSpPr>
          <p:cNvPr id="4" name="Rectangle 3" hidden="1">
            <a:extLst>
              <a:ext uri="{FF2B5EF4-FFF2-40B4-BE49-F238E27FC236}">
                <a16:creationId xmlns:a16="http://schemas.microsoft.com/office/drawing/2014/main" id="{29D2CA90-0144-4292-9526-98A508F53171}"/>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4364736" y="0"/>
            <a:ext cx="782726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4EF89F43-35C6-451B-BBE8-87D2B8B83F5E}"/>
              </a:ext>
            </a:extLst>
          </p:cNvPr>
          <p:cNvSpPr>
            <a:spLocks noGrp="1"/>
          </p:cNvSpPr>
          <p:nvPr>
            <p:ph type="title"/>
            <p:custDataLst>
              <p:tags r:id="rId4"/>
            </p:custDataLst>
          </p:nvPr>
        </p:nvSpPr>
        <p:spPr>
          <a:xfrm>
            <a:off x="554736" y="2744369"/>
            <a:ext cx="3465576" cy="769441"/>
          </a:xfrm>
          <a:prstGeom prst="rect">
            <a:avLst/>
          </a:prstGeom>
        </p:spPr>
        <p:txBody>
          <a:bodyPr vert="horz" wrap="square" lIns="0" tIns="0" rIns="0" bIns="0" rtlCol="0" anchor="b" anchorCtr="0">
            <a:noAutofit/>
          </a:bodyPr>
          <a:lstStyle>
            <a:lvl1pPr rtl="0">
              <a:defRPr lang="en-US" dirty="0">
                <a:latin typeface="+mj-lt"/>
                <a:ea typeface="+mj-ea"/>
                <a:cs typeface="+mj-cs"/>
              </a:defRPr>
            </a:lvl1pPr>
          </a:lstStyle>
          <a:p>
            <a:pPr lvl="0"/>
            <a:r>
              <a:rPr lang="en-US"/>
              <a:t>Click to edit Master title style</a:t>
            </a:r>
          </a:p>
        </p:txBody>
      </p:sp>
      <p:sp>
        <p:nvSpPr>
          <p:cNvPr id="20" name="3. Subtitle">
            <a:extLst>
              <a:ext uri="{FF2B5EF4-FFF2-40B4-BE49-F238E27FC236}">
                <a16:creationId xmlns:a16="http://schemas.microsoft.com/office/drawing/2014/main" id="{9F06A69A-B095-4159-932B-3658DD253FDF}"/>
              </a:ext>
            </a:extLst>
          </p:cNvPr>
          <p:cNvSpPr>
            <a:spLocks noGrp="1"/>
          </p:cNvSpPr>
          <p:nvPr>
            <p:ph type="subTitle" idx="1"/>
            <p:custDataLst>
              <p:tags r:id="rId5"/>
            </p:custDataLst>
          </p:nvPr>
        </p:nvSpPr>
        <p:spPr>
          <a:xfrm>
            <a:off x="554735" y="3659644"/>
            <a:ext cx="3465575"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DA204BE1-D5C8-4D03-9090-21D41FEC78E0}"/>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79C07342-0520-417C-B878-54C94CBD8539}"/>
              </a:ext>
            </a:extLst>
          </p:cNvPr>
          <p:cNvSpPr>
            <a:spLocks noGrp="1"/>
          </p:cNvSpPr>
          <p:nvPr>
            <p:ph type="body" sz="quarter" idx="10" hasCustomPrompt="1"/>
            <p:custDataLst>
              <p:tags r:id="rId7"/>
            </p:custDataLst>
          </p:nvPr>
        </p:nvSpPr>
        <p:spPr>
          <a:xfrm>
            <a:off x="554735" y="41597"/>
            <a:ext cx="3465577"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
        <p:nvSpPr>
          <p:cNvPr id="9" name="Espaço Reservado para Número de Slide 5">
            <a:extLst>
              <a:ext uri="{FF2B5EF4-FFF2-40B4-BE49-F238E27FC236}">
                <a16:creationId xmlns:a16="http://schemas.microsoft.com/office/drawing/2014/main" id="{BEFA08DA-226C-819C-5F34-30AE7B2EE9B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grpSp>
        <p:nvGrpSpPr>
          <p:cNvPr id="5" name="Group 4">
            <a:extLst>
              <a:ext uri="{FF2B5EF4-FFF2-40B4-BE49-F238E27FC236}">
                <a16:creationId xmlns:a16="http://schemas.microsoft.com/office/drawing/2014/main" id="{13AF6A65-52D7-EA16-85BF-A8FBBE3AF024}"/>
              </a:ext>
            </a:extLst>
          </p:cNvPr>
          <p:cNvGrpSpPr/>
          <p:nvPr userDrawn="1"/>
        </p:nvGrpSpPr>
        <p:grpSpPr>
          <a:xfrm>
            <a:off x="10477027" y="6505613"/>
            <a:ext cx="911407" cy="266339"/>
            <a:chOff x="7035139" y="4746925"/>
            <a:chExt cx="4245429" cy="1240637"/>
          </a:xfrm>
        </p:grpSpPr>
        <p:pic>
          <p:nvPicPr>
            <p:cNvPr id="8" name="object 12">
              <a:extLst>
                <a:ext uri="{FF2B5EF4-FFF2-40B4-BE49-F238E27FC236}">
                  <a16:creationId xmlns:a16="http://schemas.microsoft.com/office/drawing/2014/main" id="{8853D027-1DC6-72CC-32A9-EE189B2C0F7C}"/>
                </a:ext>
              </a:extLst>
            </p:cNvPr>
            <p:cNvPicPr/>
            <p:nvPr/>
          </p:nvPicPr>
          <p:blipFill>
            <a:blip r:embed="rId12" cstate="print"/>
            <a:srcRect l="26434" t="34563" r="18224" b="44449"/>
            <a:stretch/>
          </p:blipFill>
          <p:spPr>
            <a:xfrm>
              <a:off x="8080130" y="5257800"/>
              <a:ext cx="2998177" cy="729762"/>
            </a:xfrm>
            <a:prstGeom prst="rect">
              <a:avLst/>
            </a:prstGeom>
          </p:spPr>
        </p:pic>
        <p:pic>
          <p:nvPicPr>
            <p:cNvPr id="11" name="Picture 10" descr="A close-up of a logo&#10;&#10;AI-generated content may be incorrect.">
              <a:extLst>
                <a:ext uri="{FF2B5EF4-FFF2-40B4-BE49-F238E27FC236}">
                  <a16:creationId xmlns:a16="http://schemas.microsoft.com/office/drawing/2014/main" id="{4114FBF5-CF36-819F-808E-6A85A97ACA87}"/>
                </a:ext>
              </a:extLst>
            </p:cNvPr>
            <p:cNvPicPr>
              <a:picLocks noChangeAspect="1"/>
            </p:cNvPicPr>
            <p:nvPr/>
          </p:nvPicPr>
          <p:blipFill>
            <a:blip r:embed="rId13"/>
            <a:stretch>
              <a:fillRect/>
            </a:stretch>
          </p:blipFill>
          <p:spPr>
            <a:xfrm>
              <a:off x="7035139" y="4746925"/>
              <a:ext cx="4245429" cy="602950"/>
            </a:xfrm>
            <a:prstGeom prst="rect">
              <a:avLst/>
            </a:prstGeom>
          </p:spPr>
        </p:pic>
      </p:grpSp>
    </p:spTree>
    <p:extLst>
      <p:ext uri="{BB962C8B-B14F-4D97-AF65-F5344CB8AC3E}">
        <p14:creationId xmlns:p14="http://schemas.microsoft.com/office/powerpoint/2010/main" val="506459165"/>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1/2">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32029344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725BD87-3C3D-45F6-BBCF-F06FD867659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6092952" y="0"/>
            <a:ext cx="609904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5065776" cy="731520"/>
          </a:xfrm>
        </p:spPr>
        <p:txBody>
          <a:bodyPr vert="horz"/>
          <a:lstStyle>
            <a:lvl1pPr rtl="0">
              <a:defRPr>
                <a:latin typeface="+mj-lt"/>
                <a:ea typeface="+mj-ea"/>
                <a:cs typeface="+mj-cs"/>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50657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E9BE4D1E-183A-499B-BFC7-798294EB7AE9}"/>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6" name="object 5">
            <a:extLst>
              <a:ext uri="{FF2B5EF4-FFF2-40B4-BE49-F238E27FC236}">
                <a16:creationId xmlns:a16="http://schemas.microsoft.com/office/drawing/2014/main" id="{6833EC5E-5694-F1CD-D491-2DC75AB26985}"/>
              </a:ext>
            </a:extLst>
          </p:cNvPr>
          <p:cNvPicPr/>
          <p:nvPr userDrawn="1"/>
        </p:nvPicPr>
        <p:blipFill>
          <a:blip r:embed="rId11"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5838A663-69BD-F283-AB31-5AFA07296B86}"/>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grpSp>
        <p:nvGrpSpPr>
          <p:cNvPr id="8" name="Group 7">
            <a:extLst>
              <a:ext uri="{FF2B5EF4-FFF2-40B4-BE49-F238E27FC236}">
                <a16:creationId xmlns:a16="http://schemas.microsoft.com/office/drawing/2014/main" id="{27A4338C-DD71-97D0-5019-64C8A49A2526}"/>
              </a:ext>
            </a:extLst>
          </p:cNvPr>
          <p:cNvGrpSpPr/>
          <p:nvPr userDrawn="1"/>
        </p:nvGrpSpPr>
        <p:grpSpPr>
          <a:xfrm>
            <a:off x="10477027" y="6505613"/>
            <a:ext cx="911407" cy="266339"/>
            <a:chOff x="7035139" y="4746925"/>
            <a:chExt cx="4245429" cy="1240637"/>
          </a:xfrm>
        </p:grpSpPr>
        <p:pic>
          <p:nvPicPr>
            <p:cNvPr id="9" name="object 12">
              <a:extLst>
                <a:ext uri="{FF2B5EF4-FFF2-40B4-BE49-F238E27FC236}">
                  <a16:creationId xmlns:a16="http://schemas.microsoft.com/office/drawing/2014/main" id="{0FBE4426-80FD-9417-AE17-86344AF6538E}"/>
                </a:ext>
              </a:extLst>
            </p:cNvPr>
            <p:cNvPicPr/>
            <p:nvPr/>
          </p:nvPicPr>
          <p:blipFill>
            <a:blip r:embed="rId12" cstate="print"/>
            <a:srcRect l="26434" t="34563" r="18224" b="44449"/>
            <a:stretch/>
          </p:blipFill>
          <p:spPr>
            <a:xfrm>
              <a:off x="8080130" y="5257800"/>
              <a:ext cx="2998177" cy="729762"/>
            </a:xfrm>
            <a:prstGeom prst="rect">
              <a:avLst/>
            </a:prstGeom>
          </p:spPr>
        </p:pic>
        <p:pic>
          <p:nvPicPr>
            <p:cNvPr id="11" name="Picture 10" descr="A close-up of a logo&#10;&#10;AI-generated content may be incorrect.">
              <a:extLst>
                <a:ext uri="{FF2B5EF4-FFF2-40B4-BE49-F238E27FC236}">
                  <a16:creationId xmlns:a16="http://schemas.microsoft.com/office/drawing/2014/main" id="{17C53A74-C859-7F64-FC5C-52F354523893}"/>
                </a:ext>
              </a:extLst>
            </p:cNvPr>
            <p:cNvPicPr>
              <a:picLocks noChangeAspect="1"/>
            </p:cNvPicPr>
            <p:nvPr/>
          </p:nvPicPr>
          <p:blipFill>
            <a:blip r:embed="rId13"/>
            <a:stretch>
              <a:fillRect/>
            </a:stretch>
          </p:blipFill>
          <p:spPr>
            <a:xfrm>
              <a:off x="7035139" y="4746925"/>
              <a:ext cx="4245429" cy="602950"/>
            </a:xfrm>
            <a:prstGeom prst="rect">
              <a:avLst/>
            </a:prstGeom>
          </p:spPr>
        </p:pic>
      </p:grpSp>
    </p:spTree>
    <p:extLst>
      <p:ext uri="{BB962C8B-B14F-4D97-AF65-F5344CB8AC3E}">
        <p14:creationId xmlns:p14="http://schemas.microsoft.com/office/powerpoint/2010/main" val="230575772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userDrawn="1">
  <p:cSld name="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extLst>
              <p:ext uri="{D42A27DB-BD31-4B8C-83A1-F6EECF244321}">
                <p14:modId xmlns:p14="http://schemas.microsoft.com/office/powerpoint/2010/main" val="29477141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72" imgH="588" progId="TCLayout.ActiveDocument.1">
                  <p:embed/>
                </p:oleObj>
              </mc:Choice>
              <mc:Fallback>
                <p:oleObj name="think-cell Slide" r:id="rId9"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2D668F04-7049-40BA-8D63-D8BBB6921318}"/>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9" name="2. Slide Title">
            <a:extLst>
              <a:ext uri="{FF2B5EF4-FFF2-40B4-BE49-F238E27FC236}">
                <a16:creationId xmlns:a16="http://schemas.microsoft.com/office/drawing/2014/main" id="{0415F114-7B0E-43F2-8881-F0D9FB2A643B}"/>
              </a:ext>
            </a:extLst>
          </p:cNvPr>
          <p:cNvSpPr>
            <a:spLocks noGrp="1"/>
          </p:cNvSpPr>
          <p:nvPr>
            <p:ph type="title"/>
            <p:custDataLst>
              <p:tags r:id="rId3"/>
            </p:custDataLst>
          </p:nvPr>
        </p:nvSpPr>
        <p:spPr>
          <a:xfrm>
            <a:off x="554736" y="172212"/>
            <a:ext cx="6967728" cy="731520"/>
          </a:xfrm>
        </p:spPr>
        <p:txBody>
          <a:bodyPr vert="horz"/>
          <a:lstStyle>
            <a:lvl1pPr rtl="0">
              <a:defRPr>
                <a:latin typeface="+mj-lt"/>
                <a:ea typeface="+mj-ea"/>
                <a:cs typeface="+mj-cs"/>
              </a:defRPr>
            </a:lvl1pPr>
          </a:lstStyle>
          <a:p>
            <a:r>
              <a:rPr lang="en-US"/>
              <a:t>Click to edit Master title style</a:t>
            </a: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4"/>
            </p:custDataLst>
          </p:nvPr>
        </p:nvSpPr>
        <p:spPr bwMode="ltGray">
          <a:xfrm>
            <a:off x="7830312" y="0"/>
            <a:ext cx="436168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mn-lt"/>
              <a:ea typeface="+mn-ea"/>
              <a:cs typeface="+mn-cs"/>
            </a:endParaRPr>
          </a:p>
        </p:txBody>
      </p:sp>
      <p:sp>
        <p:nvSpPr>
          <p:cNvPr id="20" name="3. Subtitle">
            <a:extLst>
              <a:ext uri="{FF2B5EF4-FFF2-40B4-BE49-F238E27FC236}">
                <a16:creationId xmlns:a16="http://schemas.microsoft.com/office/drawing/2014/main" id="{712BED6B-950C-4FB8-AEE1-14FA61D013FF}"/>
              </a:ext>
            </a:extLst>
          </p:cNvPr>
          <p:cNvSpPr>
            <a:spLocks noGrp="1"/>
          </p:cNvSpPr>
          <p:nvPr>
            <p:ph type="subTitle" idx="1"/>
            <p:custDataLst>
              <p:tags r:id="rId5"/>
            </p:custDataLst>
          </p:nvPr>
        </p:nvSpPr>
        <p:spPr>
          <a:xfrm>
            <a:off x="554736" y="919250"/>
            <a:ext cx="6967728"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6"/>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tx1"/>
                </a:solidFill>
                <a:latin typeface="+mn-lt"/>
                <a:ea typeface="+mn-ea"/>
                <a:cs typeface="+mn-cs"/>
              </a:rPr>
              <a:t>Source: …</a:t>
            </a:r>
          </a:p>
        </p:txBody>
      </p:sp>
      <p:sp>
        <p:nvSpPr>
          <p:cNvPr id="10" name="1. On-page tracker">
            <a:extLst>
              <a:ext uri="{FF2B5EF4-FFF2-40B4-BE49-F238E27FC236}">
                <a16:creationId xmlns:a16="http://schemas.microsoft.com/office/drawing/2014/main" id="{7C393009-0681-4A8F-A1E9-19E10A949DCD}"/>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6" name="object 5">
            <a:extLst>
              <a:ext uri="{FF2B5EF4-FFF2-40B4-BE49-F238E27FC236}">
                <a16:creationId xmlns:a16="http://schemas.microsoft.com/office/drawing/2014/main" id="{DC10B607-1117-8BC2-1D9D-56F6F4C11148}"/>
              </a:ext>
            </a:extLst>
          </p:cNvPr>
          <p:cNvPicPr/>
          <p:nvPr userDrawn="1"/>
        </p:nvPicPr>
        <p:blipFill>
          <a:blip r:embed="rId11"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CE308215-6390-10D4-FD16-60656A5DF7D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grpSp>
        <p:nvGrpSpPr>
          <p:cNvPr id="8" name="Group 7">
            <a:extLst>
              <a:ext uri="{FF2B5EF4-FFF2-40B4-BE49-F238E27FC236}">
                <a16:creationId xmlns:a16="http://schemas.microsoft.com/office/drawing/2014/main" id="{46DAC6B2-A6AE-7833-A325-AFF13486ED2B}"/>
              </a:ext>
            </a:extLst>
          </p:cNvPr>
          <p:cNvGrpSpPr/>
          <p:nvPr userDrawn="1"/>
        </p:nvGrpSpPr>
        <p:grpSpPr>
          <a:xfrm>
            <a:off x="10477027" y="6505613"/>
            <a:ext cx="911407" cy="266339"/>
            <a:chOff x="7035139" y="4746925"/>
            <a:chExt cx="4245429" cy="1240637"/>
          </a:xfrm>
        </p:grpSpPr>
        <p:pic>
          <p:nvPicPr>
            <p:cNvPr id="9" name="object 12">
              <a:extLst>
                <a:ext uri="{FF2B5EF4-FFF2-40B4-BE49-F238E27FC236}">
                  <a16:creationId xmlns:a16="http://schemas.microsoft.com/office/drawing/2014/main" id="{CC3B4A10-41BA-39BA-CE77-54E53D9F86DA}"/>
                </a:ext>
              </a:extLst>
            </p:cNvPr>
            <p:cNvPicPr/>
            <p:nvPr/>
          </p:nvPicPr>
          <p:blipFill>
            <a:blip r:embed="rId12" cstate="print"/>
            <a:srcRect l="26434" t="34563" r="18224" b="44449"/>
            <a:stretch/>
          </p:blipFill>
          <p:spPr>
            <a:xfrm>
              <a:off x="8080130" y="5257800"/>
              <a:ext cx="2998177" cy="729762"/>
            </a:xfrm>
            <a:prstGeom prst="rect">
              <a:avLst/>
            </a:prstGeom>
          </p:spPr>
        </p:pic>
        <p:pic>
          <p:nvPicPr>
            <p:cNvPr id="11" name="Picture 10" descr="A close-up of a logo&#10;&#10;AI-generated content may be incorrect.">
              <a:extLst>
                <a:ext uri="{FF2B5EF4-FFF2-40B4-BE49-F238E27FC236}">
                  <a16:creationId xmlns:a16="http://schemas.microsoft.com/office/drawing/2014/main" id="{CF91658D-1BFD-77F6-A921-3DB18C9A672F}"/>
                </a:ext>
              </a:extLst>
            </p:cNvPr>
            <p:cNvPicPr>
              <a:picLocks noChangeAspect="1"/>
            </p:cNvPicPr>
            <p:nvPr/>
          </p:nvPicPr>
          <p:blipFill>
            <a:blip r:embed="rId13"/>
            <a:stretch>
              <a:fillRect/>
            </a:stretch>
          </p:blipFill>
          <p:spPr>
            <a:xfrm>
              <a:off x="7035139" y="4746925"/>
              <a:ext cx="4245429" cy="602950"/>
            </a:xfrm>
            <a:prstGeom prst="rect">
              <a:avLst/>
            </a:prstGeom>
          </p:spPr>
        </p:pic>
      </p:grpSp>
    </p:spTree>
    <p:extLst>
      <p:ext uri="{BB962C8B-B14F-4D97-AF65-F5344CB8AC3E}">
        <p14:creationId xmlns:p14="http://schemas.microsoft.com/office/powerpoint/2010/main" val="3001106788"/>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3/4 ">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34295837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50854476-2923-4515-A585-4477FF86118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23" name="RectangleLight">
            <a:extLst>
              <a:ext uri="{FF2B5EF4-FFF2-40B4-BE49-F238E27FC236}">
                <a16:creationId xmlns:a16="http://schemas.microsoft.com/office/drawing/2014/main" id="{A80E2F68-4ED6-42EF-9858-2FE4B1382825}"/>
              </a:ext>
            </a:extLst>
          </p:cNvPr>
          <p:cNvSpPr/>
          <p:nvPr userDrawn="1">
            <p:custDataLst>
              <p:tags r:id="rId3"/>
            </p:custDataLst>
          </p:nvPr>
        </p:nvSpPr>
        <p:spPr bwMode="ltGray">
          <a:xfrm>
            <a:off x="8781416" y="0"/>
            <a:ext cx="341058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noProof="0">
              <a:solidFill>
                <a:srgbClr val="F0F0F0"/>
              </a:solidFill>
              <a:latin typeface="+mn-lt"/>
              <a:ea typeface="+mn-ea"/>
              <a:cs typeface="+mn-cs"/>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7918704" cy="731520"/>
          </a:xfrm>
        </p:spPr>
        <p:txBody>
          <a:bodyPr vert="horz"/>
          <a:lstStyle>
            <a:lvl1pPr rtl="0">
              <a:defRPr>
                <a:latin typeface="+mj-lt"/>
                <a:ea typeface="+mj-ea"/>
                <a:cs typeface="+mj-cs"/>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7918704" cy="246221"/>
          </a:xfrm>
          <a:prstGeom prst="rect">
            <a:avLst/>
          </a:prstGeom>
        </p:spPr>
        <p:txBody>
          <a:bodyPr wrap="square">
            <a:spAutoFit/>
          </a:bodyPr>
          <a:lstStyle>
            <a:lvl1pPr marL="0" indent="0" algn="l" rtl="0">
              <a:buNone/>
              <a:defRPr sz="1600" b="0" u="none"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chemeClr val="tx1"/>
                </a:solidFill>
                <a:effectLst/>
                <a:uLnTx/>
                <a:uFillTx/>
                <a:latin typeface="+mn-lt"/>
                <a:ea typeface="+mn-ea"/>
                <a:cs typeface="+mn-cs"/>
              </a:rPr>
              <a:t>Source: …</a:t>
            </a:r>
          </a:p>
        </p:txBody>
      </p:sp>
      <p:sp>
        <p:nvSpPr>
          <p:cNvPr id="10" name="1. On-page tracker">
            <a:extLst>
              <a:ext uri="{FF2B5EF4-FFF2-40B4-BE49-F238E27FC236}">
                <a16:creationId xmlns:a16="http://schemas.microsoft.com/office/drawing/2014/main" id="{DEC2F904-C5C8-4B39-9C46-6CA56144D86A}"/>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6" name="object 5">
            <a:extLst>
              <a:ext uri="{FF2B5EF4-FFF2-40B4-BE49-F238E27FC236}">
                <a16:creationId xmlns:a16="http://schemas.microsoft.com/office/drawing/2014/main" id="{18FDA969-0108-9A50-B3FB-5A269131EEDA}"/>
              </a:ext>
            </a:extLst>
          </p:cNvPr>
          <p:cNvPicPr/>
          <p:nvPr userDrawn="1"/>
        </p:nvPicPr>
        <p:blipFill>
          <a:blip r:embed="rId11"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7BFEFE21-A723-781E-6575-D08106AEEA4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grpSp>
        <p:nvGrpSpPr>
          <p:cNvPr id="7" name="Group 6">
            <a:extLst>
              <a:ext uri="{FF2B5EF4-FFF2-40B4-BE49-F238E27FC236}">
                <a16:creationId xmlns:a16="http://schemas.microsoft.com/office/drawing/2014/main" id="{A2EC228D-5848-E2CA-F41A-6313B46AF499}"/>
              </a:ext>
            </a:extLst>
          </p:cNvPr>
          <p:cNvGrpSpPr/>
          <p:nvPr userDrawn="1"/>
        </p:nvGrpSpPr>
        <p:grpSpPr>
          <a:xfrm>
            <a:off x="10477027" y="6505613"/>
            <a:ext cx="911407" cy="266339"/>
            <a:chOff x="7035139" y="4746925"/>
            <a:chExt cx="4245429" cy="1240637"/>
          </a:xfrm>
        </p:grpSpPr>
        <p:pic>
          <p:nvPicPr>
            <p:cNvPr id="8" name="object 12">
              <a:extLst>
                <a:ext uri="{FF2B5EF4-FFF2-40B4-BE49-F238E27FC236}">
                  <a16:creationId xmlns:a16="http://schemas.microsoft.com/office/drawing/2014/main" id="{3E6D9A99-B374-C2C6-548B-AD688AAA4B35}"/>
                </a:ext>
              </a:extLst>
            </p:cNvPr>
            <p:cNvPicPr/>
            <p:nvPr/>
          </p:nvPicPr>
          <p:blipFill>
            <a:blip r:embed="rId12" cstate="print"/>
            <a:srcRect l="26434" t="34563" r="18224" b="44449"/>
            <a:stretch/>
          </p:blipFill>
          <p:spPr>
            <a:xfrm>
              <a:off x="8080130" y="5257800"/>
              <a:ext cx="2998177" cy="729762"/>
            </a:xfrm>
            <a:prstGeom prst="rect">
              <a:avLst/>
            </a:prstGeom>
          </p:spPr>
        </p:pic>
        <p:pic>
          <p:nvPicPr>
            <p:cNvPr id="9" name="Picture 8" descr="A close-up of a logo&#10;&#10;AI-generated content may be incorrect.">
              <a:extLst>
                <a:ext uri="{FF2B5EF4-FFF2-40B4-BE49-F238E27FC236}">
                  <a16:creationId xmlns:a16="http://schemas.microsoft.com/office/drawing/2014/main" id="{50555CED-1937-8AB3-9954-EEC10927AB4C}"/>
                </a:ext>
              </a:extLst>
            </p:cNvPr>
            <p:cNvPicPr>
              <a:picLocks noChangeAspect="1"/>
            </p:cNvPicPr>
            <p:nvPr/>
          </p:nvPicPr>
          <p:blipFill>
            <a:blip r:embed="rId13"/>
            <a:stretch>
              <a:fillRect/>
            </a:stretch>
          </p:blipFill>
          <p:spPr>
            <a:xfrm>
              <a:off x="7035139" y="4746925"/>
              <a:ext cx="4245429" cy="602950"/>
            </a:xfrm>
            <a:prstGeom prst="rect">
              <a:avLst/>
            </a:prstGeom>
          </p:spPr>
        </p:pic>
      </p:grpSp>
    </p:spTree>
    <p:extLst>
      <p:ext uri="{BB962C8B-B14F-4D97-AF65-F5344CB8AC3E}">
        <p14:creationId xmlns:p14="http://schemas.microsoft.com/office/powerpoint/2010/main" val="377677318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3-lin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648A5D5-75B9-4F02-A4CB-B3C65A9BF2CE}"/>
              </a:ext>
            </a:extLst>
          </p:cNvPr>
          <p:cNvGraphicFramePr>
            <a:graphicFrameLocks noChangeAspect="1"/>
          </p:cNvGraphicFramePr>
          <p:nvPr userDrawn="1">
            <p:custDataLst>
              <p:tags r:id="rId1"/>
            </p:custDataLst>
            <p:extLst>
              <p:ext uri="{D42A27DB-BD31-4B8C-83A1-F6EECF244321}">
                <p14:modId xmlns:p14="http://schemas.microsoft.com/office/powerpoint/2010/main" val="243619710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C648A5D5-75B9-4F02-A4CB-B3C65A9BF2CE}"/>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A58AAF75-30DC-408A-933A-149F2D14D18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4" name="2. Slide Title">
            <a:extLst>
              <a:ext uri="{FF2B5EF4-FFF2-40B4-BE49-F238E27FC236}">
                <a16:creationId xmlns:a16="http://schemas.microsoft.com/office/drawing/2014/main" id="{6C3D89FC-A4B9-4683-B64F-B0644150274F}"/>
              </a:ext>
            </a:extLst>
          </p:cNvPr>
          <p:cNvSpPr>
            <a:spLocks noGrp="1"/>
          </p:cNvSpPr>
          <p:nvPr>
            <p:ph type="title"/>
            <p:custDataLst>
              <p:tags r:id="rId3"/>
            </p:custDataLst>
          </p:nvPr>
        </p:nvSpPr>
        <p:spPr>
          <a:xfrm>
            <a:off x="554736" y="944612"/>
            <a:ext cx="11082528" cy="384721"/>
          </a:xfrm>
        </p:spPr>
        <p:txBody>
          <a:bodyPr vert="horz">
            <a:spAutoFit/>
          </a:bodyPr>
          <a:lstStyle>
            <a:lvl1pPr rtl="0">
              <a:defRPr>
                <a:latin typeface="+mj-lt"/>
                <a:ea typeface="+mj-ea"/>
                <a:cs typeface="+mj-cs"/>
              </a:defRPr>
            </a:lvl1pPr>
          </a:lstStyle>
          <a:p>
            <a:r>
              <a:rPr lang="en-US"/>
              <a:t>Click to edit Master title style</a:t>
            </a:r>
          </a:p>
        </p:txBody>
      </p:sp>
      <p:sp>
        <p:nvSpPr>
          <p:cNvPr id="10" name="5. Source" hidden="1">
            <a:extLst>
              <a:ext uri="{FF2B5EF4-FFF2-40B4-BE49-F238E27FC236}">
                <a16:creationId xmlns:a16="http://schemas.microsoft.com/office/drawing/2014/main" id="{81E2484B-3E40-408C-A350-5EB40C8A09F0}"/>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8" name="1. On-page tracker">
            <a:extLst>
              <a:ext uri="{FF2B5EF4-FFF2-40B4-BE49-F238E27FC236}">
                <a16:creationId xmlns:a16="http://schemas.microsoft.com/office/drawing/2014/main" id="{931AA88E-24E2-4493-A340-98EE8666A3B2}"/>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7" name="object 5">
            <a:extLst>
              <a:ext uri="{FF2B5EF4-FFF2-40B4-BE49-F238E27FC236}">
                <a16:creationId xmlns:a16="http://schemas.microsoft.com/office/drawing/2014/main" id="{8606657B-8250-77CB-3903-7A85974B1012}"/>
              </a:ext>
            </a:extLst>
          </p:cNvPr>
          <p:cNvPicPr/>
          <p:nvPr userDrawn="1"/>
        </p:nvPicPr>
        <p:blipFill>
          <a:blip r:embed="rId9" cstate="print"/>
          <a:stretch>
            <a:fillRect/>
          </a:stretch>
        </p:blipFill>
        <p:spPr>
          <a:xfrm>
            <a:off x="1" y="2650255"/>
            <a:ext cx="12191999" cy="4207742"/>
          </a:xfrm>
          <a:prstGeom prst="rect">
            <a:avLst/>
          </a:prstGeom>
        </p:spPr>
      </p:pic>
      <p:sp>
        <p:nvSpPr>
          <p:cNvPr id="6" name="Espaço Reservado para Número de Slide 5">
            <a:extLst>
              <a:ext uri="{FF2B5EF4-FFF2-40B4-BE49-F238E27FC236}">
                <a16:creationId xmlns:a16="http://schemas.microsoft.com/office/drawing/2014/main" id="{087BA578-5925-A171-4F3E-DC7BE87E3C6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grpSp>
        <p:nvGrpSpPr>
          <p:cNvPr id="9" name="Group 8">
            <a:extLst>
              <a:ext uri="{FF2B5EF4-FFF2-40B4-BE49-F238E27FC236}">
                <a16:creationId xmlns:a16="http://schemas.microsoft.com/office/drawing/2014/main" id="{1E163E63-8575-B14D-50A4-623A19D9328B}"/>
              </a:ext>
            </a:extLst>
          </p:cNvPr>
          <p:cNvGrpSpPr/>
          <p:nvPr userDrawn="1"/>
        </p:nvGrpSpPr>
        <p:grpSpPr>
          <a:xfrm>
            <a:off x="10477027" y="6505613"/>
            <a:ext cx="911407" cy="266339"/>
            <a:chOff x="7035139" y="4746925"/>
            <a:chExt cx="4245429" cy="1240637"/>
          </a:xfrm>
        </p:grpSpPr>
        <p:pic>
          <p:nvPicPr>
            <p:cNvPr id="11" name="object 12">
              <a:extLst>
                <a:ext uri="{FF2B5EF4-FFF2-40B4-BE49-F238E27FC236}">
                  <a16:creationId xmlns:a16="http://schemas.microsoft.com/office/drawing/2014/main" id="{0FCA8E6C-2521-FDB4-6DD2-3115EF2861C1}"/>
                </a:ext>
              </a:extLst>
            </p:cNvPr>
            <p:cNvPicPr/>
            <p:nvPr/>
          </p:nvPicPr>
          <p:blipFill>
            <a:blip r:embed="rId10" cstate="print"/>
            <a:srcRect l="26434" t="34563" r="18224" b="44449"/>
            <a:stretch/>
          </p:blipFill>
          <p:spPr>
            <a:xfrm>
              <a:off x="8080130" y="5257800"/>
              <a:ext cx="2998177" cy="729762"/>
            </a:xfrm>
            <a:prstGeom prst="rect">
              <a:avLst/>
            </a:prstGeom>
          </p:spPr>
        </p:pic>
        <p:pic>
          <p:nvPicPr>
            <p:cNvPr id="12" name="Picture 11" descr="A close-up of a logo&#10;&#10;AI-generated content may be incorrect.">
              <a:extLst>
                <a:ext uri="{FF2B5EF4-FFF2-40B4-BE49-F238E27FC236}">
                  <a16:creationId xmlns:a16="http://schemas.microsoft.com/office/drawing/2014/main" id="{42618731-AC92-D777-8D62-27D5290F2D73}"/>
                </a:ext>
              </a:extLst>
            </p:cNvPr>
            <p:cNvPicPr>
              <a:picLocks noChangeAspect="1"/>
            </p:cNvPicPr>
            <p:nvPr/>
          </p:nvPicPr>
          <p:blipFill>
            <a:blip r:embed="rId11"/>
            <a:stretch>
              <a:fillRect/>
            </a:stretch>
          </p:blipFill>
          <p:spPr>
            <a:xfrm>
              <a:off x="7035139" y="4746925"/>
              <a:ext cx="4245429" cy="602950"/>
            </a:xfrm>
            <a:prstGeom prst="rect">
              <a:avLst/>
            </a:prstGeom>
          </p:spPr>
        </p:pic>
      </p:grpSp>
    </p:spTree>
    <p:extLst>
      <p:ext uri="{BB962C8B-B14F-4D97-AF65-F5344CB8AC3E}">
        <p14:creationId xmlns:p14="http://schemas.microsoft.com/office/powerpoint/2010/main" val="1031222214"/>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Custom">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20E9A7C-FB74-480B-8212-8CE5C1AF5D1B}"/>
              </a:ext>
            </a:extLst>
          </p:cNvPr>
          <p:cNvGraphicFramePr>
            <a:graphicFrameLocks noChangeAspect="1"/>
          </p:cNvGraphicFramePr>
          <p:nvPr userDrawn="1">
            <p:custDataLst>
              <p:tags r:id="rId1"/>
            </p:custDataLst>
            <p:extLst>
              <p:ext uri="{D42A27DB-BD31-4B8C-83A1-F6EECF244321}">
                <p14:modId xmlns:p14="http://schemas.microsoft.com/office/powerpoint/2010/main" val="261692696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92" imgH="591" progId="TCLayout.ActiveDocument.1">
                  <p:embed/>
                </p:oleObj>
              </mc:Choice>
              <mc:Fallback>
                <p:oleObj name="think-cell Slide" r:id="rId5" imgW="592" imgH="591" progId="TCLayout.ActiveDocument.1">
                  <p:embed/>
                  <p:pic>
                    <p:nvPicPr>
                      <p:cNvPr id="2" name="Object 1" hidden="1">
                        <a:extLst>
                          <a:ext uri="{FF2B5EF4-FFF2-40B4-BE49-F238E27FC236}">
                            <a16:creationId xmlns:a16="http://schemas.microsoft.com/office/drawing/2014/main" id="{220E9A7C-FB74-480B-8212-8CE5C1AF5D1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5. Source" hidden="1">
            <a:extLst>
              <a:ext uri="{FF2B5EF4-FFF2-40B4-BE49-F238E27FC236}">
                <a16:creationId xmlns:a16="http://schemas.microsoft.com/office/drawing/2014/main" id="{09F9A864-CDB7-4063-BBF8-591908AA18D0}"/>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8" name="1. On-page tracker">
            <a:extLst>
              <a:ext uri="{FF2B5EF4-FFF2-40B4-BE49-F238E27FC236}">
                <a16:creationId xmlns:a16="http://schemas.microsoft.com/office/drawing/2014/main" id="{BD5E1493-E8EF-4031-B447-85DA0B418111}"/>
              </a:ext>
            </a:extLst>
          </p:cNvPr>
          <p:cNvSpPr>
            <a:spLocks noGrp="1"/>
          </p:cNvSpPr>
          <p:nvPr>
            <p:ph type="body" sz="quarter" idx="10" hasCustomPrompt="1"/>
            <p:custDataLst>
              <p:tags r:id="rId3"/>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pic>
        <p:nvPicPr>
          <p:cNvPr id="4" name="object 5">
            <a:extLst>
              <a:ext uri="{FF2B5EF4-FFF2-40B4-BE49-F238E27FC236}">
                <a16:creationId xmlns:a16="http://schemas.microsoft.com/office/drawing/2014/main" id="{302CA7A7-AB0F-C274-D915-1713B5812D10}"/>
              </a:ext>
            </a:extLst>
          </p:cNvPr>
          <p:cNvPicPr/>
          <p:nvPr userDrawn="1"/>
        </p:nvPicPr>
        <p:blipFill>
          <a:blip r:embed="rId7" cstate="print"/>
          <a:stretch>
            <a:fillRect/>
          </a:stretch>
        </p:blipFill>
        <p:spPr>
          <a:xfrm>
            <a:off x="1" y="2650255"/>
            <a:ext cx="12191999" cy="4207742"/>
          </a:xfrm>
          <a:prstGeom prst="rect">
            <a:avLst/>
          </a:prstGeom>
        </p:spPr>
      </p:pic>
      <p:sp>
        <p:nvSpPr>
          <p:cNvPr id="5" name="Espaço Reservado para Número de Slide 5">
            <a:extLst>
              <a:ext uri="{FF2B5EF4-FFF2-40B4-BE49-F238E27FC236}">
                <a16:creationId xmlns:a16="http://schemas.microsoft.com/office/drawing/2014/main" id="{53C53AD5-9C2C-E230-046D-A0AB49C59469}"/>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grpSp>
        <p:nvGrpSpPr>
          <p:cNvPr id="6" name="Group 5">
            <a:extLst>
              <a:ext uri="{FF2B5EF4-FFF2-40B4-BE49-F238E27FC236}">
                <a16:creationId xmlns:a16="http://schemas.microsoft.com/office/drawing/2014/main" id="{5A68EF36-E833-EBA1-6D01-5AF9D3D54D68}"/>
              </a:ext>
            </a:extLst>
          </p:cNvPr>
          <p:cNvGrpSpPr/>
          <p:nvPr userDrawn="1"/>
        </p:nvGrpSpPr>
        <p:grpSpPr>
          <a:xfrm>
            <a:off x="10477027" y="6505613"/>
            <a:ext cx="911407" cy="266339"/>
            <a:chOff x="7035139" y="4746925"/>
            <a:chExt cx="4245429" cy="1240637"/>
          </a:xfrm>
        </p:grpSpPr>
        <p:pic>
          <p:nvPicPr>
            <p:cNvPr id="9" name="object 12">
              <a:extLst>
                <a:ext uri="{FF2B5EF4-FFF2-40B4-BE49-F238E27FC236}">
                  <a16:creationId xmlns:a16="http://schemas.microsoft.com/office/drawing/2014/main" id="{938F87CB-5CD4-E479-A56B-B700693F7F44}"/>
                </a:ext>
              </a:extLst>
            </p:cNvPr>
            <p:cNvPicPr/>
            <p:nvPr/>
          </p:nvPicPr>
          <p:blipFill>
            <a:blip r:embed="rId8" cstate="print"/>
            <a:srcRect l="26434" t="34563" r="18224" b="44449"/>
            <a:stretch/>
          </p:blipFill>
          <p:spPr>
            <a:xfrm>
              <a:off x="8080130" y="5257800"/>
              <a:ext cx="2998177" cy="729762"/>
            </a:xfrm>
            <a:prstGeom prst="rect">
              <a:avLst/>
            </a:prstGeom>
          </p:spPr>
        </p:pic>
        <p:pic>
          <p:nvPicPr>
            <p:cNvPr id="10" name="Picture 9" descr="A close-up of a logo&#10;&#10;AI-generated content may be incorrect.">
              <a:extLst>
                <a:ext uri="{FF2B5EF4-FFF2-40B4-BE49-F238E27FC236}">
                  <a16:creationId xmlns:a16="http://schemas.microsoft.com/office/drawing/2014/main" id="{79F2D7C8-82A0-B7EF-D2CB-A0672C9B5299}"/>
                </a:ext>
              </a:extLst>
            </p:cNvPr>
            <p:cNvPicPr>
              <a:picLocks noChangeAspect="1"/>
            </p:cNvPicPr>
            <p:nvPr/>
          </p:nvPicPr>
          <p:blipFill>
            <a:blip r:embed="rId9"/>
            <a:stretch>
              <a:fillRect/>
            </a:stretch>
          </p:blipFill>
          <p:spPr>
            <a:xfrm>
              <a:off x="7035139" y="4746925"/>
              <a:ext cx="4245429" cy="602950"/>
            </a:xfrm>
            <a:prstGeom prst="rect">
              <a:avLst/>
            </a:prstGeom>
          </p:spPr>
        </p:pic>
      </p:grpSp>
    </p:spTree>
    <p:extLst>
      <p:ext uri="{BB962C8B-B14F-4D97-AF65-F5344CB8AC3E}">
        <p14:creationId xmlns:p14="http://schemas.microsoft.com/office/powerpoint/2010/main" val="277541146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reserve="1" userDrawn="1">
  <p:cSld name="En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A954CCC1-5027-4384-BFF6-B54153C697A8}"/>
              </a:ext>
            </a:extLst>
          </p:cNvPr>
          <p:cNvGraphicFramePr>
            <a:graphicFrameLocks noChangeAspect="1"/>
          </p:cNvGraphicFramePr>
          <p:nvPr userDrawn="1">
            <p:custDataLst>
              <p:tags r:id="rId1"/>
            </p:custDataLst>
            <p:extLst>
              <p:ext uri="{D42A27DB-BD31-4B8C-83A1-F6EECF244321}">
                <p14:modId xmlns:p14="http://schemas.microsoft.com/office/powerpoint/2010/main" val="254130265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92" imgH="591" progId="TCLayout.ActiveDocument.1">
                  <p:embed/>
                </p:oleObj>
              </mc:Choice>
              <mc:Fallback>
                <p:oleObj name="think-cell Slide" r:id="rId4" imgW="592" imgH="591" progId="TCLayout.ActiveDocument.1">
                  <p:embed/>
                  <p:pic>
                    <p:nvPicPr>
                      <p:cNvPr id="2" name="Object 1" hidden="1">
                        <a:extLst>
                          <a:ext uri="{FF2B5EF4-FFF2-40B4-BE49-F238E27FC236}">
                            <a16:creationId xmlns:a16="http://schemas.microsoft.com/office/drawing/2014/main" id="{A954CCC1-5027-4384-BFF6-B54153C697A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8" name="5. Source" hidden="1">
            <a:extLst>
              <a:ext uri="{FF2B5EF4-FFF2-40B4-BE49-F238E27FC236}">
                <a16:creationId xmlns:a16="http://schemas.microsoft.com/office/drawing/2014/main" id="{330AE89A-7771-4A6E-A02D-893DCB66C876}"/>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pic>
        <p:nvPicPr>
          <p:cNvPr id="3" name="Picture 2">
            <a:extLst>
              <a:ext uri="{FF2B5EF4-FFF2-40B4-BE49-F238E27FC236}">
                <a16:creationId xmlns:a16="http://schemas.microsoft.com/office/drawing/2014/main" id="{A5FB7ED7-9CEC-C64C-9573-13078315866F}"/>
              </a:ext>
            </a:extLst>
          </p:cNvPr>
          <p:cNvPicPr>
            <a:picLocks noChangeAspect="1"/>
          </p:cNvPicPr>
          <p:nvPr userDrawn="1"/>
        </p:nvPicPr>
        <p:blipFill rotWithShape="1">
          <a:blip r:embed="rId6"/>
          <a:srcRect l="16452" t="35204" r="16674" b="35543"/>
          <a:stretch/>
        </p:blipFill>
        <p:spPr bwMode="ltGray">
          <a:xfrm>
            <a:off x="4155535" y="2828925"/>
            <a:ext cx="3880930" cy="1200150"/>
          </a:xfrm>
          <a:prstGeom prst="rect">
            <a:avLst/>
          </a:prstGeom>
        </p:spPr>
      </p:pic>
      <p:pic>
        <p:nvPicPr>
          <p:cNvPr id="4" name="object 5">
            <a:extLst>
              <a:ext uri="{FF2B5EF4-FFF2-40B4-BE49-F238E27FC236}">
                <a16:creationId xmlns:a16="http://schemas.microsoft.com/office/drawing/2014/main" id="{9E891BC5-32DA-9208-692C-50E75CC5010E}"/>
              </a:ext>
            </a:extLst>
          </p:cNvPr>
          <p:cNvPicPr/>
          <p:nvPr userDrawn="1"/>
        </p:nvPicPr>
        <p:blipFill>
          <a:blip r:embed="rId7"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36FD2FB0-CF6D-3624-4B8D-E3F185237450}"/>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grpSp>
        <p:nvGrpSpPr>
          <p:cNvPr id="6" name="Group 5">
            <a:extLst>
              <a:ext uri="{FF2B5EF4-FFF2-40B4-BE49-F238E27FC236}">
                <a16:creationId xmlns:a16="http://schemas.microsoft.com/office/drawing/2014/main" id="{2D215863-32A0-19EE-C78D-6A9490331897}"/>
              </a:ext>
            </a:extLst>
          </p:cNvPr>
          <p:cNvGrpSpPr/>
          <p:nvPr userDrawn="1"/>
        </p:nvGrpSpPr>
        <p:grpSpPr>
          <a:xfrm>
            <a:off x="10477027" y="6505613"/>
            <a:ext cx="911407" cy="266339"/>
            <a:chOff x="7035139" y="4746925"/>
            <a:chExt cx="4245429" cy="1240637"/>
          </a:xfrm>
        </p:grpSpPr>
        <p:pic>
          <p:nvPicPr>
            <p:cNvPr id="7" name="object 12">
              <a:extLst>
                <a:ext uri="{FF2B5EF4-FFF2-40B4-BE49-F238E27FC236}">
                  <a16:creationId xmlns:a16="http://schemas.microsoft.com/office/drawing/2014/main" id="{43DBF18D-9E63-D761-E526-B55343CC2C74}"/>
                </a:ext>
              </a:extLst>
            </p:cNvPr>
            <p:cNvPicPr/>
            <p:nvPr/>
          </p:nvPicPr>
          <p:blipFill>
            <a:blip r:embed="rId8" cstate="print"/>
            <a:srcRect l="26434" t="34563" r="18224" b="44449"/>
            <a:stretch/>
          </p:blipFill>
          <p:spPr>
            <a:xfrm>
              <a:off x="8080130" y="5257800"/>
              <a:ext cx="2998177" cy="729762"/>
            </a:xfrm>
            <a:prstGeom prst="rect">
              <a:avLst/>
            </a:prstGeom>
          </p:spPr>
        </p:pic>
        <p:pic>
          <p:nvPicPr>
            <p:cNvPr id="9" name="Picture 8" descr="A close-up of a logo&#10;&#10;AI-generated content may be incorrect.">
              <a:extLst>
                <a:ext uri="{FF2B5EF4-FFF2-40B4-BE49-F238E27FC236}">
                  <a16:creationId xmlns:a16="http://schemas.microsoft.com/office/drawing/2014/main" id="{933BD06D-C758-5592-2C72-D26931665A4B}"/>
                </a:ext>
              </a:extLst>
            </p:cNvPr>
            <p:cNvPicPr>
              <a:picLocks noChangeAspect="1"/>
            </p:cNvPicPr>
            <p:nvPr/>
          </p:nvPicPr>
          <p:blipFill>
            <a:blip r:embed="rId9"/>
            <a:stretch>
              <a:fillRect/>
            </a:stretch>
          </p:blipFill>
          <p:spPr>
            <a:xfrm>
              <a:off x="7035139" y="4746925"/>
              <a:ext cx="4245429" cy="602950"/>
            </a:xfrm>
            <a:prstGeom prst="rect">
              <a:avLst/>
            </a:prstGeom>
          </p:spPr>
        </p:pic>
      </p:grpSp>
    </p:spTree>
    <p:extLst>
      <p:ext uri="{BB962C8B-B14F-4D97-AF65-F5344CB8AC3E}">
        <p14:creationId xmlns:p14="http://schemas.microsoft.com/office/powerpoint/2010/main" val="108509442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A502E44C-4A5D-C0C2-E6A7-70CDF31CEF95}"/>
              </a:ext>
            </a:extLst>
          </p:cNvPr>
          <p:cNvGraphicFramePr>
            <a:graphicFrameLocks noChangeAspect="1"/>
          </p:cNvGraphicFramePr>
          <p:nvPr userDrawn="1">
            <p:custDataLst>
              <p:tags r:id="rId1"/>
            </p:custDataLst>
            <p:extLst>
              <p:ext uri="{D42A27DB-BD31-4B8C-83A1-F6EECF244321}">
                <p14:modId xmlns:p14="http://schemas.microsoft.com/office/powerpoint/2010/main" val="41225739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47" imgH="348" progId="TCLayout.ActiveDocument.1">
                  <p:embed/>
                </p:oleObj>
              </mc:Choice>
              <mc:Fallback>
                <p:oleObj name="think-cell Slide" r:id="rId3" imgW="347" imgH="348" progId="TCLayout.ActiveDocument.1">
                  <p:embed/>
                  <p:pic>
                    <p:nvPicPr>
                      <p:cNvPr id="7" name="think-cell data - do not delete" hidden="1">
                        <a:extLst>
                          <a:ext uri="{FF2B5EF4-FFF2-40B4-BE49-F238E27FC236}">
                            <a16:creationId xmlns:a16="http://schemas.microsoft.com/office/drawing/2014/main" id="{A502E44C-4A5D-C0C2-E6A7-70CDF31CEF9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Holder 2"/>
          <p:cNvSpPr>
            <a:spLocks noGrp="1"/>
          </p:cNvSpPr>
          <p:nvPr>
            <p:ph type="title"/>
          </p:nvPr>
        </p:nvSpPr>
        <p:spPr/>
        <p:txBody>
          <a:bodyPr lIns="0" tIns="0" rIns="0" bIns="0"/>
          <a:lstStyle>
            <a:lvl1pPr rtl="0">
              <a:defRPr sz="2400" b="1" i="0">
                <a:solidFill>
                  <a:srgbClr val="2C3846"/>
                </a:solidFill>
                <a:latin typeface="Arial"/>
                <a:cs typeface="Arial"/>
              </a:defRPr>
            </a:lvl1pPr>
          </a:lstStyle>
          <a:p>
            <a:endParaRPr lang="en-US"/>
          </a:p>
        </p:txBody>
      </p:sp>
      <p:sp>
        <p:nvSpPr>
          <p:cNvPr id="3" name="Holder 3"/>
          <p:cNvSpPr>
            <a:spLocks noGrp="1"/>
          </p:cNvSpPr>
          <p:nvPr>
            <p:ph type="body" idx="1"/>
          </p:nvPr>
        </p:nvSpPr>
        <p:spPr>
          <a:xfrm>
            <a:off x="554736" y="2170800"/>
            <a:ext cx="2484655" cy="169277"/>
          </a:xfrm>
        </p:spPr>
        <p:txBody>
          <a:bodyPr lIns="0" tIns="0" rIns="0" bIns="0"/>
          <a:lstStyle>
            <a:lvl1pPr rtl="0">
              <a:defRPr sz="1100" b="0" i="0">
                <a:solidFill>
                  <a:srgbClr val="2C3846"/>
                </a:solidFill>
                <a:latin typeface="Arial"/>
                <a:cs typeface="Arial"/>
              </a:defRPr>
            </a:lvl1pPr>
          </a:lstStyle>
          <a:p>
            <a:endParaRPr lang="en-US"/>
          </a:p>
        </p:txBody>
      </p:sp>
      <p:sp>
        <p:nvSpPr>
          <p:cNvPr id="4" name="Holder 4"/>
          <p:cNvSpPr>
            <a:spLocks noGrp="1"/>
          </p:cNvSpPr>
          <p:nvPr>
            <p:ph type="ftr" sz="quarter" idx="5"/>
          </p:nvPr>
        </p:nvSpPr>
        <p:spPr/>
        <p:txBody>
          <a:bodyPr lIns="0" tIns="0" rIns="0" bIns="0"/>
          <a:lstStyle>
            <a:lvl1pPr algn="ctr" rtl="0">
              <a:defRPr>
                <a:solidFill>
                  <a:schemeClr val="tx1">
                    <a:tint val="75000"/>
                  </a:schemeClr>
                </a:solidFill>
              </a:defRPr>
            </a:lvl1pPr>
          </a:lstStyle>
          <a:p>
            <a:endParaRPr lang="en-US"/>
          </a:p>
        </p:txBody>
      </p:sp>
      <p:sp>
        <p:nvSpPr>
          <p:cNvPr id="5" name="Holder 5"/>
          <p:cNvSpPr>
            <a:spLocks noGrp="1"/>
          </p:cNvSpPr>
          <p:nvPr>
            <p:ph type="dt" sz="half" idx="6"/>
          </p:nvPr>
        </p:nvSpPr>
        <p:spPr/>
        <p:txBody>
          <a:bodyPr lIns="0" tIns="0" rIns="0" bIns="0"/>
          <a:lstStyle>
            <a:lvl1pPr algn="l" rtl="0">
              <a:defRPr>
                <a:solidFill>
                  <a:schemeClr val="tx1">
                    <a:tint val="75000"/>
                  </a:schemeClr>
                </a:solidFill>
              </a:defRPr>
            </a:lvl1pPr>
          </a:lstStyle>
          <a:p>
            <a:fld id="{35EFF102-35A0-48A3-A1F2-1DD83BB954CC}" type="datetime1">
              <a:rPr lang="en-US" smtClean="0"/>
              <a:t>11/29/2025</a:t>
            </a:fld>
            <a:endParaRPr lang="en-US"/>
          </a:p>
        </p:txBody>
      </p:sp>
      <p:sp>
        <p:nvSpPr>
          <p:cNvPr id="8" name="Espaço Reservado para Número de Slide 5">
            <a:extLst>
              <a:ext uri="{FF2B5EF4-FFF2-40B4-BE49-F238E27FC236}">
                <a16:creationId xmlns:a16="http://schemas.microsoft.com/office/drawing/2014/main" id="{DDB8157B-F805-9FE0-AD7C-6EDE32848816}"/>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678054373"/>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6AA17F-F8C4-4C64-98D7-0AB83132B659}"/>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0B524468-C44C-431C-B64F-F4D978F974C8}"/>
              </a:ext>
            </a:extLst>
          </p:cNvPr>
          <p:cNvSpPr>
            <a:spLocks noGrp="1"/>
          </p:cNvSpPr>
          <p:nvPr>
            <p:ph type="dt" sz="half" idx="10"/>
          </p:nvPr>
        </p:nvSpPr>
        <p:spPr/>
        <p:txBody>
          <a:bodyPr/>
          <a:lstStyle/>
          <a:p>
            <a:fld id="{449AB576-A0E2-4E02-AF5F-CD240E77B3B2}" type="datetime1">
              <a:rPr lang="en-US" smtClean="0"/>
              <a:t>11/29/2025</a:t>
            </a:fld>
            <a:endParaRPr lang="en-US"/>
          </a:p>
        </p:txBody>
      </p:sp>
      <p:sp>
        <p:nvSpPr>
          <p:cNvPr id="4" name="Footer Placeholder 3">
            <a:extLst>
              <a:ext uri="{FF2B5EF4-FFF2-40B4-BE49-F238E27FC236}">
                <a16:creationId xmlns:a16="http://schemas.microsoft.com/office/drawing/2014/main" id="{834DDD01-DA6A-4E13-A6F3-1AC3E59E6459}"/>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6318434D-48F0-4F18-A368-A5DF8F609DAA}"/>
              </a:ext>
            </a:extLst>
          </p:cNvPr>
          <p:cNvSpPr>
            <a:spLocks noGrp="1"/>
          </p:cNvSpPr>
          <p:nvPr>
            <p:ph type="sldNum" sz="quarter" idx="12"/>
          </p:nvPr>
        </p:nvSpPr>
        <p:spPr/>
        <p:txBody>
          <a:bodyPr/>
          <a:lstStyle/>
          <a:p>
            <a:fld id="{FE8D4F85-EA82-44F5-B686-DA5003CEBF5E}" type="slidenum">
              <a:rPr lang="en-US" smtClean="0"/>
              <a:t>‹#›</a:t>
            </a:fld>
            <a:endParaRPr lang="en-US"/>
          </a:p>
        </p:txBody>
      </p:sp>
    </p:spTree>
    <p:extLst>
      <p:ext uri="{BB962C8B-B14F-4D97-AF65-F5344CB8AC3E}">
        <p14:creationId xmlns:p14="http://schemas.microsoft.com/office/powerpoint/2010/main" val="255119384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1_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403659594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F741700-5035-4E61-A4AC-1B3C7AE220D5}"/>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82372"/>
            <a:ext cx="11082528" cy="731520"/>
          </a:xfrm>
        </p:spPr>
        <p:txBody>
          <a:bodyPr vert="horz"/>
          <a:lstStyle>
            <a:lvl1pPr>
              <a:defRPr>
                <a:solidFill>
                  <a:schemeClr val="tx2"/>
                </a:solidFill>
              </a:defRPr>
            </a:lvl1pPr>
          </a:lstStyle>
          <a:p>
            <a:r>
              <a:rPr lang="en-US"/>
              <a:t>Click to edit Master title style</a:t>
            </a:r>
          </a:p>
        </p:txBody>
      </p:sp>
      <p:sp>
        <p:nvSpPr>
          <p:cNvPr id="9" name="Slide Number">
            <a:extLst>
              <a:ext uri="{FF2B5EF4-FFF2-40B4-BE49-F238E27FC236}">
                <a16:creationId xmlns:a16="http://schemas.microsoft.com/office/drawing/2014/main" id="{66686DBA-90DA-4033-B950-94CBD0D7A425}"/>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a:defRPr sz="800">
                <a:latin typeface="+mn-lt"/>
              </a:defRPr>
            </a:lvl1pPr>
          </a:lstStyle>
          <a:p>
            <a:pPr lvl="0"/>
            <a:r>
              <a:rPr lang="en-US"/>
              <a:t>Chapter › Topic</a:t>
            </a:r>
          </a:p>
        </p:txBody>
      </p:sp>
      <p:sp>
        <p:nvSpPr>
          <p:cNvPr id="12" name="3. Subtitle">
            <a:extLst>
              <a:ext uri="{FF2B5EF4-FFF2-40B4-BE49-F238E27FC236}">
                <a16:creationId xmlns:a16="http://schemas.microsoft.com/office/drawing/2014/main" id="{1EE9FF4B-7331-4DE1-A594-C0C335ED5BE5}"/>
              </a:ext>
            </a:extLst>
          </p:cNvPr>
          <p:cNvSpPr>
            <a:spLocks noGrp="1"/>
          </p:cNvSpPr>
          <p:nvPr>
            <p:ph type="subTitle" idx="1"/>
            <p:custDataLst>
              <p:tags r:id="rId7"/>
            </p:custDataLst>
          </p:nvPr>
        </p:nvSpPr>
        <p:spPr>
          <a:xfrm>
            <a:off x="554736" y="903861"/>
            <a:ext cx="11082528" cy="276999"/>
          </a:xfrm>
        </p:spPr>
        <p:txBody>
          <a:bodyPr anchor="ctr" anchorCtr="0"/>
          <a:lstStyle/>
          <a:p>
            <a:r>
              <a:rPr lang="en-US" sz="1600"/>
              <a:t>Click to edit Master subtitle style</a:t>
            </a:r>
          </a:p>
        </p:txBody>
      </p:sp>
    </p:spTree>
    <p:extLst>
      <p:ext uri="{BB962C8B-B14F-4D97-AF65-F5344CB8AC3E}">
        <p14:creationId xmlns:p14="http://schemas.microsoft.com/office/powerpoint/2010/main" val="229226589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E827457-CF9D-BD66-F1F6-307DEB727CF9}"/>
              </a:ext>
            </a:extLst>
          </p:cNvPr>
          <p:cNvSpPr>
            <a:spLocks noGrp="1"/>
          </p:cNvSpPr>
          <p:nvPr>
            <p:ph type="dt" sz="half" idx="10"/>
          </p:nvPr>
        </p:nvSpPr>
        <p:spPr/>
        <p:txBody>
          <a:bodyPr/>
          <a:lstStyle/>
          <a:p>
            <a:fld id="{37BA749D-9D9E-43EB-975D-3207D5BE943B}" type="datetime1">
              <a:rPr lang="en-US" smtClean="0"/>
              <a:t>11/29/2025</a:t>
            </a:fld>
            <a:endParaRPr lang="en-US"/>
          </a:p>
        </p:txBody>
      </p:sp>
      <p:sp>
        <p:nvSpPr>
          <p:cNvPr id="3" name="Footer Placeholder 2">
            <a:extLst>
              <a:ext uri="{FF2B5EF4-FFF2-40B4-BE49-F238E27FC236}">
                <a16:creationId xmlns:a16="http://schemas.microsoft.com/office/drawing/2014/main" id="{E6A00432-C3EE-C949-B685-67317460F49C}"/>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55E26999-AED2-61EE-6884-1A37039A0733}"/>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12439541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userDrawn="1">
  <p:cSld name="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extLst>
              <p:ext uri="{D42A27DB-BD31-4B8C-83A1-F6EECF244321}">
                <p14:modId xmlns:p14="http://schemas.microsoft.com/office/powerpoint/2010/main" val="204200975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pic>
        <p:nvPicPr>
          <p:cNvPr id="39" name="Picture 38">
            <a:extLst>
              <a:ext uri="{FF2B5EF4-FFF2-40B4-BE49-F238E27FC236}">
                <a16:creationId xmlns:a16="http://schemas.microsoft.com/office/drawing/2014/main" id="{55D486F3-4001-B737-E4EC-25519848B91E}"/>
              </a:ext>
            </a:extLst>
          </p:cNvPr>
          <p:cNvPicPr>
            <a:picLocks/>
          </p:cNvPicPr>
          <p:nvPr userDrawn="1"/>
        </p:nvPicPr>
        <p:blipFill rotWithShape="1">
          <a:blip r:embed="rId9" cstate="print">
            <a:extLst>
              <a:ext uri="{28A0092B-C50C-407E-A947-70E740481C1C}">
                <a14:useLocalDpi xmlns:a14="http://schemas.microsoft.com/office/drawing/2010/main"/>
              </a:ext>
            </a:extLst>
          </a:blip>
          <a:srcRect/>
          <a:stretch/>
        </p:blipFill>
        <p:spPr bwMode="ltGray">
          <a:xfrm>
            <a:off x="0" y="0"/>
            <a:ext cx="12188825" cy="4398688"/>
          </a:xfrm>
          <a:prstGeom prst="rect">
            <a:avLst/>
          </a:prstGeom>
        </p:spPr>
      </p:pic>
      <p:pic>
        <p:nvPicPr>
          <p:cNvPr id="40" name="Picture 39">
            <a:extLst>
              <a:ext uri="{FF2B5EF4-FFF2-40B4-BE49-F238E27FC236}">
                <a16:creationId xmlns:a16="http://schemas.microsoft.com/office/drawing/2014/main" id="{D06C9FC3-F1A0-0D96-E672-A90834228F9D}"/>
              </a:ext>
            </a:extLst>
          </p:cNvPr>
          <p:cNvPicPr>
            <a:picLocks noChangeAspect="1"/>
          </p:cNvPicPr>
          <p:nvPr userDrawn="1"/>
        </p:nvPicPr>
        <p:blipFill rotWithShape="1">
          <a:blip r:embed="rId10"/>
          <a:srcRect l="1508" t="83853" r="1458"/>
          <a:stretch/>
        </p:blipFill>
        <p:spPr>
          <a:xfrm flipV="1">
            <a:off x="-1" y="3871739"/>
            <a:ext cx="12188825" cy="608484"/>
          </a:xfrm>
          <a:custGeom>
            <a:avLst/>
            <a:gdLst>
              <a:gd name="connsiteX0" fmla="*/ 0 w 12192000"/>
              <a:gd name="connsiteY0" fmla="*/ 0 h 590588"/>
              <a:gd name="connsiteX1" fmla="*/ 12192000 w 12192000"/>
              <a:gd name="connsiteY1" fmla="*/ 0 h 590588"/>
              <a:gd name="connsiteX2" fmla="*/ 12192000 w 12192000"/>
              <a:gd name="connsiteY2" fmla="*/ 590588 h 590588"/>
              <a:gd name="connsiteX3" fmla="*/ 0 w 12192000"/>
              <a:gd name="connsiteY3" fmla="*/ 590588 h 590588"/>
            </a:gdLst>
            <a:ahLst/>
            <a:cxnLst>
              <a:cxn ang="0">
                <a:pos x="connsiteX0" y="connsiteY0"/>
              </a:cxn>
              <a:cxn ang="0">
                <a:pos x="connsiteX1" y="connsiteY1"/>
              </a:cxn>
              <a:cxn ang="0">
                <a:pos x="connsiteX2" y="connsiteY2"/>
              </a:cxn>
              <a:cxn ang="0">
                <a:pos x="connsiteX3" y="connsiteY3"/>
              </a:cxn>
            </a:cxnLst>
            <a:rect l="l" t="t" r="r" b="b"/>
            <a:pathLst>
              <a:path w="12192000" h="590588">
                <a:moveTo>
                  <a:pt x="0" y="0"/>
                </a:moveTo>
                <a:lnTo>
                  <a:pt x="12192000" y="0"/>
                </a:lnTo>
                <a:lnTo>
                  <a:pt x="12192000" y="590588"/>
                </a:lnTo>
                <a:lnTo>
                  <a:pt x="0" y="590588"/>
                </a:lnTo>
                <a:close/>
              </a:path>
            </a:pathLst>
          </a:custGeom>
        </p:spPr>
      </p:pic>
      <p:sp>
        <p:nvSpPr>
          <p:cNvPr id="41" name="Rectangle 40">
            <a:extLst>
              <a:ext uri="{FF2B5EF4-FFF2-40B4-BE49-F238E27FC236}">
                <a16:creationId xmlns:a16="http://schemas.microsoft.com/office/drawing/2014/main" id="{A0150213-D4B6-65F7-FDC9-30F0D41556FE}"/>
              </a:ext>
            </a:extLst>
          </p:cNvPr>
          <p:cNvSpPr>
            <a:spLocks/>
          </p:cNvSpPr>
          <p:nvPr userDrawn="1"/>
        </p:nvSpPr>
        <p:spPr>
          <a:xfrm>
            <a:off x="0" y="4387237"/>
            <a:ext cx="12188825" cy="2470763"/>
          </a:xfrm>
          <a:prstGeom prst="rect">
            <a:avLst/>
          </a:prstGeom>
          <a:solidFill>
            <a:srgbClr val="03898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spcBef>
                <a:spcPts val="300"/>
              </a:spcBef>
              <a:spcAft>
                <a:spcPts val="300"/>
              </a:spcAft>
            </a:pPr>
            <a:endParaRPr lang="en-US" sz="160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42" name="Rectangle 41">
            <a:extLst>
              <a:ext uri="{FF2B5EF4-FFF2-40B4-BE49-F238E27FC236}">
                <a16:creationId xmlns:a16="http://schemas.microsoft.com/office/drawing/2014/main" id="{4E0FF1DF-FCD8-679A-4A1F-3643DFBB067A}"/>
              </a:ext>
            </a:extLst>
          </p:cNvPr>
          <p:cNvSpPr>
            <a:spLocks/>
          </p:cNvSpPr>
          <p:nvPr userDrawn="1"/>
        </p:nvSpPr>
        <p:spPr>
          <a:xfrm>
            <a:off x="0" y="0"/>
            <a:ext cx="12188825" cy="1593850"/>
          </a:xfrm>
          <a:prstGeom prst="rect">
            <a:avLst/>
          </a:prstGeom>
          <a:gradFill>
            <a:gsLst>
              <a:gs pos="0">
                <a:srgbClr val="1F405C">
                  <a:lumMod val="67000"/>
                  <a:alpha val="0"/>
                </a:srgbClr>
              </a:gs>
              <a:gs pos="100000">
                <a:srgbClr val="1F405C">
                  <a:alpha val="64000"/>
                </a:srgbClr>
              </a:gs>
            </a:gsLst>
            <a:lin ang="16200000" scaled="1"/>
          </a:gradFill>
          <a:ln w="6350" cap="sq"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pic>
        <p:nvPicPr>
          <p:cNvPr id="43" name="Picture 42">
            <a:extLst>
              <a:ext uri="{FF2B5EF4-FFF2-40B4-BE49-F238E27FC236}">
                <a16:creationId xmlns:a16="http://schemas.microsoft.com/office/drawing/2014/main" id="{E3DB5779-48B9-ADB3-19F1-4FD1D2561BEF}"/>
              </a:ext>
            </a:extLst>
          </p:cNvPr>
          <p:cNvPicPr>
            <a:picLocks noChangeAspect="1"/>
          </p:cNvPicPr>
          <p:nvPr userDrawn="1"/>
        </p:nvPicPr>
        <p:blipFill rotWithShape="1">
          <a:blip r:embed="rId11">
            <a:extLst>
              <a:ext uri="{BEBA8EAE-BF5A-486C-A8C5-ECC9F3942E4B}">
                <a14:imgProps xmlns:a14="http://schemas.microsoft.com/office/drawing/2010/main">
                  <a14:imgLayer r:embed="rId12">
                    <a14:imgEffect>
                      <a14:brightnessContrast bright="100000"/>
                    </a14:imgEffect>
                  </a14:imgLayer>
                </a14:imgProps>
              </a:ext>
            </a:extLst>
          </a:blip>
          <a:srcRect l="16452" t="35204" r="16674" b="35543"/>
          <a:stretch/>
        </p:blipFill>
        <p:spPr bwMode="ltGray">
          <a:xfrm>
            <a:off x="547688" y="422766"/>
            <a:ext cx="2003144" cy="619458"/>
          </a:xfrm>
          <a:prstGeom prst="rect">
            <a:avLst/>
          </a:prstGeom>
        </p:spPr>
      </p:pic>
      <p:sp>
        <p:nvSpPr>
          <p:cNvPr id="44" name="Documenttype">
            <a:extLst>
              <a:ext uri="{FF2B5EF4-FFF2-40B4-BE49-F238E27FC236}">
                <a16:creationId xmlns:a16="http://schemas.microsoft.com/office/drawing/2014/main" id="{9F0E8124-ABA8-94A1-35E2-B0AADAF828E6}"/>
              </a:ext>
            </a:extLst>
          </p:cNvPr>
          <p:cNvSpPr>
            <a:spLocks noGrp="1"/>
          </p:cNvSpPr>
          <p:nvPr>
            <p:ph type="body" sz="quarter" idx="13" hasCustomPrompt="1"/>
            <p:custDataLst>
              <p:tags r:id="rId3"/>
            </p:custDataLst>
          </p:nvPr>
        </p:nvSpPr>
        <p:spPr bwMode="auto">
          <a:xfrm>
            <a:off x="547688" y="6217885"/>
            <a:ext cx="1108710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lgn="ctr"/>
            <a:r>
              <a:rPr lang="en-US"/>
              <a:t>Edit date or title/role</a:t>
            </a:r>
          </a:p>
        </p:txBody>
      </p:sp>
      <p:sp>
        <p:nvSpPr>
          <p:cNvPr id="45" name="Subtitle">
            <a:extLst>
              <a:ext uri="{FF2B5EF4-FFF2-40B4-BE49-F238E27FC236}">
                <a16:creationId xmlns:a16="http://schemas.microsoft.com/office/drawing/2014/main" id="{F222930C-0F65-337C-7D97-903655E946E5}"/>
              </a:ext>
            </a:extLst>
          </p:cNvPr>
          <p:cNvSpPr>
            <a:spLocks noGrp="1"/>
          </p:cNvSpPr>
          <p:nvPr>
            <p:ph type="subTitle" idx="1"/>
            <p:custDataLst>
              <p:tags r:id="rId4"/>
            </p:custDataLst>
          </p:nvPr>
        </p:nvSpPr>
        <p:spPr bwMode="auto">
          <a:xfrm>
            <a:off x="547688" y="5817728"/>
            <a:ext cx="11087100" cy="30777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2000"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lgn="ctr"/>
            <a:r>
              <a:rPr lang="en-US"/>
              <a:t>Click to edit Master subtitle style</a:t>
            </a:r>
          </a:p>
        </p:txBody>
      </p:sp>
      <p:sp>
        <p:nvSpPr>
          <p:cNvPr id="46" name="Title">
            <a:extLst>
              <a:ext uri="{FF2B5EF4-FFF2-40B4-BE49-F238E27FC236}">
                <a16:creationId xmlns:a16="http://schemas.microsoft.com/office/drawing/2014/main" id="{49630E08-4AFA-7754-15E0-2549AE9D39C1}"/>
              </a:ext>
            </a:extLst>
          </p:cNvPr>
          <p:cNvSpPr>
            <a:spLocks noGrp="1"/>
          </p:cNvSpPr>
          <p:nvPr>
            <p:ph type="title" hasCustomPrompt="1"/>
            <p:custDataLst>
              <p:tags r:id="rId5"/>
            </p:custDataLst>
          </p:nvPr>
        </p:nvSpPr>
        <p:spPr bwMode="auto">
          <a:xfrm>
            <a:off x="547688" y="4494243"/>
            <a:ext cx="11087100" cy="1231106"/>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b" anchorCtr="0">
            <a:spAutoFit/>
          </a:bodyPr>
          <a:lstStyle>
            <a:lvl1pPr rtl="0">
              <a:defRPr lang="en-US" sz="4000"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lgn="ctr"/>
            <a:r>
              <a:rPr lang="en-US"/>
              <a:t>Click to edit </a:t>
            </a:r>
            <a:br>
              <a:rPr lang="en-US"/>
            </a:br>
            <a:r>
              <a:rPr lang="en-US"/>
              <a:t>Master title style</a:t>
            </a:r>
          </a:p>
        </p:txBody>
      </p:sp>
    </p:spTree>
    <p:extLst>
      <p:ext uri="{BB962C8B-B14F-4D97-AF65-F5344CB8AC3E}">
        <p14:creationId xmlns:p14="http://schemas.microsoft.com/office/powerpoint/2010/main" val="308305986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userDrawn="1">
  <p:cSld name="2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extLst>
              <p:ext uri="{D42A27DB-BD31-4B8C-83A1-F6EECF244321}">
                <p14:modId xmlns:p14="http://schemas.microsoft.com/office/powerpoint/2010/main" val="40899572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44" name="Picture 43">
            <a:extLst>
              <a:ext uri="{FF2B5EF4-FFF2-40B4-BE49-F238E27FC236}">
                <a16:creationId xmlns:a16="http://schemas.microsoft.com/office/drawing/2014/main" id="{0CE0CF7F-5DD3-DAAC-9403-20DA947D3513}"/>
              </a:ext>
            </a:extLst>
          </p:cNvPr>
          <p:cNvPicPr>
            <a:picLocks noChangeAspect="1"/>
          </p:cNvPicPr>
          <p:nvPr userDrawn="1"/>
        </p:nvPicPr>
        <p:blipFill>
          <a:blip r:embed="rId9"/>
          <a:srcRect b="839"/>
          <a:stretch>
            <a:fillRect/>
          </a:stretch>
        </p:blipFill>
        <p:spPr bwMode="ltGray">
          <a:xfrm>
            <a:off x="27033" y="0"/>
            <a:ext cx="12164967" cy="6858000"/>
          </a:xfrm>
          <a:custGeom>
            <a:avLst/>
            <a:gdLst>
              <a:gd name="connsiteX0" fmla="*/ 0 w 12164967"/>
              <a:gd name="connsiteY0" fmla="*/ 0 h 6858000"/>
              <a:gd name="connsiteX1" fmla="*/ 12164967 w 12164967"/>
              <a:gd name="connsiteY1" fmla="*/ 0 h 6858000"/>
              <a:gd name="connsiteX2" fmla="*/ 12164967 w 12164967"/>
              <a:gd name="connsiteY2" fmla="*/ 6858000 h 6858000"/>
              <a:gd name="connsiteX3" fmla="*/ 0 w 1216496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64967" h="6858000">
                <a:moveTo>
                  <a:pt x="0" y="0"/>
                </a:moveTo>
                <a:lnTo>
                  <a:pt x="12164967" y="0"/>
                </a:lnTo>
                <a:lnTo>
                  <a:pt x="12164967" y="6858000"/>
                </a:lnTo>
                <a:lnTo>
                  <a:pt x="0" y="6858000"/>
                </a:lnTo>
                <a:close/>
              </a:path>
            </a:pathLst>
          </a:cu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pic>
        <p:nvPicPr>
          <p:cNvPr id="19" name="Picture 18">
            <a:extLst>
              <a:ext uri="{FF2B5EF4-FFF2-40B4-BE49-F238E27FC236}">
                <a16:creationId xmlns:a16="http://schemas.microsoft.com/office/drawing/2014/main" id="{F07B1F1A-AC26-2533-7770-8C9ED9BBDD97}"/>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36" name="Documenttype">
            <a:extLst>
              <a:ext uri="{FF2B5EF4-FFF2-40B4-BE49-F238E27FC236}">
                <a16:creationId xmlns:a16="http://schemas.microsoft.com/office/drawing/2014/main" id="{C88D07CD-B77D-6CAF-71FE-1FC183A51CEE}"/>
              </a:ext>
            </a:extLst>
          </p:cNvPr>
          <p:cNvSpPr>
            <a:spLocks noGrp="1"/>
          </p:cNvSpPr>
          <p:nvPr>
            <p:ph type="body" sz="quarter" idx="13" hasCustomPrompt="1"/>
            <p:custDataLst>
              <p:tags r:id="rId3"/>
            </p:custDataLst>
          </p:nvPr>
        </p:nvSpPr>
        <p:spPr bwMode="auto">
          <a:xfrm>
            <a:off x="547688" y="6238300"/>
            <a:ext cx="476612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Edit date or title/role</a:t>
            </a:r>
          </a:p>
        </p:txBody>
      </p:sp>
      <p:sp>
        <p:nvSpPr>
          <p:cNvPr id="37" name="Subtitle">
            <a:extLst>
              <a:ext uri="{FF2B5EF4-FFF2-40B4-BE49-F238E27FC236}">
                <a16:creationId xmlns:a16="http://schemas.microsoft.com/office/drawing/2014/main" id="{9CED084F-4AC7-1351-28E1-5D99350FBC32}"/>
              </a:ext>
            </a:extLst>
          </p:cNvPr>
          <p:cNvSpPr>
            <a:spLocks noGrp="1"/>
          </p:cNvSpPr>
          <p:nvPr>
            <p:ph type="subTitle" idx="1" hasCustomPrompt="1"/>
            <p:custDataLst>
              <p:tags r:id="rId4"/>
            </p:custDataLst>
          </p:nvPr>
        </p:nvSpPr>
        <p:spPr bwMode="auto">
          <a:xfrm>
            <a:off x="548829" y="4622263"/>
            <a:ext cx="4766120"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Click to edit </a:t>
            </a:r>
            <a:br>
              <a:rPr lang="en-US"/>
            </a:br>
            <a:r>
              <a:rPr lang="en-US"/>
              <a:t>Master subtitle style</a:t>
            </a:r>
          </a:p>
        </p:txBody>
      </p:sp>
      <p:sp>
        <p:nvSpPr>
          <p:cNvPr id="38" name="Title">
            <a:extLst>
              <a:ext uri="{FF2B5EF4-FFF2-40B4-BE49-F238E27FC236}">
                <a16:creationId xmlns:a16="http://schemas.microsoft.com/office/drawing/2014/main" id="{2DE7341B-FD96-7365-69AB-25DEF0C86612}"/>
              </a:ext>
            </a:extLst>
          </p:cNvPr>
          <p:cNvSpPr>
            <a:spLocks noGrp="1"/>
          </p:cNvSpPr>
          <p:nvPr>
            <p:ph type="title" hasCustomPrompt="1"/>
            <p:custDataLst>
              <p:tags r:id="rId5"/>
            </p:custDataLst>
          </p:nvPr>
        </p:nvSpPr>
        <p:spPr bwMode="auto">
          <a:xfrm>
            <a:off x="548829" y="1590454"/>
            <a:ext cx="4766120"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49079478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1_Title">
    <p:bg>
      <p:bgPr>
        <a:solidFill>
          <a:schemeClr val="bg1"/>
        </a:solidFill>
        <a:effectLst/>
      </p:bgPr>
    </p:bg>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33B562A0-3D6C-45D0-9E85-8A28A804D0F1}"/>
              </a:ext>
            </a:extLst>
          </p:cNvPr>
          <p:cNvGraphicFramePr>
            <a:graphicFrameLocks noChangeAspect="1"/>
          </p:cNvGraphicFramePr>
          <p:nvPr userDrawn="1">
            <p:custDataLst>
              <p:tags r:id="rId1"/>
            </p:custDataLst>
            <p:extLst>
              <p:ext uri="{D42A27DB-BD31-4B8C-83A1-F6EECF244321}">
                <p14:modId xmlns:p14="http://schemas.microsoft.com/office/powerpoint/2010/main" val="3135026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7" name="Object 6" hidden="1">
                        <a:extLst>
                          <a:ext uri="{FF2B5EF4-FFF2-40B4-BE49-F238E27FC236}">
                            <a16:creationId xmlns:a16="http://schemas.microsoft.com/office/drawing/2014/main" id="{33B562A0-3D6C-45D0-9E85-8A28A804D0F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pic>
        <p:nvPicPr>
          <p:cNvPr id="28" name="Picture 27">
            <a:extLst>
              <a:ext uri="{FF2B5EF4-FFF2-40B4-BE49-F238E27FC236}">
                <a16:creationId xmlns:a16="http://schemas.microsoft.com/office/drawing/2014/main" id="{3B2AB686-E2EC-8576-D5D8-379E4A8E1E5A}"/>
              </a:ext>
            </a:extLst>
          </p:cNvPr>
          <p:cNvPicPr>
            <a:picLocks noChangeAspect="1"/>
          </p:cNvPicPr>
          <p:nvPr userDrawn="1"/>
        </p:nvPicPr>
        <p:blipFill>
          <a:blip r:embed="rId9"/>
          <a:stretch>
            <a:fillRect/>
          </a:stretch>
        </p:blipFill>
        <p:spPr bwMode="ltGray">
          <a:xfrm>
            <a:off x="0" y="0"/>
            <a:ext cx="12192000" cy="6858000"/>
          </a:xfrm>
          <a:prstGeom prst="rect">
            <a:avLst/>
          </a:prstGeom>
        </p:spPr>
      </p:pic>
      <p:sp>
        <p:nvSpPr>
          <p:cNvPr id="2" name="Rectangle 1" hidden="1">
            <a:extLst>
              <a:ext uri="{FF2B5EF4-FFF2-40B4-BE49-F238E27FC236}">
                <a16:creationId xmlns:a16="http://schemas.microsoft.com/office/drawing/2014/main" id="{CC42428D-965F-410A-AAB0-2F4E028AF07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pic>
        <p:nvPicPr>
          <p:cNvPr id="19" name="Picture 18">
            <a:extLst>
              <a:ext uri="{FF2B5EF4-FFF2-40B4-BE49-F238E27FC236}">
                <a16:creationId xmlns:a16="http://schemas.microsoft.com/office/drawing/2014/main" id="{62B719C0-833E-7E3A-199A-9AE6B3C992EC}"/>
              </a:ext>
            </a:extLst>
          </p:cNvPr>
          <p:cNvPicPr>
            <a:picLocks noChangeAspect="1"/>
          </p:cNvPicPr>
          <p:nvPr userDrawn="1"/>
        </p:nvPicPr>
        <p:blipFill rotWithShape="1">
          <a:blip r:embed="rId10"/>
          <a:srcRect l="16452" t="35204" r="16674" b="35543"/>
          <a:stretch/>
        </p:blipFill>
        <p:spPr bwMode="ltGray">
          <a:xfrm>
            <a:off x="547688" y="422766"/>
            <a:ext cx="2003144" cy="619458"/>
          </a:xfrm>
          <a:prstGeom prst="rect">
            <a:avLst/>
          </a:prstGeom>
        </p:spPr>
      </p:pic>
      <p:sp>
        <p:nvSpPr>
          <p:cNvPr id="20" name="Documenttype">
            <a:extLst>
              <a:ext uri="{FF2B5EF4-FFF2-40B4-BE49-F238E27FC236}">
                <a16:creationId xmlns:a16="http://schemas.microsoft.com/office/drawing/2014/main" id="{481CB4DC-E900-D3F5-D732-DD266C56E378}"/>
              </a:ext>
            </a:extLst>
          </p:cNvPr>
          <p:cNvSpPr>
            <a:spLocks noGrp="1"/>
          </p:cNvSpPr>
          <p:nvPr>
            <p:ph type="body" sz="quarter" idx="13" hasCustomPrompt="1"/>
            <p:custDataLst>
              <p:tags r:id="rId3"/>
            </p:custDataLst>
          </p:nvPr>
        </p:nvSpPr>
        <p:spPr bwMode="auto">
          <a:xfrm>
            <a:off x="547687" y="6238300"/>
            <a:ext cx="5305871"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Edit date or title/role</a:t>
            </a:r>
          </a:p>
        </p:txBody>
      </p:sp>
      <p:sp>
        <p:nvSpPr>
          <p:cNvPr id="21" name="Subtitle">
            <a:extLst>
              <a:ext uri="{FF2B5EF4-FFF2-40B4-BE49-F238E27FC236}">
                <a16:creationId xmlns:a16="http://schemas.microsoft.com/office/drawing/2014/main" id="{44D430EF-CFAD-62DC-07FA-583FFE0A871A}"/>
              </a:ext>
            </a:extLst>
          </p:cNvPr>
          <p:cNvSpPr>
            <a:spLocks noGrp="1"/>
          </p:cNvSpPr>
          <p:nvPr>
            <p:ph type="subTitle" idx="1" hasCustomPrompt="1"/>
            <p:custDataLst>
              <p:tags r:id="rId4"/>
            </p:custDataLst>
          </p:nvPr>
        </p:nvSpPr>
        <p:spPr bwMode="auto">
          <a:xfrm>
            <a:off x="548828" y="4622263"/>
            <a:ext cx="5305871"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20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Click to edit </a:t>
            </a:r>
            <a:br>
              <a:rPr lang="en-US"/>
            </a:br>
            <a:r>
              <a:rPr lang="en-US"/>
              <a:t>Master subtitle style</a:t>
            </a:r>
          </a:p>
        </p:txBody>
      </p:sp>
      <p:sp>
        <p:nvSpPr>
          <p:cNvPr id="22" name="Title">
            <a:extLst>
              <a:ext uri="{FF2B5EF4-FFF2-40B4-BE49-F238E27FC236}">
                <a16:creationId xmlns:a16="http://schemas.microsoft.com/office/drawing/2014/main" id="{A0E33AF1-FB1E-099B-84AB-8BBB03ADCDE1}"/>
              </a:ext>
            </a:extLst>
          </p:cNvPr>
          <p:cNvSpPr>
            <a:spLocks noGrp="1"/>
          </p:cNvSpPr>
          <p:nvPr>
            <p:ph type="title" hasCustomPrompt="1"/>
            <p:custDataLst>
              <p:tags r:id="rId5"/>
            </p:custDataLst>
          </p:nvPr>
        </p:nvSpPr>
        <p:spPr bwMode="auto">
          <a:xfrm>
            <a:off x="548828" y="1590454"/>
            <a:ext cx="5305871"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rtl="0">
              <a:defRPr lang="en-US" sz="44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416024356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24238691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b="0" baseline="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5"/>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6"/>
            </p:custDataLst>
          </p:nvPr>
        </p:nvSpPr>
        <p:spPr>
          <a:xfrm>
            <a:off x="554736" y="172212"/>
            <a:ext cx="11082528" cy="731520"/>
          </a:xfrm>
          <a:prstGeom prst="rect">
            <a:avLst/>
          </a:prstGeom>
        </p:spPr>
        <p:txBody>
          <a:bodyPr vert="horz" wrap="square" lIns="0" tIns="0" rIns="0" bIns="0" rtlCol="0" anchor="b" anchorCtr="0">
            <a:noAutofit/>
          </a:bodyPr>
          <a:lstStyle>
            <a:lvl1pPr rtl="0">
              <a:defRPr lang="en-US"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Click to edit Master title style</a:t>
            </a:r>
          </a:p>
        </p:txBody>
      </p:sp>
      <p:sp>
        <p:nvSpPr>
          <p:cNvPr id="4" name="Espaço Reservado para Número de Slide 5">
            <a:extLst>
              <a:ext uri="{FF2B5EF4-FFF2-40B4-BE49-F238E27FC236}">
                <a16:creationId xmlns:a16="http://schemas.microsoft.com/office/drawing/2014/main" id="{72D2C932-738F-9CD7-E5D6-3DEEB949E4C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393883065"/>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Top Left">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9BA84E71-6FE7-4585-B82E-BE5603311945}"/>
              </a:ext>
            </a:extLst>
          </p:cNvPr>
          <p:cNvGraphicFramePr>
            <a:graphicFrameLocks noChangeAspect="1"/>
          </p:cNvGraphicFramePr>
          <p:nvPr userDrawn="1">
            <p:custDataLst>
              <p:tags r:id="rId1"/>
            </p:custDataLst>
            <p:extLst>
              <p:ext uri="{D42A27DB-BD31-4B8C-83A1-F6EECF244321}">
                <p14:modId xmlns:p14="http://schemas.microsoft.com/office/powerpoint/2010/main" val="275873842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10" name="Object 9" hidden="1">
                        <a:extLst>
                          <a:ext uri="{FF2B5EF4-FFF2-40B4-BE49-F238E27FC236}">
                            <a16:creationId xmlns:a16="http://schemas.microsoft.com/office/drawing/2014/main" id="{9BA84E71-6FE7-4585-B82E-BE5603311945}"/>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D62A08AB-557D-4245-84FA-9DB6B6C6845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1706563"/>
            <a:ext cx="3813048" cy="769441"/>
          </a:xfrm>
          <a:prstGeom prst="rect">
            <a:avLst/>
          </a:prstGeom>
        </p:spPr>
        <p:txBody>
          <a:bodyPr vert="horz" anchor="t">
            <a:noAutofit/>
          </a:bodyPr>
          <a:lstStyle>
            <a:lvl1pPr rtl="0">
              <a:lnSpc>
                <a:spcPct val="100000"/>
              </a:lnSpc>
              <a:defRPr>
                <a:ln w="6350" cap="flat">
                  <a:noFill/>
                  <a:miter lim="800000"/>
                </a:ln>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6" name="5. Source" hidden="1">
            <a:extLst>
              <a:ext uri="{FF2B5EF4-FFF2-40B4-BE49-F238E27FC236}">
                <a16:creationId xmlns:a16="http://schemas.microsoft.com/office/drawing/2014/main" id="{0E2D5DBB-C1B8-4A27-836D-C2E6D553234D}"/>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1" name="1. On-page tracker">
            <a:extLst>
              <a:ext uri="{FF2B5EF4-FFF2-40B4-BE49-F238E27FC236}">
                <a16:creationId xmlns:a16="http://schemas.microsoft.com/office/drawing/2014/main" id="{A2582D75-79F8-4634-92EF-A9F0840C018B}"/>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BF8C35-E00C-E2F4-3EA4-E3ADBEFA4805}"/>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59802482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Mid Left">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3C4F5195-E8F7-4A2F-B02E-643BB3D88381}"/>
              </a:ext>
            </a:extLst>
          </p:cNvPr>
          <p:cNvGraphicFramePr>
            <a:graphicFrameLocks noChangeAspect="1"/>
          </p:cNvGraphicFramePr>
          <p:nvPr userDrawn="1">
            <p:custDataLst>
              <p:tags r:id="rId1"/>
            </p:custDataLst>
            <p:extLst>
              <p:ext uri="{D42A27DB-BD31-4B8C-83A1-F6EECF244321}">
                <p14:modId xmlns:p14="http://schemas.microsoft.com/office/powerpoint/2010/main" val="122409054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4" name="Object 3" hidden="1">
                        <a:extLst>
                          <a:ext uri="{FF2B5EF4-FFF2-40B4-BE49-F238E27FC236}">
                            <a16:creationId xmlns:a16="http://schemas.microsoft.com/office/drawing/2014/main" id="{3C4F5195-E8F7-4A2F-B02E-643BB3D883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515EFC92-5E3D-4BDC-A378-85D30212A9E2}"/>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3044280"/>
            <a:ext cx="5065776" cy="769441"/>
          </a:xfrm>
          <a:prstGeom prst="rect">
            <a:avLst/>
          </a:prstGeom>
        </p:spPr>
        <p:txBody>
          <a:bodyPr vert="horz" rIns="365760" anchor="ctr">
            <a:noAutofit/>
          </a:bodyPr>
          <a:lstStyle>
            <a:lvl1pPr rtl="0">
              <a:defRPr>
                <a:ln w="6350" cap="flat">
                  <a:noFill/>
                  <a:miter lim="800000"/>
                </a:ln>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8" name="5. Source" hidden="1">
            <a:extLst>
              <a:ext uri="{FF2B5EF4-FFF2-40B4-BE49-F238E27FC236}">
                <a16:creationId xmlns:a16="http://schemas.microsoft.com/office/drawing/2014/main" id="{C0D33C43-5B9F-44B4-82FA-BAAD11A7FB8E}"/>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0" name="1. On-page tracker">
            <a:extLst>
              <a:ext uri="{FF2B5EF4-FFF2-40B4-BE49-F238E27FC236}">
                <a16:creationId xmlns:a16="http://schemas.microsoft.com/office/drawing/2014/main" id="{E4983596-431B-4F12-AA07-76914CD3DEE7}"/>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sp>
        <p:nvSpPr>
          <p:cNvPr id="6" name="Espaço Reservado para Número de Slide 5">
            <a:extLst>
              <a:ext uri="{FF2B5EF4-FFF2-40B4-BE49-F238E27FC236}">
                <a16:creationId xmlns:a16="http://schemas.microsoft.com/office/drawing/2014/main" id="{91B65CB0-CB55-0435-6DAB-AD978427BED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62627510"/>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05B6D76-6B4B-4ED5-B8F1-5D1D09831257}"/>
              </a:ext>
            </a:extLst>
          </p:cNvPr>
          <p:cNvGraphicFramePr>
            <a:graphicFrameLocks noChangeAspect="1"/>
          </p:cNvGraphicFramePr>
          <p:nvPr userDrawn="1">
            <p:custDataLst>
              <p:tags r:id="rId1"/>
            </p:custDataLst>
            <p:extLst>
              <p:ext uri="{D42A27DB-BD31-4B8C-83A1-F6EECF244321}">
                <p14:modId xmlns:p14="http://schemas.microsoft.com/office/powerpoint/2010/main" val="9563854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305B6D76-6B4B-4ED5-B8F1-5D1D09831257}"/>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BDCF374B-2477-45CD-A00B-B8676A45ACD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3"/>
            </p:custDataLst>
          </p:nvPr>
        </p:nvSpPr>
        <p:spPr>
          <a:xfrm>
            <a:off x="554736" y="4580468"/>
            <a:ext cx="11082528" cy="677108"/>
          </a:xfrm>
        </p:spPr>
        <p:txBody>
          <a:bodyPr vert="horz" anchor="b">
            <a:noAutofit/>
          </a:bodyPr>
          <a:lstStyle>
            <a:lvl1pPr rtl="0">
              <a:lnSpc>
                <a:spcPct val="100000"/>
              </a:lnSpc>
              <a:defRPr sz="4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6" name="5. Source" hidden="1">
            <a:extLst>
              <a:ext uri="{FF2B5EF4-FFF2-40B4-BE49-F238E27FC236}">
                <a16:creationId xmlns:a16="http://schemas.microsoft.com/office/drawing/2014/main" id="{B871FE09-BB6E-4334-B0EA-E52395AA61B3}"/>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9" name="1. On-page tracker">
            <a:extLst>
              <a:ext uri="{FF2B5EF4-FFF2-40B4-BE49-F238E27FC236}">
                <a16:creationId xmlns:a16="http://schemas.microsoft.com/office/drawing/2014/main" id="{FA764DC8-CEA6-42F3-8E66-7C768AAD275E}"/>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5894D15D-9679-5A22-2978-07EEA290932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405063034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EC6EE29E-F64A-419F-BFB0-EEDEB71953F6}"/>
              </a:ext>
            </a:extLst>
          </p:cNvPr>
          <p:cNvGraphicFramePr>
            <a:graphicFrameLocks noChangeAspect="1"/>
          </p:cNvGraphicFramePr>
          <p:nvPr userDrawn="1">
            <p:custDataLst>
              <p:tags r:id="rId1"/>
            </p:custDataLst>
            <p:extLst>
              <p:ext uri="{D42A27DB-BD31-4B8C-83A1-F6EECF244321}">
                <p14:modId xmlns:p14="http://schemas.microsoft.com/office/powerpoint/2010/main" val="100693706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3" name="Object 2" hidden="1">
                        <a:extLst>
                          <a:ext uri="{FF2B5EF4-FFF2-40B4-BE49-F238E27FC236}">
                            <a16:creationId xmlns:a16="http://schemas.microsoft.com/office/drawing/2014/main" id="{EC6EE29E-F64A-419F-BFB0-EEDEB71953F6}"/>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69526043-F22A-4ED3-B0A1-DD7C4F83AF9B}"/>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34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 name="2. Slide Title">
            <a:extLst>
              <a:ext uri="{FF2B5EF4-FFF2-40B4-BE49-F238E27FC236}">
                <a16:creationId xmlns:a16="http://schemas.microsoft.com/office/drawing/2014/main" id="{EA735538-C733-4892-93A4-7B433D8B8293}"/>
              </a:ext>
            </a:extLst>
          </p:cNvPr>
          <p:cNvSpPr>
            <a:spLocks noGrp="1"/>
          </p:cNvSpPr>
          <p:nvPr>
            <p:ph type="title" hasCustomPrompt="1"/>
            <p:custDataLst>
              <p:tags r:id="rId3"/>
            </p:custDataLst>
          </p:nvPr>
        </p:nvSpPr>
        <p:spPr>
          <a:xfrm>
            <a:off x="1505712" y="3556229"/>
            <a:ext cx="9180576" cy="523220"/>
          </a:xfrm>
          <a:prstGeom prst="rect">
            <a:avLst/>
          </a:prstGeom>
        </p:spPr>
        <p:txBody>
          <a:bodyPr vert="horz">
            <a:spAutoFit/>
          </a:bodyPr>
          <a:lstStyle>
            <a:lvl1pPr rtl="0">
              <a:lnSpc>
                <a:spcPct val="105000"/>
              </a:lnSpc>
              <a:defRPr sz="3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add quote</a:t>
            </a:r>
          </a:p>
        </p:txBody>
      </p:sp>
      <p:sp>
        <p:nvSpPr>
          <p:cNvPr id="6" name="3. Subtitle">
            <a:extLst>
              <a:ext uri="{FF2B5EF4-FFF2-40B4-BE49-F238E27FC236}">
                <a16:creationId xmlns:a16="http://schemas.microsoft.com/office/drawing/2014/main" id="{8DB5022C-F66C-4018-82F3-195571DDD527}"/>
              </a:ext>
            </a:extLst>
          </p:cNvPr>
          <p:cNvSpPr>
            <a:spLocks noGrp="1"/>
          </p:cNvSpPr>
          <p:nvPr>
            <p:ph type="subTitle" idx="1" hasCustomPrompt="1"/>
            <p:custDataLst>
              <p:tags r:id="rId4"/>
            </p:custDataLst>
          </p:nvPr>
        </p:nvSpPr>
        <p:spPr>
          <a:xfrm>
            <a:off x="1505712" y="4284630"/>
            <a:ext cx="9180576" cy="246221"/>
          </a:xfrm>
          <a:prstGeom prst="rect">
            <a:avLst/>
          </a:prstGeom>
        </p:spPr>
        <p:txBody>
          <a:bodyPr wrap="square">
            <a:spAutoFit/>
          </a:bodyPr>
          <a:lstStyle>
            <a:lvl1pPr marL="0" indent="0" algn="l" rtl="0">
              <a:buNone/>
              <a:defRPr sz="1600" b="0" baseline="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quote source</a:t>
            </a:r>
          </a:p>
        </p:txBody>
      </p:sp>
      <p:sp>
        <p:nvSpPr>
          <p:cNvPr id="7" name="5. Source" hidden="1">
            <a:extLst>
              <a:ext uri="{FF2B5EF4-FFF2-40B4-BE49-F238E27FC236}">
                <a16:creationId xmlns:a16="http://schemas.microsoft.com/office/drawing/2014/main" id="{97195F4E-ECA7-41A9-AFF3-0C4DAD103DA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0" name="1. On-page tracker">
            <a:extLst>
              <a:ext uri="{FF2B5EF4-FFF2-40B4-BE49-F238E27FC236}">
                <a16:creationId xmlns:a16="http://schemas.microsoft.com/office/drawing/2014/main" id="{556D1499-3230-4098-85B2-D4CC7CA621F1}"/>
              </a:ext>
            </a:extLst>
          </p:cNvPr>
          <p:cNvSpPr>
            <a:spLocks noGrp="1"/>
          </p:cNvSpPr>
          <p:nvPr>
            <p:ph type="body" sz="quarter" idx="10" hasCustomPrompt="1"/>
            <p:custDataLst>
              <p:tags r:id="rId6"/>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sp>
        <p:nvSpPr>
          <p:cNvPr id="5" name="Espaço Reservado para Número de Slide 5">
            <a:extLst>
              <a:ext uri="{FF2B5EF4-FFF2-40B4-BE49-F238E27FC236}">
                <a16:creationId xmlns:a16="http://schemas.microsoft.com/office/drawing/2014/main" id="{E12EA528-E9DC-55CC-7357-C060D83879D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68793855"/>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reserve="1" userDrawn="1">
  <p:cSld name="1/4">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A8D6A48-EE20-4EB4-A234-9F3B16C02872}"/>
              </a:ext>
            </a:extLst>
          </p:cNvPr>
          <p:cNvGraphicFramePr>
            <a:graphicFrameLocks noChangeAspect="1"/>
          </p:cNvGraphicFramePr>
          <p:nvPr userDrawn="1">
            <p:custDataLst>
              <p:tags r:id="rId1"/>
            </p:custDataLst>
            <p:extLst>
              <p:ext uri="{D42A27DB-BD31-4B8C-83A1-F6EECF244321}">
                <p14:modId xmlns:p14="http://schemas.microsoft.com/office/powerpoint/2010/main" val="204286879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A8D6A48-EE20-4EB4-A234-9F3B16C02872}"/>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67C50C85-5FB9-4798-A8A4-1DA5B9F3ACC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3413760" y="0"/>
            <a:ext cx="8778240"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 name="2. Slide Title">
            <a:extLst>
              <a:ext uri="{FF2B5EF4-FFF2-40B4-BE49-F238E27FC236}">
                <a16:creationId xmlns:a16="http://schemas.microsoft.com/office/drawing/2014/main" id="{6647A441-8DE4-4236-BCC7-B694B2C59E00}"/>
              </a:ext>
            </a:extLst>
          </p:cNvPr>
          <p:cNvSpPr>
            <a:spLocks noGrp="1"/>
          </p:cNvSpPr>
          <p:nvPr>
            <p:ph type="title"/>
            <p:custDataLst>
              <p:tags r:id="rId4"/>
            </p:custDataLst>
          </p:nvPr>
        </p:nvSpPr>
        <p:spPr>
          <a:xfrm>
            <a:off x="554736" y="2744369"/>
            <a:ext cx="2514600" cy="769441"/>
          </a:xfrm>
        </p:spPr>
        <p:txBody>
          <a:bodyPr vert="horz" wrap="square" lIns="0" tIns="0" rIns="0" bIns="0" rtlCol="0" anchor="b" anchorCtr="0">
            <a:noAutofit/>
          </a:bodyPr>
          <a:lstStyle>
            <a:lvl1pPr rtl="0">
              <a:defRPr lang="en-US"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Click to edit Master title style</a:t>
            </a:r>
          </a:p>
        </p:txBody>
      </p:sp>
      <p:sp>
        <p:nvSpPr>
          <p:cNvPr id="20" name="3. Subtitle">
            <a:extLst>
              <a:ext uri="{FF2B5EF4-FFF2-40B4-BE49-F238E27FC236}">
                <a16:creationId xmlns:a16="http://schemas.microsoft.com/office/drawing/2014/main" id="{A4DBA574-6D59-4DFD-82A7-9B1E9AEB906E}"/>
              </a:ext>
            </a:extLst>
          </p:cNvPr>
          <p:cNvSpPr>
            <a:spLocks noGrp="1"/>
          </p:cNvSpPr>
          <p:nvPr>
            <p:ph type="subTitle" idx="1"/>
            <p:custDataLst>
              <p:tags r:id="rId5"/>
            </p:custDataLst>
          </p:nvPr>
        </p:nvSpPr>
        <p:spPr>
          <a:xfrm>
            <a:off x="554736" y="3659644"/>
            <a:ext cx="2514600" cy="492443"/>
          </a:xfrm>
          <a:prstGeom prst="rect">
            <a:avLst/>
          </a:prstGeom>
        </p:spPr>
        <p:txBody>
          <a:bodyPr wrap="square">
            <a:spAutoFit/>
          </a:bodyPr>
          <a:lstStyle>
            <a:lvl1pPr marL="0" indent="0" algn="l" rtl="0">
              <a:buNone/>
              <a:defRPr sz="1600" b="0" baseline="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25B2DE14-9B3F-4199-B082-9FEB12CE57EA}"/>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0" name="1. On-page tracker">
            <a:extLst>
              <a:ext uri="{FF2B5EF4-FFF2-40B4-BE49-F238E27FC236}">
                <a16:creationId xmlns:a16="http://schemas.microsoft.com/office/drawing/2014/main" id="{96552B7E-7081-4EA8-9351-FE4C7216ADF2}"/>
              </a:ext>
            </a:extLst>
          </p:cNvPr>
          <p:cNvSpPr>
            <a:spLocks noGrp="1"/>
          </p:cNvSpPr>
          <p:nvPr>
            <p:ph type="body" sz="quarter" idx="10" hasCustomPrompt="1"/>
            <p:custDataLst>
              <p:tags r:id="rId7"/>
            </p:custDataLst>
          </p:nvPr>
        </p:nvSpPr>
        <p:spPr>
          <a:xfrm>
            <a:off x="554735" y="41597"/>
            <a:ext cx="2514601"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pic>
        <p:nvPicPr>
          <p:cNvPr id="2" name="Picture 1">
            <a:extLst>
              <a:ext uri="{FF2B5EF4-FFF2-40B4-BE49-F238E27FC236}">
                <a16:creationId xmlns:a16="http://schemas.microsoft.com/office/drawing/2014/main" id="{BE106C69-C007-F67F-54D1-D8D0742CE760}"/>
              </a:ext>
            </a:extLst>
          </p:cNvPr>
          <p:cNvPicPr>
            <a:picLocks noChangeAspect="1"/>
          </p:cNvPicPr>
          <p:nvPr userDrawn="1"/>
        </p:nvPicPr>
        <p:blipFill rotWithShape="1">
          <a:blip r:embed="rId11"/>
          <a:srcRect l="16452" t="35204" r="16674" b="35543"/>
          <a:stretch/>
        </p:blipFill>
        <p:spPr bwMode="ltGray">
          <a:xfrm>
            <a:off x="10472367" y="6504050"/>
            <a:ext cx="920726" cy="284728"/>
          </a:xfrm>
          <a:prstGeom prst="rect">
            <a:avLst/>
          </a:prstGeom>
        </p:spPr>
      </p:pic>
      <p:pic>
        <p:nvPicPr>
          <p:cNvPr id="7" name="object 5">
            <a:extLst>
              <a:ext uri="{FF2B5EF4-FFF2-40B4-BE49-F238E27FC236}">
                <a16:creationId xmlns:a16="http://schemas.microsoft.com/office/drawing/2014/main" id="{705A587A-965F-5CD4-8EE6-0A517E8E1084}"/>
              </a:ext>
            </a:extLst>
          </p:cNvPr>
          <p:cNvPicPr/>
          <p:nvPr userDrawn="1"/>
        </p:nvPicPr>
        <p:blipFill>
          <a:blip r:embed="rId12"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76C0D941-D9E3-E25B-15B0-59E36B83DF58}"/>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422382603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1/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EE6E84E-0DE7-4EEF-8932-BF42153B3B56}"/>
              </a:ext>
            </a:extLst>
          </p:cNvPr>
          <p:cNvGraphicFramePr>
            <a:graphicFrameLocks noChangeAspect="1"/>
          </p:cNvGraphicFramePr>
          <p:nvPr userDrawn="1">
            <p:custDataLst>
              <p:tags r:id="rId1"/>
            </p:custDataLst>
            <p:extLst>
              <p:ext uri="{D42A27DB-BD31-4B8C-83A1-F6EECF244321}">
                <p14:modId xmlns:p14="http://schemas.microsoft.com/office/powerpoint/2010/main" val="359164974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CEE6E84E-0DE7-4EEF-8932-BF42153B3B56}"/>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pic>
        <p:nvPicPr>
          <p:cNvPr id="7" name="object 5">
            <a:extLst>
              <a:ext uri="{FF2B5EF4-FFF2-40B4-BE49-F238E27FC236}">
                <a16:creationId xmlns:a16="http://schemas.microsoft.com/office/drawing/2014/main" id="{CD38B6BE-C47A-9B51-B39B-B95989767E23}"/>
              </a:ext>
            </a:extLst>
          </p:cNvPr>
          <p:cNvPicPr/>
          <p:nvPr userDrawn="1"/>
        </p:nvPicPr>
        <p:blipFill>
          <a:blip r:embed="rId11" cstate="print"/>
          <a:stretch>
            <a:fillRect/>
          </a:stretch>
        </p:blipFill>
        <p:spPr>
          <a:xfrm>
            <a:off x="0" y="2650255"/>
            <a:ext cx="12191999" cy="4207742"/>
          </a:xfrm>
          <a:prstGeom prst="rect">
            <a:avLst/>
          </a:prstGeom>
        </p:spPr>
      </p:pic>
      <p:sp>
        <p:nvSpPr>
          <p:cNvPr id="4" name="Rectangle 3" hidden="1">
            <a:extLst>
              <a:ext uri="{FF2B5EF4-FFF2-40B4-BE49-F238E27FC236}">
                <a16:creationId xmlns:a16="http://schemas.microsoft.com/office/drawing/2014/main" id="{29D2CA90-0144-4292-9526-98A508F53171}"/>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4364736" y="0"/>
            <a:ext cx="782726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 name="2. Slide Title">
            <a:extLst>
              <a:ext uri="{FF2B5EF4-FFF2-40B4-BE49-F238E27FC236}">
                <a16:creationId xmlns:a16="http://schemas.microsoft.com/office/drawing/2014/main" id="{4EF89F43-35C6-451B-BBE8-87D2B8B83F5E}"/>
              </a:ext>
            </a:extLst>
          </p:cNvPr>
          <p:cNvSpPr>
            <a:spLocks noGrp="1"/>
          </p:cNvSpPr>
          <p:nvPr>
            <p:ph type="title"/>
            <p:custDataLst>
              <p:tags r:id="rId4"/>
            </p:custDataLst>
          </p:nvPr>
        </p:nvSpPr>
        <p:spPr>
          <a:xfrm>
            <a:off x="554736" y="2744369"/>
            <a:ext cx="3465576" cy="769441"/>
          </a:xfrm>
          <a:prstGeom prst="rect">
            <a:avLst/>
          </a:prstGeom>
        </p:spPr>
        <p:txBody>
          <a:bodyPr vert="horz" wrap="square" lIns="0" tIns="0" rIns="0" bIns="0" rtlCol="0" anchor="b" anchorCtr="0">
            <a:noAutofit/>
          </a:bodyPr>
          <a:lstStyle>
            <a:lvl1pPr rtl="0">
              <a:defRPr lang="en-US"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Click to edit Master title style</a:t>
            </a:r>
          </a:p>
        </p:txBody>
      </p:sp>
      <p:sp>
        <p:nvSpPr>
          <p:cNvPr id="20" name="3. Subtitle">
            <a:extLst>
              <a:ext uri="{FF2B5EF4-FFF2-40B4-BE49-F238E27FC236}">
                <a16:creationId xmlns:a16="http://schemas.microsoft.com/office/drawing/2014/main" id="{9F06A69A-B095-4159-932B-3658DD253FDF}"/>
              </a:ext>
            </a:extLst>
          </p:cNvPr>
          <p:cNvSpPr>
            <a:spLocks noGrp="1"/>
          </p:cNvSpPr>
          <p:nvPr>
            <p:ph type="subTitle" idx="1"/>
            <p:custDataLst>
              <p:tags r:id="rId5"/>
            </p:custDataLst>
          </p:nvPr>
        </p:nvSpPr>
        <p:spPr>
          <a:xfrm>
            <a:off x="554735" y="3659644"/>
            <a:ext cx="3465575" cy="246221"/>
          </a:xfrm>
          <a:prstGeom prst="rect">
            <a:avLst/>
          </a:prstGeom>
        </p:spPr>
        <p:txBody>
          <a:bodyPr wrap="square">
            <a:spAutoFit/>
          </a:bodyPr>
          <a:lstStyle>
            <a:lvl1pPr marL="0" indent="0" algn="l" rtl="0">
              <a:buNone/>
              <a:defRPr sz="1600" b="0" baseline="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DA204BE1-D5C8-4D03-9090-21D41FEC78E0}"/>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0" name="1. On-page tracker">
            <a:extLst>
              <a:ext uri="{FF2B5EF4-FFF2-40B4-BE49-F238E27FC236}">
                <a16:creationId xmlns:a16="http://schemas.microsoft.com/office/drawing/2014/main" id="{79C07342-0520-417C-B878-54C94CBD8539}"/>
              </a:ext>
            </a:extLst>
          </p:cNvPr>
          <p:cNvSpPr>
            <a:spLocks noGrp="1"/>
          </p:cNvSpPr>
          <p:nvPr>
            <p:ph type="body" sz="quarter" idx="10" hasCustomPrompt="1"/>
            <p:custDataLst>
              <p:tags r:id="rId7"/>
            </p:custDataLst>
          </p:nvPr>
        </p:nvSpPr>
        <p:spPr>
          <a:xfrm>
            <a:off x="554735" y="41597"/>
            <a:ext cx="3465577"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pic>
        <p:nvPicPr>
          <p:cNvPr id="2" name="Picture 1">
            <a:extLst>
              <a:ext uri="{FF2B5EF4-FFF2-40B4-BE49-F238E27FC236}">
                <a16:creationId xmlns:a16="http://schemas.microsoft.com/office/drawing/2014/main" id="{E17F0749-A737-09E8-B4C9-DCB52E6EC2AF}"/>
              </a:ext>
            </a:extLst>
          </p:cNvPr>
          <p:cNvPicPr>
            <a:picLocks noChangeAspect="1"/>
          </p:cNvPicPr>
          <p:nvPr userDrawn="1"/>
        </p:nvPicPr>
        <p:blipFill rotWithShape="1">
          <a:blip r:embed="rId12"/>
          <a:srcRect l="16452" t="35204" r="16674" b="35543"/>
          <a:stretch/>
        </p:blipFill>
        <p:spPr bwMode="ltGray">
          <a:xfrm>
            <a:off x="10472367" y="6504050"/>
            <a:ext cx="920726" cy="284728"/>
          </a:xfrm>
          <a:prstGeom prst="rect">
            <a:avLst/>
          </a:prstGeom>
        </p:spPr>
      </p:pic>
      <p:sp>
        <p:nvSpPr>
          <p:cNvPr id="9" name="Espaço Reservado para Número de Slide 5">
            <a:extLst>
              <a:ext uri="{FF2B5EF4-FFF2-40B4-BE49-F238E27FC236}">
                <a16:creationId xmlns:a16="http://schemas.microsoft.com/office/drawing/2014/main" id="{BEFA08DA-226C-819C-5F34-30AE7B2EE9B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081780627"/>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1/2">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10768650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725BD87-3C3D-45F6-BBCF-F06FD867659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6092952" y="0"/>
            <a:ext cx="609904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5065776" cy="731520"/>
          </a:xfrm>
        </p:spPr>
        <p:txBody>
          <a:bodyPr vert="horz"/>
          <a:lstStyle>
            <a:lvl1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5065776" cy="246221"/>
          </a:xfrm>
          <a:prstGeom prst="rect">
            <a:avLst/>
          </a:prstGeom>
        </p:spPr>
        <p:txBody>
          <a:bodyPr wrap="square">
            <a:spAutoFit/>
          </a:bodyPr>
          <a:lstStyle>
            <a:lvl1pPr marL="0" indent="0" algn="l" rtl="0">
              <a:buNone/>
              <a:defRPr sz="1600" b="0" baseline="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0" name="1. On-page tracker">
            <a:extLst>
              <a:ext uri="{FF2B5EF4-FFF2-40B4-BE49-F238E27FC236}">
                <a16:creationId xmlns:a16="http://schemas.microsoft.com/office/drawing/2014/main" id="{E9BE4D1E-183A-499B-BFC7-798294EB7AE9}"/>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pic>
        <p:nvPicPr>
          <p:cNvPr id="2" name="Picture 1">
            <a:extLst>
              <a:ext uri="{FF2B5EF4-FFF2-40B4-BE49-F238E27FC236}">
                <a16:creationId xmlns:a16="http://schemas.microsoft.com/office/drawing/2014/main" id="{2043AF3B-64BC-00C9-40B9-78E02581864E}"/>
              </a:ext>
            </a:extLst>
          </p:cNvPr>
          <p:cNvPicPr>
            <a:picLocks noChangeAspect="1"/>
          </p:cNvPicPr>
          <p:nvPr userDrawn="1"/>
        </p:nvPicPr>
        <p:blipFill rotWithShape="1">
          <a:blip r:embed="rId11"/>
          <a:srcRect l="16452" t="35204" r="16674" b="35543"/>
          <a:stretch/>
        </p:blipFill>
        <p:spPr bwMode="ltGray">
          <a:xfrm>
            <a:off x="10472367" y="6504050"/>
            <a:ext cx="920726" cy="284728"/>
          </a:xfrm>
          <a:prstGeom prst="rect">
            <a:avLst/>
          </a:prstGeom>
        </p:spPr>
      </p:pic>
      <p:pic>
        <p:nvPicPr>
          <p:cNvPr id="6" name="object 5">
            <a:extLst>
              <a:ext uri="{FF2B5EF4-FFF2-40B4-BE49-F238E27FC236}">
                <a16:creationId xmlns:a16="http://schemas.microsoft.com/office/drawing/2014/main" id="{6833EC5E-5694-F1CD-D491-2DC75AB26985}"/>
              </a:ext>
            </a:extLst>
          </p:cNvPr>
          <p:cNvPicPr/>
          <p:nvPr userDrawn="1"/>
        </p:nvPicPr>
        <p:blipFill>
          <a:blip r:embed="rId12"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5838A663-69BD-F283-AB31-5AFA07296B86}"/>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3248620933"/>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preserve="1" userDrawn="1">
  <p:cSld name="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extLst>
              <p:ext uri="{D42A27DB-BD31-4B8C-83A1-F6EECF244321}">
                <p14:modId xmlns:p14="http://schemas.microsoft.com/office/powerpoint/2010/main" val="3879580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72" imgH="588" progId="TCLayout.ActiveDocument.1">
                  <p:embed/>
                </p:oleObj>
              </mc:Choice>
              <mc:Fallback>
                <p:oleObj name="think-cell Slide" r:id="rId9"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2D668F04-7049-40BA-8D63-D8BBB6921318}"/>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 name="2. Slide Title">
            <a:extLst>
              <a:ext uri="{FF2B5EF4-FFF2-40B4-BE49-F238E27FC236}">
                <a16:creationId xmlns:a16="http://schemas.microsoft.com/office/drawing/2014/main" id="{0415F114-7B0E-43F2-8881-F0D9FB2A643B}"/>
              </a:ext>
            </a:extLst>
          </p:cNvPr>
          <p:cNvSpPr>
            <a:spLocks noGrp="1"/>
          </p:cNvSpPr>
          <p:nvPr>
            <p:ph type="title"/>
            <p:custDataLst>
              <p:tags r:id="rId3"/>
            </p:custDataLst>
          </p:nvPr>
        </p:nvSpPr>
        <p:spPr>
          <a:xfrm>
            <a:off x="554736" y="172212"/>
            <a:ext cx="6967728" cy="731520"/>
          </a:xfrm>
        </p:spPr>
        <p:txBody>
          <a:bodyPr vert="horz"/>
          <a:lstStyle>
            <a:lvl1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4"/>
            </p:custDataLst>
          </p:nvPr>
        </p:nvSpPr>
        <p:spPr bwMode="ltGray">
          <a:xfrm>
            <a:off x="7830312" y="0"/>
            <a:ext cx="4361688"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0" name="3. Subtitle">
            <a:extLst>
              <a:ext uri="{FF2B5EF4-FFF2-40B4-BE49-F238E27FC236}">
                <a16:creationId xmlns:a16="http://schemas.microsoft.com/office/drawing/2014/main" id="{712BED6B-950C-4FB8-AEE1-14FA61D013FF}"/>
              </a:ext>
            </a:extLst>
          </p:cNvPr>
          <p:cNvSpPr>
            <a:spLocks noGrp="1"/>
          </p:cNvSpPr>
          <p:nvPr>
            <p:ph type="subTitle" idx="1"/>
            <p:custDataLst>
              <p:tags r:id="rId5"/>
            </p:custDataLst>
          </p:nvPr>
        </p:nvSpPr>
        <p:spPr>
          <a:xfrm>
            <a:off x="554736" y="919250"/>
            <a:ext cx="6967728" cy="246221"/>
          </a:xfrm>
          <a:prstGeom prst="rect">
            <a:avLst/>
          </a:prstGeom>
        </p:spPr>
        <p:txBody>
          <a:bodyPr wrap="square">
            <a:spAutoFit/>
          </a:bodyPr>
          <a:lstStyle>
            <a:lvl1pPr marL="0" indent="0" algn="l" rtl="0">
              <a:buNone/>
              <a:defRPr sz="1600" b="0" baseline="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6"/>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0" name="1. On-page tracker">
            <a:extLst>
              <a:ext uri="{FF2B5EF4-FFF2-40B4-BE49-F238E27FC236}">
                <a16:creationId xmlns:a16="http://schemas.microsoft.com/office/drawing/2014/main" id="{7C393009-0681-4A8F-A1E9-19E10A949DCD}"/>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pic>
        <p:nvPicPr>
          <p:cNvPr id="2" name="Picture 1">
            <a:extLst>
              <a:ext uri="{FF2B5EF4-FFF2-40B4-BE49-F238E27FC236}">
                <a16:creationId xmlns:a16="http://schemas.microsoft.com/office/drawing/2014/main" id="{CF50AD83-667F-12B0-9887-C8C62CB1D794}"/>
              </a:ext>
            </a:extLst>
          </p:cNvPr>
          <p:cNvPicPr>
            <a:picLocks noChangeAspect="1"/>
          </p:cNvPicPr>
          <p:nvPr userDrawn="1"/>
        </p:nvPicPr>
        <p:blipFill rotWithShape="1">
          <a:blip r:embed="rId11"/>
          <a:srcRect l="16452" t="35204" r="16674" b="35543"/>
          <a:stretch/>
        </p:blipFill>
        <p:spPr bwMode="ltGray">
          <a:xfrm>
            <a:off x="10472367" y="6504050"/>
            <a:ext cx="920726" cy="284728"/>
          </a:xfrm>
          <a:prstGeom prst="rect">
            <a:avLst/>
          </a:prstGeom>
        </p:spPr>
      </p:pic>
      <p:pic>
        <p:nvPicPr>
          <p:cNvPr id="6" name="object 5">
            <a:extLst>
              <a:ext uri="{FF2B5EF4-FFF2-40B4-BE49-F238E27FC236}">
                <a16:creationId xmlns:a16="http://schemas.microsoft.com/office/drawing/2014/main" id="{DC10B607-1117-8BC2-1D9D-56F6F4C11148}"/>
              </a:ext>
            </a:extLst>
          </p:cNvPr>
          <p:cNvPicPr/>
          <p:nvPr userDrawn="1"/>
        </p:nvPicPr>
        <p:blipFill>
          <a:blip r:embed="rId12"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CE308215-6390-10D4-FD16-60656A5DF7D7}"/>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149300316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preserve="1" userDrawn="1">
  <p:cSld name="3/4 ">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390775650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9F7114D8-6025-4386-BA96-B034FE6B3CD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1" hidden="1">
            <a:extLst>
              <a:ext uri="{FF2B5EF4-FFF2-40B4-BE49-F238E27FC236}">
                <a16:creationId xmlns:a16="http://schemas.microsoft.com/office/drawing/2014/main" id="{50854476-2923-4515-A585-4477FF86118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3" name="RectangleLight">
            <a:extLst>
              <a:ext uri="{FF2B5EF4-FFF2-40B4-BE49-F238E27FC236}">
                <a16:creationId xmlns:a16="http://schemas.microsoft.com/office/drawing/2014/main" id="{A80E2F68-4ED6-42EF-9858-2FE4B1382825}"/>
              </a:ext>
            </a:extLst>
          </p:cNvPr>
          <p:cNvSpPr/>
          <p:nvPr userDrawn="1">
            <p:custDataLst>
              <p:tags r:id="rId3"/>
            </p:custDataLst>
          </p:nvPr>
        </p:nvSpPr>
        <p:spPr bwMode="ltGray">
          <a:xfrm>
            <a:off x="8781416" y="0"/>
            <a:ext cx="3410584" cy="6858000"/>
          </a:xfrm>
          <a:prstGeom prst="rect">
            <a:avLst/>
          </a:prstGeom>
          <a:solidFill>
            <a:srgbClr val="DDE9EB"/>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lvl="0" algn="ctr" rtl="0"/>
            <a:endParaRPr lang="en-US" noProof="0">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4"/>
            </p:custDataLst>
          </p:nvPr>
        </p:nvSpPr>
        <p:spPr>
          <a:xfrm>
            <a:off x="554736" y="172212"/>
            <a:ext cx="7918704" cy="731520"/>
          </a:xfrm>
        </p:spPr>
        <p:txBody>
          <a:bodyPr vert="horz"/>
          <a:lstStyle>
            <a:lvl1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5"/>
            </p:custDataLst>
          </p:nvPr>
        </p:nvSpPr>
        <p:spPr>
          <a:xfrm>
            <a:off x="554736" y="919250"/>
            <a:ext cx="7918704" cy="246221"/>
          </a:xfrm>
          <a:prstGeom prst="rect">
            <a:avLst/>
          </a:prstGeom>
        </p:spPr>
        <p:txBody>
          <a:bodyPr wrap="square">
            <a:spAutoFit/>
          </a:bodyPr>
          <a:lstStyle>
            <a:lvl1pPr marL="0" indent="0" algn="l" rtl="0">
              <a:buNone/>
              <a:defRPr sz="1600" b="0" u="none" baseline="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0" name="1. On-page tracker">
            <a:extLst>
              <a:ext uri="{FF2B5EF4-FFF2-40B4-BE49-F238E27FC236}">
                <a16:creationId xmlns:a16="http://schemas.microsoft.com/office/drawing/2014/main" id="{DEC2F904-C5C8-4B39-9C46-6CA56144D86A}"/>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pic>
        <p:nvPicPr>
          <p:cNvPr id="2" name="Picture 1">
            <a:extLst>
              <a:ext uri="{FF2B5EF4-FFF2-40B4-BE49-F238E27FC236}">
                <a16:creationId xmlns:a16="http://schemas.microsoft.com/office/drawing/2014/main" id="{6243F0ED-F416-8209-0D84-4B89A0D02986}"/>
              </a:ext>
            </a:extLst>
          </p:cNvPr>
          <p:cNvPicPr>
            <a:picLocks noChangeAspect="1"/>
          </p:cNvPicPr>
          <p:nvPr userDrawn="1"/>
        </p:nvPicPr>
        <p:blipFill rotWithShape="1">
          <a:blip r:embed="rId11"/>
          <a:srcRect l="16452" t="35204" r="16674" b="35543"/>
          <a:stretch/>
        </p:blipFill>
        <p:spPr bwMode="ltGray">
          <a:xfrm>
            <a:off x="10472367" y="6504050"/>
            <a:ext cx="920726" cy="284728"/>
          </a:xfrm>
          <a:prstGeom prst="rect">
            <a:avLst/>
          </a:prstGeom>
        </p:spPr>
      </p:pic>
      <p:pic>
        <p:nvPicPr>
          <p:cNvPr id="6" name="object 5">
            <a:extLst>
              <a:ext uri="{FF2B5EF4-FFF2-40B4-BE49-F238E27FC236}">
                <a16:creationId xmlns:a16="http://schemas.microsoft.com/office/drawing/2014/main" id="{18FDA969-0108-9A50-B3FB-5A269131EEDA}"/>
              </a:ext>
            </a:extLst>
          </p:cNvPr>
          <p:cNvPicPr/>
          <p:nvPr userDrawn="1"/>
        </p:nvPicPr>
        <p:blipFill>
          <a:blip r:embed="rId12"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7BFEFE21-A723-781E-6575-D08106AEEA4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18529674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3-lin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648A5D5-75B9-4F02-A4CB-B3C65A9BF2CE}"/>
              </a:ext>
            </a:extLst>
          </p:cNvPr>
          <p:cNvGraphicFramePr>
            <a:graphicFrameLocks noChangeAspect="1"/>
          </p:cNvGraphicFramePr>
          <p:nvPr userDrawn="1">
            <p:custDataLst>
              <p:tags r:id="rId1"/>
            </p:custDataLst>
            <p:extLst>
              <p:ext uri="{D42A27DB-BD31-4B8C-83A1-F6EECF244321}">
                <p14:modId xmlns:p14="http://schemas.microsoft.com/office/powerpoint/2010/main" val="228992944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592" imgH="591" progId="TCLayout.ActiveDocument.1">
                  <p:embed/>
                </p:oleObj>
              </mc:Choice>
              <mc:Fallback>
                <p:oleObj name="think-cell Slide" r:id="rId7" imgW="592" imgH="591" progId="TCLayout.ActiveDocument.1">
                  <p:embed/>
                  <p:pic>
                    <p:nvPicPr>
                      <p:cNvPr id="3" name="Object 2" hidden="1">
                        <a:extLst>
                          <a:ext uri="{FF2B5EF4-FFF2-40B4-BE49-F238E27FC236}">
                            <a16:creationId xmlns:a16="http://schemas.microsoft.com/office/drawing/2014/main" id="{C648A5D5-75B9-4F02-A4CB-B3C65A9BF2CE}"/>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A58AAF75-30DC-408A-933A-149F2D14D18F}"/>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4" name="2. Slide Title">
            <a:extLst>
              <a:ext uri="{FF2B5EF4-FFF2-40B4-BE49-F238E27FC236}">
                <a16:creationId xmlns:a16="http://schemas.microsoft.com/office/drawing/2014/main" id="{6C3D89FC-A4B9-4683-B64F-B0644150274F}"/>
              </a:ext>
            </a:extLst>
          </p:cNvPr>
          <p:cNvSpPr>
            <a:spLocks noGrp="1"/>
          </p:cNvSpPr>
          <p:nvPr>
            <p:ph type="title"/>
            <p:custDataLst>
              <p:tags r:id="rId3"/>
            </p:custDataLst>
          </p:nvPr>
        </p:nvSpPr>
        <p:spPr>
          <a:xfrm>
            <a:off x="554736" y="944612"/>
            <a:ext cx="11082528" cy="384721"/>
          </a:xfrm>
        </p:spPr>
        <p:txBody>
          <a:bodyPr vert="horz">
            <a:spAutoFit/>
          </a:bodyPr>
          <a:lstStyle>
            <a:lvl1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10" name="5. Source" hidden="1">
            <a:extLst>
              <a:ext uri="{FF2B5EF4-FFF2-40B4-BE49-F238E27FC236}">
                <a16:creationId xmlns:a16="http://schemas.microsoft.com/office/drawing/2014/main" id="{81E2484B-3E40-408C-A350-5EB40C8A09F0}"/>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8" name="1. On-page tracker">
            <a:extLst>
              <a:ext uri="{FF2B5EF4-FFF2-40B4-BE49-F238E27FC236}">
                <a16:creationId xmlns:a16="http://schemas.microsoft.com/office/drawing/2014/main" id="{931AA88E-24E2-4493-A340-98EE8666A3B2}"/>
              </a:ext>
            </a:extLst>
          </p:cNvPr>
          <p:cNvSpPr>
            <a:spLocks noGrp="1"/>
          </p:cNvSpPr>
          <p:nvPr>
            <p:ph type="body" sz="quarter" idx="10" hasCustomPrompt="1"/>
            <p:custDataLst>
              <p:tags r:id="rId5"/>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pic>
        <p:nvPicPr>
          <p:cNvPr id="5" name="Picture 4">
            <a:extLst>
              <a:ext uri="{FF2B5EF4-FFF2-40B4-BE49-F238E27FC236}">
                <a16:creationId xmlns:a16="http://schemas.microsoft.com/office/drawing/2014/main" id="{838BE95E-DC93-1FA4-CFA0-EB82C7EA49F8}"/>
              </a:ext>
            </a:extLst>
          </p:cNvPr>
          <p:cNvPicPr>
            <a:picLocks noChangeAspect="1"/>
          </p:cNvPicPr>
          <p:nvPr userDrawn="1"/>
        </p:nvPicPr>
        <p:blipFill rotWithShape="1">
          <a:blip r:embed="rId9"/>
          <a:srcRect l="16452" t="35204" r="16674" b="35543"/>
          <a:stretch/>
        </p:blipFill>
        <p:spPr bwMode="ltGray">
          <a:xfrm>
            <a:off x="10472367" y="6504050"/>
            <a:ext cx="920726" cy="284728"/>
          </a:xfrm>
          <a:prstGeom prst="rect">
            <a:avLst/>
          </a:prstGeom>
        </p:spPr>
      </p:pic>
      <p:pic>
        <p:nvPicPr>
          <p:cNvPr id="7" name="object 5">
            <a:extLst>
              <a:ext uri="{FF2B5EF4-FFF2-40B4-BE49-F238E27FC236}">
                <a16:creationId xmlns:a16="http://schemas.microsoft.com/office/drawing/2014/main" id="{8606657B-8250-77CB-3903-7A85974B1012}"/>
              </a:ext>
            </a:extLst>
          </p:cNvPr>
          <p:cNvPicPr/>
          <p:nvPr userDrawn="1"/>
        </p:nvPicPr>
        <p:blipFill>
          <a:blip r:embed="rId10" cstate="print"/>
          <a:stretch>
            <a:fillRect/>
          </a:stretch>
        </p:blipFill>
        <p:spPr>
          <a:xfrm>
            <a:off x="0" y="2650255"/>
            <a:ext cx="12191999" cy="4207742"/>
          </a:xfrm>
          <a:prstGeom prst="rect">
            <a:avLst/>
          </a:prstGeom>
        </p:spPr>
      </p:pic>
      <p:sp>
        <p:nvSpPr>
          <p:cNvPr id="6" name="Espaço Reservado para Número de Slide 5">
            <a:extLst>
              <a:ext uri="{FF2B5EF4-FFF2-40B4-BE49-F238E27FC236}">
                <a16:creationId xmlns:a16="http://schemas.microsoft.com/office/drawing/2014/main" id="{087BA578-5925-A171-4F3E-DC7BE87E3C63}"/>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42429444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Custom">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20E9A7C-FB74-480B-8212-8CE5C1AF5D1B}"/>
              </a:ext>
            </a:extLst>
          </p:cNvPr>
          <p:cNvGraphicFramePr>
            <a:graphicFrameLocks noChangeAspect="1"/>
          </p:cNvGraphicFramePr>
          <p:nvPr userDrawn="1">
            <p:custDataLst>
              <p:tags r:id="rId1"/>
            </p:custDataLst>
            <p:extLst>
              <p:ext uri="{D42A27DB-BD31-4B8C-83A1-F6EECF244321}">
                <p14:modId xmlns:p14="http://schemas.microsoft.com/office/powerpoint/2010/main" val="39859504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92" imgH="591" progId="TCLayout.ActiveDocument.1">
                  <p:embed/>
                </p:oleObj>
              </mc:Choice>
              <mc:Fallback>
                <p:oleObj name="think-cell Slide" r:id="rId5" imgW="592" imgH="591" progId="TCLayout.ActiveDocument.1">
                  <p:embed/>
                  <p:pic>
                    <p:nvPicPr>
                      <p:cNvPr id="2" name="Object 1" hidden="1">
                        <a:extLst>
                          <a:ext uri="{FF2B5EF4-FFF2-40B4-BE49-F238E27FC236}">
                            <a16:creationId xmlns:a16="http://schemas.microsoft.com/office/drawing/2014/main" id="{220E9A7C-FB74-480B-8212-8CE5C1AF5D1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5. Source" hidden="1">
            <a:extLst>
              <a:ext uri="{FF2B5EF4-FFF2-40B4-BE49-F238E27FC236}">
                <a16:creationId xmlns:a16="http://schemas.microsoft.com/office/drawing/2014/main" id="{09F9A864-CDB7-4063-BBF8-591908AA18D0}"/>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8" name="1. On-page tracker">
            <a:extLst>
              <a:ext uri="{FF2B5EF4-FFF2-40B4-BE49-F238E27FC236}">
                <a16:creationId xmlns:a16="http://schemas.microsoft.com/office/drawing/2014/main" id="{BD5E1493-E8EF-4031-B447-85DA0B418111}"/>
              </a:ext>
            </a:extLst>
          </p:cNvPr>
          <p:cNvSpPr>
            <a:spLocks noGrp="1"/>
          </p:cNvSpPr>
          <p:nvPr>
            <p:ph type="body" sz="quarter" idx="10" hasCustomPrompt="1"/>
            <p:custDataLst>
              <p:tags r:id="rId3"/>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buNone/>
            </a:pPr>
            <a:r>
              <a:rPr lang="en-US"/>
              <a:t>Add tracker</a:t>
            </a:r>
          </a:p>
        </p:txBody>
      </p:sp>
      <p:pic>
        <p:nvPicPr>
          <p:cNvPr id="3" name="Picture 2">
            <a:extLst>
              <a:ext uri="{FF2B5EF4-FFF2-40B4-BE49-F238E27FC236}">
                <a16:creationId xmlns:a16="http://schemas.microsoft.com/office/drawing/2014/main" id="{28236846-C3E4-5A52-442D-4FB05C6F847E}"/>
              </a:ext>
            </a:extLst>
          </p:cNvPr>
          <p:cNvPicPr>
            <a:picLocks noChangeAspect="1"/>
          </p:cNvPicPr>
          <p:nvPr userDrawn="1"/>
        </p:nvPicPr>
        <p:blipFill rotWithShape="1">
          <a:blip r:embed="rId7"/>
          <a:srcRect l="16452" t="35204" r="16674" b="35543"/>
          <a:stretch/>
        </p:blipFill>
        <p:spPr bwMode="ltGray">
          <a:xfrm>
            <a:off x="10472367" y="6504050"/>
            <a:ext cx="920726" cy="284728"/>
          </a:xfrm>
          <a:prstGeom prst="rect">
            <a:avLst/>
          </a:prstGeom>
        </p:spPr>
      </p:pic>
      <p:pic>
        <p:nvPicPr>
          <p:cNvPr id="4" name="object 5">
            <a:extLst>
              <a:ext uri="{FF2B5EF4-FFF2-40B4-BE49-F238E27FC236}">
                <a16:creationId xmlns:a16="http://schemas.microsoft.com/office/drawing/2014/main" id="{302CA7A7-AB0F-C274-D915-1713B5812D10}"/>
              </a:ext>
            </a:extLst>
          </p:cNvPr>
          <p:cNvPicPr/>
          <p:nvPr userDrawn="1"/>
        </p:nvPicPr>
        <p:blipFill>
          <a:blip r:embed="rId8"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53C53AD5-9C2C-E230-046D-A0AB49C59469}"/>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25107748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En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A954CCC1-5027-4384-BFF6-B54153C697A8}"/>
              </a:ext>
            </a:extLst>
          </p:cNvPr>
          <p:cNvGraphicFramePr>
            <a:graphicFrameLocks noChangeAspect="1"/>
          </p:cNvGraphicFramePr>
          <p:nvPr userDrawn="1">
            <p:custDataLst>
              <p:tags r:id="rId1"/>
            </p:custDataLst>
            <p:extLst>
              <p:ext uri="{D42A27DB-BD31-4B8C-83A1-F6EECF244321}">
                <p14:modId xmlns:p14="http://schemas.microsoft.com/office/powerpoint/2010/main" val="149462367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92" imgH="591" progId="TCLayout.ActiveDocument.1">
                  <p:embed/>
                </p:oleObj>
              </mc:Choice>
              <mc:Fallback>
                <p:oleObj name="think-cell Slide" r:id="rId4" imgW="592" imgH="591" progId="TCLayout.ActiveDocument.1">
                  <p:embed/>
                  <p:pic>
                    <p:nvPicPr>
                      <p:cNvPr id="2" name="Object 1" hidden="1">
                        <a:extLst>
                          <a:ext uri="{FF2B5EF4-FFF2-40B4-BE49-F238E27FC236}">
                            <a16:creationId xmlns:a16="http://schemas.microsoft.com/office/drawing/2014/main" id="{A954CCC1-5027-4384-BFF6-B54153C697A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8" name="5. Source" hidden="1">
            <a:extLst>
              <a:ext uri="{FF2B5EF4-FFF2-40B4-BE49-F238E27FC236}">
                <a16:creationId xmlns:a16="http://schemas.microsoft.com/office/drawing/2014/main" id="{330AE89A-7771-4A6E-A02D-893DCB66C876}"/>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pic>
        <p:nvPicPr>
          <p:cNvPr id="3" name="Picture 2">
            <a:extLst>
              <a:ext uri="{FF2B5EF4-FFF2-40B4-BE49-F238E27FC236}">
                <a16:creationId xmlns:a16="http://schemas.microsoft.com/office/drawing/2014/main" id="{A5FB7ED7-9CEC-C64C-9573-13078315866F}"/>
              </a:ext>
            </a:extLst>
          </p:cNvPr>
          <p:cNvPicPr>
            <a:picLocks noChangeAspect="1"/>
          </p:cNvPicPr>
          <p:nvPr userDrawn="1"/>
        </p:nvPicPr>
        <p:blipFill rotWithShape="1">
          <a:blip r:embed="rId6"/>
          <a:srcRect l="16452" t="35204" r="16674" b="35543"/>
          <a:stretch/>
        </p:blipFill>
        <p:spPr bwMode="ltGray">
          <a:xfrm>
            <a:off x="4155535" y="2828925"/>
            <a:ext cx="3880930" cy="1200150"/>
          </a:xfrm>
          <a:prstGeom prst="rect">
            <a:avLst/>
          </a:prstGeom>
        </p:spPr>
      </p:pic>
      <p:pic>
        <p:nvPicPr>
          <p:cNvPr id="4" name="object 5">
            <a:extLst>
              <a:ext uri="{FF2B5EF4-FFF2-40B4-BE49-F238E27FC236}">
                <a16:creationId xmlns:a16="http://schemas.microsoft.com/office/drawing/2014/main" id="{9E891BC5-32DA-9208-692C-50E75CC5010E}"/>
              </a:ext>
            </a:extLst>
          </p:cNvPr>
          <p:cNvPicPr/>
          <p:nvPr userDrawn="1"/>
        </p:nvPicPr>
        <p:blipFill>
          <a:blip r:embed="rId7" cstate="print"/>
          <a:stretch>
            <a:fillRect/>
          </a:stretch>
        </p:blipFill>
        <p:spPr>
          <a:xfrm>
            <a:off x="0" y="2650255"/>
            <a:ext cx="12191999" cy="4207742"/>
          </a:xfrm>
          <a:prstGeom prst="rect">
            <a:avLst/>
          </a:prstGeom>
        </p:spPr>
      </p:pic>
      <p:sp>
        <p:nvSpPr>
          <p:cNvPr id="5" name="Espaço Reservado para Número de Slide 5">
            <a:extLst>
              <a:ext uri="{FF2B5EF4-FFF2-40B4-BE49-F238E27FC236}">
                <a16:creationId xmlns:a16="http://schemas.microsoft.com/office/drawing/2014/main" id="{36FD2FB0-CF6D-3624-4B8D-E3F185237450}"/>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72406300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cSld name="Título e Conteúdo">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8E3077B0-E621-C0B2-F8F6-4B6CFD41EF58}"/>
              </a:ext>
            </a:extLst>
          </p:cNvPr>
          <p:cNvGraphicFramePr>
            <a:graphicFrameLocks noChangeAspect="1"/>
          </p:cNvGraphicFramePr>
          <p:nvPr userDrawn="1">
            <p:custDataLst>
              <p:tags r:id="rId1"/>
            </p:custDataLst>
            <p:extLst>
              <p:ext uri="{D42A27DB-BD31-4B8C-83A1-F6EECF244321}">
                <p14:modId xmlns:p14="http://schemas.microsoft.com/office/powerpoint/2010/main" val="7640000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47" imgH="348" progId="TCLayout.ActiveDocument.1">
                  <p:embed/>
                </p:oleObj>
              </mc:Choice>
              <mc:Fallback>
                <p:oleObj name="think-cell Slide" r:id="rId3" imgW="347" imgH="348" progId="TCLayout.ActiveDocument.1">
                  <p:embed/>
                  <p:pic>
                    <p:nvPicPr>
                      <p:cNvPr id="8" name="think-cell data - do not delete" hidden="1">
                        <a:extLst>
                          <a:ext uri="{FF2B5EF4-FFF2-40B4-BE49-F238E27FC236}">
                            <a16:creationId xmlns:a16="http://schemas.microsoft.com/office/drawing/2014/main" id="{8E3077B0-E621-C0B2-F8F6-4B6CFD41EF58}"/>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ítulo 1">
            <a:extLst>
              <a:ext uri="{FF2B5EF4-FFF2-40B4-BE49-F238E27FC236}">
                <a16:creationId xmlns:a16="http://schemas.microsoft.com/office/drawing/2014/main" id="{A2C7FCA4-D2F3-4E19-A254-657A87E09638}"/>
              </a:ext>
            </a:extLst>
          </p:cNvPr>
          <p:cNvSpPr>
            <a:spLocks noGrp="1"/>
          </p:cNvSpPr>
          <p:nvPr>
            <p:ph type="title" hasCustomPrompt="1"/>
          </p:nvPr>
        </p:nvSpPr>
        <p:spPr/>
        <p:txBody>
          <a:bodyPr vert="horz"/>
          <a:lstStyle>
            <a:lvl1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Clique para </a:t>
            </a:r>
            <a:r>
              <a:rPr lang="en-US" err="1"/>
              <a:t>editar</a:t>
            </a:r>
            <a:r>
              <a:rPr lang="en-US"/>
              <a:t> o </a:t>
            </a:r>
            <a:r>
              <a:rPr lang="en-US" err="1"/>
              <a:t>título</a:t>
            </a:r>
            <a:r>
              <a:rPr lang="en-US"/>
              <a:t> Mestre</a:t>
            </a:r>
          </a:p>
        </p:txBody>
      </p:sp>
      <p:sp>
        <p:nvSpPr>
          <p:cNvPr id="3" name="Espaço Reservado para Conteúdo 2">
            <a:extLst>
              <a:ext uri="{FF2B5EF4-FFF2-40B4-BE49-F238E27FC236}">
                <a16:creationId xmlns:a16="http://schemas.microsoft.com/office/drawing/2014/main" id="{F1CA9134-2322-425D-A38B-AFEAD381D24E}"/>
              </a:ext>
            </a:extLst>
          </p:cNvPr>
          <p:cNvSpPr>
            <a:spLocks noGrp="1"/>
          </p:cNvSpPr>
          <p:nvPr>
            <p:ph idx="1" hasCustomPrompt="1"/>
          </p:nvPr>
        </p:nvSpPr>
        <p:spPr/>
        <p:txBody>
          <a:bodyPr/>
          <a:lstStyle>
            <a:lvl1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2pPr>
            <a:lvl3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3pPr>
            <a:lvl4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4pPr>
            <a:lvl5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5pPr>
          </a:lstStyle>
          <a:p>
            <a:pPr lvl="0"/>
            <a:r>
              <a:rPr lang="en-US" err="1"/>
              <a:t>Editar</a:t>
            </a:r>
            <a:r>
              <a:rPr lang="en-US"/>
              <a:t> </a:t>
            </a:r>
            <a:r>
              <a:rPr lang="en-US" err="1"/>
              <a:t>estilos</a:t>
            </a:r>
            <a:r>
              <a:rPr lang="en-US"/>
              <a:t> de </a:t>
            </a:r>
            <a:r>
              <a:rPr lang="en-US" err="1"/>
              <a:t>texto</a:t>
            </a:r>
            <a:r>
              <a:rPr lang="en-US"/>
              <a:t> Mestre</a:t>
            </a:r>
          </a:p>
          <a:p>
            <a:pPr lvl="1"/>
            <a:r>
              <a:rPr lang="en-US"/>
              <a:t>Segundo </a:t>
            </a:r>
            <a:r>
              <a:rPr lang="en-US" err="1"/>
              <a:t>nível</a:t>
            </a:r>
            <a:endParaRPr lang="en-US"/>
          </a:p>
          <a:p>
            <a:pPr lvl="2"/>
            <a:r>
              <a:rPr lang="en-US" err="1"/>
              <a:t>Terceiro</a:t>
            </a:r>
            <a:r>
              <a:rPr lang="en-US"/>
              <a:t> </a:t>
            </a:r>
            <a:r>
              <a:rPr lang="en-US" err="1"/>
              <a:t>nível</a:t>
            </a:r>
            <a:endParaRPr lang="en-US"/>
          </a:p>
          <a:p>
            <a:pPr lvl="3"/>
            <a:r>
              <a:rPr lang="en-US"/>
              <a:t>Quarto </a:t>
            </a:r>
            <a:r>
              <a:rPr lang="en-US" err="1"/>
              <a:t>nível</a:t>
            </a:r>
            <a:endParaRPr lang="en-US"/>
          </a:p>
          <a:p>
            <a:pPr lvl="4"/>
            <a:r>
              <a:rPr lang="en-US"/>
              <a:t>Quinto </a:t>
            </a:r>
            <a:r>
              <a:rPr lang="en-US" err="1"/>
              <a:t>nível</a:t>
            </a:r>
            <a:endParaRPr lang="en-US"/>
          </a:p>
        </p:txBody>
      </p:sp>
      <p:sp>
        <p:nvSpPr>
          <p:cNvPr id="4" name="Espaço Reservado para Data 3">
            <a:extLst>
              <a:ext uri="{FF2B5EF4-FFF2-40B4-BE49-F238E27FC236}">
                <a16:creationId xmlns:a16="http://schemas.microsoft.com/office/drawing/2014/main" id="{3001D306-C01C-4F8E-BD7C-EBEF5A627AE1}"/>
              </a:ext>
            </a:extLst>
          </p:cNvPr>
          <p:cNvSpPr>
            <a:spLocks noGrp="1"/>
          </p:cNvSpPr>
          <p:nvPr>
            <p:ph type="dt" sz="half" idx="10"/>
          </p:nvPr>
        </p:nvSpPr>
        <p:spPr/>
        <p:txBody>
          <a:bodyPr/>
          <a:lstStyle>
            <a:lvl1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24E5B4D1-35DA-4E01-8F64-69ED9B2D1640}" type="datetime1">
              <a:rPr lang="en-US" smtClean="0"/>
              <a:t>11/29/2025</a:t>
            </a:fld>
            <a:endParaRPr lang="en-US"/>
          </a:p>
        </p:txBody>
      </p:sp>
      <p:sp>
        <p:nvSpPr>
          <p:cNvPr id="5" name="Espaço Reservado para Rodapé 4">
            <a:extLst>
              <a:ext uri="{FF2B5EF4-FFF2-40B4-BE49-F238E27FC236}">
                <a16:creationId xmlns:a16="http://schemas.microsoft.com/office/drawing/2014/main" id="{2515DD64-EE5E-465D-91EE-7F9217F58BB2}"/>
              </a:ext>
            </a:extLst>
          </p:cNvPr>
          <p:cNvSpPr>
            <a:spLocks noGrp="1"/>
          </p:cNvSpPr>
          <p:nvPr>
            <p:ph type="ftr" sz="quarter" idx="11"/>
          </p:nvPr>
        </p:nvSpPr>
        <p:spPr/>
        <p:txBody>
          <a:bodyPr/>
          <a:lstStyle>
            <a:lvl1pPr rtl="0">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endParaRPr lang="en-US"/>
          </a:p>
        </p:txBody>
      </p:sp>
      <p:sp>
        <p:nvSpPr>
          <p:cNvPr id="7" name="Espaço Reservado para Número de Slide 5">
            <a:extLst>
              <a:ext uri="{FF2B5EF4-FFF2-40B4-BE49-F238E27FC236}">
                <a16:creationId xmlns:a16="http://schemas.microsoft.com/office/drawing/2014/main" id="{36D70981-A852-8F01-D073-D88A232C56C1}"/>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spTree>
    <p:extLst>
      <p:ext uri="{BB962C8B-B14F-4D97-AF65-F5344CB8AC3E}">
        <p14:creationId xmlns:p14="http://schemas.microsoft.com/office/powerpoint/2010/main" val="21981539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E827457-CF9D-BD66-F1F6-307DEB727CF9}"/>
              </a:ext>
            </a:extLst>
          </p:cNvPr>
          <p:cNvSpPr>
            <a:spLocks noGrp="1"/>
          </p:cNvSpPr>
          <p:nvPr>
            <p:ph type="dt" sz="half" idx="10"/>
          </p:nvPr>
        </p:nvSpPr>
        <p:spPr/>
        <p:txBody>
          <a:bodyPr/>
          <a:lstStyle/>
          <a:p>
            <a:fld id="{80DE6555-7F18-4CF9-ABD4-0185D355FF09}" type="datetime1">
              <a:rPr lang="en-US" smtClean="0"/>
              <a:t>11/29/2025</a:t>
            </a:fld>
            <a:endParaRPr lang="en-US"/>
          </a:p>
        </p:txBody>
      </p:sp>
      <p:sp>
        <p:nvSpPr>
          <p:cNvPr id="3" name="Footer Placeholder 2">
            <a:extLst>
              <a:ext uri="{FF2B5EF4-FFF2-40B4-BE49-F238E27FC236}">
                <a16:creationId xmlns:a16="http://schemas.microsoft.com/office/drawing/2014/main" id="{E6A00432-C3EE-C949-B685-67317460F49C}"/>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55E26999-AED2-61EE-6884-1A37039A0733}"/>
              </a:ext>
            </a:extLst>
          </p:cNvPr>
          <p:cNvSpPr>
            <a:spLocks noGrp="1"/>
          </p:cNvSpPr>
          <p:nvPr>
            <p:ph type="sldNum" sz="quarter" idx="12"/>
          </p:nvPr>
        </p:nvSpPr>
        <p:spPr/>
        <p:txBody>
          <a:bodyPr/>
          <a:lstStyle/>
          <a:p>
            <a:fld id="{8E1CF2E5-4A16-4FBD-9713-265FD1DAAE65}" type="slidenum">
              <a:rPr lang="en-US" smtClean="0"/>
              <a:t>‹#›</a:t>
            </a:fld>
            <a:endParaRPr lang="en-US"/>
          </a:p>
        </p:txBody>
      </p:sp>
    </p:spTree>
    <p:extLst>
      <p:ext uri="{BB962C8B-B14F-4D97-AF65-F5344CB8AC3E}">
        <p14:creationId xmlns:p14="http://schemas.microsoft.com/office/powerpoint/2010/main" val="2672049089"/>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Title">
    <p:bg>
      <p:bgPr>
        <a:gradFill>
          <a:gsLst>
            <a:gs pos="0">
              <a:schemeClr val="accent1">
                <a:lumMod val="75000"/>
              </a:scheme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16EA533F-94AF-4D02-A54D-267AD6DA2E6D}"/>
              </a:ext>
            </a:extLst>
          </p:cNvPr>
          <p:cNvGraphicFramePr>
            <a:graphicFrameLocks noChangeAspect="1"/>
          </p:cNvGraphicFramePr>
          <p:nvPr userDrawn="1">
            <p:custDataLst>
              <p:tags r:id="rId1"/>
            </p:custDataLst>
            <p:extLst>
              <p:ext uri="{D42A27DB-BD31-4B8C-83A1-F6EECF244321}">
                <p14:modId xmlns:p14="http://schemas.microsoft.com/office/powerpoint/2010/main" val="122978558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44" imgH="344" progId="TCLayout.ActiveDocument.1">
                  <p:embed/>
                </p:oleObj>
              </mc:Choice>
              <mc:Fallback>
                <p:oleObj name="think-cell Slide" r:id="rId5" imgW="344" imgH="344" progId="TCLayout.ActiveDocument.1">
                  <p:embed/>
                  <p:pic>
                    <p:nvPicPr>
                      <p:cNvPr id="9" name="Object 8" hidden="1">
                        <a:extLst>
                          <a:ext uri="{FF2B5EF4-FFF2-40B4-BE49-F238E27FC236}">
                            <a16:creationId xmlns:a16="http://schemas.microsoft.com/office/drawing/2014/main" id="{16EA533F-94AF-4D02-A54D-267AD6DA2E6D}"/>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C54CE3BD-55D7-42CB-8D9D-17E2A0D74581}"/>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2" name="Slide Number">
            <a:extLst>
              <a:ext uri="{FF2B5EF4-FFF2-40B4-BE49-F238E27FC236}">
                <a16:creationId xmlns:a16="http://schemas.microsoft.com/office/drawing/2014/main" id="{A8BE21E5-30DA-ABD5-1A6D-67DD2AFD1ABD}"/>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Tree>
    <p:extLst>
      <p:ext uri="{BB962C8B-B14F-4D97-AF65-F5344CB8AC3E}">
        <p14:creationId xmlns:p14="http://schemas.microsoft.com/office/powerpoint/2010/main" val="339623518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266410084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F741700-5035-4E61-A4AC-1B3C7AE220D5}"/>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82372"/>
            <a:ext cx="11082528" cy="731520"/>
          </a:xfrm>
        </p:spPr>
        <p:txBody>
          <a:bodyPr vert="horz"/>
          <a:lstStyle>
            <a:lvl1pPr rtl="0">
              <a:defRPr>
                <a:solidFill>
                  <a:schemeClr val="tx2"/>
                </a:solidFill>
              </a:defRPr>
            </a:lvl1pPr>
          </a:lstStyle>
          <a:p>
            <a:r>
              <a:rPr lang="en-US"/>
              <a:t>Click to edit Master title style</a:t>
            </a:r>
          </a:p>
        </p:txBody>
      </p:sp>
      <p:sp>
        <p:nvSpPr>
          <p:cNvPr id="9" name="Slide Number">
            <a:extLst>
              <a:ext uri="{FF2B5EF4-FFF2-40B4-BE49-F238E27FC236}">
                <a16:creationId xmlns:a16="http://schemas.microsoft.com/office/drawing/2014/main" id="{66686DBA-90DA-4033-B950-94CBD0D7A425}"/>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
        <p:nvSpPr>
          <p:cNvPr id="12" name="3. Subtitle">
            <a:extLst>
              <a:ext uri="{FF2B5EF4-FFF2-40B4-BE49-F238E27FC236}">
                <a16:creationId xmlns:a16="http://schemas.microsoft.com/office/drawing/2014/main" id="{1EE9FF4B-7331-4DE1-A594-C0C335ED5BE5}"/>
              </a:ext>
            </a:extLst>
          </p:cNvPr>
          <p:cNvSpPr>
            <a:spLocks noGrp="1"/>
          </p:cNvSpPr>
          <p:nvPr>
            <p:ph type="subTitle" idx="1"/>
            <p:custDataLst>
              <p:tags r:id="rId7"/>
            </p:custDataLst>
          </p:nvPr>
        </p:nvSpPr>
        <p:spPr>
          <a:xfrm>
            <a:off x="554736" y="903861"/>
            <a:ext cx="11082528" cy="276999"/>
          </a:xfrm>
        </p:spPr>
        <p:txBody>
          <a:bodyPr anchor="ctr" anchorCtr="0"/>
          <a:lstStyle>
            <a:lvl1pPr rtl="0">
              <a:defRPr/>
            </a:lvl1pPr>
          </a:lstStyle>
          <a:p>
            <a:r>
              <a:rPr lang="en-US" sz="1600"/>
              <a:t>Click to edit Master subtitle style</a:t>
            </a:r>
          </a:p>
        </p:txBody>
      </p:sp>
    </p:spTree>
    <p:extLst>
      <p:ext uri="{BB962C8B-B14F-4D97-AF65-F5344CB8AC3E}">
        <p14:creationId xmlns:p14="http://schemas.microsoft.com/office/powerpoint/2010/main" val="378509864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_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41361114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F741700-5035-4E61-A4AC-1B3C7AE220D5}"/>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82372"/>
            <a:ext cx="11082528" cy="731520"/>
          </a:xfrm>
        </p:spPr>
        <p:txBody>
          <a:bodyPr vert="horz"/>
          <a:lstStyle>
            <a:lvl1pPr rtl="0">
              <a:defRPr>
                <a:solidFill>
                  <a:schemeClr val="tx2"/>
                </a:solidFill>
              </a:defRPr>
            </a:lvl1pPr>
          </a:lstStyle>
          <a:p>
            <a:r>
              <a:rPr lang="en-US"/>
              <a:t>Click to edit Master 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5"/>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
        <p:nvSpPr>
          <p:cNvPr id="12" name="3. Subtitle">
            <a:extLst>
              <a:ext uri="{FF2B5EF4-FFF2-40B4-BE49-F238E27FC236}">
                <a16:creationId xmlns:a16="http://schemas.microsoft.com/office/drawing/2014/main" id="{1EE9FF4B-7331-4DE1-A594-C0C335ED5BE5}"/>
              </a:ext>
            </a:extLst>
          </p:cNvPr>
          <p:cNvSpPr>
            <a:spLocks noGrp="1"/>
          </p:cNvSpPr>
          <p:nvPr>
            <p:ph type="subTitle" idx="1"/>
            <p:custDataLst>
              <p:tags r:id="rId6"/>
            </p:custDataLst>
          </p:nvPr>
        </p:nvSpPr>
        <p:spPr>
          <a:xfrm>
            <a:off x="554736" y="903861"/>
            <a:ext cx="11082528" cy="276999"/>
          </a:xfrm>
        </p:spPr>
        <p:txBody>
          <a:bodyPr anchor="ctr" anchorCtr="0"/>
          <a:lstStyle>
            <a:lvl1pPr rtl="0">
              <a:defRPr/>
            </a:lvl1pPr>
          </a:lstStyle>
          <a:p>
            <a:r>
              <a:rPr lang="en-US" sz="1600"/>
              <a:t>Click to edit Master subtitle style</a:t>
            </a:r>
          </a:p>
        </p:txBody>
      </p:sp>
      <p:sp>
        <p:nvSpPr>
          <p:cNvPr id="4" name="Rectangle 3">
            <a:extLst>
              <a:ext uri="{FF2B5EF4-FFF2-40B4-BE49-F238E27FC236}">
                <a16:creationId xmlns:a16="http://schemas.microsoft.com/office/drawing/2014/main" id="{E76D6AE4-5E74-A948-DDA1-D3BBAE1423BE}"/>
              </a:ext>
            </a:extLst>
          </p:cNvPr>
          <p:cNvSpPr/>
          <p:nvPr userDrawn="1"/>
        </p:nvSpPr>
        <p:spPr>
          <a:xfrm>
            <a:off x="0" y="1356852"/>
            <a:ext cx="12192000" cy="5501148"/>
          </a:xfrm>
          <a:prstGeom prst="rect">
            <a:avLst/>
          </a:prstGeom>
          <a:solidFill>
            <a:schemeClr val="tx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spcBef>
                <a:spcPts val="300"/>
              </a:spcBef>
              <a:spcAft>
                <a:spcPts val="300"/>
              </a:spcAft>
            </a:pPr>
            <a:endParaRPr lang="en-US" sz="1600">
              <a:solidFill>
                <a:schemeClr val="bg1"/>
              </a:solidFill>
            </a:endParaRPr>
          </a:p>
        </p:txBody>
      </p:sp>
      <p:sp>
        <p:nvSpPr>
          <p:cNvPr id="6" name="Slide Number">
            <a:extLst>
              <a:ext uri="{FF2B5EF4-FFF2-40B4-BE49-F238E27FC236}">
                <a16:creationId xmlns:a16="http://schemas.microsoft.com/office/drawing/2014/main" id="{C7952DE1-E22F-8E66-8035-C0550260EDCC}"/>
              </a:ext>
            </a:extLst>
          </p:cNvPr>
          <p:cNvSpPr>
            <a:spLocks noChangeArrowheads="1"/>
          </p:cNvSpPr>
          <p:nvPr userDrawn="1">
            <p:custDataLst>
              <p:tags r:id="rId7"/>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Tree>
    <p:extLst>
      <p:ext uri="{BB962C8B-B14F-4D97-AF65-F5344CB8AC3E}">
        <p14:creationId xmlns:p14="http://schemas.microsoft.com/office/powerpoint/2010/main" val="4232290776"/>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Top Left">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CCAC6EFC-AEE8-ADC9-7AB1-03C8B64982CE}"/>
              </a:ext>
            </a:extLst>
          </p:cNvPr>
          <p:cNvGraphicFramePr>
            <a:graphicFrameLocks noChangeAspect="1"/>
          </p:cNvGraphicFramePr>
          <p:nvPr userDrawn="1">
            <p:custDataLst>
              <p:tags r:id="rId1"/>
            </p:custDataLst>
            <p:extLst>
              <p:ext uri="{D42A27DB-BD31-4B8C-83A1-F6EECF244321}">
                <p14:modId xmlns:p14="http://schemas.microsoft.com/office/powerpoint/2010/main" val="32671015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84" imgH="486" progId="TCLayout.ActiveDocument.1">
                  <p:embed/>
                </p:oleObj>
              </mc:Choice>
              <mc:Fallback>
                <p:oleObj name="think-cell Slide" r:id="rId7" imgW="484" imgH="486" progId="TCLayout.ActiveDocument.1">
                  <p:embed/>
                  <p:pic>
                    <p:nvPicPr>
                      <p:cNvPr id="5" name="think-cell data - do not delete" hidden="1">
                        <a:extLst>
                          <a:ext uri="{FF2B5EF4-FFF2-40B4-BE49-F238E27FC236}">
                            <a16:creationId xmlns:a16="http://schemas.microsoft.com/office/drawing/2014/main" id="{CCAC6EFC-AEE8-ADC9-7AB1-03C8B64982CE}"/>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2"/>
            </p:custDataLst>
          </p:nvPr>
        </p:nvSpPr>
        <p:spPr>
          <a:xfrm>
            <a:off x="554736" y="1706563"/>
            <a:ext cx="3813048" cy="694944"/>
          </a:xfrm>
          <a:prstGeom prst="rect">
            <a:avLst/>
          </a:prstGeom>
        </p:spPr>
        <p:txBody>
          <a:bodyPr vert="horz" anchor="t">
            <a:noAutofit/>
          </a:bodyPr>
          <a:lstStyle>
            <a:lvl1pPr rtl="0">
              <a:lnSpc>
                <a:spcPct val="90000"/>
              </a:lnSpc>
              <a:defRPr>
                <a:ln w="6350" cap="flat">
                  <a:noFill/>
                  <a:miter lim="800000"/>
                </a:ln>
              </a:defRPr>
            </a:lvl1pPr>
          </a:lstStyle>
          <a:p>
            <a:r>
              <a:rPr lang="en-US"/>
              <a:t>Click to edit Master title style</a:t>
            </a:r>
          </a:p>
        </p:txBody>
      </p:sp>
      <p:sp>
        <p:nvSpPr>
          <p:cNvPr id="4" name="Slide Number">
            <a:extLst>
              <a:ext uri="{FF2B5EF4-FFF2-40B4-BE49-F238E27FC236}">
                <a16:creationId xmlns:a16="http://schemas.microsoft.com/office/drawing/2014/main" id="{EFB4BF85-6002-4998-80DC-DC1B92544D1D}"/>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6" name="5. Source" hidden="1">
            <a:extLst>
              <a:ext uri="{FF2B5EF4-FFF2-40B4-BE49-F238E27FC236}">
                <a16:creationId xmlns:a16="http://schemas.microsoft.com/office/drawing/2014/main" id="{0E2D5DBB-C1B8-4A27-836D-C2E6D553234D}"/>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8" name="1. On-page tracker">
            <a:extLst>
              <a:ext uri="{FF2B5EF4-FFF2-40B4-BE49-F238E27FC236}">
                <a16:creationId xmlns:a16="http://schemas.microsoft.com/office/drawing/2014/main" id="{2382874E-5BAC-44EB-9C53-2930F0FC66DC}"/>
              </a:ext>
            </a:extLst>
          </p:cNvPr>
          <p:cNvSpPr>
            <a:spLocks noGrp="1"/>
          </p:cNvSpPr>
          <p:nvPr>
            <p:ph type="body" sz="quarter" idx="17" hasCustomPrompt="1"/>
            <p:custDataLst>
              <p:tags r:id="rId5"/>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2878110096"/>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Mid Left">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53DFF7FE-B4E6-6344-2418-D93A98852AF0}"/>
              </a:ext>
            </a:extLst>
          </p:cNvPr>
          <p:cNvGraphicFramePr>
            <a:graphicFrameLocks noChangeAspect="1"/>
          </p:cNvGraphicFramePr>
          <p:nvPr userDrawn="1">
            <p:custDataLst>
              <p:tags r:id="rId1"/>
            </p:custDataLst>
            <p:extLst>
              <p:ext uri="{D42A27DB-BD31-4B8C-83A1-F6EECF244321}">
                <p14:modId xmlns:p14="http://schemas.microsoft.com/office/powerpoint/2010/main" val="10626202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84" imgH="486" progId="TCLayout.ActiveDocument.1">
                  <p:embed/>
                </p:oleObj>
              </mc:Choice>
              <mc:Fallback>
                <p:oleObj name="think-cell Slide" r:id="rId7" imgW="484" imgH="486" progId="TCLayout.ActiveDocument.1">
                  <p:embed/>
                  <p:pic>
                    <p:nvPicPr>
                      <p:cNvPr id="4" name="think-cell data - do not delete" hidden="1">
                        <a:extLst>
                          <a:ext uri="{FF2B5EF4-FFF2-40B4-BE49-F238E27FC236}">
                            <a16:creationId xmlns:a16="http://schemas.microsoft.com/office/drawing/2014/main" id="{53DFF7FE-B4E6-6344-2418-D93A98852AF0}"/>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2"/>
            </p:custDataLst>
          </p:nvPr>
        </p:nvSpPr>
        <p:spPr>
          <a:xfrm>
            <a:off x="554736" y="3044280"/>
            <a:ext cx="5065776" cy="769441"/>
          </a:xfrm>
          <a:prstGeom prst="rect">
            <a:avLst/>
          </a:prstGeom>
        </p:spPr>
        <p:txBody>
          <a:bodyPr vert="horz" rIns="365760" anchor="ctr">
            <a:noAutofit/>
          </a:bodyPr>
          <a:lstStyle>
            <a:lvl1pPr rtl="0">
              <a:defRPr>
                <a:ln w="6350" cap="flat">
                  <a:noFill/>
                  <a:miter lim="800000"/>
                </a:ln>
              </a:defRPr>
            </a:lvl1pPr>
          </a:lstStyle>
          <a:p>
            <a:r>
              <a:rPr lang="en-US"/>
              <a:t>Click to edit Master title style</a:t>
            </a:r>
          </a:p>
        </p:txBody>
      </p:sp>
      <p:sp>
        <p:nvSpPr>
          <p:cNvPr id="9" name="Slide Number">
            <a:extLst>
              <a:ext uri="{FF2B5EF4-FFF2-40B4-BE49-F238E27FC236}">
                <a16:creationId xmlns:a16="http://schemas.microsoft.com/office/drawing/2014/main" id="{2BF771FC-DD10-42B6-A51E-7F1E26F8184D}"/>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C0D33C43-5B9F-44B4-82FA-BAAD11A7FB8E}"/>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7" name="1. On-page tracker">
            <a:extLst>
              <a:ext uri="{FF2B5EF4-FFF2-40B4-BE49-F238E27FC236}">
                <a16:creationId xmlns:a16="http://schemas.microsoft.com/office/drawing/2014/main" id="{2A77292F-0F7C-43B4-9782-AB706C93BD64}"/>
              </a:ext>
            </a:extLst>
          </p:cNvPr>
          <p:cNvSpPr>
            <a:spLocks noGrp="1"/>
          </p:cNvSpPr>
          <p:nvPr>
            <p:ph type="body" sz="quarter" idx="17" hasCustomPrompt="1"/>
            <p:custDataLst>
              <p:tags r:id="rId5"/>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365325636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A608D4BB-56F5-4BF1-8C9C-8799BAA8CEEB}"/>
              </a:ext>
            </a:extLst>
          </p:cNvPr>
          <p:cNvGraphicFramePr>
            <a:graphicFrameLocks noChangeAspect="1"/>
          </p:cNvGraphicFramePr>
          <p:nvPr userDrawn="1">
            <p:custDataLst>
              <p:tags r:id="rId1"/>
            </p:custDataLst>
            <p:extLst>
              <p:ext uri="{D42A27DB-BD31-4B8C-83A1-F6EECF244321}">
                <p14:modId xmlns:p14="http://schemas.microsoft.com/office/powerpoint/2010/main" val="85704250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73" imgH="476" progId="TCLayout.ActiveDocument.1">
                  <p:embed/>
                </p:oleObj>
              </mc:Choice>
              <mc:Fallback>
                <p:oleObj name="think-cell Slide" r:id="rId8" imgW="473" imgH="476" progId="TCLayout.ActiveDocument.1">
                  <p:embed/>
                  <p:pic>
                    <p:nvPicPr>
                      <p:cNvPr id="3" name="Object 2" hidden="1">
                        <a:extLst>
                          <a:ext uri="{FF2B5EF4-FFF2-40B4-BE49-F238E27FC236}">
                            <a16:creationId xmlns:a16="http://schemas.microsoft.com/office/drawing/2014/main" id="{A608D4BB-56F5-4BF1-8C9C-8799BAA8CEEB}"/>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288743A-B5B4-4D5C-9D2C-F17D5A50E4BE}"/>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3"/>
            </p:custDataLst>
          </p:nvPr>
        </p:nvSpPr>
        <p:spPr>
          <a:xfrm>
            <a:off x="554736" y="4580468"/>
            <a:ext cx="11082528" cy="677108"/>
          </a:xfrm>
        </p:spPr>
        <p:txBody>
          <a:bodyPr vert="horz" anchor="b">
            <a:noAutofit/>
          </a:bodyPr>
          <a:lstStyle>
            <a:lvl1pPr rtl="0">
              <a:lnSpc>
                <a:spcPct val="93000"/>
              </a:lnSpc>
              <a:defRPr sz="4400"/>
            </a:lvl1pPr>
          </a:lstStyle>
          <a:p>
            <a:r>
              <a:rPr lang="en-US"/>
              <a:t>Click to edit Master title style</a:t>
            </a:r>
          </a:p>
        </p:txBody>
      </p:sp>
      <p:sp>
        <p:nvSpPr>
          <p:cNvPr id="8" name="Slide Number">
            <a:extLst>
              <a:ext uri="{FF2B5EF4-FFF2-40B4-BE49-F238E27FC236}">
                <a16:creationId xmlns:a16="http://schemas.microsoft.com/office/drawing/2014/main" id="{A86AE8A6-05EF-4E76-AAAD-41743692E9F9}"/>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6" name="5. Source" hidden="1">
            <a:extLst>
              <a:ext uri="{FF2B5EF4-FFF2-40B4-BE49-F238E27FC236}">
                <a16:creationId xmlns:a16="http://schemas.microsoft.com/office/drawing/2014/main" id="{B871FE09-BB6E-4334-B0EA-E52395AA61B3}"/>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9" name="1. On-page tracker">
            <a:extLst>
              <a:ext uri="{FF2B5EF4-FFF2-40B4-BE49-F238E27FC236}">
                <a16:creationId xmlns:a16="http://schemas.microsoft.com/office/drawing/2014/main" id="{07CA98DC-1A07-45D0-A835-AD1606EE7BAE}"/>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191407245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2CD01A5A-D383-4F62-8841-DD0172530759}"/>
              </a:ext>
            </a:extLst>
          </p:cNvPr>
          <p:cNvGraphicFramePr>
            <a:graphicFrameLocks noChangeAspect="1"/>
          </p:cNvGraphicFramePr>
          <p:nvPr userDrawn="1">
            <p:custDataLst>
              <p:tags r:id="rId1"/>
            </p:custDataLst>
            <p:extLst>
              <p:ext uri="{D42A27DB-BD31-4B8C-83A1-F6EECF244321}">
                <p14:modId xmlns:p14="http://schemas.microsoft.com/office/powerpoint/2010/main" val="318637662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73" imgH="476" progId="TCLayout.ActiveDocument.1">
                  <p:embed/>
                </p:oleObj>
              </mc:Choice>
              <mc:Fallback>
                <p:oleObj name="think-cell Slide" r:id="rId9" imgW="473" imgH="476" progId="TCLayout.ActiveDocument.1">
                  <p:embed/>
                  <p:pic>
                    <p:nvPicPr>
                      <p:cNvPr id="3" name="Object 2" hidden="1">
                        <a:extLst>
                          <a:ext uri="{FF2B5EF4-FFF2-40B4-BE49-F238E27FC236}">
                            <a16:creationId xmlns:a16="http://schemas.microsoft.com/office/drawing/2014/main" id="{2CD01A5A-D383-4F62-8841-DD0172530759}"/>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AC2F000-47EB-4070-866B-EF082C9E1028}"/>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34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8" name="2. Slide Title">
            <a:extLst>
              <a:ext uri="{FF2B5EF4-FFF2-40B4-BE49-F238E27FC236}">
                <a16:creationId xmlns:a16="http://schemas.microsoft.com/office/drawing/2014/main" id="{EA735538-C733-4892-93A4-7B433D8B8293}"/>
              </a:ext>
            </a:extLst>
          </p:cNvPr>
          <p:cNvSpPr>
            <a:spLocks noGrp="1"/>
          </p:cNvSpPr>
          <p:nvPr>
            <p:ph type="title" hasCustomPrompt="1"/>
            <p:custDataLst>
              <p:tags r:id="rId3"/>
            </p:custDataLst>
          </p:nvPr>
        </p:nvSpPr>
        <p:spPr>
          <a:xfrm>
            <a:off x="1505712" y="3592841"/>
            <a:ext cx="9180576" cy="486608"/>
          </a:xfrm>
          <a:prstGeom prst="rect">
            <a:avLst/>
          </a:prstGeom>
        </p:spPr>
        <p:txBody>
          <a:bodyPr vert="horz">
            <a:spAutoFit/>
          </a:bodyPr>
          <a:lstStyle>
            <a:lvl1pPr rtl="0">
              <a:lnSpc>
                <a:spcPct val="93000"/>
              </a:lnSpc>
              <a:defRPr sz="3400"/>
            </a:lvl1pPr>
          </a:lstStyle>
          <a:p>
            <a:r>
              <a:rPr lang="en-US"/>
              <a:t>“Click to add quote</a:t>
            </a:r>
          </a:p>
        </p:txBody>
      </p:sp>
      <p:sp>
        <p:nvSpPr>
          <p:cNvPr id="6" name="3. Subtitle">
            <a:extLst>
              <a:ext uri="{FF2B5EF4-FFF2-40B4-BE49-F238E27FC236}">
                <a16:creationId xmlns:a16="http://schemas.microsoft.com/office/drawing/2014/main" id="{8DB5022C-F66C-4018-82F3-195571DDD527}"/>
              </a:ext>
            </a:extLst>
          </p:cNvPr>
          <p:cNvSpPr>
            <a:spLocks noGrp="1"/>
          </p:cNvSpPr>
          <p:nvPr>
            <p:ph type="subTitle" idx="1" hasCustomPrompt="1"/>
            <p:custDataLst>
              <p:tags r:id="rId4"/>
            </p:custDataLst>
          </p:nvPr>
        </p:nvSpPr>
        <p:spPr>
          <a:xfrm>
            <a:off x="1505712" y="4284630"/>
            <a:ext cx="9180576" cy="276999"/>
          </a:xfrm>
        </p:spPr>
        <p:txBody>
          <a:bodyPr wrap="square">
            <a:noAutofit/>
          </a:bodyPr>
          <a:lstStyle>
            <a:lvl1pPr marL="0" indent="0" algn="l" rtl="0">
              <a:buNone/>
              <a:defRPr sz="1600" b="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quote source</a:t>
            </a:r>
          </a:p>
        </p:txBody>
      </p:sp>
      <p:sp>
        <p:nvSpPr>
          <p:cNvPr id="9" name="Slide Number">
            <a:extLst>
              <a:ext uri="{FF2B5EF4-FFF2-40B4-BE49-F238E27FC236}">
                <a16:creationId xmlns:a16="http://schemas.microsoft.com/office/drawing/2014/main" id="{FAEB6FCE-50CC-4F2B-A5B3-CB508EDFCD46}"/>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sp>
        <p:nvSpPr>
          <p:cNvPr id="7" name="5. Source" hidden="1">
            <a:extLst>
              <a:ext uri="{FF2B5EF4-FFF2-40B4-BE49-F238E27FC236}">
                <a16:creationId xmlns:a16="http://schemas.microsoft.com/office/drawing/2014/main" id="{97195F4E-ECA7-41A9-AFF3-0C4DAD103DA6}"/>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0" name="1. On-page tracker">
            <a:extLst>
              <a:ext uri="{FF2B5EF4-FFF2-40B4-BE49-F238E27FC236}">
                <a16:creationId xmlns:a16="http://schemas.microsoft.com/office/drawing/2014/main" id="{469A753E-961A-4AC3-B6E0-4407B9A4AF36}"/>
              </a:ext>
            </a:extLst>
          </p:cNvPr>
          <p:cNvSpPr>
            <a:spLocks noGrp="1"/>
          </p:cNvSpPr>
          <p:nvPr>
            <p:ph type="body" sz="quarter" idx="17" hasCustomPrompt="1"/>
            <p:custDataLst>
              <p:tags r:id="rId7"/>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4058790920"/>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1/4">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A8D6A48-EE20-4EB4-A234-9F3B16C02872}"/>
              </a:ext>
            </a:extLst>
          </p:cNvPr>
          <p:cNvGraphicFramePr>
            <a:graphicFrameLocks noChangeAspect="1"/>
          </p:cNvGraphicFramePr>
          <p:nvPr userDrawn="1">
            <p:custDataLst>
              <p:tags r:id="rId1"/>
            </p:custDataLst>
            <p:extLst>
              <p:ext uri="{D42A27DB-BD31-4B8C-83A1-F6EECF244321}">
                <p14:modId xmlns:p14="http://schemas.microsoft.com/office/powerpoint/2010/main" val="23109535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413" imgH="416" progId="TCLayout.ActiveDocument.1">
                  <p:embed/>
                </p:oleObj>
              </mc:Choice>
              <mc:Fallback>
                <p:oleObj name="think-cell Slide" r:id="rId11" imgW="413" imgH="416" progId="TCLayout.ActiveDocument.1">
                  <p:embed/>
                  <p:pic>
                    <p:nvPicPr>
                      <p:cNvPr id="3" name="Object 2" hidden="1">
                        <a:extLst>
                          <a:ext uri="{FF2B5EF4-FFF2-40B4-BE49-F238E27FC236}">
                            <a16:creationId xmlns:a16="http://schemas.microsoft.com/office/drawing/2014/main" id="{DA8D6A48-EE20-4EB4-A234-9F3B16C02872}"/>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6FAC554-F995-4246-BE36-413D2200D983}"/>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3413760" y="0"/>
            <a:ext cx="8778240"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6" name="SlideLogoText" hidden="1">
            <a:extLst>
              <a:ext uri="{FF2B5EF4-FFF2-40B4-BE49-F238E27FC236}">
                <a16:creationId xmlns:a16="http://schemas.microsoft.com/office/drawing/2014/main" id="{7D03BAA3-96F1-4B7C-895E-B9B8CFDDA50B}"/>
              </a:ext>
            </a:extLst>
          </p:cNvPr>
          <p:cNvSpPr txBox="1"/>
          <p:nvPr userDrawn="1">
            <p:custDataLst>
              <p:tags r:id="rId4"/>
            </p:custDataLst>
          </p:nvPr>
        </p:nvSpPr>
        <p:spPr>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7" name="Slide Number">
            <a:extLst>
              <a:ext uri="{FF2B5EF4-FFF2-40B4-BE49-F238E27FC236}">
                <a16:creationId xmlns:a16="http://schemas.microsoft.com/office/drawing/2014/main" id="{ACF9526A-1F1C-4E57-8A8D-21EDBC12066F}"/>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19" name="2. Slide Title">
            <a:extLst>
              <a:ext uri="{FF2B5EF4-FFF2-40B4-BE49-F238E27FC236}">
                <a16:creationId xmlns:a16="http://schemas.microsoft.com/office/drawing/2014/main" id="{6647A441-8DE4-4236-BCC7-B694B2C59E00}"/>
              </a:ext>
            </a:extLst>
          </p:cNvPr>
          <p:cNvSpPr>
            <a:spLocks noGrp="1"/>
          </p:cNvSpPr>
          <p:nvPr>
            <p:ph type="title"/>
            <p:custDataLst>
              <p:tags r:id="rId6"/>
            </p:custDataLst>
          </p:nvPr>
        </p:nvSpPr>
        <p:spPr>
          <a:xfrm>
            <a:off x="554736" y="2744369"/>
            <a:ext cx="2514600" cy="769441"/>
          </a:xfrm>
        </p:spPr>
        <p:txBody>
          <a:bodyPr vert="horz" anchor="b">
            <a:noAutofit/>
          </a:bodyPr>
          <a:lstStyle>
            <a:lvl1pPr rtl="0">
              <a:defRPr>
                <a:solidFill>
                  <a:schemeClr val="accent4"/>
                </a:solidFill>
              </a:defRPr>
            </a:lvl1pPr>
          </a:lstStyle>
          <a:p>
            <a:r>
              <a:rPr lang="en-US"/>
              <a:t>Click to edit Master title style</a:t>
            </a:r>
          </a:p>
        </p:txBody>
      </p:sp>
      <p:sp>
        <p:nvSpPr>
          <p:cNvPr id="20" name="3. Subtitle">
            <a:extLst>
              <a:ext uri="{FF2B5EF4-FFF2-40B4-BE49-F238E27FC236}">
                <a16:creationId xmlns:a16="http://schemas.microsoft.com/office/drawing/2014/main" id="{A4DBA574-6D59-4DFD-82A7-9B1E9AEB906E}"/>
              </a:ext>
            </a:extLst>
          </p:cNvPr>
          <p:cNvSpPr>
            <a:spLocks noGrp="1"/>
          </p:cNvSpPr>
          <p:nvPr>
            <p:ph type="subTitle" idx="1"/>
            <p:custDataLst>
              <p:tags r:id="rId7"/>
            </p:custDataLst>
          </p:nvPr>
        </p:nvSpPr>
        <p:spPr>
          <a:xfrm>
            <a:off x="554736" y="3659644"/>
            <a:ext cx="2514600" cy="492443"/>
          </a:xfrm>
        </p:spPr>
        <p:txBody>
          <a:bodyPr wrap="square">
            <a:spAutoFit/>
          </a:bodyPr>
          <a:lstStyle>
            <a:lvl1pPr marL="0" indent="0" algn="l" rtl="0">
              <a:buNone/>
              <a:defRPr sz="1600" b="0">
                <a:solidFill>
                  <a:schemeClr val="tx2"/>
                </a:solidFill>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25B2DE14-9B3F-4199-B082-9FEB12CE57EA}"/>
              </a:ext>
            </a:extLst>
          </p:cNvPr>
          <p:cNvSpPr txBox="1"/>
          <p:nvPr userDrawn="1">
            <p:custDataLst>
              <p:tags r:id="rId8"/>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5" name="1. On-page tracker">
            <a:extLst>
              <a:ext uri="{FF2B5EF4-FFF2-40B4-BE49-F238E27FC236}">
                <a16:creationId xmlns:a16="http://schemas.microsoft.com/office/drawing/2014/main" id="{2C7757ED-5357-4B01-BB59-15D4406B0FDF}"/>
              </a:ext>
            </a:extLst>
          </p:cNvPr>
          <p:cNvSpPr>
            <a:spLocks noGrp="1"/>
          </p:cNvSpPr>
          <p:nvPr>
            <p:ph type="body" sz="quarter" idx="17" hasCustomPrompt="1"/>
            <p:custDataLst>
              <p:tags r:id="rId9"/>
            </p:custDataLst>
          </p:nvPr>
        </p:nvSpPr>
        <p:spPr>
          <a:xfrm>
            <a:off x="7159752" y="78768"/>
            <a:ext cx="4480560" cy="123111"/>
          </a:xfrm>
        </p:spPr>
        <p:txBody>
          <a:bodyPr anchor="ctr" anchorCtr="0">
            <a:spAutoFit/>
          </a:bodyPr>
          <a:lstStyle>
            <a:lvl1pPr algn="r" rtl="0">
              <a:defRPr sz="800">
                <a:solidFill>
                  <a:schemeClr val="tx1"/>
                </a:solidFill>
                <a:latin typeface="+mn-lt"/>
              </a:defRPr>
            </a:lvl1pPr>
          </a:lstStyle>
          <a:p>
            <a:pPr lvl="0"/>
            <a:r>
              <a:rPr lang="en-US"/>
              <a:t>Chapter › Topic</a:t>
            </a:r>
          </a:p>
        </p:txBody>
      </p:sp>
    </p:spTree>
    <p:extLst>
      <p:ext uri="{BB962C8B-B14F-4D97-AF65-F5344CB8AC3E}">
        <p14:creationId xmlns:p14="http://schemas.microsoft.com/office/powerpoint/2010/main" val="4195270812"/>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1/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EE6E84E-0DE7-4EEF-8932-BF42153B3B56}"/>
              </a:ext>
            </a:extLst>
          </p:cNvPr>
          <p:cNvGraphicFramePr>
            <a:graphicFrameLocks noChangeAspect="1"/>
          </p:cNvGraphicFramePr>
          <p:nvPr userDrawn="1">
            <p:custDataLst>
              <p:tags r:id="rId1"/>
            </p:custDataLst>
            <p:extLst>
              <p:ext uri="{D42A27DB-BD31-4B8C-83A1-F6EECF244321}">
                <p14:modId xmlns:p14="http://schemas.microsoft.com/office/powerpoint/2010/main" val="200875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413" imgH="416" progId="TCLayout.ActiveDocument.1">
                  <p:embed/>
                </p:oleObj>
              </mc:Choice>
              <mc:Fallback>
                <p:oleObj name="think-cell Slide" r:id="rId11" imgW="413" imgH="416" progId="TCLayout.ActiveDocument.1">
                  <p:embed/>
                  <p:pic>
                    <p:nvPicPr>
                      <p:cNvPr id="3" name="Object 2" hidden="1">
                        <a:extLst>
                          <a:ext uri="{FF2B5EF4-FFF2-40B4-BE49-F238E27FC236}">
                            <a16:creationId xmlns:a16="http://schemas.microsoft.com/office/drawing/2014/main" id="{CEE6E84E-0DE7-4EEF-8932-BF42153B3B56}"/>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2D2E0F6-5BB5-47A0-8E4A-CD4E6673B19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4364736" y="0"/>
            <a:ext cx="7827264"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6" name="SlideLogoText" hidden="1">
            <a:extLst>
              <a:ext uri="{FF2B5EF4-FFF2-40B4-BE49-F238E27FC236}">
                <a16:creationId xmlns:a16="http://schemas.microsoft.com/office/drawing/2014/main" id="{2D4C39DE-34D3-430B-A68C-3662DBF9F427}"/>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7" name="Slide Number">
            <a:extLst>
              <a:ext uri="{FF2B5EF4-FFF2-40B4-BE49-F238E27FC236}">
                <a16:creationId xmlns:a16="http://schemas.microsoft.com/office/drawing/2014/main" id="{36B65DC7-979F-4AB7-9872-8CF5F2DCB753}"/>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19" name="2. Slide Title">
            <a:extLst>
              <a:ext uri="{FF2B5EF4-FFF2-40B4-BE49-F238E27FC236}">
                <a16:creationId xmlns:a16="http://schemas.microsoft.com/office/drawing/2014/main" id="{4EF89F43-35C6-451B-BBE8-87D2B8B83F5E}"/>
              </a:ext>
            </a:extLst>
          </p:cNvPr>
          <p:cNvSpPr>
            <a:spLocks noGrp="1"/>
          </p:cNvSpPr>
          <p:nvPr>
            <p:ph type="title"/>
            <p:custDataLst>
              <p:tags r:id="rId6"/>
            </p:custDataLst>
          </p:nvPr>
        </p:nvSpPr>
        <p:spPr>
          <a:xfrm>
            <a:off x="554736" y="2744369"/>
            <a:ext cx="3465576" cy="769441"/>
          </a:xfrm>
          <a:prstGeom prst="rect">
            <a:avLst/>
          </a:prstGeom>
        </p:spPr>
        <p:txBody>
          <a:bodyPr vert="horz" wrap="square" anchor="b">
            <a:noAutofit/>
          </a:bodyPr>
          <a:lstStyle>
            <a:lvl1pPr algn="l" rtl="0">
              <a:defRPr>
                <a:solidFill>
                  <a:schemeClr val="accent4"/>
                </a:solidFill>
              </a:defRPr>
            </a:lvl1pPr>
          </a:lstStyle>
          <a:p>
            <a:r>
              <a:rPr lang="en-US"/>
              <a:t>Click to edit Master title style</a:t>
            </a:r>
          </a:p>
        </p:txBody>
      </p:sp>
      <p:sp>
        <p:nvSpPr>
          <p:cNvPr id="20" name="3. Subtitle">
            <a:extLst>
              <a:ext uri="{FF2B5EF4-FFF2-40B4-BE49-F238E27FC236}">
                <a16:creationId xmlns:a16="http://schemas.microsoft.com/office/drawing/2014/main" id="{9F06A69A-B095-4159-932B-3658DD253FDF}"/>
              </a:ext>
            </a:extLst>
          </p:cNvPr>
          <p:cNvSpPr>
            <a:spLocks noGrp="1"/>
          </p:cNvSpPr>
          <p:nvPr>
            <p:ph type="subTitle" idx="1"/>
            <p:custDataLst>
              <p:tags r:id="rId7"/>
            </p:custDataLst>
          </p:nvPr>
        </p:nvSpPr>
        <p:spPr>
          <a:xfrm>
            <a:off x="554735" y="3659644"/>
            <a:ext cx="3465575" cy="246221"/>
          </a:xfrm>
        </p:spPr>
        <p:txBody>
          <a:bodyPr wrap="square">
            <a:spAutoFit/>
          </a:bodyPr>
          <a:lstStyle>
            <a:lvl1pPr marL="0" indent="0" algn="l" rtl="0">
              <a:buNone/>
              <a:defRPr sz="1600" b="0">
                <a:solidFill>
                  <a:schemeClr val="tx2"/>
                </a:solidFill>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DA204BE1-D5C8-4D03-9090-21D41FEC78E0}"/>
              </a:ext>
            </a:extLst>
          </p:cNvPr>
          <p:cNvSpPr txBox="1"/>
          <p:nvPr userDrawn="1">
            <p:custDataLst>
              <p:tags r:id="rId8"/>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5" name="1. On-page tracker">
            <a:extLst>
              <a:ext uri="{FF2B5EF4-FFF2-40B4-BE49-F238E27FC236}">
                <a16:creationId xmlns:a16="http://schemas.microsoft.com/office/drawing/2014/main" id="{1ADFA379-EDDB-4C62-A3BB-AC227312C688}"/>
              </a:ext>
            </a:extLst>
          </p:cNvPr>
          <p:cNvSpPr>
            <a:spLocks noGrp="1"/>
          </p:cNvSpPr>
          <p:nvPr>
            <p:ph type="body" sz="quarter" idx="17" hasCustomPrompt="1"/>
            <p:custDataLst>
              <p:tags r:id="rId9"/>
            </p:custDataLst>
          </p:nvPr>
        </p:nvSpPr>
        <p:spPr>
          <a:xfrm>
            <a:off x="7159752" y="78768"/>
            <a:ext cx="4480560" cy="123111"/>
          </a:xfrm>
        </p:spPr>
        <p:txBody>
          <a:bodyPr anchor="ctr" anchorCtr="0">
            <a:spAutoFit/>
          </a:bodyPr>
          <a:lstStyle>
            <a:lvl1pPr algn="r" rtl="0">
              <a:defRPr sz="800">
                <a:solidFill>
                  <a:schemeClr val="tx1"/>
                </a:solidFill>
                <a:latin typeface="+mn-lt"/>
              </a:defRPr>
            </a:lvl1pPr>
          </a:lstStyle>
          <a:p>
            <a:pPr lvl="0"/>
            <a:r>
              <a:rPr lang="en-US"/>
              <a:t>Chapter › Topic</a:t>
            </a:r>
          </a:p>
        </p:txBody>
      </p:sp>
    </p:spTree>
    <p:extLst>
      <p:ext uri="{BB962C8B-B14F-4D97-AF65-F5344CB8AC3E}">
        <p14:creationId xmlns:p14="http://schemas.microsoft.com/office/powerpoint/2010/main" val="3124830830"/>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1/2">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8662178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413" imgH="416" progId="TCLayout.ActiveDocument.1">
                  <p:embed/>
                </p:oleObj>
              </mc:Choice>
              <mc:Fallback>
                <p:oleObj name="think-cell Slide" r:id="rId11"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5C86E70-6ADC-4EA2-90F2-373AC4FDE5D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6092952" y="0"/>
            <a:ext cx="6099048"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7" name="SlideLogoText" hidden="1">
            <a:extLst>
              <a:ext uri="{FF2B5EF4-FFF2-40B4-BE49-F238E27FC236}">
                <a16:creationId xmlns:a16="http://schemas.microsoft.com/office/drawing/2014/main" id="{609F85FD-B74A-4A4E-BFA9-7668DD6BCB90}"/>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20" name="1. On-page tracker">
            <a:extLst>
              <a:ext uri="{FF2B5EF4-FFF2-40B4-BE49-F238E27FC236}">
                <a16:creationId xmlns:a16="http://schemas.microsoft.com/office/drawing/2014/main" id="{0E1A178A-6BDC-4A0A-9F92-72F6EB95AD81}"/>
              </a:ext>
            </a:extLst>
          </p:cNvPr>
          <p:cNvSpPr>
            <a:spLocks noGrp="1"/>
          </p:cNvSpPr>
          <p:nvPr>
            <p:ph type="body" sz="quarter" idx="17" hasCustomPrompt="1"/>
            <p:custDataLst>
              <p:tags r:id="rId7"/>
            </p:custDataLst>
          </p:nvPr>
        </p:nvSpPr>
        <p:spPr>
          <a:xfrm>
            <a:off x="7159752" y="78768"/>
            <a:ext cx="4480560" cy="123111"/>
          </a:xfrm>
        </p:spPr>
        <p:txBody>
          <a:bodyPr anchor="ctr" anchorCtr="0">
            <a:spAutoFit/>
          </a:bodyPr>
          <a:lstStyle>
            <a:lvl1pPr algn="r" rtl="0">
              <a:defRPr sz="800">
                <a:solidFill>
                  <a:schemeClr val="tx1"/>
                </a:solidFill>
                <a:latin typeface="+mn-lt"/>
              </a:defRPr>
            </a:lvl1pPr>
          </a:lstStyle>
          <a:p>
            <a:pPr lvl="0"/>
            <a:r>
              <a:rPr lang="en-US"/>
              <a:t>Chapter › Topic</a:t>
            </a:r>
          </a:p>
        </p:txBody>
      </p:sp>
      <p:sp>
        <p:nvSpPr>
          <p:cNvPr id="24" name="2. Slide Title">
            <a:extLst>
              <a:ext uri="{FF2B5EF4-FFF2-40B4-BE49-F238E27FC236}">
                <a16:creationId xmlns:a16="http://schemas.microsoft.com/office/drawing/2014/main" id="{06A9E224-CFBD-42B8-A4C0-EFE2C017E523}"/>
              </a:ext>
            </a:extLst>
          </p:cNvPr>
          <p:cNvSpPr>
            <a:spLocks noGrp="1"/>
          </p:cNvSpPr>
          <p:nvPr>
            <p:ph type="title"/>
            <p:custDataLst>
              <p:tags r:id="rId8"/>
            </p:custDataLst>
          </p:nvPr>
        </p:nvSpPr>
        <p:spPr>
          <a:xfrm>
            <a:off x="554736" y="182372"/>
            <a:ext cx="5065776" cy="731520"/>
          </a:xfrm>
        </p:spPr>
        <p:txBody>
          <a:bodyPr vert="horz"/>
          <a:lstStyle>
            <a:lvl1pPr rtl="0">
              <a:defRPr/>
            </a:lvl1pPr>
          </a:lstStyle>
          <a:p>
            <a:r>
              <a:rPr lang="en-US"/>
              <a:t>Click to edit Master title style</a:t>
            </a:r>
          </a:p>
        </p:txBody>
      </p:sp>
      <p:sp>
        <p:nvSpPr>
          <p:cNvPr id="25" name="3. Subtitle">
            <a:extLst>
              <a:ext uri="{FF2B5EF4-FFF2-40B4-BE49-F238E27FC236}">
                <a16:creationId xmlns:a16="http://schemas.microsoft.com/office/drawing/2014/main" id="{F7FC2EC4-28A5-4B24-B46C-79BCB0964344}"/>
              </a:ext>
            </a:extLst>
          </p:cNvPr>
          <p:cNvSpPr>
            <a:spLocks noGrp="1"/>
          </p:cNvSpPr>
          <p:nvPr>
            <p:ph type="subTitle" idx="1"/>
            <p:custDataLst>
              <p:tags r:id="rId9"/>
            </p:custDataLst>
          </p:nvPr>
        </p:nvSpPr>
        <p:spPr>
          <a:xfrm>
            <a:off x="554736" y="903861"/>
            <a:ext cx="5065776" cy="276999"/>
          </a:xfrm>
        </p:spPr>
        <p:txBody>
          <a:bodyPr anchor="ctr" anchorCtr="0"/>
          <a:lstStyle>
            <a:lvl1pPr rtl="0">
              <a:defRPr/>
            </a:lvl1pPr>
          </a:lstStyle>
          <a:p>
            <a:r>
              <a:rPr lang="en-US" sz="1600"/>
              <a:t>Click to edit Master subtitle style</a:t>
            </a:r>
          </a:p>
        </p:txBody>
      </p:sp>
    </p:spTree>
    <p:extLst>
      <p:ext uri="{BB962C8B-B14F-4D97-AF65-F5344CB8AC3E}">
        <p14:creationId xmlns:p14="http://schemas.microsoft.com/office/powerpoint/2010/main" val="347718009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userDrawn="1">
  <p:cSld name="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extLst>
              <p:ext uri="{D42A27DB-BD31-4B8C-83A1-F6EECF244321}">
                <p14:modId xmlns:p14="http://schemas.microsoft.com/office/powerpoint/2010/main" val="22087929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572" imgH="588" progId="TCLayout.ActiveDocument.1">
                  <p:embed/>
                </p:oleObj>
              </mc:Choice>
              <mc:Fallback>
                <p:oleObj name="think-cell Slide" r:id="rId11"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8F8ABD0-305F-4DFC-AC60-1FB7BB16830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7830312" y="0"/>
            <a:ext cx="4361688"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6" name="SlideLogoText" hidden="1">
            <a:extLst>
              <a:ext uri="{FF2B5EF4-FFF2-40B4-BE49-F238E27FC236}">
                <a16:creationId xmlns:a16="http://schemas.microsoft.com/office/drawing/2014/main" id="{AEC46ACE-42CD-4304-9E51-86DBC38CA4EB}"/>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7" name="Slide Number">
            <a:extLst>
              <a:ext uri="{FF2B5EF4-FFF2-40B4-BE49-F238E27FC236}">
                <a16:creationId xmlns:a16="http://schemas.microsoft.com/office/drawing/2014/main" id="{3B7A7C0C-AC02-4989-860B-73442D510162}"/>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6"/>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25" name="2. Slide Title">
            <a:extLst>
              <a:ext uri="{FF2B5EF4-FFF2-40B4-BE49-F238E27FC236}">
                <a16:creationId xmlns:a16="http://schemas.microsoft.com/office/drawing/2014/main" id="{AA4BE143-5F32-4F04-B536-5DD597732824}"/>
              </a:ext>
            </a:extLst>
          </p:cNvPr>
          <p:cNvSpPr>
            <a:spLocks noGrp="1"/>
          </p:cNvSpPr>
          <p:nvPr>
            <p:ph type="title"/>
            <p:custDataLst>
              <p:tags r:id="rId7"/>
            </p:custDataLst>
          </p:nvPr>
        </p:nvSpPr>
        <p:spPr>
          <a:xfrm>
            <a:off x="554736" y="182372"/>
            <a:ext cx="6967728" cy="731520"/>
          </a:xfrm>
        </p:spPr>
        <p:txBody>
          <a:bodyPr vert="horz"/>
          <a:lstStyle>
            <a:lvl1pPr rtl="0">
              <a:defRPr/>
            </a:lvl1pPr>
          </a:lstStyle>
          <a:p>
            <a:r>
              <a:rPr lang="en-US"/>
              <a:t>Click to edit Master title style</a:t>
            </a:r>
          </a:p>
        </p:txBody>
      </p:sp>
      <p:sp>
        <p:nvSpPr>
          <p:cNvPr id="26" name="3. Subtitle">
            <a:extLst>
              <a:ext uri="{FF2B5EF4-FFF2-40B4-BE49-F238E27FC236}">
                <a16:creationId xmlns:a16="http://schemas.microsoft.com/office/drawing/2014/main" id="{97E30C8F-A677-42C7-A072-4ACC7DC3D698}"/>
              </a:ext>
            </a:extLst>
          </p:cNvPr>
          <p:cNvSpPr>
            <a:spLocks noGrp="1"/>
          </p:cNvSpPr>
          <p:nvPr>
            <p:ph type="subTitle" idx="1"/>
            <p:custDataLst>
              <p:tags r:id="rId8"/>
            </p:custDataLst>
          </p:nvPr>
        </p:nvSpPr>
        <p:spPr>
          <a:xfrm>
            <a:off x="554736" y="903861"/>
            <a:ext cx="6967728" cy="276999"/>
          </a:xfrm>
        </p:spPr>
        <p:txBody>
          <a:bodyPr anchor="ctr" anchorCtr="0"/>
          <a:lstStyle>
            <a:lvl1pPr rtl="0">
              <a:defRPr/>
            </a:lvl1pPr>
          </a:lstStyle>
          <a:p>
            <a:r>
              <a:rPr lang="en-US" sz="1600"/>
              <a:t>Click to edit Master subtitle style</a:t>
            </a:r>
          </a:p>
        </p:txBody>
      </p:sp>
      <p:sp>
        <p:nvSpPr>
          <p:cNvPr id="19" name="1. On-page tracker">
            <a:extLst>
              <a:ext uri="{FF2B5EF4-FFF2-40B4-BE49-F238E27FC236}">
                <a16:creationId xmlns:a16="http://schemas.microsoft.com/office/drawing/2014/main" id="{288125BB-6CB4-4B7C-8E2B-CB1912430A39}"/>
              </a:ext>
            </a:extLst>
          </p:cNvPr>
          <p:cNvSpPr>
            <a:spLocks noGrp="1"/>
          </p:cNvSpPr>
          <p:nvPr>
            <p:ph type="body" sz="quarter" idx="18" hasCustomPrompt="1"/>
            <p:custDataLst>
              <p:tags r:id="rId9"/>
            </p:custDataLst>
          </p:nvPr>
        </p:nvSpPr>
        <p:spPr>
          <a:xfrm>
            <a:off x="8173370" y="78768"/>
            <a:ext cx="3466941" cy="123111"/>
          </a:xfrm>
        </p:spPr>
        <p:txBody>
          <a:bodyPr wrap="square" anchor="ctr" anchorCtr="0">
            <a:spAutoFit/>
          </a:bodyPr>
          <a:lstStyle>
            <a:lvl1pPr algn="r" rtl="0">
              <a:defRPr sz="800">
                <a:solidFill>
                  <a:schemeClr val="tx1"/>
                </a:solidFill>
                <a:latin typeface="+mn-lt"/>
              </a:defRPr>
            </a:lvl1pPr>
          </a:lstStyle>
          <a:p>
            <a:pPr lvl="0"/>
            <a:r>
              <a:rPr lang="en-US"/>
              <a:t>Chapter › Topic</a:t>
            </a:r>
          </a:p>
        </p:txBody>
      </p:sp>
    </p:spTree>
    <p:extLst>
      <p:ext uri="{BB962C8B-B14F-4D97-AF65-F5344CB8AC3E}">
        <p14:creationId xmlns:p14="http://schemas.microsoft.com/office/powerpoint/2010/main" val="684781741"/>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userDrawn="1">
  <p:cSld name="1_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extLst>
              <p:ext uri="{D42A27DB-BD31-4B8C-83A1-F6EECF244321}">
                <p14:modId xmlns:p14="http://schemas.microsoft.com/office/powerpoint/2010/main" val="337000493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572" imgH="588" progId="TCLayout.ActiveDocument.1">
                  <p:embed/>
                </p:oleObj>
              </mc:Choice>
              <mc:Fallback>
                <p:oleObj name="think-cell Slide" r:id="rId11"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8F8ABD0-305F-4DFC-AC60-1FB7BB16830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8723086" y="0"/>
            <a:ext cx="3468913"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rgbClr val="F0F0F0"/>
              </a:solidFill>
              <a:latin typeface="Arial" panose="020B0604020202020204" pitchFamily="34" charset="0"/>
            </a:endParaRPr>
          </a:p>
        </p:txBody>
      </p:sp>
      <p:sp>
        <p:nvSpPr>
          <p:cNvPr id="16" name="SlideLogoText" hidden="1">
            <a:extLst>
              <a:ext uri="{FF2B5EF4-FFF2-40B4-BE49-F238E27FC236}">
                <a16:creationId xmlns:a16="http://schemas.microsoft.com/office/drawing/2014/main" id="{AEC46ACE-42CD-4304-9E51-86DBC38CA4EB}"/>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7" name="Slide Number">
            <a:extLst>
              <a:ext uri="{FF2B5EF4-FFF2-40B4-BE49-F238E27FC236}">
                <a16:creationId xmlns:a16="http://schemas.microsoft.com/office/drawing/2014/main" id="{3B7A7C0C-AC02-4989-860B-73442D510162}"/>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6"/>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25" name="2. Slide Title">
            <a:extLst>
              <a:ext uri="{FF2B5EF4-FFF2-40B4-BE49-F238E27FC236}">
                <a16:creationId xmlns:a16="http://schemas.microsoft.com/office/drawing/2014/main" id="{AA4BE143-5F32-4F04-B536-5DD597732824}"/>
              </a:ext>
            </a:extLst>
          </p:cNvPr>
          <p:cNvSpPr>
            <a:spLocks noGrp="1"/>
          </p:cNvSpPr>
          <p:nvPr>
            <p:ph type="title"/>
            <p:custDataLst>
              <p:tags r:id="rId7"/>
            </p:custDataLst>
          </p:nvPr>
        </p:nvSpPr>
        <p:spPr>
          <a:xfrm>
            <a:off x="554736" y="182372"/>
            <a:ext cx="7950635" cy="731520"/>
          </a:xfrm>
        </p:spPr>
        <p:txBody>
          <a:bodyPr vert="horz"/>
          <a:lstStyle>
            <a:lvl1pPr rtl="0">
              <a:defRPr/>
            </a:lvl1pPr>
          </a:lstStyle>
          <a:p>
            <a:r>
              <a:rPr lang="en-US"/>
              <a:t>Click to edit Master title style</a:t>
            </a:r>
          </a:p>
        </p:txBody>
      </p:sp>
      <p:sp>
        <p:nvSpPr>
          <p:cNvPr id="26" name="3. Subtitle">
            <a:extLst>
              <a:ext uri="{FF2B5EF4-FFF2-40B4-BE49-F238E27FC236}">
                <a16:creationId xmlns:a16="http://schemas.microsoft.com/office/drawing/2014/main" id="{97E30C8F-A677-42C7-A072-4ACC7DC3D698}"/>
              </a:ext>
            </a:extLst>
          </p:cNvPr>
          <p:cNvSpPr>
            <a:spLocks noGrp="1"/>
          </p:cNvSpPr>
          <p:nvPr>
            <p:ph type="subTitle" idx="1"/>
            <p:custDataLst>
              <p:tags r:id="rId8"/>
            </p:custDataLst>
          </p:nvPr>
        </p:nvSpPr>
        <p:spPr>
          <a:xfrm>
            <a:off x="554736" y="903861"/>
            <a:ext cx="7950635" cy="276999"/>
          </a:xfrm>
        </p:spPr>
        <p:txBody>
          <a:bodyPr anchor="ctr" anchorCtr="0"/>
          <a:lstStyle>
            <a:lvl1pPr rtl="0">
              <a:defRPr/>
            </a:lvl1pPr>
          </a:lstStyle>
          <a:p>
            <a:r>
              <a:rPr lang="en-US" sz="1600"/>
              <a:t>Click to edit Master subtitle style</a:t>
            </a:r>
          </a:p>
        </p:txBody>
      </p:sp>
      <p:sp>
        <p:nvSpPr>
          <p:cNvPr id="19" name="1. On-page tracker">
            <a:extLst>
              <a:ext uri="{FF2B5EF4-FFF2-40B4-BE49-F238E27FC236}">
                <a16:creationId xmlns:a16="http://schemas.microsoft.com/office/drawing/2014/main" id="{288125BB-6CB4-4B7C-8E2B-CB1912430A39}"/>
              </a:ext>
            </a:extLst>
          </p:cNvPr>
          <p:cNvSpPr>
            <a:spLocks noGrp="1"/>
          </p:cNvSpPr>
          <p:nvPr>
            <p:ph type="body" sz="quarter" idx="18" hasCustomPrompt="1"/>
            <p:custDataLst>
              <p:tags r:id="rId9"/>
            </p:custDataLst>
          </p:nvPr>
        </p:nvSpPr>
        <p:spPr>
          <a:xfrm>
            <a:off x="9001125" y="78768"/>
            <a:ext cx="2639186" cy="123111"/>
          </a:xfrm>
        </p:spPr>
        <p:txBody>
          <a:bodyPr wrap="square" anchor="ctr" anchorCtr="0">
            <a:spAutoFit/>
          </a:bodyPr>
          <a:lstStyle>
            <a:lvl1pPr algn="r" rtl="0">
              <a:defRPr sz="800">
                <a:solidFill>
                  <a:schemeClr val="tx1"/>
                </a:solidFill>
                <a:latin typeface="+mn-lt"/>
              </a:defRPr>
            </a:lvl1pPr>
          </a:lstStyle>
          <a:p>
            <a:pPr lvl="0"/>
            <a:r>
              <a:rPr lang="en-US"/>
              <a:t>Chapter › Topic</a:t>
            </a:r>
          </a:p>
        </p:txBody>
      </p:sp>
    </p:spTree>
    <p:extLst>
      <p:ext uri="{BB962C8B-B14F-4D97-AF65-F5344CB8AC3E}">
        <p14:creationId xmlns:p14="http://schemas.microsoft.com/office/powerpoint/2010/main" val="4151044268"/>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userDrawn="1">
  <p:cSld name="3/4 ">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91753612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5" imgW="413" imgH="416" progId="TCLayout.ActiveDocument.1">
                  <p:embed/>
                </p:oleObj>
              </mc:Choice>
              <mc:Fallback>
                <p:oleObj name="think-cell Slide" r:id="rId15"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6"/>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5C86E70-6ADC-4EA2-90F2-373AC4FDE5D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sz="2500" b="1" i="0" u="none" strike="noStrike" kern="1200" cap="none" spc="0" normalizeH="0" baseline="0" noProof="0">
              <a:ln>
                <a:noFill/>
              </a:ln>
              <a:solidFill>
                <a:srgbClr val="FFFFFF"/>
              </a:solidFill>
              <a:effectLst/>
              <a:uLnTx/>
              <a:uFillTx/>
              <a:latin typeface="Georgia" panose="02040502050405020303" pitchFamily="18" charset="0"/>
              <a:ea typeface="+mn-ea"/>
              <a:cs typeface="+mn-cs"/>
              <a:sym typeface="Georgia" panose="02040502050405020303" pitchFamily="18" charset="0"/>
            </a:endParaRPr>
          </a:p>
        </p:txBody>
      </p:sp>
      <p:sp>
        <p:nvSpPr>
          <p:cNvPr id="23" name="RectangleLight">
            <a:extLst>
              <a:ext uri="{FF2B5EF4-FFF2-40B4-BE49-F238E27FC236}">
                <a16:creationId xmlns:a16="http://schemas.microsoft.com/office/drawing/2014/main" id="{A80E2F68-4ED6-42EF-9858-2FE4B1382825}"/>
              </a:ext>
            </a:extLst>
          </p:cNvPr>
          <p:cNvSpPr/>
          <p:nvPr userDrawn="1">
            <p:custDataLst>
              <p:tags r:id="rId3"/>
            </p:custDataLst>
          </p:nvPr>
        </p:nvSpPr>
        <p:spPr bwMode="ltGray">
          <a:xfrm>
            <a:off x="8781416" y="0"/>
            <a:ext cx="3410584" cy="6858000"/>
          </a:xfrm>
          <a:prstGeom prst="rect">
            <a:avLst/>
          </a:prstGeom>
          <a:solidFill>
            <a:schemeClr val="tx2"/>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0F0F0"/>
              </a:solidFill>
              <a:effectLst/>
              <a:uLnTx/>
              <a:uFillTx/>
              <a:latin typeface="Arial" panose="020B0604020202020204" pitchFamily="34" charset="0"/>
              <a:ea typeface="+mn-ea"/>
              <a:cs typeface="+mn-cs"/>
            </a:endParaRPr>
          </a:p>
        </p:txBody>
      </p:sp>
      <p:sp>
        <p:nvSpPr>
          <p:cNvPr id="17" name="SlideLogoText">
            <a:extLst>
              <a:ext uri="{FF2B5EF4-FFF2-40B4-BE49-F238E27FC236}">
                <a16:creationId xmlns:a16="http://schemas.microsoft.com/office/drawing/2014/main" id="{609F85FD-B74A-4A4E-BFA9-7668DD6BCB90}"/>
              </a:ext>
            </a:extLst>
          </p:cNvPr>
          <p:cNvSpPr txBox="1"/>
          <p:nvPr userDrawn="1">
            <p:custDataLst>
              <p:tags r:id="rId4"/>
            </p:custDataLst>
          </p:nvPr>
        </p:nvSpPr>
        <p:spPr bwMode="black">
          <a:xfrm>
            <a:off x="10142505" y="6499381"/>
            <a:ext cx="1134927"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a:ea typeface="+mn-ea"/>
                <a:cs typeface="Arial" panose="020B0604020202020204" pitchFamily="34" charset="0"/>
              </a:rPr>
              <a:t>McKinsey &amp; Company</a:t>
            </a: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marL="0" marR="0" lvl="0" indent="0" algn="r" defTabSz="610744" rtl="0" eaLnBrk="1" fontAlgn="auto" latinLnBrk="0" hangingPunct="1">
              <a:lnSpc>
                <a:spcPct val="100000"/>
              </a:lnSpc>
              <a:spcBef>
                <a:spcPts val="0"/>
              </a:spcBef>
              <a:spcAft>
                <a:spcPts val="0"/>
              </a:spcAft>
              <a:buClrTx/>
              <a:buSzTx/>
              <a:buFontTx/>
              <a:buNone/>
              <a:tabLst/>
              <a:defRPr/>
            </a:pPr>
            <a:fld id="{4ABDCABE-3F10-B64C-92F1-862014417034}" type="slidenum">
              <a:rPr kumimoji="0" lang="en-US" sz="900" b="0" i="0" u="none" strike="noStrike" kern="1200" cap="none" spc="0" normalizeH="0" baseline="0" noProof="0" smtClean="0">
                <a:ln>
                  <a:noFill/>
                </a:ln>
                <a:solidFill>
                  <a:srgbClr val="000000"/>
                </a:solidFill>
                <a:effectLst/>
                <a:uLnTx/>
                <a:uFillTx/>
                <a:latin typeface="Arial"/>
                <a:ea typeface="+mn-ea"/>
                <a:cs typeface="Arial" panose="020B0604020202020204" pitchFamily="34" charset="0"/>
              </a:rPr>
              <a:pPr marL="0" marR="0" lvl="0" indent="0" algn="r" defTabSz="610744" rtl="0" eaLnBrk="1" fontAlgn="auto" latinLnBrk="0" hangingPunct="1">
                <a:lnSpc>
                  <a:spcPct val="100000"/>
                </a:lnSpc>
                <a:spcBef>
                  <a:spcPts val="0"/>
                </a:spcBef>
                <a:spcAft>
                  <a:spcPts val="0"/>
                </a:spcAft>
                <a:buClrTx/>
                <a:buSzTx/>
                <a:buFontTx/>
                <a:buNone/>
                <a:tabLst/>
                <a:defRPr/>
              </a:pPr>
              <a:t>‹#›</a:t>
            </a:fld>
            <a:endParaRPr kumimoji="0" lang="en-US" sz="9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cxnSp>
        <p:nvCxnSpPr>
          <p:cNvPr id="27" name="BottomLineRight">
            <a:extLst>
              <a:ext uri="{FF2B5EF4-FFF2-40B4-BE49-F238E27FC236}">
                <a16:creationId xmlns:a16="http://schemas.microsoft.com/office/drawing/2014/main" id="{C7EF0021-7C64-4C3A-BB10-343D51B3F040}"/>
              </a:ext>
            </a:extLst>
          </p:cNvPr>
          <p:cNvCxnSpPr/>
          <p:nvPr>
            <p:custDataLst>
              <p:tags r:id="rId6"/>
            </p:custDataLst>
          </p:nvPr>
        </p:nvCxnSpPr>
        <p:spPr>
          <a:xfrm>
            <a:off x="9119861" y="6453769"/>
            <a:ext cx="2514600"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 name="BottomLineLeft">
            <a:extLst>
              <a:ext uri="{FF2B5EF4-FFF2-40B4-BE49-F238E27FC236}">
                <a16:creationId xmlns:a16="http://schemas.microsoft.com/office/drawing/2014/main" id="{769848ED-A1D9-4D6F-AC16-5512562B47A0}"/>
              </a:ext>
            </a:extLst>
          </p:cNvPr>
          <p:cNvCxnSpPr/>
          <p:nvPr>
            <p:custDataLst>
              <p:tags r:id="rId7"/>
            </p:custDataLst>
          </p:nvPr>
        </p:nvCxnSpPr>
        <p:spPr>
          <a:xfrm>
            <a:off x="554736" y="6453769"/>
            <a:ext cx="7918704"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 name="TopLineRight">
            <a:extLst>
              <a:ext uri="{FF2B5EF4-FFF2-40B4-BE49-F238E27FC236}">
                <a16:creationId xmlns:a16="http://schemas.microsoft.com/office/drawing/2014/main" id="{9DD5C457-8894-4C00-BE39-CE61754727F6}"/>
              </a:ext>
            </a:extLst>
          </p:cNvPr>
          <p:cNvCxnSpPr/>
          <p:nvPr userDrawn="1">
            <p:custDataLst>
              <p:tags r:id="rId8"/>
            </p:custDataLst>
          </p:nvPr>
        </p:nvCxnSpPr>
        <p:spPr>
          <a:xfrm>
            <a:off x="9119861" y="1181906"/>
            <a:ext cx="2514600"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 name="TopLineLeft">
            <a:extLst>
              <a:ext uri="{FF2B5EF4-FFF2-40B4-BE49-F238E27FC236}">
                <a16:creationId xmlns:a16="http://schemas.microsoft.com/office/drawing/2014/main" id="{8B2884B5-93FA-4ECC-9065-3398231F02FC}"/>
              </a:ext>
            </a:extLst>
          </p:cNvPr>
          <p:cNvCxnSpPr/>
          <p:nvPr userDrawn="1">
            <p:custDataLst>
              <p:tags r:id="rId9"/>
            </p:custDataLst>
          </p:nvPr>
        </p:nvCxnSpPr>
        <p:spPr>
          <a:xfrm>
            <a:off x="554736" y="1181906"/>
            <a:ext cx="7918704"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10"/>
            </p:custDataLst>
          </p:nvPr>
        </p:nvSpPr>
        <p:spPr>
          <a:xfrm>
            <a:off x="554736" y="172212"/>
            <a:ext cx="7918704" cy="731520"/>
          </a:xfrm>
        </p:spPr>
        <p:txBody>
          <a:bodyPr vert="horz"/>
          <a:lstStyle>
            <a:lvl1pPr rtl="0">
              <a:defRPr/>
            </a:lvl1pPr>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11"/>
            </p:custDataLst>
          </p:nvPr>
        </p:nvSpPr>
        <p:spPr>
          <a:xfrm>
            <a:off x="554736" y="884725"/>
            <a:ext cx="7918704" cy="297181"/>
          </a:xfrm>
          <a:prstGeom prst="rect">
            <a:avLst/>
          </a:prstGeom>
        </p:spPr>
        <p:txBody>
          <a:bodyPr wrap="square">
            <a:noAutofit/>
          </a:bodyPr>
          <a:lstStyle>
            <a:lvl1pPr marL="0" indent="0" algn="l" rtl="0">
              <a:buNone/>
              <a:defRPr sz="18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1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rgbClr val="000000"/>
                </a:solidFill>
                <a:effectLst/>
                <a:uLnTx/>
                <a:uFillTx/>
                <a:latin typeface="Arial"/>
                <a:ea typeface="+mn-ea"/>
                <a:cs typeface="Arial" panose="020B0604020202020204" pitchFamily="34" charset="0"/>
              </a:rPr>
              <a:t>Source: …</a:t>
            </a:r>
          </a:p>
        </p:txBody>
      </p:sp>
      <p:sp>
        <p:nvSpPr>
          <p:cNvPr id="15" name="1. On-page tracker">
            <a:extLst>
              <a:ext uri="{FF2B5EF4-FFF2-40B4-BE49-F238E27FC236}">
                <a16:creationId xmlns:a16="http://schemas.microsoft.com/office/drawing/2014/main" id="{1E771D75-4092-4C08-B152-0A8A51C4AB58}"/>
              </a:ext>
            </a:extLst>
          </p:cNvPr>
          <p:cNvSpPr>
            <a:spLocks noGrp="1"/>
          </p:cNvSpPr>
          <p:nvPr>
            <p:ph type="body" sz="quarter" idx="17" hasCustomPrompt="1"/>
            <p:custDataLst>
              <p:tags r:id="rId13"/>
            </p:custDataLst>
          </p:nvPr>
        </p:nvSpPr>
        <p:spPr>
          <a:xfrm>
            <a:off x="9116568" y="89319"/>
            <a:ext cx="2523744"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2728840816"/>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Contrast 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D01440F-CB45-4B1E-BF2B-97953CB35508}"/>
              </a:ext>
            </a:extLst>
          </p:cNvPr>
          <p:cNvGraphicFramePr>
            <a:graphicFrameLocks noChangeAspect="1"/>
          </p:cNvGraphicFramePr>
          <p:nvPr userDrawn="1">
            <p:custDataLst>
              <p:tags r:id="rId1"/>
            </p:custDataLst>
            <p:extLst>
              <p:ext uri="{D42A27DB-BD31-4B8C-83A1-F6EECF244321}">
                <p14:modId xmlns:p14="http://schemas.microsoft.com/office/powerpoint/2010/main" val="297629673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6D01440F-CB45-4B1E-BF2B-97953CB35508}"/>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F95EE31F-4647-48C1-8F33-15A7FC3D359F}"/>
              </a:ext>
            </a:extLst>
          </p:cNvPr>
          <p:cNvSpPr/>
          <p:nvPr userDrawn="1">
            <p:custDataLst>
              <p:tags r:id="rId2"/>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Slide Number">
            <a:extLst>
              <a:ext uri="{FF2B5EF4-FFF2-40B4-BE49-F238E27FC236}">
                <a16:creationId xmlns:a16="http://schemas.microsoft.com/office/drawing/2014/main" id="{E4920261-0593-4AC5-992E-73B8CB0A1C71}"/>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9" name="5. Source" hidden="1">
            <a:extLst>
              <a:ext uri="{FF2B5EF4-FFF2-40B4-BE49-F238E27FC236}">
                <a16:creationId xmlns:a16="http://schemas.microsoft.com/office/drawing/2014/main" id="{0CC39C66-1ED1-4BBF-87FB-6C74C9A461BE}"/>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t>Source: …</a:t>
            </a:r>
          </a:p>
        </p:txBody>
      </p:sp>
      <p:sp>
        <p:nvSpPr>
          <p:cNvPr id="12" name="2. Slide Title">
            <a:extLst>
              <a:ext uri="{FF2B5EF4-FFF2-40B4-BE49-F238E27FC236}">
                <a16:creationId xmlns:a16="http://schemas.microsoft.com/office/drawing/2014/main" id="{0BDEB94E-58BF-43E2-8FF2-DCDA24AD4E9D}"/>
              </a:ext>
            </a:extLst>
          </p:cNvPr>
          <p:cNvSpPr>
            <a:spLocks noGrp="1"/>
          </p:cNvSpPr>
          <p:nvPr>
            <p:ph type="title"/>
            <p:custDataLst>
              <p:tags r:id="rId5"/>
            </p:custDataLst>
          </p:nvPr>
        </p:nvSpPr>
        <p:spPr>
          <a:xfrm>
            <a:off x="554736" y="182372"/>
            <a:ext cx="11082528" cy="731520"/>
          </a:xfrm>
        </p:spPr>
        <p:txBody>
          <a:bodyPr vert="horz"/>
          <a:lstStyle>
            <a:lvl1pPr rtl="0">
              <a:defRPr/>
            </a:lvl1pPr>
          </a:lstStyle>
          <a:p>
            <a:r>
              <a:rPr lang="en-US"/>
              <a:t>Click to edit Master title style</a:t>
            </a:r>
          </a:p>
        </p:txBody>
      </p:sp>
      <p:sp>
        <p:nvSpPr>
          <p:cNvPr id="14" name="3. Subtitle">
            <a:extLst>
              <a:ext uri="{FF2B5EF4-FFF2-40B4-BE49-F238E27FC236}">
                <a16:creationId xmlns:a16="http://schemas.microsoft.com/office/drawing/2014/main" id="{A865C2CC-D12C-4517-9906-7CCD161322EB}"/>
              </a:ext>
            </a:extLst>
          </p:cNvPr>
          <p:cNvSpPr>
            <a:spLocks noGrp="1"/>
          </p:cNvSpPr>
          <p:nvPr>
            <p:ph type="subTitle" idx="1"/>
            <p:custDataLst>
              <p:tags r:id="rId6"/>
            </p:custDataLst>
          </p:nvPr>
        </p:nvSpPr>
        <p:spPr>
          <a:xfrm>
            <a:off x="554736" y="903861"/>
            <a:ext cx="11082528" cy="276999"/>
          </a:xfrm>
        </p:spPr>
        <p:txBody>
          <a:bodyPr anchor="ctr" anchorCtr="0"/>
          <a:lstStyle>
            <a:lvl1pPr rtl="0">
              <a:defRPr/>
            </a:lvl1pPr>
          </a:lstStyle>
          <a:p>
            <a:r>
              <a:rPr lang="en-US" sz="1600"/>
              <a:t>Click to edit Master subtitle style</a:t>
            </a:r>
          </a:p>
        </p:txBody>
      </p:sp>
      <p:sp>
        <p:nvSpPr>
          <p:cNvPr id="17" name="1. On-page tracker">
            <a:extLst>
              <a:ext uri="{FF2B5EF4-FFF2-40B4-BE49-F238E27FC236}">
                <a16:creationId xmlns:a16="http://schemas.microsoft.com/office/drawing/2014/main" id="{FE52895E-A8CE-4207-AC48-2296C3D01401}"/>
              </a:ext>
            </a:extLst>
          </p:cNvPr>
          <p:cNvSpPr>
            <a:spLocks noGrp="1"/>
          </p:cNvSpPr>
          <p:nvPr>
            <p:ph type="body" sz="quarter" idx="17" hasCustomPrompt="1"/>
            <p:custDataLst>
              <p:tags r:id="rId7"/>
            </p:custDataLst>
          </p:nvPr>
        </p:nvSpPr>
        <p:spPr>
          <a:xfrm>
            <a:off x="7159752" y="78768"/>
            <a:ext cx="4480560" cy="123111"/>
          </a:xfrm>
        </p:spPr>
        <p:txBody>
          <a:bodyPr anchor="ctr" anchorCtr="0">
            <a:spAutoFit/>
          </a:bodyPr>
          <a:lstStyle>
            <a:lvl1pPr algn="r" rtl="0">
              <a:defRPr sz="800">
                <a:latin typeface="+mn-lt"/>
              </a:defRPr>
            </a:lvl1pPr>
          </a:lstStyle>
          <a:p>
            <a:pPr lvl="0"/>
            <a:r>
              <a:rPr lang="en-US"/>
              <a:t>Chapter › Topic</a:t>
            </a:r>
          </a:p>
        </p:txBody>
      </p:sp>
    </p:spTree>
    <p:extLst>
      <p:ext uri="{BB962C8B-B14F-4D97-AF65-F5344CB8AC3E}">
        <p14:creationId xmlns:p14="http://schemas.microsoft.com/office/powerpoint/2010/main" val="3078551866"/>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297168992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F741700-5035-4E61-A4AC-1B3C7AE220D5}"/>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82372"/>
            <a:ext cx="11082528" cy="731520"/>
          </a:xfrm>
        </p:spPr>
        <p:txBody>
          <a:bodyPr vert="horz"/>
          <a:lstStyle>
            <a:lvl1pPr>
              <a:defRPr>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5"/>
            </p:custDataLst>
          </p:nvPr>
        </p:nvSpPr>
        <p:spPr>
          <a:xfrm>
            <a:off x="7159752" y="78768"/>
            <a:ext cx="4480560" cy="123111"/>
          </a:xfrm>
        </p:spPr>
        <p:txBody>
          <a:bodyPr anchor="ctr" anchorCtr="0">
            <a:spAutoFit/>
          </a:bodyPr>
          <a:lstStyle>
            <a:lvl1pPr algn="r">
              <a:defRPr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
        <p:nvSpPr>
          <p:cNvPr id="12" name="3. Subtitle">
            <a:extLst>
              <a:ext uri="{FF2B5EF4-FFF2-40B4-BE49-F238E27FC236}">
                <a16:creationId xmlns:a16="http://schemas.microsoft.com/office/drawing/2014/main" id="{1EE9FF4B-7331-4DE1-A594-C0C335ED5BE5}"/>
              </a:ext>
            </a:extLst>
          </p:cNvPr>
          <p:cNvSpPr>
            <a:spLocks noGrp="1"/>
          </p:cNvSpPr>
          <p:nvPr>
            <p:ph type="subTitle" idx="1"/>
            <p:custDataLst>
              <p:tags r:id="rId6"/>
            </p:custDataLst>
          </p:nvPr>
        </p:nvSpPr>
        <p:spPr>
          <a:xfrm>
            <a:off x="554736" y="903861"/>
            <a:ext cx="11082528" cy="276999"/>
          </a:xfrm>
        </p:spPr>
        <p:txBody>
          <a:bodyPr anchor="ctr" anchorCtr="0"/>
          <a:lstStyle>
            <a:lvl1pPr>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sz="1600"/>
              <a:t>Click to edit Master subtitle style</a:t>
            </a:r>
          </a:p>
        </p:txBody>
      </p:sp>
      <p:sp>
        <p:nvSpPr>
          <p:cNvPr id="6" name="Slide Number">
            <a:extLst>
              <a:ext uri="{FF2B5EF4-FFF2-40B4-BE49-F238E27FC236}">
                <a16:creationId xmlns:a16="http://schemas.microsoft.com/office/drawing/2014/main" id="{4F096281-8D43-81AE-BA17-F74A883959D9}"/>
              </a:ext>
            </a:extLst>
          </p:cNvPr>
          <p:cNvSpPr>
            <a:spLocks noChangeArrowheads="1"/>
          </p:cNvSpPr>
          <p:nvPr userDrawn="1">
            <p:custDataLst>
              <p:tags r:id="rId7"/>
            </p:custDataLst>
          </p:nvPr>
        </p:nvSpPr>
        <p:spPr bwMode="black">
          <a:xfrm>
            <a:off x="11312525" y="6391032"/>
            <a:ext cx="325501" cy="246221"/>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1600" smtClean="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pPr algn="r" defTabSz="610744" fontAlgn="auto">
                <a:spcBef>
                  <a:spcPts val="0"/>
                </a:spcBef>
                <a:spcAft>
                  <a:spcPts val="0"/>
                </a:spcAft>
                <a:defRPr/>
              </a:pPr>
              <a:t>‹#›</a:t>
            </a:fld>
            <a:endParaRPr lang="en-US" sz="160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pic>
        <p:nvPicPr>
          <p:cNvPr id="7" name="Picture 2" descr="A black background with white text and blue letters&#10;&#10;AI-generated content may be incorrect.">
            <a:extLst>
              <a:ext uri="{FF2B5EF4-FFF2-40B4-BE49-F238E27FC236}">
                <a16:creationId xmlns:a16="http://schemas.microsoft.com/office/drawing/2014/main" id="{167709CD-AA97-0165-941F-C42D1148F581}"/>
              </a:ext>
            </a:extLst>
          </p:cNvPr>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10116662" y="6472363"/>
            <a:ext cx="1159694" cy="4080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3371474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Top Left">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F0AE3AC9-345C-477F-3A83-3E61CC4D55F4}"/>
              </a:ext>
            </a:extLst>
          </p:cNvPr>
          <p:cNvGraphicFramePr>
            <a:graphicFrameLocks noChangeAspect="1"/>
          </p:cNvGraphicFramePr>
          <p:nvPr userDrawn="1">
            <p:custDataLst>
              <p:tags r:id="rId1"/>
            </p:custDataLst>
            <p:extLst>
              <p:ext uri="{D42A27DB-BD31-4B8C-83A1-F6EECF244321}">
                <p14:modId xmlns:p14="http://schemas.microsoft.com/office/powerpoint/2010/main" val="51279898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1" imgH="420" progId="TCLayout.ActiveDocument.1">
                  <p:embed/>
                </p:oleObj>
              </mc:Choice>
              <mc:Fallback>
                <p:oleObj name="think-cell Slide" r:id="rId7" imgW="421" imgH="420" progId="TCLayout.ActiveDocument.1">
                  <p:embed/>
                  <p:pic>
                    <p:nvPicPr>
                      <p:cNvPr id="5" name="think-cell data - do not delete" hidden="1">
                        <a:extLst>
                          <a:ext uri="{FF2B5EF4-FFF2-40B4-BE49-F238E27FC236}">
                            <a16:creationId xmlns:a16="http://schemas.microsoft.com/office/drawing/2014/main" id="{F0AE3AC9-345C-477F-3A83-3E61CC4D55F4}"/>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2"/>
            </p:custDataLst>
          </p:nvPr>
        </p:nvSpPr>
        <p:spPr>
          <a:xfrm>
            <a:off x="554736" y="1706563"/>
            <a:ext cx="3813048" cy="694944"/>
          </a:xfrm>
          <a:prstGeom prst="rect">
            <a:avLst/>
          </a:prstGeom>
        </p:spPr>
        <p:txBody>
          <a:bodyPr vert="horz" anchor="t">
            <a:noAutofit/>
          </a:bodyPr>
          <a:lstStyle>
            <a:lvl1pPr>
              <a:lnSpc>
                <a:spcPct val="90000"/>
              </a:lnSpc>
              <a:defRPr>
                <a:ln w="6350" cap="flat">
                  <a:noFill/>
                  <a:miter lim="800000"/>
                </a:ln>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6" name="5. Source" hidden="1">
            <a:extLst>
              <a:ext uri="{FF2B5EF4-FFF2-40B4-BE49-F238E27FC236}">
                <a16:creationId xmlns:a16="http://schemas.microsoft.com/office/drawing/2014/main" id="{0E2D5DBB-C1B8-4A27-836D-C2E6D553234D}"/>
              </a:ext>
            </a:extLst>
          </p:cNvPr>
          <p:cNvSpPr txBox="1"/>
          <p:nvPr userDrawn="1">
            <p:custDataLst>
              <p:tags r:id="rId3"/>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8" name="1. On-page tracker">
            <a:extLst>
              <a:ext uri="{FF2B5EF4-FFF2-40B4-BE49-F238E27FC236}">
                <a16:creationId xmlns:a16="http://schemas.microsoft.com/office/drawing/2014/main" id="{2382874E-5BAC-44EB-9C53-2930F0FC66DC}"/>
              </a:ext>
            </a:extLst>
          </p:cNvPr>
          <p:cNvSpPr>
            <a:spLocks noGrp="1"/>
          </p:cNvSpPr>
          <p:nvPr>
            <p:ph type="body" sz="quarter" idx="17" hasCustomPrompt="1"/>
            <p:custDataLst>
              <p:tags r:id="rId4"/>
            </p:custDataLst>
          </p:nvPr>
        </p:nvSpPr>
        <p:spPr>
          <a:xfrm>
            <a:off x="7159752" y="78768"/>
            <a:ext cx="4480560" cy="123111"/>
          </a:xfrm>
        </p:spPr>
        <p:txBody>
          <a:bodyPr anchor="ctr" anchorCtr="0">
            <a:spAutoFit/>
          </a:bodyPr>
          <a:lstStyle>
            <a:lvl1pPr algn="r">
              <a:defRPr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
        <p:nvSpPr>
          <p:cNvPr id="9" name="Slide Number">
            <a:extLst>
              <a:ext uri="{FF2B5EF4-FFF2-40B4-BE49-F238E27FC236}">
                <a16:creationId xmlns:a16="http://schemas.microsoft.com/office/drawing/2014/main" id="{42535B80-AB74-42F3-914D-B5EEA0EEB630}"/>
              </a:ext>
            </a:extLst>
          </p:cNvPr>
          <p:cNvSpPr>
            <a:spLocks noChangeArrowheads="1"/>
          </p:cNvSpPr>
          <p:nvPr userDrawn="1">
            <p:custDataLst>
              <p:tags r:id="rId5"/>
            </p:custDataLst>
          </p:nvPr>
        </p:nvSpPr>
        <p:spPr bwMode="black">
          <a:xfrm>
            <a:off x="11312525" y="6391032"/>
            <a:ext cx="325501" cy="246221"/>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1600" smtClean="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pPr algn="r" defTabSz="610744" fontAlgn="auto">
                <a:spcBef>
                  <a:spcPts val="0"/>
                </a:spcBef>
                <a:spcAft>
                  <a:spcPts val="0"/>
                </a:spcAft>
                <a:defRPr/>
              </a:pPr>
              <a:t>‹#›</a:t>
            </a:fld>
            <a:endParaRPr lang="en-US" sz="160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pic>
        <p:nvPicPr>
          <p:cNvPr id="11" name="Picture 2" descr="A black background with white text and blue letters&#10;&#10;AI-generated content may be incorrect.">
            <a:extLst>
              <a:ext uri="{FF2B5EF4-FFF2-40B4-BE49-F238E27FC236}">
                <a16:creationId xmlns:a16="http://schemas.microsoft.com/office/drawing/2014/main" id="{7675DC3A-F310-8339-6FFE-602E32DEF2B0}"/>
              </a:ext>
            </a:extLst>
          </p:cNvPr>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10116662" y="6472363"/>
            <a:ext cx="1159694" cy="4080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781810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Mid Left">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E20A619D-53D6-A1D8-A4E2-24307DD6B833}"/>
              </a:ext>
            </a:extLst>
          </p:cNvPr>
          <p:cNvGraphicFramePr>
            <a:graphicFrameLocks noChangeAspect="1"/>
          </p:cNvGraphicFramePr>
          <p:nvPr userDrawn="1">
            <p:custDataLst>
              <p:tags r:id="rId1"/>
            </p:custDataLst>
            <p:extLst>
              <p:ext uri="{D42A27DB-BD31-4B8C-83A1-F6EECF244321}">
                <p14:modId xmlns:p14="http://schemas.microsoft.com/office/powerpoint/2010/main" val="36979702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1" imgH="420" progId="TCLayout.ActiveDocument.1">
                  <p:embed/>
                </p:oleObj>
              </mc:Choice>
              <mc:Fallback>
                <p:oleObj name="think-cell Slide" r:id="rId7" imgW="421" imgH="420" progId="TCLayout.ActiveDocument.1">
                  <p:embed/>
                  <p:pic>
                    <p:nvPicPr>
                      <p:cNvPr id="4" name="think-cell data - do not delete" hidden="1">
                        <a:extLst>
                          <a:ext uri="{FF2B5EF4-FFF2-40B4-BE49-F238E27FC236}">
                            <a16:creationId xmlns:a16="http://schemas.microsoft.com/office/drawing/2014/main" id="{E20A619D-53D6-A1D8-A4E2-24307DD6B833}"/>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2"/>
            </p:custDataLst>
          </p:nvPr>
        </p:nvSpPr>
        <p:spPr>
          <a:xfrm>
            <a:off x="554736" y="3044280"/>
            <a:ext cx="5065776" cy="769441"/>
          </a:xfrm>
          <a:prstGeom prst="rect">
            <a:avLst/>
          </a:prstGeom>
        </p:spPr>
        <p:txBody>
          <a:bodyPr vert="horz" rIns="365760" anchor="ctr">
            <a:noAutofit/>
          </a:bodyPr>
          <a:lstStyle>
            <a:lvl1pPr>
              <a:defRPr>
                <a:ln w="6350" cap="flat">
                  <a:noFill/>
                  <a:miter lim="800000"/>
                </a:ln>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8" name="5. Source" hidden="1">
            <a:extLst>
              <a:ext uri="{FF2B5EF4-FFF2-40B4-BE49-F238E27FC236}">
                <a16:creationId xmlns:a16="http://schemas.microsoft.com/office/drawing/2014/main" id="{C0D33C43-5B9F-44B4-82FA-BAAD11A7FB8E}"/>
              </a:ext>
            </a:extLst>
          </p:cNvPr>
          <p:cNvSpPr txBox="1"/>
          <p:nvPr userDrawn="1">
            <p:custDataLst>
              <p:tags r:id="rId3"/>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7" name="1. On-page tracker">
            <a:extLst>
              <a:ext uri="{FF2B5EF4-FFF2-40B4-BE49-F238E27FC236}">
                <a16:creationId xmlns:a16="http://schemas.microsoft.com/office/drawing/2014/main" id="{2A77292F-0F7C-43B4-9782-AB706C93BD64}"/>
              </a:ext>
            </a:extLst>
          </p:cNvPr>
          <p:cNvSpPr>
            <a:spLocks noGrp="1"/>
          </p:cNvSpPr>
          <p:nvPr>
            <p:ph type="body" sz="quarter" idx="17" hasCustomPrompt="1"/>
            <p:custDataLst>
              <p:tags r:id="rId4"/>
            </p:custDataLst>
          </p:nvPr>
        </p:nvSpPr>
        <p:spPr>
          <a:xfrm>
            <a:off x="7159752" y="78768"/>
            <a:ext cx="4480560" cy="123111"/>
          </a:xfrm>
        </p:spPr>
        <p:txBody>
          <a:bodyPr anchor="ctr" anchorCtr="0">
            <a:spAutoFit/>
          </a:bodyPr>
          <a:lstStyle>
            <a:lvl1pPr algn="r">
              <a:defRPr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
        <p:nvSpPr>
          <p:cNvPr id="2" name="Slide Number">
            <a:extLst>
              <a:ext uri="{FF2B5EF4-FFF2-40B4-BE49-F238E27FC236}">
                <a16:creationId xmlns:a16="http://schemas.microsoft.com/office/drawing/2014/main" id="{BC53D2AE-82EA-E091-1BC9-DD404F0C1612}"/>
              </a:ext>
            </a:extLst>
          </p:cNvPr>
          <p:cNvSpPr>
            <a:spLocks noChangeArrowheads="1"/>
          </p:cNvSpPr>
          <p:nvPr userDrawn="1">
            <p:custDataLst>
              <p:tags r:id="rId5"/>
            </p:custDataLst>
          </p:nvPr>
        </p:nvSpPr>
        <p:spPr bwMode="black">
          <a:xfrm>
            <a:off x="11312525" y="6391032"/>
            <a:ext cx="325501" cy="246221"/>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1600" smtClean="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pPr algn="r" defTabSz="610744" fontAlgn="auto">
                <a:spcBef>
                  <a:spcPts val="0"/>
                </a:spcBef>
                <a:spcAft>
                  <a:spcPts val="0"/>
                </a:spcAft>
                <a:defRPr/>
              </a:pPr>
              <a:t>‹#›</a:t>
            </a:fld>
            <a:endParaRPr lang="en-US" sz="160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pic>
        <p:nvPicPr>
          <p:cNvPr id="6" name="Picture 2" descr="A black background with white text and blue letters&#10;&#10;AI-generated content may be incorrect.">
            <a:extLst>
              <a:ext uri="{FF2B5EF4-FFF2-40B4-BE49-F238E27FC236}">
                <a16:creationId xmlns:a16="http://schemas.microsoft.com/office/drawing/2014/main" id="{0480DA4D-7718-2C2D-61D3-1076C271F18C}"/>
              </a:ext>
            </a:extLst>
          </p:cNvPr>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10116662" y="6472363"/>
            <a:ext cx="1159694" cy="4080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18815503"/>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A608D4BB-56F5-4BF1-8C9C-8799BAA8CEEB}"/>
              </a:ext>
            </a:extLst>
          </p:cNvPr>
          <p:cNvGraphicFramePr>
            <a:graphicFrameLocks noChangeAspect="1"/>
          </p:cNvGraphicFramePr>
          <p:nvPr userDrawn="1">
            <p:custDataLst>
              <p:tags r:id="rId1"/>
            </p:custDataLst>
            <p:extLst>
              <p:ext uri="{D42A27DB-BD31-4B8C-83A1-F6EECF244321}">
                <p14:modId xmlns:p14="http://schemas.microsoft.com/office/powerpoint/2010/main" val="14292296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73" imgH="476" progId="TCLayout.ActiveDocument.1">
                  <p:embed/>
                </p:oleObj>
              </mc:Choice>
              <mc:Fallback>
                <p:oleObj name="think-cell Slide" r:id="rId8" imgW="473" imgH="476" progId="TCLayout.ActiveDocument.1">
                  <p:embed/>
                  <p:pic>
                    <p:nvPicPr>
                      <p:cNvPr id="3" name="Object 2" hidden="1">
                        <a:extLst>
                          <a:ext uri="{FF2B5EF4-FFF2-40B4-BE49-F238E27FC236}">
                            <a16:creationId xmlns:a16="http://schemas.microsoft.com/office/drawing/2014/main" id="{A608D4BB-56F5-4BF1-8C9C-8799BAA8CEEB}"/>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288743A-B5B4-4D5C-9D2C-F17D5A50E4BE}"/>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a:spcBef>
                <a:spcPts val="300"/>
              </a:spcBef>
              <a:spcAft>
                <a:spcPts val="300"/>
              </a:spcAft>
            </a:pPr>
            <a:endParaRPr lang="en-US" sz="44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3"/>
            </p:custDataLst>
          </p:nvPr>
        </p:nvSpPr>
        <p:spPr>
          <a:xfrm>
            <a:off x="554736" y="4580468"/>
            <a:ext cx="11082528" cy="677108"/>
          </a:xfrm>
        </p:spPr>
        <p:txBody>
          <a:bodyPr vert="horz" anchor="b">
            <a:noAutofit/>
          </a:bodyPr>
          <a:lstStyle>
            <a:lvl1pPr>
              <a:lnSpc>
                <a:spcPct val="93000"/>
              </a:lnSpc>
              <a:defRPr sz="4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6" name="5. Source" hidden="1">
            <a:extLst>
              <a:ext uri="{FF2B5EF4-FFF2-40B4-BE49-F238E27FC236}">
                <a16:creationId xmlns:a16="http://schemas.microsoft.com/office/drawing/2014/main" id="{B871FE09-BB6E-4334-B0EA-E52395AA61B3}"/>
              </a:ext>
            </a:extLst>
          </p:cNvPr>
          <p:cNvSpPr txBox="1"/>
          <p:nvPr userDrawn="1">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9" name="1. On-page tracker">
            <a:extLst>
              <a:ext uri="{FF2B5EF4-FFF2-40B4-BE49-F238E27FC236}">
                <a16:creationId xmlns:a16="http://schemas.microsoft.com/office/drawing/2014/main" id="{07CA98DC-1A07-45D0-A835-AD1606EE7BAE}"/>
              </a:ext>
            </a:extLst>
          </p:cNvPr>
          <p:cNvSpPr>
            <a:spLocks noGrp="1"/>
          </p:cNvSpPr>
          <p:nvPr>
            <p:ph type="body" sz="quarter" idx="17" hasCustomPrompt="1"/>
            <p:custDataLst>
              <p:tags r:id="rId5"/>
            </p:custDataLst>
          </p:nvPr>
        </p:nvSpPr>
        <p:spPr>
          <a:xfrm>
            <a:off x="7159752" y="78768"/>
            <a:ext cx="4480560" cy="123111"/>
          </a:xfrm>
        </p:spPr>
        <p:txBody>
          <a:bodyPr anchor="ctr" anchorCtr="0">
            <a:spAutoFit/>
          </a:bodyPr>
          <a:lstStyle>
            <a:lvl1pPr algn="r">
              <a:defRPr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
        <p:nvSpPr>
          <p:cNvPr id="4" name="Slide Number">
            <a:extLst>
              <a:ext uri="{FF2B5EF4-FFF2-40B4-BE49-F238E27FC236}">
                <a16:creationId xmlns:a16="http://schemas.microsoft.com/office/drawing/2014/main" id="{007E4772-BD8E-1BD0-FC4B-B65BEB5258C5}"/>
              </a:ext>
            </a:extLst>
          </p:cNvPr>
          <p:cNvSpPr>
            <a:spLocks noChangeArrowheads="1"/>
          </p:cNvSpPr>
          <p:nvPr userDrawn="1">
            <p:custDataLst>
              <p:tags r:id="rId6"/>
            </p:custDataLst>
          </p:nvPr>
        </p:nvSpPr>
        <p:spPr bwMode="black">
          <a:xfrm>
            <a:off x="11312525" y="6391032"/>
            <a:ext cx="325501" cy="246221"/>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1600" smtClean="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pPr algn="r" defTabSz="610744" fontAlgn="auto">
                <a:spcBef>
                  <a:spcPts val="0"/>
                </a:spcBef>
                <a:spcAft>
                  <a:spcPts val="0"/>
                </a:spcAft>
                <a:defRPr/>
              </a:pPr>
              <a:t>‹#›</a:t>
            </a:fld>
            <a:endParaRPr lang="en-US" sz="160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pic>
        <p:nvPicPr>
          <p:cNvPr id="10" name="Picture 2" descr="A black background with white text and blue letters&#10;&#10;AI-generated content may be incorrect.">
            <a:extLst>
              <a:ext uri="{FF2B5EF4-FFF2-40B4-BE49-F238E27FC236}">
                <a16:creationId xmlns:a16="http://schemas.microsoft.com/office/drawing/2014/main" id="{4A6EA62B-4F1B-3BD3-41D4-EB7FC832FCBA}"/>
              </a:ext>
            </a:extLst>
          </p:cNvPr>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10116662" y="6472363"/>
            <a:ext cx="1159694" cy="4080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57704208"/>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2CD01A5A-D383-4F62-8841-DD0172530759}"/>
              </a:ext>
            </a:extLst>
          </p:cNvPr>
          <p:cNvGraphicFramePr>
            <a:graphicFrameLocks noChangeAspect="1"/>
          </p:cNvGraphicFramePr>
          <p:nvPr userDrawn="1">
            <p:custDataLst>
              <p:tags r:id="rId1"/>
            </p:custDataLst>
            <p:extLst>
              <p:ext uri="{D42A27DB-BD31-4B8C-83A1-F6EECF244321}">
                <p14:modId xmlns:p14="http://schemas.microsoft.com/office/powerpoint/2010/main" val="42059763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73" imgH="476" progId="TCLayout.ActiveDocument.1">
                  <p:embed/>
                </p:oleObj>
              </mc:Choice>
              <mc:Fallback>
                <p:oleObj name="think-cell Slide" r:id="rId8" imgW="473" imgH="476" progId="TCLayout.ActiveDocument.1">
                  <p:embed/>
                  <p:pic>
                    <p:nvPicPr>
                      <p:cNvPr id="3" name="Object 2" hidden="1">
                        <a:extLst>
                          <a:ext uri="{FF2B5EF4-FFF2-40B4-BE49-F238E27FC236}">
                            <a16:creationId xmlns:a16="http://schemas.microsoft.com/office/drawing/2014/main" id="{2CD01A5A-D383-4F62-8841-DD0172530759}"/>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AC2F000-47EB-4070-866B-EF082C9E1028}"/>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a:spcBef>
                <a:spcPts val="300"/>
              </a:spcBef>
              <a:spcAft>
                <a:spcPts val="300"/>
              </a:spcAft>
            </a:pPr>
            <a:endParaRPr lang="en-US" sz="34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 name="2. Slide Title">
            <a:extLst>
              <a:ext uri="{FF2B5EF4-FFF2-40B4-BE49-F238E27FC236}">
                <a16:creationId xmlns:a16="http://schemas.microsoft.com/office/drawing/2014/main" id="{EA735538-C733-4892-93A4-7B433D8B8293}"/>
              </a:ext>
            </a:extLst>
          </p:cNvPr>
          <p:cNvSpPr>
            <a:spLocks noGrp="1"/>
          </p:cNvSpPr>
          <p:nvPr>
            <p:ph type="title" hasCustomPrompt="1"/>
            <p:custDataLst>
              <p:tags r:id="rId3"/>
            </p:custDataLst>
          </p:nvPr>
        </p:nvSpPr>
        <p:spPr>
          <a:xfrm>
            <a:off x="1505712" y="3592841"/>
            <a:ext cx="9180576" cy="486608"/>
          </a:xfrm>
          <a:prstGeom prst="rect">
            <a:avLst/>
          </a:prstGeom>
        </p:spPr>
        <p:txBody>
          <a:bodyPr vert="horz">
            <a:spAutoFit/>
          </a:bodyPr>
          <a:lstStyle>
            <a:lvl1pPr>
              <a:lnSpc>
                <a:spcPct val="93000"/>
              </a:lnSpc>
              <a:defRPr sz="3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add quote</a:t>
            </a:r>
          </a:p>
        </p:txBody>
      </p:sp>
      <p:sp>
        <p:nvSpPr>
          <p:cNvPr id="6" name="3. Subtitle">
            <a:extLst>
              <a:ext uri="{FF2B5EF4-FFF2-40B4-BE49-F238E27FC236}">
                <a16:creationId xmlns:a16="http://schemas.microsoft.com/office/drawing/2014/main" id="{8DB5022C-F66C-4018-82F3-195571DDD527}"/>
              </a:ext>
            </a:extLst>
          </p:cNvPr>
          <p:cNvSpPr>
            <a:spLocks noGrp="1"/>
          </p:cNvSpPr>
          <p:nvPr>
            <p:ph type="subTitle" idx="1" hasCustomPrompt="1"/>
            <p:custDataLst>
              <p:tags r:id="rId4"/>
            </p:custDataLst>
          </p:nvPr>
        </p:nvSpPr>
        <p:spPr>
          <a:xfrm>
            <a:off x="1505712" y="4284630"/>
            <a:ext cx="9180576" cy="276999"/>
          </a:xfrm>
        </p:spPr>
        <p:txBody>
          <a:bodyPr wrap="square">
            <a:noAutofit/>
          </a:bodyPr>
          <a:lstStyle>
            <a:lvl1pPr marL="0" indent="0" algn="l">
              <a:buNone/>
              <a:defRPr sz="1600" b="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quote source</a:t>
            </a:r>
          </a:p>
        </p:txBody>
      </p:sp>
      <p:sp>
        <p:nvSpPr>
          <p:cNvPr id="7" name="5. Source" hidden="1">
            <a:extLst>
              <a:ext uri="{FF2B5EF4-FFF2-40B4-BE49-F238E27FC236}">
                <a16:creationId xmlns:a16="http://schemas.microsoft.com/office/drawing/2014/main" id="{97195F4E-ECA7-41A9-AFF3-0C4DAD103DA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0" name="1. On-page tracker">
            <a:extLst>
              <a:ext uri="{FF2B5EF4-FFF2-40B4-BE49-F238E27FC236}">
                <a16:creationId xmlns:a16="http://schemas.microsoft.com/office/drawing/2014/main" id="{469A753E-961A-4AC3-B6E0-4407B9A4AF36}"/>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a:defRPr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Tree>
    <p:extLst>
      <p:ext uri="{BB962C8B-B14F-4D97-AF65-F5344CB8AC3E}">
        <p14:creationId xmlns:p14="http://schemas.microsoft.com/office/powerpoint/2010/main" val="220355096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preserve="1" userDrawn="1">
  <p:cSld name="1/4">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A8D6A48-EE20-4EB4-A234-9F3B16C02872}"/>
              </a:ext>
            </a:extLst>
          </p:cNvPr>
          <p:cNvGraphicFramePr>
            <a:graphicFrameLocks noChangeAspect="1"/>
          </p:cNvGraphicFramePr>
          <p:nvPr userDrawn="1">
            <p:custDataLst>
              <p:tags r:id="rId1"/>
            </p:custDataLst>
            <p:extLst>
              <p:ext uri="{D42A27DB-BD31-4B8C-83A1-F6EECF244321}">
                <p14:modId xmlns:p14="http://schemas.microsoft.com/office/powerpoint/2010/main" val="116158061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13" imgH="416" progId="TCLayout.ActiveDocument.1">
                  <p:embed/>
                </p:oleObj>
              </mc:Choice>
              <mc:Fallback>
                <p:oleObj name="think-cell Slide" r:id="rId10" imgW="413" imgH="416" progId="TCLayout.ActiveDocument.1">
                  <p:embed/>
                  <p:pic>
                    <p:nvPicPr>
                      <p:cNvPr id="3" name="Object 2" hidden="1">
                        <a:extLst>
                          <a:ext uri="{FF2B5EF4-FFF2-40B4-BE49-F238E27FC236}">
                            <a16:creationId xmlns:a16="http://schemas.microsoft.com/office/drawing/2014/main" id="{DA8D6A48-EE20-4EB4-A234-9F3B16C02872}"/>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6FAC554-F995-4246-BE36-413D2200D983}"/>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3413760" y="0"/>
            <a:ext cx="8778240"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 name="SlideLogoText" hidden="1">
            <a:extLst>
              <a:ext uri="{FF2B5EF4-FFF2-40B4-BE49-F238E27FC236}">
                <a16:creationId xmlns:a16="http://schemas.microsoft.com/office/drawing/2014/main" id="{7D03BAA3-96F1-4B7C-895E-B9B8CFDDA50B}"/>
              </a:ext>
            </a:extLst>
          </p:cNvPr>
          <p:cNvSpPr txBox="1"/>
          <p:nvPr userDrawn="1">
            <p:custDataLst>
              <p:tags r:id="rId4"/>
            </p:custDataLst>
          </p:nvPr>
        </p:nvSpPr>
        <p:spPr>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 name="2. Slide Title">
            <a:extLst>
              <a:ext uri="{FF2B5EF4-FFF2-40B4-BE49-F238E27FC236}">
                <a16:creationId xmlns:a16="http://schemas.microsoft.com/office/drawing/2014/main" id="{6647A441-8DE4-4236-BCC7-B694B2C59E00}"/>
              </a:ext>
            </a:extLst>
          </p:cNvPr>
          <p:cNvSpPr>
            <a:spLocks noGrp="1"/>
          </p:cNvSpPr>
          <p:nvPr>
            <p:ph type="title"/>
            <p:custDataLst>
              <p:tags r:id="rId5"/>
            </p:custDataLst>
          </p:nvPr>
        </p:nvSpPr>
        <p:spPr>
          <a:xfrm>
            <a:off x="554736" y="2744369"/>
            <a:ext cx="2514600" cy="769441"/>
          </a:xfrm>
        </p:spPr>
        <p:txBody>
          <a:bodyPr vert="horz" anchor="b">
            <a:noAutofit/>
          </a:bodyPr>
          <a:lstStyle>
            <a:lvl1pPr>
              <a:defRPr>
                <a:solidFill>
                  <a:schemeClr val="accent4"/>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20" name="3. Subtitle">
            <a:extLst>
              <a:ext uri="{FF2B5EF4-FFF2-40B4-BE49-F238E27FC236}">
                <a16:creationId xmlns:a16="http://schemas.microsoft.com/office/drawing/2014/main" id="{A4DBA574-6D59-4DFD-82A7-9B1E9AEB906E}"/>
              </a:ext>
            </a:extLst>
          </p:cNvPr>
          <p:cNvSpPr>
            <a:spLocks noGrp="1"/>
          </p:cNvSpPr>
          <p:nvPr>
            <p:ph type="subTitle" idx="1"/>
            <p:custDataLst>
              <p:tags r:id="rId6"/>
            </p:custDataLst>
          </p:nvPr>
        </p:nvSpPr>
        <p:spPr>
          <a:xfrm>
            <a:off x="554736" y="3659644"/>
            <a:ext cx="2514600" cy="492443"/>
          </a:xfrm>
        </p:spPr>
        <p:txBody>
          <a:bodyPr wrap="square">
            <a:spAutoFit/>
          </a:bodyPr>
          <a:lstStyle>
            <a:lvl1pPr marL="0" indent="0" algn="l">
              <a:buNone/>
              <a:defRPr sz="1600" b="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25B2DE14-9B3F-4199-B082-9FEB12CE57EA}"/>
              </a:ext>
            </a:extLst>
          </p:cNvPr>
          <p:cNvSpPr txBox="1"/>
          <p:nvPr userDrawn="1">
            <p:custDataLst>
              <p:tags r:id="rId7"/>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5" name="1. On-page tracker">
            <a:extLst>
              <a:ext uri="{FF2B5EF4-FFF2-40B4-BE49-F238E27FC236}">
                <a16:creationId xmlns:a16="http://schemas.microsoft.com/office/drawing/2014/main" id="{2C7757ED-5357-4B01-BB59-15D4406B0FDF}"/>
              </a:ext>
            </a:extLst>
          </p:cNvPr>
          <p:cNvSpPr>
            <a:spLocks noGrp="1"/>
          </p:cNvSpPr>
          <p:nvPr>
            <p:ph type="body" sz="quarter" idx="17" hasCustomPrompt="1"/>
            <p:custDataLst>
              <p:tags r:id="rId8"/>
            </p:custDataLst>
          </p:nvPr>
        </p:nvSpPr>
        <p:spPr>
          <a:xfrm>
            <a:off x="7159752" y="78768"/>
            <a:ext cx="4480560" cy="123111"/>
          </a:xfrm>
        </p:spPr>
        <p:txBody>
          <a:bodyPr anchor="ctr" anchorCtr="0">
            <a:spAutoFit/>
          </a:bodyPr>
          <a:lstStyle>
            <a:lvl1pPr algn="r">
              <a:defRPr sz="8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Tree>
    <p:extLst>
      <p:ext uri="{BB962C8B-B14F-4D97-AF65-F5344CB8AC3E}">
        <p14:creationId xmlns:p14="http://schemas.microsoft.com/office/powerpoint/2010/main" val="1794715823"/>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preserve="1" userDrawn="1">
  <p:cSld name="1/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EE6E84E-0DE7-4EEF-8932-BF42153B3B56}"/>
              </a:ext>
            </a:extLst>
          </p:cNvPr>
          <p:cNvGraphicFramePr>
            <a:graphicFrameLocks noChangeAspect="1"/>
          </p:cNvGraphicFramePr>
          <p:nvPr userDrawn="1">
            <p:custDataLst>
              <p:tags r:id="rId1"/>
            </p:custDataLst>
            <p:extLst>
              <p:ext uri="{D42A27DB-BD31-4B8C-83A1-F6EECF244321}">
                <p14:modId xmlns:p14="http://schemas.microsoft.com/office/powerpoint/2010/main" val="113990774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13" imgH="416" progId="TCLayout.ActiveDocument.1">
                  <p:embed/>
                </p:oleObj>
              </mc:Choice>
              <mc:Fallback>
                <p:oleObj name="think-cell Slide" r:id="rId10" imgW="413" imgH="416" progId="TCLayout.ActiveDocument.1">
                  <p:embed/>
                  <p:pic>
                    <p:nvPicPr>
                      <p:cNvPr id="3" name="Object 2" hidden="1">
                        <a:extLst>
                          <a:ext uri="{FF2B5EF4-FFF2-40B4-BE49-F238E27FC236}">
                            <a16:creationId xmlns:a16="http://schemas.microsoft.com/office/drawing/2014/main" id="{CEE6E84E-0DE7-4EEF-8932-BF42153B3B56}"/>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2D2E0F6-5BB5-47A0-8E4A-CD4E6673B19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6" name="RectangleLight">
            <a:extLst>
              <a:ext uri="{FF2B5EF4-FFF2-40B4-BE49-F238E27FC236}">
                <a16:creationId xmlns:a16="http://schemas.microsoft.com/office/drawing/2014/main" id="{3FA229FA-A3E6-464F-8FAE-54175450EBEB}"/>
              </a:ext>
            </a:extLst>
          </p:cNvPr>
          <p:cNvSpPr/>
          <p:nvPr userDrawn="1">
            <p:custDataLst>
              <p:tags r:id="rId3"/>
            </p:custDataLst>
          </p:nvPr>
        </p:nvSpPr>
        <p:spPr bwMode="ltGray">
          <a:xfrm>
            <a:off x="4364736" y="0"/>
            <a:ext cx="7827264"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 name="SlideLogoText" hidden="1">
            <a:extLst>
              <a:ext uri="{FF2B5EF4-FFF2-40B4-BE49-F238E27FC236}">
                <a16:creationId xmlns:a16="http://schemas.microsoft.com/office/drawing/2014/main" id="{2D4C39DE-34D3-430B-A68C-3662DBF9F427}"/>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 name="2. Slide Title">
            <a:extLst>
              <a:ext uri="{FF2B5EF4-FFF2-40B4-BE49-F238E27FC236}">
                <a16:creationId xmlns:a16="http://schemas.microsoft.com/office/drawing/2014/main" id="{4EF89F43-35C6-451B-BBE8-87D2B8B83F5E}"/>
              </a:ext>
            </a:extLst>
          </p:cNvPr>
          <p:cNvSpPr>
            <a:spLocks noGrp="1"/>
          </p:cNvSpPr>
          <p:nvPr>
            <p:ph type="title"/>
            <p:custDataLst>
              <p:tags r:id="rId5"/>
            </p:custDataLst>
          </p:nvPr>
        </p:nvSpPr>
        <p:spPr>
          <a:xfrm>
            <a:off x="554736" y="2744369"/>
            <a:ext cx="3465576" cy="769441"/>
          </a:xfrm>
          <a:prstGeom prst="rect">
            <a:avLst/>
          </a:prstGeom>
        </p:spPr>
        <p:txBody>
          <a:bodyPr vert="horz" wrap="square" anchor="b">
            <a:noAutofit/>
          </a:bodyPr>
          <a:lstStyle>
            <a:lvl1pPr algn="l">
              <a:defRPr>
                <a:solidFill>
                  <a:schemeClr val="accent4"/>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20" name="3. Subtitle">
            <a:extLst>
              <a:ext uri="{FF2B5EF4-FFF2-40B4-BE49-F238E27FC236}">
                <a16:creationId xmlns:a16="http://schemas.microsoft.com/office/drawing/2014/main" id="{9F06A69A-B095-4159-932B-3658DD253FDF}"/>
              </a:ext>
            </a:extLst>
          </p:cNvPr>
          <p:cNvSpPr>
            <a:spLocks noGrp="1"/>
          </p:cNvSpPr>
          <p:nvPr>
            <p:ph type="subTitle" idx="1"/>
            <p:custDataLst>
              <p:tags r:id="rId6"/>
            </p:custDataLst>
          </p:nvPr>
        </p:nvSpPr>
        <p:spPr>
          <a:xfrm>
            <a:off x="554735" y="3659644"/>
            <a:ext cx="3465575" cy="246221"/>
          </a:xfrm>
        </p:spPr>
        <p:txBody>
          <a:bodyPr wrap="square">
            <a:spAutoFit/>
          </a:bodyPr>
          <a:lstStyle>
            <a:lvl1pPr marL="0" indent="0" algn="l">
              <a:buNone/>
              <a:defRPr sz="1600" b="0">
                <a:solidFill>
                  <a:schemeClr val="tx2"/>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DA204BE1-D5C8-4D03-9090-21D41FEC78E0}"/>
              </a:ext>
            </a:extLst>
          </p:cNvPr>
          <p:cNvSpPr txBox="1"/>
          <p:nvPr userDrawn="1">
            <p:custDataLst>
              <p:tags r:id="rId7"/>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15" name="1. On-page tracker">
            <a:extLst>
              <a:ext uri="{FF2B5EF4-FFF2-40B4-BE49-F238E27FC236}">
                <a16:creationId xmlns:a16="http://schemas.microsoft.com/office/drawing/2014/main" id="{1ADFA379-EDDB-4C62-A3BB-AC227312C688}"/>
              </a:ext>
            </a:extLst>
          </p:cNvPr>
          <p:cNvSpPr>
            <a:spLocks noGrp="1"/>
          </p:cNvSpPr>
          <p:nvPr>
            <p:ph type="body" sz="quarter" idx="17" hasCustomPrompt="1"/>
            <p:custDataLst>
              <p:tags r:id="rId8"/>
            </p:custDataLst>
          </p:nvPr>
        </p:nvSpPr>
        <p:spPr>
          <a:xfrm>
            <a:off x="7159752" y="78768"/>
            <a:ext cx="4480560" cy="123111"/>
          </a:xfrm>
        </p:spPr>
        <p:txBody>
          <a:bodyPr anchor="ctr" anchorCtr="0">
            <a:spAutoFit/>
          </a:bodyPr>
          <a:lstStyle>
            <a:lvl1pPr algn="r">
              <a:defRPr sz="8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Tree>
    <p:extLst>
      <p:ext uri="{BB962C8B-B14F-4D97-AF65-F5344CB8AC3E}">
        <p14:creationId xmlns:p14="http://schemas.microsoft.com/office/powerpoint/2010/main" val="2972563797"/>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1/2">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userDrawn="1">
            <p:custDataLst>
              <p:tags r:id="rId1"/>
            </p:custDataLst>
            <p:extLst>
              <p:ext uri="{D42A27DB-BD31-4B8C-83A1-F6EECF244321}">
                <p14:modId xmlns:p14="http://schemas.microsoft.com/office/powerpoint/2010/main" val="15275679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13" imgH="416" progId="TCLayout.ActiveDocument.1">
                  <p:embed/>
                </p:oleObj>
              </mc:Choice>
              <mc:Fallback>
                <p:oleObj name="think-cell Slide" r:id="rId10"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5C86E70-6ADC-4EA2-90F2-373AC4FDE5D0}"/>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6092952" y="0"/>
            <a:ext cx="6099048"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7" name="SlideLogoText" hidden="1">
            <a:extLst>
              <a:ext uri="{FF2B5EF4-FFF2-40B4-BE49-F238E27FC236}">
                <a16:creationId xmlns:a16="http://schemas.microsoft.com/office/drawing/2014/main" id="{609F85FD-B74A-4A4E-BFA9-7668DD6BCB90}"/>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2" name="5. Source" hidden="1">
            <a:extLst>
              <a:ext uri="{FF2B5EF4-FFF2-40B4-BE49-F238E27FC236}">
                <a16:creationId xmlns:a16="http://schemas.microsoft.com/office/drawing/2014/main" id="{F5E9C22A-A356-4521-A359-338A663DFEA2}"/>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20" name="1. On-page tracker">
            <a:extLst>
              <a:ext uri="{FF2B5EF4-FFF2-40B4-BE49-F238E27FC236}">
                <a16:creationId xmlns:a16="http://schemas.microsoft.com/office/drawing/2014/main" id="{0E1A178A-6BDC-4A0A-9F92-72F6EB95AD81}"/>
              </a:ext>
            </a:extLst>
          </p:cNvPr>
          <p:cNvSpPr>
            <a:spLocks noGrp="1"/>
          </p:cNvSpPr>
          <p:nvPr>
            <p:ph type="body" sz="quarter" idx="17" hasCustomPrompt="1"/>
            <p:custDataLst>
              <p:tags r:id="rId6"/>
            </p:custDataLst>
          </p:nvPr>
        </p:nvSpPr>
        <p:spPr>
          <a:xfrm>
            <a:off x="7159752" y="78768"/>
            <a:ext cx="4480560" cy="123111"/>
          </a:xfrm>
        </p:spPr>
        <p:txBody>
          <a:bodyPr anchor="ctr" anchorCtr="0">
            <a:spAutoFit/>
          </a:bodyPr>
          <a:lstStyle>
            <a:lvl1pPr algn="r">
              <a:defRPr sz="8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
        <p:nvSpPr>
          <p:cNvPr id="24" name="2. Slide Title">
            <a:extLst>
              <a:ext uri="{FF2B5EF4-FFF2-40B4-BE49-F238E27FC236}">
                <a16:creationId xmlns:a16="http://schemas.microsoft.com/office/drawing/2014/main" id="{06A9E224-CFBD-42B8-A4C0-EFE2C017E523}"/>
              </a:ext>
            </a:extLst>
          </p:cNvPr>
          <p:cNvSpPr>
            <a:spLocks noGrp="1"/>
          </p:cNvSpPr>
          <p:nvPr>
            <p:ph type="title"/>
            <p:custDataLst>
              <p:tags r:id="rId7"/>
            </p:custDataLst>
          </p:nvPr>
        </p:nvSpPr>
        <p:spPr>
          <a:xfrm>
            <a:off x="554736" y="182372"/>
            <a:ext cx="5065776" cy="731520"/>
          </a:xfrm>
        </p:spPr>
        <p:txBody>
          <a:bodyPr vert="horz"/>
          <a:lstStyle>
            <a:lvl1pPr>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25" name="3. Subtitle">
            <a:extLst>
              <a:ext uri="{FF2B5EF4-FFF2-40B4-BE49-F238E27FC236}">
                <a16:creationId xmlns:a16="http://schemas.microsoft.com/office/drawing/2014/main" id="{F7FC2EC4-28A5-4B24-B46C-79BCB0964344}"/>
              </a:ext>
            </a:extLst>
          </p:cNvPr>
          <p:cNvSpPr>
            <a:spLocks noGrp="1"/>
          </p:cNvSpPr>
          <p:nvPr>
            <p:ph type="subTitle" idx="1"/>
            <p:custDataLst>
              <p:tags r:id="rId8"/>
            </p:custDataLst>
          </p:nvPr>
        </p:nvSpPr>
        <p:spPr>
          <a:xfrm>
            <a:off x="554736" y="903861"/>
            <a:ext cx="5065776" cy="276999"/>
          </a:xfrm>
        </p:spPr>
        <p:txBody>
          <a:bodyPr anchor="ctr" anchorCtr="0"/>
          <a:lstStyle>
            <a:lvl1pPr>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sz="1600"/>
              <a:t>Click to edit Master subtitle style</a:t>
            </a:r>
          </a:p>
        </p:txBody>
      </p:sp>
    </p:spTree>
    <p:extLst>
      <p:ext uri="{BB962C8B-B14F-4D97-AF65-F5344CB8AC3E}">
        <p14:creationId xmlns:p14="http://schemas.microsoft.com/office/powerpoint/2010/main" val="527454276"/>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userDrawn="1">
  <p:cSld name="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extLst>
              <p:ext uri="{D42A27DB-BD31-4B8C-83A1-F6EECF244321}">
                <p14:modId xmlns:p14="http://schemas.microsoft.com/office/powerpoint/2010/main" val="360084428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572" imgH="588" progId="TCLayout.ActiveDocument.1">
                  <p:embed/>
                </p:oleObj>
              </mc:Choice>
              <mc:Fallback>
                <p:oleObj name="think-cell Slide" r:id="rId10"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8F8ABD0-305F-4DFC-AC60-1FB7BB16830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7830312" y="0"/>
            <a:ext cx="4361688"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 name="SlideLogoText" hidden="1">
            <a:extLst>
              <a:ext uri="{FF2B5EF4-FFF2-40B4-BE49-F238E27FC236}">
                <a16:creationId xmlns:a16="http://schemas.microsoft.com/office/drawing/2014/main" id="{AEC46ACE-42CD-4304-9E51-86DBC38CA4EB}"/>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5"/>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25" name="2. Slide Title">
            <a:extLst>
              <a:ext uri="{FF2B5EF4-FFF2-40B4-BE49-F238E27FC236}">
                <a16:creationId xmlns:a16="http://schemas.microsoft.com/office/drawing/2014/main" id="{AA4BE143-5F32-4F04-B536-5DD597732824}"/>
              </a:ext>
            </a:extLst>
          </p:cNvPr>
          <p:cNvSpPr>
            <a:spLocks noGrp="1"/>
          </p:cNvSpPr>
          <p:nvPr>
            <p:ph type="title"/>
            <p:custDataLst>
              <p:tags r:id="rId6"/>
            </p:custDataLst>
          </p:nvPr>
        </p:nvSpPr>
        <p:spPr>
          <a:xfrm>
            <a:off x="554736" y="182372"/>
            <a:ext cx="6967728" cy="731520"/>
          </a:xfrm>
        </p:spPr>
        <p:txBody>
          <a:bodyPr vert="horz"/>
          <a:lstStyle>
            <a:lvl1pPr>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26" name="3. Subtitle">
            <a:extLst>
              <a:ext uri="{FF2B5EF4-FFF2-40B4-BE49-F238E27FC236}">
                <a16:creationId xmlns:a16="http://schemas.microsoft.com/office/drawing/2014/main" id="{97E30C8F-A677-42C7-A072-4ACC7DC3D698}"/>
              </a:ext>
            </a:extLst>
          </p:cNvPr>
          <p:cNvSpPr>
            <a:spLocks noGrp="1"/>
          </p:cNvSpPr>
          <p:nvPr>
            <p:ph type="subTitle" idx="1"/>
            <p:custDataLst>
              <p:tags r:id="rId7"/>
            </p:custDataLst>
          </p:nvPr>
        </p:nvSpPr>
        <p:spPr>
          <a:xfrm>
            <a:off x="554736" y="903861"/>
            <a:ext cx="6967728" cy="276999"/>
          </a:xfrm>
        </p:spPr>
        <p:txBody>
          <a:bodyPr anchor="ctr" anchorCtr="0"/>
          <a:lstStyle>
            <a:lvl1pPr>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sz="1600"/>
              <a:t>Click to edit Master subtitle style</a:t>
            </a:r>
          </a:p>
        </p:txBody>
      </p:sp>
      <p:sp>
        <p:nvSpPr>
          <p:cNvPr id="19" name="1. On-page tracker">
            <a:extLst>
              <a:ext uri="{FF2B5EF4-FFF2-40B4-BE49-F238E27FC236}">
                <a16:creationId xmlns:a16="http://schemas.microsoft.com/office/drawing/2014/main" id="{288125BB-6CB4-4B7C-8E2B-CB1912430A39}"/>
              </a:ext>
            </a:extLst>
          </p:cNvPr>
          <p:cNvSpPr>
            <a:spLocks noGrp="1"/>
          </p:cNvSpPr>
          <p:nvPr>
            <p:ph type="body" sz="quarter" idx="18" hasCustomPrompt="1"/>
            <p:custDataLst>
              <p:tags r:id="rId8"/>
            </p:custDataLst>
          </p:nvPr>
        </p:nvSpPr>
        <p:spPr>
          <a:xfrm>
            <a:off x="8173370" y="78768"/>
            <a:ext cx="3466941" cy="123111"/>
          </a:xfrm>
        </p:spPr>
        <p:txBody>
          <a:bodyPr wrap="square" anchor="ctr" anchorCtr="0">
            <a:spAutoFit/>
          </a:bodyPr>
          <a:lstStyle>
            <a:lvl1pPr algn="r">
              <a:defRPr sz="8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Tree>
    <p:extLst>
      <p:ext uri="{BB962C8B-B14F-4D97-AF65-F5344CB8AC3E}">
        <p14:creationId xmlns:p14="http://schemas.microsoft.com/office/powerpoint/2010/main" val="272184445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1_2/3">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userDrawn="1">
            <p:custDataLst>
              <p:tags r:id="rId1"/>
            </p:custDataLst>
            <p:extLst>
              <p:ext uri="{D42A27DB-BD31-4B8C-83A1-F6EECF244321}">
                <p14:modId xmlns:p14="http://schemas.microsoft.com/office/powerpoint/2010/main" val="1336901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572" imgH="588" progId="TCLayout.ActiveDocument.1">
                  <p:embed/>
                </p:oleObj>
              </mc:Choice>
              <mc:Fallback>
                <p:oleObj name="think-cell Slide" r:id="rId10"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8F8ABD0-305F-4DFC-AC60-1FB7BB16830A}"/>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 name="RectangleLight">
            <a:extLst>
              <a:ext uri="{FF2B5EF4-FFF2-40B4-BE49-F238E27FC236}">
                <a16:creationId xmlns:a16="http://schemas.microsoft.com/office/drawing/2014/main" id="{2365F90A-9CD8-40EE-93CD-2729135A9569}"/>
              </a:ext>
            </a:extLst>
          </p:cNvPr>
          <p:cNvSpPr/>
          <p:nvPr userDrawn="1">
            <p:custDataLst>
              <p:tags r:id="rId3"/>
            </p:custDataLst>
          </p:nvPr>
        </p:nvSpPr>
        <p:spPr bwMode="ltGray">
          <a:xfrm>
            <a:off x="8723086" y="0"/>
            <a:ext cx="3468913"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 name="SlideLogoText" hidden="1">
            <a:extLst>
              <a:ext uri="{FF2B5EF4-FFF2-40B4-BE49-F238E27FC236}">
                <a16:creationId xmlns:a16="http://schemas.microsoft.com/office/drawing/2014/main" id="{AEC46ACE-42CD-4304-9E51-86DBC38CA4EB}"/>
              </a:ext>
            </a:extLst>
          </p:cNvPr>
          <p:cNvSpPr txBox="1"/>
          <p:nvPr userDrawn="1">
            <p:custDataLst>
              <p:tags r:id="rId4"/>
            </p:custDataLst>
          </p:nvPr>
        </p:nvSpPr>
        <p:spPr bwMode="black">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1" name="5. Source" hidden="1">
            <a:extLst>
              <a:ext uri="{FF2B5EF4-FFF2-40B4-BE49-F238E27FC236}">
                <a16:creationId xmlns:a16="http://schemas.microsoft.com/office/drawing/2014/main" id="{F25A304F-F50E-4F96-991D-CFEB07060178}"/>
              </a:ext>
            </a:extLst>
          </p:cNvPr>
          <p:cNvSpPr txBox="1"/>
          <p:nvPr userDrawn="1">
            <p:custDataLst>
              <p:tags r:id="rId5"/>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Source: …</a:t>
            </a:r>
          </a:p>
        </p:txBody>
      </p:sp>
      <p:sp>
        <p:nvSpPr>
          <p:cNvPr id="25" name="2. Slide Title">
            <a:extLst>
              <a:ext uri="{FF2B5EF4-FFF2-40B4-BE49-F238E27FC236}">
                <a16:creationId xmlns:a16="http://schemas.microsoft.com/office/drawing/2014/main" id="{AA4BE143-5F32-4F04-B536-5DD597732824}"/>
              </a:ext>
            </a:extLst>
          </p:cNvPr>
          <p:cNvSpPr>
            <a:spLocks noGrp="1"/>
          </p:cNvSpPr>
          <p:nvPr>
            <p:ph type="title"/>
            <p:custDataLst>
              <p:tags r:id="rId6"/>
            </p:custDataLst>
          </p:nvPr>
        </p:nvSpPr>
        <p:spPr>
          <a:xfrm>
            <a:off x="554736" y="182372"/>
            <a:ext cx="7950635" cy="731520"/>
          </a:xfrm>
        </p:spPr>
        <p:txBody>
          <a:bodyPr vert="horz"/>
          <a:lstStyle>
            <a:lvl1pPr>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a:t>Click to edit Master title style</a:t>
            </a:r>
          </a:p>
        </p:txBody>
      </p:sp>
      <p:sp>
        <p:nvSpPr>
          <p:cNvPr id="26" name="3. Subtitle">
            <a:extLst>
              <a:ext uri="{FF2B5EF4-FFF2-40B4-BE49-F238E27FC236}">
                <a16:creationId xmlns:a16="http://schemas.microsoft.com/office/drawing/2014/main" id="{97E30C8F-A677-42C7-A072-4ACC7DC3D698}"/>
              </a:ext>
            </a:extLst>
          </p:cNvPr>
          <p:cNvSpPr>
            <a:spLocks noGrp="1"/>
          </p:cNvSpPr>
          <p:nvPr>
            <p:ph type="subTitle" idx="1"/>
            <p:custDataLst>
              <p:tags r:id="rId7"/>
            </p:custDataLst>
          </p:nvPr>
        </p:nvSpPr>
        <p:spPr>
          <a:xfrm>
            <a:off x="554736" y="903861"/>
            <a:ext cx="7950635" cy="276999"/>
          </a:xfrm>
        </p:spPr>
        <p:txBody>
          <a:bodyPr anchor="ctr" anchorCtr="0"/>
          <a:lstStyle>
            <a:lvl1pPr>
              <a:defRPr>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r>
              <a:rPr lang="en-US" sz="1600"/>
              <a:t>Click to edit Master subtitle style</a:t>
            </a:r>
          </a:p>
        </p:txBody>
      </p:sp>
      <p:sp>
        <p:nvSpPr>
          <p:cNvPr id="19" name="1. On-page tracker">
            <a:extLst>
              <a:ext uri="{FF2B5EF4-FFF2-40B4-BE49-F238E27FC236}">
                <a16:creationId xmlns:a16="http://schemas.microsoft.com/office/drawing/2014/main" id="{288125BB-6CB4-4B7C-8E2B-CB1912430A39}"/>
              </a:ext>
            </a:extLst>
          </p:cNvPr>
          <p:cNvSpPr>
            <a:spLocks noGrp="1"/>
          </p:cNvSpPr>
          <p:nvPr>
            <p:ph type="body" sz="quarter" idx="18" hasCustomPrompt="1"/>
            <p:custDataLst>
              <p:tags r:id="rId8"/>
            </p:custDataLst>
          </p:nvPr>
        </p:nvSpPr>
        <p:spPr>
          <a:xfrm>
            <a:off x="9001125" y="78768"/>
            <a:ext cx="2639186" cy="123111"/>
          </a:xfrm>
        </p:spPr>
        <p:txBody>
          <a:bodyPr wrap="square" anchor="ctr" anchorCtr="0">
            <a:spAutoFit/>
          </a:bodyPr>
          <a:lstStyle>
            <a:lvl1pPr algn="r">
              <a:defRPr sz="8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pPr lvl="0"/>
            <a:r>
              <a:rPr lang="en-US"/>
              <a:t>Chapter › Topic</a:t>
            </a:r>
          </a:p>
        </p:txBody>
      </p:sp>
    </p:spTree>
    <p:extLst>
      <p:ext uri="{BB962C8B-B14F-4D97-AF65-F5344CB8AC3E}">
        <p14:creationId xmlns:p14="http://schemas.microsoft.com/office/powerpoint/2010/main" val="838109953"/>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Contrast Title">
    <p:bg>
      <p:bgPr>
        <a:gradFill>
          <a:gsLst>
            <a:gs pos="0">
              <a:srgbClr val="295479">
                <a:lumMod val="75000"/>
              </a:srgb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5874AF67-BBA0-48F4-BB9F-52963443351B}"/>
              </a:ext>
            </a:extLst>
          </p:cNvPr>
          <p:cNvGraphicFramePr>
            <a:graphicFrameLocks noChangeAspect="1"/>
          </p:cNvGraphicFramePr>
          <p:nvPr userDrawn="1">
            <p:custDataLst>
              <p:tags r:id="rId1"/>
            </p:custDataLst>
            <p:extLst>
              <p:ext uri="{D42A27DB-BD31-4B8C-83A1-F6EECF244321}">
                <p14:modId xmlns:p14="http://schemas.microsoft.com/office/powerpoint/2010/main" val="42838993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92" imgH="591" progId="TCLayout.ActiveDocument.1">
                  <p:embed/>
                </p:oleObj>
              </mc:Choice>
              <mc:Fallback>
                <p:oleObj name="think-cell Slide" r:id="rId6" imgW="592" imgH="591" progId="TCLayout.ActiveDocument.1">
                  <p:embed/>
                  <p:pic>
                    <p:nvPicPr>
                      <p:cNvPr id="3" name="Object 2" hidden="1">
                        <a:extLst>
                          <a:ext uri="{FF2B5EF4-FFF2-40B4-BE49-F238E27FC236}">
                            <a16:creationId xmlns:a16="http://schemas.microsoft.com/office/drawing/2014/main" id="{5874AF67-BBA0-48F4-BB9F-52963443351B}"/>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pic>
        <p:nvPicPr>
          <p:cNvPr id="46" name="Picture 45">
            <a:extLst>
              <a:ext uri="{FF2B5EF4-FFF2-40B4-BE49-F238E27FC236}">
                <a16:creationId xmlns:a16="http://schemas.microsoft.com/office/drawing/2014/main" id="{2C0912D0-1760-1945-5205-B0E388B50EFF}"/>
              </a:ext>
            </a:extLst>
          </p:cNvPr>
          <p:cNvPicPr>
            <a:picLocks/>
          </p:cNvPicPr>
          <p:nvPr userDrawn="1"/>
        </p:nvPicPr>
        <p:blipFill rotWithShape="1">
          <a:blip r:embed="rId8" cstate="screen">
            <a:extLst>
              <a:ext uri="{28A0092B-C50C-407E-A947-70E740481C1C}">
                <a14:useLocalDpi xmlns:a14="http://schemas.microsoft.com/office/drawing/2010/main"/>
              </a:ext>
            </a:extLst>
          </a:blip>
          <a:srcRect/>
          <a:stretch/>
        </p:blipFill>
        <p:spPr bwMode="ltGray">
          <a:xfrm>
            <a:off x="0" y="0"/>
            <a:ext cx="12188825" cy="4398688"/>
          </a:xfrm>
          <a:prstGeom prst="rect">
            <a:avLst/>
          </a:prstGeom>
        </p:spPr>
      </p:pic>
      <p:pic>
        <p:nvPicPr>
          <p:cNvPr id="39" name="Picture 38">
            <a:extLst>
              <a:ext uri="{FF2B5EF4-FFF2-40B4-BE49-F238E27FC236}">
                <a16:creationId xmlns:a16="http://schemas.microsoft.com/office/drawing/2014/main" id="{9C611FBA-3284-ED31-8C69-A010A85B9C06}"/>
              </a:ext>
            </a:extLst>
          </p:cNvPr>
          <p:cNvPicPr>
            <a:picLocks noChangeAspect="1"/>
          </p:cNvPicPr>
          <p:nvPr userDrawn="1"/>
        </p:nvPicPr>
        <p:blipFill rotWithShape="1">
          <a:blip r:embed="rId9" cstate="screen">
            <a:extLst>
              <a:ext uri="{28A0092B-C50C-407E-A947-70E740481C1C}">
                <a14:useLocalDpi xmlns:a14="http://schemas.microsoft.com/office/drawing/2010/main"/>
              </a:ext>
            </a:extLst>
          </a:blip>
          <a:srcRect/>
          <a:stretch/>
        </p:blipFill>
        <p:spPr>
          <a:xfrm flipV="1">
            <a:off x="-1" y="3871739"/>
            <a:ext cx="12188825" cy="608484"/>
          </a:xfrm>
          <a:custGeom>
            <a:avLst/>
            <a:gdLst>
              <a:gd name="connsiteX0" fmla="*/ 0 w 12192000"/>
              <a:gd name="connsiteY0" fmla="*/ 0 h 590588"/>
              <a:gd name="connsiteX1" fmla="*/ 12192000 w 12192000"/>
              <a:gd name="connsiteY1" fmla="*/ 0 h 590588"/>
              <a:gd name="connsiteX2" fmla="*/ 12192000 w 12192000"/>
              <a:gd name="connsiteY2" fmla="*/ 590588 h 590588"/>
              <a:gd name="connsiteX3" fmla="*/ 0 w 12192000"/>
              <a:gd name="connsiteY3" fmla="*/ 590588 h 590588"/>
            </a:gdLst>
            <a:ahLst/>
            <a:cxnLst>
              <a:cxn ang="0">
                <a:pos x="connsiteX0" y="connsiteY0"/>
              </a:cxn>
              <a:cxn ang="0">
                <a:pos x="connsiteX1" y="connsiteY1"/>
              </a:cxn>
              <a:cxn ang="0">
                <a:pos x="connsiteX2" y="connsiteY2"/>
              </a:cxn>
              <a:cxn ang="0">
                <a:pos x="connsiteX3" y="connsiteY3"/>
              </a:cxn>
            </a:cxnLst>
            <a:rect l="l" t="t" r="r" b="b"/>
            <a:pathLst>
              <a:path w="12192000" h="590588">
                <a:moveTo>
                  <a:pt x="0" y="0"/>
                </a:moveTo>
                <a:lnTo>
                  <a:pt x="12192000" y="0"/>
                </a:lnTo>
                <a:lnTo>
                  <a:pt x="12192000" y="590588"/>
                </a:lnTo>
                <a:lnTo>
                  <a:pt x="0" y="590588"/>
                </a:lnTo>
                <a:close/>
              </a:path>
            </a:pathLst>
          </a:custGeom>
        </p:spPr>
      </p:pic>
      <p:sp>
        <p:nvSpPr>
          <p:cNvPr id="44" name="Rectangle 43">
            <a:extLst>
              <a:ext uri="{FF2B5EF4-FFF2-40B4-BE49-F238E27FC236}">
                <a16:creationId xmlns:a16="http://schemas.microsoft.com/office/drawing/2014/main" id="{E8A603C7-D269-99C8-0FA7-B9F74EEB9E05}"/>
              </a:ext>
            </a:extLst>
          </p:cNvPr>
          <p:cNvSpPr>
            <a:spLocks/>
          </p:cNvSpPr>
          <p:nvPr userDrawn="1"/>
        </p:nvSpPr>
        <p:spPr>
          <a:xfrm>
            <a:off x="0" y="4387237"/>
            <a:ext cx="12188825" cy="2470763"/>
          </a:xfrm>
          <a:prstGeom prst="rect">
            <a:avLst/>
          </a:prstGeom>
          <a:solidFill>
            <a:srgbClr val="03898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err="1">
              <a:solidFill>
                <a:schemeClr val="bg1"/>
              </a:solidFill>
            </a:endParaRPr>
          </a:p>
        </p:txBody>
      </p:sp>
      <p:sp>
        <p:nvSpPr>
          <p:cNvPr id="34" name="Rectangle 33">
            <a:extLst>
              <a:ext uri="{FF2B5EF4-FFF2-40B4-BE49-F238E27FC236}">
                <a16:creationId xmlns:a16="http://schemas.microsoft.com/office/drawing/2014/main" id="{3793F3DF-FC1F-619A-1217-F5AE159AF5B0}"/>
              </a:ext>
            </a:extLst>
          </p:cNvPr>
          <p:cNvSpPr>
            <a:spLocks/>
          </p:cNvSpPr>
          <p:nvPr userDrawn="1"/>
        </p:nvSpPr>
        <p:spPr>
          <a:xfrm>
            <a:off x="0" y="0"/>
            <a:ext cx="12188825" cy="1593850"/>
          </a:xfrm>
          <a:prstGeom prst="rect">
            <a:avLst/>
          </a:prstGeom>
          <a:gradFill>
            <a:gsLst>
              <a:gs pos="0">
                <a:schemeClr val="bg1">
                  <a:alpha val="0"/>
                </a:schemeClr>
              </a:gs>
              <a:gs pos="100000">
                <a:schemeClr val="accent2">
                  <a:lumMod val="50000"/>
                  <a:alpha val="64000"/>
                </a:schemeClr>
              </a:gs>
            </a:gsLst>
            <a:lin ang="16200000" scaled="1"/>
          </a:gradFill>
          <a:ln w="6350" cap="sq"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err="1">
              <a:ln>
                <a:noFill/>
              </a:ln>
              <a:solidFill>
                <a:srgbClr val="FFFFFF"/>
              </a:solidFill>
              <a:effectLst/>
              <a:uLnTx/>
              <a:uFillTx/>
              <a:latin typeface="Arial"/>
              <a:ea typeface="+mn-ea"/>
              <a:cs typeface="+mn-cs"/>
            </a:endParaRPr>
          </a:p>
        </p:txBody>
      </p:sp>
      <p:sp>
        <p:nvSpPr>
          <p:cNvPr id="40" name="Documenttype">
            <a:extLst>
              <a:ext uri="{FF2B5EF4-FFF2-40B4-BE49-F238E27FC236}">
                <a16:creationId xmlns:a16="http://schemas.microsoft.com/office/drawing/2014/main" id="{B4D4F0EC-DB95-7871-07A1-AB6C5E55C712}"/>
              </a:ext>
            </a:extLst>
          </p:cNvPr>
          <p:cNvSpPr>
            <a:spLocks noGrp="1"/>
          </p:cNvSpPr>
          <p:nvPr>
            <p:ph type="body" sz="quarter" idx="13" hasCustomPrompt="1"/>
            <p:custDataLst>
              <p:tags r:id="rId2"/>
            </p:custDataLst>
          </p:nvPr>
        </p:nvSpPr>
        <p:spPr bwMode="auto">
          <a:xfrm>
            <a:off x="547688" y="6217885"/>
            <a:ext cx="1108710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1400" dirty="0"/>
            </a:lvl1pPr>
          </a:lstStyle>
          <a:p>
            <a:pPr lvl="0" algn="ctr"/>
            <a:r>
              <a:rPr lang="en-US"/>
              <a:t>Edit date or title/role</a:t>
            </a:r>
          </a:p>
        </p:txBody>
      </p:sp>
      <p:sp>
        <p:nvSpPr>
          <p:cNvPr id="41" name="Subtitle">
            <a:extLst>
              <a:ext uri="{FF2B5EF4-FFF2-40B4-BE49-F238E27FC236}">
                <a16:creationId xmlns:a16="http://schemas.microsoft.com/office/drawing/2014/main" id="{FA731AD3-29E2-728C-3EFE-0285BBA73CAC}"/>
              </a:ext>
            </a:extLst>
          </p:cNvPr>
          <p:cNvSpPr>
            <a:spLocks noGrp="1"/>
          </p:cNvSpPr>
          <p:nvPr>
            <p:ph type="subTitle" idx="1"/>
            <p:custDataLst>
              <p:tags r:id="rId3"/>
            </p:custDataLst>
          </p:nvPr>
        </p:nvSpPr>
        <p:spPr bwMode="auto">
          <a:xfrm>
            <a:off x="547688" y="5817728"/>
            <a:ext cx="11087100" cy="30777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2000" dirty="0"/>
            </a:lvl1pPr>
          </a:lstStyle>
          <a:p>
            <a:pPr lvl="0" algn="ctr"/>
            <a:r>
              <a:rPr lang="en-US"/>
              <a:t>Click to edit Master subtitle style</a:t>
            </a:r>
          </a:p>
        </p:txBody>
      </p:sp>
      <p:sp>
        <p:nvSpPr>
          <p:cNvPr id="42" name="Title">
            <a:extLst>
              <a:ext uri="{FF2B5EF4-FFF2-40B4-BE49-F238E27FC236}">
                <a16:creationId xmlns:a16="http://schemas.microsoft.com/office/drawing/2014/main" id="{8D2EDBCF-C26A-9C57-EBB8-D48AEA29F906}"/>
              </a:ext>
            </a:extLst>
          </p:cNvPr>
          <p:cNvSpPr>
            <a:spLocks noGrp="1"/>
          </p:cNvSpPr>
          <p:nvPr>
            <p:ph type="title" hasCustomPrompt="1"/>
            <p:custDataLst>
              <p:tags r:id="rId4"/>
            </p:custDataLst>
          </p:nvPr>
        </p:nvSpPr>
        <p:spPr bwMode="auto">
          <a:xfrm>
            <a:off x="547688" y="4494243"/>
            <a:ext cx="11087100" cy="1231106"/>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b" anchorCtr="0">
            <a:spAutoFit/>
          </a:bodyPr>
          <a:lstStyle>
            <a:lvl1pPr>
              <a:defRPr lang="en-US" sz="4000" dirty="0">
                <a:solidFill>
                  <a:schemeClr val="accent1"/>
                </a:solidFill>
              </a:defRPr>
            </a:lvl1pPr>
          </a:lstStyle>
          <a:p>
            <a:pPr lvl="0" algn="ctr"/>
            <a:r>
              <a:rPr lang="en-US"/>
              <a:t>Click to edit </a:t>
            </a:r>
            <a:br>
              <a:rPr lang="en-US"/>
            </a:br>
            <a:r>
              <a:rPr lang="en-US"/>
              <a:t>Master title style</a:t>
            </a:r>
          </a:p>
        </p:txBody>
      </p:sp>
    </p:spTree>
    <p:extLst>
      <p:ext uri="{BB962C8B-B14F-4D97-AF65-F5344CB8AC3E}">
        <p14:creationId xmlns:p14="http://schemas.microsoft.com/office/powerpoint/2010/main" val="363307905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preserve="1" userDrawn="1">
  <p:cSld name="1_Contrast Title">
    <p:bg>
      <p:bgPr>
        <a:gradFill>
          <a:gsLst>
            <a:gs pos="0">
              <a:srgbClr val="295479">
                <a:lumMod val="75000"/>
              </a:srgb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5874AF67-BBA0-48F4-BB9F-52963443351B}"/>
              </a:ext>
            </a:extLst>
          </p:cNvPr>
          <p:cNvGraphicFramePr>
            <a:graphicFrameLocks noChangeAspect="1"/>
          </p:cNvGraphicFramePr>
          <p:nvPr userDrawn="1">
            <p:custDataLst>
              <p:tags r:id="rId1"/>
            </p:custDataLst>
            <p:extLst>
              <p:ext uri="{D42A27DB-BD31-4B8C-83A1-F6EECF244321}">
                <p14:modId xmlns:p14="http://schemas.microsoft.com/office/powerpoint/2010/main" val="7167392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92" imgH="591" progId="TCLayout.ActiveDocument.1">
                  <p:embed/>
                </p:oleObj>
              </mc:Choice>
              <mc:Fallback>
                <p:oleObj name="think-cell Slide" r:id="rId6" imgW="592" imgH="591" progId="TCLayout.ActiveDocument.1">
                  <p:embed/>
                  <p:pic>
                    <p:nvPicPr>
                      <p:cNvPr id="3" name="Object 2" hidden="1">
                        <a:extLst>
                          <a:ext uri="{FF2B5EF4-FFF2-40B4-BE49-F238E27FC236}">
                            <a16:creationId xmlns:a16="http://schemas.microsoft.com/office/drawing/2014/main" id="{5874AF67-BBA0-48F4-BB9F-52963443351B}"/>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pic>
        <p:nvPicPr>
          <p:cNvPr id="25" name="Picture 24">
            <a:extLst>
              <a:ext uri="{FF2B5EF4-FFF2-40B4-BE49-F238E27FC236}">
                <a16:creationId xmlns:a16="http://schemas.microsoft.com/office/drawing/2014/main" id="{E8813B73-7B6E-6FAB-B5B8-A25FB549E8A2}"/>
              </a:ext>
            </a:extLst>
          </p:cNvPr>
          <p:cNvPicPr>
            <a:picLocks noChangeAspect="1"/>
          </p:cNvPicPr>
          <p:nvPr userDrawn="1"/>
        </p:nvPicPr>
        <p:blipFill>
          <a:blip r:embed="rId8" cstate="screen">
            <a:extLst>
              <a:ext uri="{28A0092B-C50C-407E-A947-70E740481C1C}">
                <a14:useLocalDpi xmlns:a14="http://schemas.microsoft.com/office/drawing/2010/main"/>
              </a:ext>
            </a:extLst>
          </a:blip>
          <a:srcRect/>
          <a:stretch>
            <a:fillRect/>
          </a:stretch>
        </p:blipFill>
        <p:spPr bwMode="ltGray">
          <a:xfrm>
            <a:off x="27033" y="0"/>
            <a:ext cx="12164967" cy="6858000"/>
          </a:xfrm>
          <a:custGeom>
            <a:avLst/>
            <a:gdLst>
              <a:gd name="connsiteX0" fmla="*/ 0 w 12164967"/>
              <a:gd name="connsiteY0" fmla="*/ 0 h 6858000"/>
              <a:gd name="connsiteX1" fmla="*/ 12164967 w 12164967"/>
              <a:gd name="connsiteY1" fmla="*/ 0 h 6858000"/>
              <a:gd name="connsiteX2" fmla="*/ 12164967 w 12164967"/>
              <a:gd name="connsiteY2" fmla="*/ 6858000 h 6858000"/>
              <a:gd name="connsiteX3" fmla="*/ 0 w 1216496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64967" h="6858000">
                <a:moveTo>
                  <a:pt x="0" y="0"/>
                </a:moveTo>
                <a:lnTo>
                  <a:pt x="12164967" y="0"/>
                </a:lnTo>
                <a:lnTo>
                  <a:pt x="12164967" y="6858000"/>
                </a:lnTo>
                <a:lnTo>
                  <a:pt x="0" y="6858000"/>
                </a:lnTo>
                <a:close/>
              </a:path>
            </a:pathLst>
          </a:custGeom>
        </p:spPr>
      </p:pic>
      <p:sp>
        <p:nvSpPr>
          <p:cNvPr id="9" name="Documenttype">
            <a:extLst>
              <a:ext uri="{FF2B5EF4-FFF2-40B4-BE49-F238E27FC236}">
                <a16:creationId xmlns:a16="http://schemas.microsoft.com/office/drawing/2014/main" id="{CEF2B151-306A-C191-07D1-F724E7575049}"/>
              </a:ext>
            </a:extLst>
          </p:cNvPr>
          <p:cNvSpPr>
            <a:spLocks noGrp="1"/>
          </p:cNvSpPr>
          <p:nvPr>
            <p:ph type="body" sz="quarter" idx="13" hasCustomPrompt="1"/>
            <p:custDataLst>
              <p:tags r:id="rId2"/>
            </p:custDataLst>
          </p:nvPr>
        </p:nvSpPr>
        <p:spPr bwMode="auto">
          <a:xfrm>
            <a:off x="547688" y="6238300"/>
            <a:ext cx="4766120"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a:defRPr lang="en-US" sz="1400" dirty="0"/>
            </a:lvl1pPr>
          </a:lstStyle>
          <a:p>
            <a:pPr lvl="0">
              <a:buNone/>
            </a:pPr>
            <a:r>
              <a:rPr lang="en-US"/>
              <a:t>Edit date or title/role</a:t>
            </a:r>
          </a:p>
        </p:txBody>
      </p:sp>
      <p:sp>
        <p:nvSpPr>
          <p:cNvPr id="10" name="Subtitle">
            <a:extLst>
              <a:ext uri="{FF2B5EF4-FFF2-40B4-BE49-F238E27FC236}">
                <a16:creationId xmlns:a16="http://schemas.microsoft.com/office/drawing/2014/main" id="{397D3615-908F-BACE-EFD1-52DBAB7F8F25}"/>
              </a:ext>
            </a:extLst>
          </p:cNvPr>
          <p:cNvSpPr>
            <a:spLocks noGrp="1"/>
          </p:cNvSpPr>
          <p:nvPr>
            <p:ph type="subTitle" idx="1" hasCustomPrompt="1"/>
            <p:custDataLst>
              <p:tags r:id="rId3"/>
            </p:custDataLst>
          </p:nvPr>
        </p:nvSpPr>
        <p:spPr bwMode="auto">
          <a:xfrm>
            <a:off x="548829" y="4622263"/>
            <a:ext cx="4766120"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a:defRPr lang="en-US" sz="2000" dirty="0"/>
            </a:lvl1pPr>
          </a:lstStyle>
          <a:p>
            <a:pPr lvl="0">
              <a:buNone/>
            </a:pPr>
            <a:r>
              <a:rPr lang="en-US"/>
              <a:t>Click to edit </a:t>
            </a:r>
            <a:br>
              <a:rPr lang="en-US"/>
            </a:br>
            <a:r>
              <a:rPr lang="en-US"/>
              <a:t>Master subtitle style</a:t>
            </a:r>
          </a:p>
        </p:txBody>
      </p:sp>
      <p:sp>
        <p:nvSpPr>
          <p:cNvPr id="11" name="Title">
            <a:extLst>
              <a:ext uri="{FF2B5EF4-FFF2-40B4-BE49-F238E27FC236}">
                <a16:creationId xmlns:a16="http://schemas.microsoft.com/office/drawing/2014/main" id="{00F65984-D72B-1FB5-7C9F-077EA1C54D1F}"/>
              </a:ext>
            </a:extLst>
          </p:cNvPr>
          <p:cNvSpPr>
            <a:spLocks noGrp="1"/>
          </p:cNvSpPr>
          <p:nvPr>
            <p:ph type="title" hasCustomPrompt="1"/>
            <p:custDataLst>
              <p:tags r:id="rId4"/>
            </p:custDataLst>
          </p:nvPr>
        </p:nvSpPr>
        <p:spPr bwMode="auto">
          <a:xfrm>
            <a:off x="548829" y="1590454"/>
            <a:ext cx="4766120"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a:defRPr lang="en-US" sz="4400" dirty="0">
                <a:solidFill>
                  <a:schemeClr val="accent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792029904"/>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userDrawn="1">
  <p:cSld name="3_Contrast Title">
    <p:bg>
      <p:bgPr>
        <a:gradFill flip="none" rotWithShape="1">
          <a:gsLst>
            <a:gs pos="0">
              <a:srgbClr val="295479">
                <a:lumMod val="75000"/>
              </a:srgbClr>
            </a:gs>
            <a:gs pos="100000">
              <a:srgbClr val="00748A"/>
            </a:gs>
          </a:gsLst>
          <a:lin ang="16200000" scaled="1"/>
          <a:tileRect/>
        </a:gra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5874AF67-BBA0-48F4-BB9F-52963443351B}"/>
              </a:ext>
            </a:extLst>
          </p:cNvPr>
          <p:cNvGraphicFramePr>
            <a:graphicFrameLocks noChangeAspect="1"/>
          </p:cNvGraphicFramePr>
          <p:nvPr userDrawn="1">
            <p:custDataLst>
              <p:tags r:id="rId1"/>
            </p:custDataLst>
            <p:extLst>
              <p:ext uri="{D42A27DB-BD31-4B8C-83A1-F6EECF244321}">
                <p14:modId xmlns:p14="http://schemas.microsoft.com/office/powerpoint/2010/main" val="29731720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92" imgH="591" progId="TCLayout.ActiveDocument.1">
                  <p:embed/>
                </p:oleObj>
              </mc:Choice>
              <mc:Fallback>
                <p:oleObj name="think-cell Slide" r:id="rId6" imgW="592" imgH="591" progId="TCLayout.ActiveDocument.1">
                  <p:embed/>
                  <p:pic>
                    <p:nvPicPr>
                      <p:cNvPr id="3" name="Object 2" hidden="1">
                        <a:extLst>
                          <a:ext uri="{FF2B5EF4-FFF2-40B4-BE49-F238E27FC236}">
                            <a16:creationId xmlns:a16="http://schemas.microsoft.com/office/drawing/2014/main" id="{5874AF67-BBA0-48F4-BB9F-52963443351B}"/>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pic>
        <p:nvPicPr>
          <p:cNvPr id="19" name="Picture 18">
            <a:extLst>
              <a:ext uri="{FF2B5EF4-FFF2-40B4-BE49-F238E27FC236}">
                <a16:creationId xmlns:a16="http://schemas.microsoft.com/office/drawing/2014/main" id="{BD760BEA-8500-A5F1-4720-0CCB7AFC6C0F}"/>
              </a:ext>
            </a:extLst>
          </p:cNvPr>
          <p:cNvPicPr>
            <a:picLocks noChangeAspect="1"/>
          </p:cNvPicPr>
          <p:nvPr userDrawn="1"/>
        </p:nvPicPr>
        <p:blipFill>
          <a:blip r:embed="rId8"/>
          <a:stretch>
            <a:fillRect/>
          </a:stretch>
        </p:blipFill>
        <p:spPr bwMode="ltGray">
          <a:xfrm>
            <a:off x="0" y="0"/>
            <a:ext cx="12192000" cy="6858000"/>
          </a:xfrm>
          <a:prstGeom prst="rect">
            <a:avLst/>
          </a:prstGeom>
        </p:spPr>
      </p:pic>
      <p:sp>
        <p:nvSpPr>
          <p:cNvPr id="14" name="Documenttype">
            <a:extLst>
              <a:ext uri="{FF2B5EF4-FFF2-40B4-BE49-F238E27FC236}">
                <a16:creationId xmlns:a16="http://schemas.microsoft.com/office/drawing/2014/main" id="{0934FD5E-179E-3DD0-EFDA-1D439C83BC49}"/>
              </a:ext>
            </a:extLst>
          </p:cNvPr>
          <p:cNvSpPr>
            <a:spLocks noGrp="1"/>
          </p:cNvSpPr>
          <p:nvPr>
            <p:ph type="body" sz="quarter" idx="13" hasCustomPrompt="1"/>
            <p:custDataLst>
              <p:tags r:id="rId2"/>
            </p:custDataLst>
          </p:nvPr>
        </p:nvSpPr>
        <p:spPr bwMode="auto">
          <a:xfrm>
            <a:off x="547687" y="6238300"/>
            <a:ext cx="5305871" cy="215444"/>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a:defRPr lang="en-US" sz="1400" dirty="0">
                <a:solidFill>
                  <a:schemeClr val="tx1"/>
                </a:solidFill>
              </a:defRPr>
            </a:lvl1pPr>
          </a:lstStyle>
          <a:p>
            <a:pPr lvl="0">
              <a:buNone/>
            </a:pPr>
            <a:r>
              <a:rPr lang="en-US"/>
              <a:t>Edit date or title/role</a:t>
            </a:r>
          </a:p>
        </p:txBody>
      </p:sp>
      <p:sp>
        <p:nvSpPr>
          <p:cNvPr id="15" name="Subtitle">
            <a:extLst>
              <a:ext uri="{FF2B5EF4-FFF2-40B4-BE49-F238E27FC236}">
                <a16:creationId xmlns:a16="http://schemas.microsoft.com/office/drawing/2014/main" id="{1F5E1AEB-22D5-1DCC-8B57-0694D13803C8}"/>
              </a:ext>
            </a:extLst>
          </p:cNvPr>
          <p:cNvSpPr>
            <a:spLocks noGrp="1"/>
          </p:cNvSpPr>
          <p:nvPr>
            <p:ph type="subTitle" idx="1" hasCustomPrompt="1"/>
            <p:custDataLst>
              <p:tags r:id="rId3"/>
            </p:custDataLst>
          </p:nvPr>
        </p:nvSpPr>
        <p:spPr bwMode="auto">
          <a:xfrm>
            <a:off x="548828" y="4622263"/>
            <a:ext cx="5305871" cy="615553"/>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a:defRPr lang="en-US" sz="2000" dirty="0">
                <a:solidFill>
                  <a:schemeClr val="tx1"/>
                </a:solidFill>
              </a:defRPr>
            </a:lvl1pPr>
          </a:lstStyle>
          <a:p>
            <a:pPr lvl="0">
              <a:buNone/>
            </a:pPr>
            <a:r>
              <a:rPr lang="en-US"/>
              <a:t>Click to edit </a:t>
            </a:r>
            <a:br>
              <a:rPr lang="en-US"/>
            </a:br>
            <a:r>
              <a:rPr lang="en-US"/>
              <a:t>Master subtitle style</a:t>
            </a:r>
          </a:p>
        </p:txBody>
      </p:sp>
      <p:sp>
        <p:nvSpPr>
          <p:cNvPr id="16" name="Title">
            <a:extLst>
              <a:ext uri="{FF2B5EF4-FFF2-40B4-BE49-F238E27FC236}">
                <a16:creationId xmlns:a16="http://schemas.microsoft.com/office/drawing/2014/main" id="{C92EC78A-E02F-EC7B-6EB0-8C0BE8419070}"/>
              </a:ext>
            </a:extLst>
          </p:cNvPr>
          <p:cNvSpPr>
            <a:spLocks noGrp="1"/>
          </p:cNvSpPr>
          <p:nvPr>
            <p:ph type="title" hasCustomPrompt="1"/>
            <p:custDataLst>
              <p:tags r:id="rId4"/>
            </p:custDataLst>
          </p:nvPr>
        </p:nvSpPr>
        <p:spPr bwMode="auto">
          <a:xfrm>
            <a:off x="548828" y="1590454"/>
            <a:ext cx="5305871" cy="2031325"/>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lgn="l">
              <a:defRPr lang="en-US" sz="4400" dirty="0">
                <a:solidFill>
                  <a:schemeClr val="tx1"/>
                </a:solidFill>
              </a:defRPr>
            </a:lvl1pPr>
          </a:lstStyle>
          <a:p>
            <a:pPr lvl="0"/>
            <a:r>
              <a:rPr lang="en-US"/>
              <a:t>Click to </a:t>
            </a:r>
            <a:br>
              <a:rPr lang="en-US"/>
            </a:br>
            <a:r>
              <a:rPr lang="en-US"/>
              <a:t>edit Master </a:t>
            </a:r>
            <a:br>
              <a:rPr lang="en-US"/>
            </a:br>
            <a:r>
              <a:rPr lang="en-US"/>
              <a:t>title style</a:t>
            </a:r>
          </a:p>
        </p:txBody>
      </p:sp>
    </p:spTree>
    <p:extLst>
      <p:ext uri="{BB962C8B-B14F-4D97-AF65-F5344CB8AC3E}">
        <p14:creationId xmlns:p14="http://schemas.microsoft.com/office/powerpoint/2010/main" val="3325418088"/>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userDrawn="1">
  <p:cSld name="2_Contrast Title">
    <p:bg>
      <p:bgPr>
        <a:gradFill>
          <a:gsLst>
            <a:gs pos="0">
              <a:srgbClr val="295479">
                <a:lumMod val="75000"/>
              </a:srgb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5874AF67-BBA0-48F4-BB9F-52963443351B}"/>
              </a:ext>
            </a:extLst>
          </p:cNvPr>
          <p:cNvGraphicFramePr>
            <a:graphicFrameLocks noChangeAspect="1"/>
          </p:cNvGraphicFramePr>
          <p:nvPr userDrawn="1">
            <p:custDataLst>
              <p:tags r:id="rId1"/>
            </p:custDataLst>
            <p:extLst>
              <p:ext uri="{D42A27DB-BD31-4B8C-83A1-F6EECF244321}">
                <p14:modId xmlns:p14="http://schemas.microsoft.com/office/powerpoint/2010/main" val="13650386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592" imgH="591" progId="TCLayout.ActiveDocument.1">
                  <p:embed/>
                </p:oleObj>
              </mc:Choice>
              <mc:Fallback>
                <p:oleObj name="think-cell Slide" r:id="rId3" imgW="592" imgH="591" progId="TCLayout.ActiveDocument.1">
                  <p:embed/>
                  <p:pic>
                    <p:nvPicPr>
                      <p:cNvPr id="3" name="Object 2" hidden="1">
                        <a:extLst>
                          <a:ext uri="{FF2B5EF4-FFF2-40B4-BE49-F238E27FC236}">
                            <a16:creationId xmlns:a16="http://schemas.microsoft.com/office/drawing/2014/main" id="{5874AF67-BBA0-48F4-BB9F-52963443351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Tree>
    <p:extLst>
      <p:ext uri="{BB962C8B-B14F-4D97-AF65-F5344CB8AC3E}">
        <p14:creationId xmlns:p14="http://schemas.microsoft.com/office/powerpoint/2010/main" val="3257965033"/>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Contrast 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D01440F-CB45-4B1E-BF2B-97953CB35508}"/>
              </a:ext>
            </a:extLst>
          </p:cNvPr>
          <p:cNvGraphicFramePr>
            <a:graphicFrameLocks noChangeAspect="1"/>
          </p:cNvGraphicFramePr>
          <p:nvPr userDrawn="1">
            <p:custDataLst>
              <p:tags r:id="rId1"/>
            </p:custDataLst>
            <p:extLst>
              <p:ext uri="{D42A27DB-BD31-4B8C-83A1-F6EECF244321}">
                <p14:modId xmlns:p14="http://schemas.microsoft.com/office/powerpoint/2010/main" val="35416312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2" hidden="1">
                        <a:extLst>
                          <a:ext uri="{FF2B5EF4-FFF2-40B4-BE49-F238E27FC236}">
                            <a16:creationId xmlns:a16="http://schemas.microsoft.com/office/drawing/2014/main" id="{6D01440F-CB45-4B1E-BF2B-97953CB35508}"/>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ED3A330D-704F-4050-81F6-50A136E78604}"/>
              </a:ext>
            </a:extLst>
          </p:cNvPr>
          <p:cNvSpPr/>
          <p:nvPr userDrawn="1">
            <p:custDataLst>
              <p:tags r:id="rId2"/>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3" name="2. Slide Title">
            <a:extLst>
              <a:ext uri="{FF2B5EF4-FFF2-40B4-BE49-F238E27FC236}">
                <a16:creationId xmlns:a16="http://schemas.microsoft.com/office/drawing/2014/main" id="{5C829ED6-90BF-4B02-AD53-C2B66EC5467C}"/>
              </a:ext>
            </a:extLst>
          </p:cNvPr>
          <p:cNvSpPr>
            <a:spLocks noGrp="1"/>
          </p:cNvSpPr>
          <p:nvPr>
            <p:ph type="title"/>
            <p:custDataLst>
              <p:tags r:id="rId3"/>
            </p:custDataLst>
          </p:nvPr>
        </p:nvSpPr>
        <p:spPr>
          <a:xfrm>
            <a:off x="554736" y="172212"/>
            <a:ext cx="11082528" cy="731520"/>
          </a:xfrm>
        </p:spPr>
        <p:txBody>
          <a:bodyPr vert="horz" wrap="square" lIns="0" tIns="0" rIns="0" bIns="0" rtlCol="0" anchor="b" anchorCtr="0">
            <a:noAutofit/>
          </a:bodyPr>
          <a:lstStyle>
            <a:lvl1pPr>
              <a:defRPr lang="en-US" dirty="0"/>
            </a:lvl1pPr>
          </a:lstStyle>
          <a:p>
            <a:pPr lvl="0"/>
            <a:r>
              <a:rPr lang="en-US"/>
              <a:t>Click to edit Master title style</a:t>
            </a:r>
          </a:p>
        </p:txBody>
      </p:sp>
      <p:sp>
        <p:nvSpPr>
          <p:cNvPr id="12" name="3. Subtitle">
            <a:extLst>
              <a:ext uri="{FF2B5EF4-FFF2-40B4-BE49-F238E27FC236}">
                <a16:creationId xmlns:a16="http://schemas.microsoft.com/office/drawing/2014/main" id="{0F8ABF34-9C24-45F4-B9AE-EDBE37FAC548}"/>
              </a:ext>
            </a:extLst>
          </p:cNvPr>
          <p:cNvSpPr>
            <a:spLocks noGrp="1"/>
          </p:cNvSpPr>
          <p:nvPr>
            <p:ph type="subTitle" idx="1"/>
            <p:custDataLst>
              <p:tags r:id="rId4"/>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b="0" baseline="0" dirty="0"/>
            </a:lvl1pPr>
          </a:lstStyle>
          <a:p>
            <a:pPr lvl="0"/>
            <a:r>
              <a:rPr lang="en-US"/>
              <a:t>Click to edit Master subtitle style</a:t>
            </a:r>
          </a:p>
        </p:txBody>
      </p:sp>
      <p:sp>
        <p:nvSpPr>
          <p:cNvPr id="15" name="Slide Number">
            <a:extLst>
              <a:ext uri="{FF2B5EF4-FFF2-40B4-BE49-F238E27FC236}">
                <a16:creationId xmlns:a16="http://schemas.microsoft.com/office/drawing/2014/main" id="{E4920261-0593-4AC5-992E-73B8CB0A1C71}"/>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9" name="5. Source" hidden="1">
            <a:extLst>
              <a:ext uri="{FF2B5EF4-FFF2-40B4-BE49-F238E27FC236}">
                <a16:creationId xmlns:a16="http://schemas.microsoft.com/office/drawing/2014/main" id="{0CC39C66-1ED1-4BBF-87FB-6C74C9A461BE}"/>
              </a:ext>
            </a:extLst>
          </p:cNvPr>
          <p:cNvSpPr txBox="1"/>
          <p:nvPr userDrawn="1">
            <p:custDataLst>
              <p:tags r:id="rId6"/>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r>
              <a:rPr lang="en-US"/>
              <a:t>Source: …</a:t>
            </a:r>
          </a:p>
        </p:txBody>
      </p:sp>
      <p:sp>
        <p:nvSpPr>
          <p:cNvPr id="11" name="1. On-page tracker">
            <a:extLst>
              <a:ext uri="{FF2B5EF4-FFF2-40B4-BE49-F238E27FC236}">
                <a16:creationId xmlns:a16="http://schemas.microsoft.com/office/drawing/2014/main" id="{0364ABB4-AE33-4DE9-A20C-DBDBFEC0CA11}"/>
              </a:ext>
            </a:extLst>
          </p:cNvPr>
          <p:cNvSpPr>
            <a:spLocks noGrp="1"/>
          </p:cNvSpPr>
          <p:nvPr>
            <p:ph type="body" sz="quarter" idx="10" hasCustomPrompt="1"/>
            <p:custDataLst>
              <p:tags r:id="rId7"/>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800" b="0" dirty="0"/>
            </a:lvl1pPr>
          </a:lstStyle>
          <a:p>
            <a:pPr lvl="0">
              <a:buNone/>
            </a:pPr>
            <a:r>
              <a:rPr lang="en-US"/>
              <a:t>Add tracker</a:t>
            </a:r>
          </a:p>
        </p:txBody>
      </p:sp>
    </p:spTree>
    <p:extLst>
      <p:ext uri="{BB962C8B-B14F-4D97-AF65-F5344CB8AC3E}">
        <p14:creationId xmlns:p14="http://schemas.microsoft.com/office/powerpoint/2010/main" val="220299235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Contrast Top Left">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6EDB0C68-81D8-4BCB-8FED-587D098337DD}"/>
              </a:ext>
            </a:extLst>
          </p:cNvPr>
          <p:cNvGraphicFramePr>
            <a:graphicFrameLocks noChangeAspect="1"/>
          </p:cNvGraphicFramePr>
          <p:nvPr userDrawn="1">
            <p:custDataLst>
              <p:tags r:id="rId1"/>
            </p:custDataLst>
            <p:extLst>
              <p:ext uri="{D42A27DB-BD31-4B8C-83A1-F6EECF244321}">
                <p14:modId xmlns:p14="http://schemas.microsoft.com/office/powerpoint/2010/main" val="197099300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8" name="Object 7" hidden="1">
                        <a:extLst>
                          <a:ext uri="{FF2B5EF4-FFF2-40B4-BE49-F238E27FC236}">
                            <a16:creationId xmlns:a16="http://schemas.microsoft.com/office/drawing/2014/main" id="{6EDB0C68-81D8-4BCB-8FED-587D098337DD}"/>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98EAA134-9792-4D41-898E-A83D3A4E3D69}"/>
              </a:ext>
            </a:extLst>
          </p:cNvPr>
          <p:cNvSpPr/>
          <p:nvPr userDrawn="1">
            <p:custDataLst>
              <p:tags r:id="rId2"/>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1706563"/>
            <a:ext cx="3813048" cy="769441"/>
          </a:xfrm>
          <a:prstGeom prst="rect">
            <a:avLst/>
          </a:prstGeom>
        </p:spPr>
        <p:txBody>
          <a:bodyPr vert="horz" anchor="t">
            <a:noAutofit/>
          </a:bodyPr>
          <a:lstStyle>
            <a:lvl1pPr rtl="0">
              <a:defRPr>
                <a:ln w="6350" cap="flat">
                  <a:noFill/>
                  <a:miter lim="800000"/>
                </a:ln>
                <a:latin typeface="+mj-lt"/>
                <a:ea typeface="+mj-ea"/>
                <a:cs typeface="+mj-cs"/>
              </a:defRPr>
            </a:lvl1pPr>
          </a:lstStyle>
          <a:p>
            <a:r>
              <a:rPr lang="en-US"/>
              <a:t>Click to edit Master title style</a:t>
            </a:r>
          </a:p>
        </p:txBody>
      </p:sp>
      <p:sp>
        <p:nvSpPr>
          <p:cNvPr id="4" name="Slide Number">
            <a:extLst>
              <a:ext uri="{FF2B5EF4-FFF2-40B4-BE49-F238E27FC236}">
                <a16:creationId xmlns:a16="http://schemas.microsoft.com/office/drawing/2014/main" id="{E74A6D15-9D93-480F-A207-CA245151AE26}"/>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6" name="5. Source" hidden="1">
            <a:extLst>
              <a:ext uri="{FF2B5EF4-FFF2-40B4-BE49-F238E27FC236}">
                <a16:creationId xmlns:a16="http://schemas.microsoft.com/office/drawing/2014/main" id="{33F722E2-991C-4728-97C9-8D281DB3C594}"/>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9" name="1. On-page tracker">
            <a:extLst>
              <a:ext uri="{FF2B5EF4-FFF2-40B4-BE49-F238E27FC236}">
                <a16:creationId xmlns:a16="http://schemas.microsoft.com/office/drawing/2014/main" id="{79744E48-04EF-4FA7-AF06-13E2E4A9BC59}"/>
              </a:ext>
            </a:extLst>
          </p:cNvPr>
          <p:cNvSpPr>
            <a:spLocks noGrp="1"/>
          </p:cNvSpPr>
          <p:nvPr>
            <p:ph type="body" sz="quarter" idx="10" hasCustomPrompt="1"/>
            <p:custDataLst>
              <p:tags r:id="rId6"/>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4212424138"/>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Contrast Mid Left">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E10AAB5F-CF0A-4C58-81CA-92C1A8CB9003}"/>
              </a:ext>
            </a:extLst>
          </p:cNvPr>
          <p:cNvGraphicFramePr>
            <a:graphicFrameLocks noChangeAspect="1"/>
          </p:cNvGraphicFramePr>
          <p:nvPr userDrawn="1">
            <p:custDataLst>
              <p:tags r:id="rId1"/>
            </p:custDataLst>
            <p:extLst>
              <p:ext uri="{D42A27DB-BD31-4B8C-83A1-F6EECF244321}">
                <p14:modId xmlns:p14="http://schemas.microsoft.com/office/powerpoint/2010/main" val="986124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4" name="Object 3" hidden="1">
                        <a:extLst>
                          <a:ext uri="{FF2B5EF4-FFF2-40B4-BE49-F238E27FC236}">
                            <a16:creationId xmlns:a16="http://schemas.microsoft.com/office/drawing/2014/main" id="{E10AAB5F-CF0A-4C58-81CA-92C1A8CB900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8DA53433-5DFE-4583-A5C0-DE3F3C3DDE88}"/>
              </a:ext>
            </a:extLst>
          </p:cNvPr>
          <p:cNvSpPr/>
          <p:nvPr userDrawn="1">
            <p:custDataLst>
              <p:tags r:id="rId2"/>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3"/>
            </p:custDataLst>
          </p:nvPr>
        </p:nvSpPr>
        <p:spPr>
          <a:xfrm>
            <a:off x="554736" y="3044280"/>
            <a:ext cx="5065776" cy="769441"/>
          </a:xfrm>
          <a:prstGeom prst="rect">
            <a:avLst/>
          </a:prstGeom>
        </p:spPr>
        <p:txBody>
          <a:bodyPr vert="horz" rIns="365760" anchor="ctr">
            <a:noAutofit/>
          </a:bodyPr>
          <a:lstStyle>
            <a:lvl1pPr rtl="0">
              <a:defRPr>
                <a:ln w="6350" cap="flat">
                  <a:noFill/>
                  <a:miter lim="800000"/>
                </a:ln>
                <a:latin typeface="+mj-lt"/>
                <a:ea typeface="+mj-ea"/>
                <a:cs typeface="+mj-cs"/>
              </a:defRPr>
            </a:lvl1pPr>
          </a:lstStyle>
          <a:p>
            <a:r>
              <a:rPr lang="en-US"/>
              <a:t>Click to edit Master title style</a:t>
            </a:r>
          </a:p>
        </p:txBody>
      </p:sp>
      <p:sp>
        <p:nvSpPr>
          <p:cNvPr id="9" name="Slide Number">
            <a:extLst>
              <a:ext uri="{FF2B5EF4-FFF2-40B4-BE49-F238E27FC236}">
                <a16:creationId xmlns:a16="http://schemas.microsoft.com/office/drawing/2014/main" id="{8CFBA6B2-A084-4532-80C0-2629A5553A76}"/>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7" name="5. Source" hidden="1">
            <a:extLst>
              <a:ext uri="{FF2B5EF4-FFF2-40B4-BE49-F238E27FC236}">
                <a16:creationId xmlns:a16="http://schemas.microsoft.com/office/drawing/2014/main" id="{677DA9EB-F148-4622-AB71-9F38D348578D}"/>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29A5BC72-B58B-4282-B0EA-EE79CC589D71}"/>
              </a:ext>
            </a:extLst>
          </p:cNvPr>
          <p:cNvSpPr>
            <a:spLocks noGrp="1"/>
          </p:cNvSpPr>
          <p:nvPr>
            <p:ph type="body" sz="quarter" idx="10" hasCustomPrompt="1"/>
            <p:custDataLst>
              <p:tags r:id="rId6"/>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892236941"/>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Contrast Section">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F98064E9-3153-4628-A7D5-81F8DEADB0D6}"/>
              </a:ext>
            </a:extLst>
          </p:cNvPr>
          <p:cNvGraphicFramePr>
            <a:graphicFrameLocks noChangeAspect="1"/>
          </p:cNvGraphicFramePr>
          <p:nvPr userDrawn="1">
            <p:custDataLst>
              <p:tags r:id="rId1"/>
            </p:custDataLst>
            <p:extLst>
              <p:ext uri="{D42A27DB-BD31-4B8C-83A1-F6EECF244321}">
                <p14:modId xmlns:p14="http://schemas.microsoft.com/office/powerpoint/2010/main" val="359459372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3" name="Object 2" hidden="1">
                        <a:extLst>
                          <a:ext uri="{FF2B5EF4-FFF2-40B4-BE49-F238E27FC236}">
                            <a16:creationId xmlns:a16="http://schemas.microsoft.com/office/drawing/2014/main" id="{F98064E9-3153-4628-A7D5-81F8DEADB0D6}"/>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A4FCABF2-1291-4CAB-A39C-0FDD2FD8A1F5}"/>
              </a:ext>
            </a:extLst>
          </p:cNvPr>
          <p:cNvSpPr/>
          <p:nvPr userDrawn="1">
            <p:custDataLst>
              <p:tags r:id="rId2"/>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4400" b="1" i="0" baseline="0">
              <a:solidFill>
                <a:schemeClr val="bg1"/>
              </a:solidFill>
              <a:latin typeface="+mn-lt"/>
              <a:ea typeface="+mn-ea"/>
              <a:cs typeface="+mn-cs"/>
              <a:sym typeface="Arial" panose="020B0604020202020204" pitchFamily="34" charset="0"/>
            </a:endParaRPr>
          </a:p>
        </p:txBody>
      </p:sp>
      <p:sp>
        <p:nvSpPr>
          <p:cNvPr id="7" name="2. Slide Title">
            <a:extLst>
              <a:ext uri="{FF2B5EF4-FFF2-40B4-BE49-F238E27FC236}">
                <a16:creationId xmlns:a16="http://schemas.microsoft.com/office/drawing/2014/main" id="{E222DC4C-FD9F-4495-B0EA-3E6F1E35596A}"/>
              </a:ext>
            </a:extLst>
          </p:cNvPr>
          <p:cNvSpPr>
            <a:spLocks noGrp="1"/>
          </p:cNvSpPr>
          <p:nvPr>
            <p:ph type="title"/>
            <p:custDataLst>
              <p:tags r:id="rId3"/>
            </p:custDataLst>
          </p:nvPr>
        </p:nvSpPr>
        <p:spPr>
          <a:xfrm>
            <a:off x="554736" y="4580468"/>
            <a:ext cx="11082528" cy="677108"/>
          </a:xfrm>
        </p:spPr>
        <p:txBody>
          <a:bodyPr vert="horz" anchor="b">
            <a:noAutofit/>
          </a:bodyPr>
          <a:lstStyle>
            <a:lvl1pPr rtl="0">
              <a:lnSpc>
                <a:spcPct val="100000"/>
              </a:lnSpc>
              <a:defRPr sz="4400">
                <a:latin typeface="+mj-lt"/>
                <a:ea typeface="+mj-ea"/>
                <a:cs typeface="+mj-cs"/>
              </a:defRPr>
            </a:lvl1pPr>
          </a:lstStyle>
          <a:p>
            <a:r>
              <a:rPr lang="en-US"/>
              <a:t>Click to edit Master title style</a:t>
            </a:r>
          </a:p>
        </p:txBody>
      </p:sp>
      <p:sp>
        <p:nvSpPr>
          <p:cNvPr id="8" name="Slide Number">
            <a:extLst>
              <a:ext uri="{FF2B5EF4-FFF2-40B4-BE49-F238E27FC236}">
                <a16:creationId xmlns:a16="http://schemas.microsoft.com/office/drawing/2014/main" id="{9AC4B822-CA6B-4F05-8715-F74C6D5D34B1}"/>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6" name="5. Source" hidden="1">
            <a:extLst>
              <a:ext uri="{FF2B5EF4-FFF2-40B4-BE49-F238E27FC236}">
                <a16:creationId xmlns:a16="http://schemas.microsoft.com/office/drawing/2014/main" id="{4376B40D-309A-4442-81B2-638CDEBB2F76}"/>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9" name="1. On-page tracker">
            <a:extLst>
              <a:ext uri="{FF2B5EF4-FFF2-40B4-BE49-F238E27FC236}">
                <a16:creationId xmlns:a16="http://schemas.microsoft.com/office/drawing/2014/main" id="{8F89071A-FCD4-4931-B959-81108D770B1E}"/>
              </a:ext>
            </a:extLst>
          </p:cNvPr>
          <p:cNvSpPr>
            <a:spLocks noGrp="1"/>
          </p:cNvSpPr>
          <p:nvPr>
            <p:ph type="body" sz="quarter" idx="10" hasCustomPrompt="1"/>
            <p:custDataLst>
              <p:tags r:id="rId6"/>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3203080023"/>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Contrast Quo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F52273FB-3270-4181-86FF-C1D92782D49D}"/>
              </a:ext>
            </a:extLst>
          </p:cNvPr>
          <p:cNvGraphicFramePr>
            <a:graphicFrameLocks noChangeAspect="1"/>
          </p:cNvGraphicFramePr>
          <p:nvPr userDrawn="1">
            <p:custDataLst>
              <p:tags r:id="rId1"/>
            </p:custDataLst>
            <p:extLst>
              <p:ext uri="{D42A27DB-BD31-4B8C-83A1-F6EECF244321}">
                <p14:modId xmlns:p14="http://schemas.microsoft.com/office/powerpoint/2010/main" val="225230154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592" imgH="591" progId="TCLayout.ActiveDocument.1">
                  <p:embed/>
                </p:oleObj>
              </mc:Choice>
              <mc:Fallback>
                <p:oleObj name="think-cell Slide" r:id="rId9" imgW="592" imgH="591" progId="TCLayout.ActiveDocument.1">
                  <p:embed/>
                  <p:pic>
                    <p:nvPicPr>
                      <p:cNvPr id="3" name="Object 2" hidden="1">
                        <a:extLst>
                          <a:ext uri="{FF2B5EF4-FFF2-40B4-BE49-F238E27FC236}">
                            <a16:creationId xmlns:a16="http://schemas.microsoft.com/office/drawing/2014/main" id="{F52273FB-3270-4181-86FF-C1D92782D49D}"/>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8DE3D51E-EFF4-4CED-8D1C-0D351D7D3278}"/>
              </a:ext>
            </a:extLst>
          </p:cNvPr>
          <p:cNvSpPr/>
          <p:nvPr userDrawn="1">
            <p:custDataLst>
              <p:tags r:id="rId2"/>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3400" b="1" i="0" baseline="0">
              <a:solidFill>
                <a:schemeClr val="bg1"/>
              </a:solidFill>
              <a:latin typeface="+mn-lt"/>
              <a:ea typeface="+mn-ea"/>
              <a:cs typeface="+mn-cs"/>
              <a:sym typeface="Arial" panose="020B0604020202020204" pitchFamily="34" charset="0"/>
            </a:endParaRPr>
          </a:p>
        </p:txBody>
      </p:sp>
      <p:sp>
        <p:nvSpPr>
          <p:cNvPr id="7" name="2. Slide Title">
            <a:extLst>
              <a:ext uri="{FF2B5EF4-FFF2-40B4-BE49-F238E27FC236}">
                <a16:creationId xmlns:a16="http://schemas.microsoft.com/office/drawing/2014/main" id="{FB296734-15F7-4BDF-BF7F-AD560B3E09D7}"/>
              </a:ext>
            </a:extLst>
          </p:cNvPr>
          <p:cNvSpPr>
            <a:spLocks noGrp="1"/>
          </p:cNvSpPr>
          <p:nvPr>
            <p:ph type="title" hasCustomPrompt="1"/>
            <p:custDataLst>
              <p:tags r:id="rId3"/>
            </p:custDataLst>
          </p:nvPr>
        </p:nvSpPr>
        <p:spPr>
          <a:xfrm>
            <a:off x="1505712" y="3556229"/>
            <a:ext cx="9180576" cy="523220"/>
          </a:xfrm>
          <a:prstGeom prst="rect">
            <a:avLst/>
          </a:prstGeom>
        </p:spPr>
        <p:txBody>
          <a:bodyPr vert="horz">
            <a:spAutoFit/>
          </a:bodyPr>
          <a:lstStyle>
            <a:lvl1pPr rtl="0">
              <a:lnSpc>
                <a:spcPct val="105000"/>
              </a:lnSpc>
              <a:defRPr sz="3400">
                <a:latin typeface="+mj-lt"/>
                <a:ea typeface="+mj-ea"/>
                <a:cs typeface="+mj-cs"/>
              </a:defRPr>
            </a:lvl1pPr>
          </a:lstStyle>
          <a:p>
            <a:r>
              <a:rPr lang="en-US"/>
              <a:t>“Click to add quote</a:t>
            </a:r>
          </a:p>
        </p:txBody>
      </p:sp>
      <p:sp>
        <p:nvSpPr>
          <p:cNvPr id="9" name="3. Subtitle">
            <a:extLst>
              <a:ext uri="{FF2B5EF4-FFF2-40B4-BE49-F238E27FC236}">
                <a16:creationId xmlns:a16="http://schemas.microsoft.com/office/drawing/2014/main" id="{F91EA195-0A6B-4141-BE0A-C29B8632D98B}"/>
              </a:ext>
            </a:extLst>
          </p:cNvPr>
          <p:cNvSpPr>
            <a:spLocks noGrp="1"/>
          </p:cNvSpPr>
          <p:nvPr>
            <p:ph type="subTitle" idx="1" hasCustomPrompt="1"/>
            <p:custDataLst>
              <p:tags r:id="rId4"/>
            </p:custDataLst>
          </p:nvPr>
        </p:nvSpPr>
        <p:spPr>
          <a:xfrm>
            <a:off x="1505712" y="4284630"/>
            <a:ext cx="91805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add quote source</a:t>
            </a:r>
          </a:p>
        </p:txBody>
      </p:sp>
      <p:sp>
        <p:nvSpPr>
          <p:cNvPr id="8" name="Slide Number">
            <a:extLst>
              <a:ext uri="{FF2B5EF4-FFF2-40B4-BE49-F238E27FC236}">
                <a16:creationId xmlns:a16="http://schemas.microsoft.com/office/drawing/2014/main" id="{9A085514-D1F6-4D77-A23F-C5C66C21AB2E}"/>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11" name="5. Source" hidden="1">
            <a:extLst>
              <a:ext uri="{FF2B5EF4-FFF2-40B4-BE49-F238E27FC236}">
                <a16:creationId xmlns:a16="http://schemas.microsoft.com/office/drawing/2014/main" id="{C5FBD0AF-1EDD-41EB-9A6E-173435ADFFE5}"/>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10" name="1. On-page tracker">
            <a:extLst>
              <a:ext uri="{FF2B5EF4-FFF2-40B4-BE49-F238E27FC236}">
                <a16:creationId xmlns:a16="http://schemas.microsoft.com/office/drawing/2014/main" id="{878CBA30-A797-424E-A56B-F43F015ECE96}"/>
              </a:ext>
            </a:extLst>
          </p:cNvPr>
          <p:cNvSpPr>
            <a:spLocks noGrp="1"/>
          </p:cNvSpPr>
          <p:nvPr>
            <p:ph type="body" sz="quarter" idx="10" hasCustomPrompt="1"/>
            <p:custDataLst>
              <p:tags r:id="rId7"/>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1746601720"/>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preserve="1" userDrawn="1">
  <p:cSld name="Contrast 1/4">
    <p:bg>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3A3BA4A-22A3-4843-892F-E42C155B4288}"/>
              </a:ext>
            </a:extLst>
          </p:cNvPr>
          <p:cNvGraphicFramePr>
            <a:graphicFrameLocks noChangeAspect="1"/>
          </p:cNvGraphicFramePr>
          <p:nvPr userDrawn="1">
            <p:custDataLst>
              <p:tags r:id="rId1"/>
            </p:custDataLst>
            <p:extLst>
              <p:ext uri="{D42A27DB-BD31-4B8C-83A1-F6EECF244321}">
                <p14:modId xmlns:p14="http://schemas.microsoft.com/office/powerpoint/2010/main" val="39143547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13" imgH="416" progId="TCLayout.ActiveDocument.1">
                  <p:embed/>
                </p:oleObj>
              </mc:Choice>
              <mc:Fallback>
                <p:oleObj name="think-cell Slide" r:id="rId10" imgW="413" imgH="416" progId="TCLayout.ActiveDocument.1">
                  <p:embed/>
                  <p:pic>
                    <p:nvPicPr>
                      <p:cNvPr id="3" name="Object 2" hidden="1">
                        <a:extLst>
                          <a:ext uri="{FF2B5EF4-FFF2-40B4-BE49-F238E27FC236}">
                            <a16:creationId xmlns:a16="http://schemas.microsoft.com/office/drawing/2014/main" id="{C3A3BA4A-22A3-4843-892F-E42C155B4288}"/>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12" name="Freeform: Shape 11">
            <a:extLst>
              <a:ext uri="{FF2B5EF4-FFF2-40B4-BE49-F238E27FC236}">
                <a16:creationId xmlns:a16="http://schemas.microsoft.com/office/drawing/2014/main" id="{DBC4183F-BBCB-7763-6A9D-E98D5F7B75A1}"/>
              </a:ext>
            </a:extLst>
          </p:cNvPr>
          <p:cNvSpPr/>
          <p:nvPr userDrawn="1">
            <p:custDataLst>
              <p:tags r:id="rId2"/>
            </p:custDataLst>
          </p:nvPr>
        </p:nvSpPr>
        <p:spPr bwMode="ltGray">
          <a:xfrm>
            <a:off x="3413760" y="0"/>
            <a:ext cx="8778240" cy="6858000"/>
          </a:xfrm>
          <a:custGeom>
            <a:avLst/>
            <a:gdLst>
              <a:gd name="connsiteX0" fmla="*/ 0 w 8778240"/>
              <a:gd name="connsiteY0" fmla="*/ 0 h 6858000"/>
              <a:gd name="connsiteX1" fmla="*/ 5364480 w 8778240"/>
              <a:gd name="connsiteY1" fmla="*/ 0 h 6858000"/>
              <a:gd name="connsiteX2" fmla="*/ 8778240 w 8778240"/>
              <a:gd name="connsiteY2" fmla="*/ 0 h 6858000"/>
              <a:gd name="connsiteX3" fmla="*/ 8778240 w 8778240"/>
              <a:gd name="connsiteY3" fmla="*/ 6858000 h 6858000"/>
              <a:gd name="connsiteX4" fmla="*/ 5364480 w 8778240"/>
              <a:gd name="connsiteY4" fmla="*/ 6858000 h 6858000"/>
              <a:gd name="connsiteX5" fmla="*/ 0 w 8778240"/>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78240" h="6858000">
                <a:moveTo>
                  <a:pt x="0" y="0"/>
                </a:moveTo>
                <a:lnTo>
                  <a:pt x="5364480" y="0"/>
                </a:lnTo>
                <a:lnTo>
                  <a:pt x="8778240" y="0"/>
                </a:lnTo>
                <a:lnTo>
                  <a:pt x="8778240" y="6858000"/>
                </a:lnTo>
                <a:lnTo>
                  <a:pt x="5364480" y="6858000"/>
                </a:lnTo>
                <a:lnTo>
                  <a:pt x="0" y="6858000"/>
                </a:lnTo>
                <a:close/>
              </a:path>
            </a:pathLst>
          </a:custGeom>
          <a:gradFill>
            <a:gsLst>
              <a:gs pos="0">
                <a:srgbClr val="295479">
                  <a:lumMod val="75000"/>
                </a:srgbClr>
              </a:gs>
              <a:gs pos="100000">
                <a:srgbClr val="00748A"/>
              </a:gs>
            </a:gsLst>
            <a:lin ang="0" scaled="1"/>
          </a:gra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chemeClr val="bg2"/>
              </a:solidFill>
              <a:latin typeface="+mn-lt"/>
              <a:ea typeface="+mn-ea"/>
              <a:cs typeface="+mn-cs"/>
            </a:endParaRPr>
          </a:p>
        </p:txBody>
      </p:sp>
      <p:sp>
        <p:nvSpPr>
          <p:cNvPr id="4" name="Rectangle 3" hidden="1">
            <a:extLst>
              <a:ext uri="{FF2B5EF4-FFF2-40B4-BE49-F238E27FC236}">
                <a16:creationId xmlns:a16="http://schemas.microsoft.com/office/drawing/2014/main" id="{A2BA1E0C-CA9F-489D-B144-727B655BD190}"/>
              </a:ext>
            </a:extLst>
          </p:cNvPr>
          <p:cNvSpPr/>
          <p:nvPr userDrawn="1">
            <p:custDataLst>
              <p:tags r:id="rId3"/>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7" name="Slide Number">
            <a:extLst>
              <a:ext uri="{FF2B5EF4-FFF2-40B4-BE49-F238E27FC236}">
                <a16:creationId xmlns:a16="http://schemas.microsoft.com/office/drawing/2014/main" id="{ACF9526A-1F1C-4E57-8A8D-21EDBC12066F}"/>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19" name="2. Slide Title">
            <a:extLst>
              <a:ext uri="{FF2B5EF4-FFF2-40B4-BE49-F238E27FC236}">
                <a16:creationId xmlns:a16="http://schemas.microsoft.com/office/drawing/2014/main" id="{7C125983-42A9-42F7-AA00-F56CD87B285E}"/>
              </a:ext>
            </a:extLst>
          </p:cNvPr>
          <p:cNvSpPr>
            <a:spLocks noGrp="1"/>
          </p:cNvSpPr>
          <p:nvPr>
            <p:ph type="title"/>
            <p:custDataLst>
              <p:tags r:id="rId5"/>
            </p:custDataLst>
          </p:nvPr>
        </p:nvSpPr>
        <p:spPr>
          <a:xfrm>
            <a:off x="554736" y="2744369"/>
            <a:ext cx="2514600" cy="769441"/>
          </a:xfrm>
        </p:spPr>
        <p:txBody>
          <a:bodyPr vert="horz" anchor="b">
            <a:noAutofit/>
          </a:bodyPr>
          <a:lstStyle>
            <a:lvl1pPr rtl="0">
              <a:defRPr>
                <a:solidFill>
                  <a:schemeClr val="bg2"/>
                </a:solidFill>
                <a:latin typeface="+mj-lt"/>
                <a:ea typeface="+mj-ea"/>
                <a:cs typeface="+mj-cs"/>
              </a:defRPr>
            </a:lvl1pPr>
          </a:lstStyle>
          <a:p>
            <a:r>
              <a:rPr lang="en-US"/>
              <a:t>Click to edit Master title</a:t>
            </a:r>
          </a:p>
        </p:txBody>
      </p:sp>
      <p:sp>
        <p:nvSpPr>
          <p:cNvPr id="20" name="3. Subtitle">
            <a:extLst>
              <a:ext uri="{FF2B5EF4-FFF2-40B4-BE49-F238E27FC236}">
                <a16:creationId xmlns:a16="http://schemas.microsoft.com/office/drawing/2014/main" id="{9D41FF9F-DFB7-4DFF-B338-08A2CA649393}"/>
              </a:ext>
            </a:extLst>
          </p:cNvPr>
          <p:cNvSpPr>
            <a:spLocks noGrp="1"/>
          </p:cNvSpPr>
          <p:nvPr>
            <p:ph type="subTitle" idx="1"/>
            <p:custDataLst>
              <p:tags r:id="rId6"/>
            </p:custDataLst>
          </p:nvPr>
        </p:nvSpPr>
        <p:spPr>
          <a:xfrm>
            <a:off x="554736" y="3659644"/>
            <a:ext cx="2514600" cy="492443"/>
          </a:xfrm>
          <a:prstGeom prst="rect">
            <a:avLst/>
          </a:prstGeom>
        </p:spPr>
        <p:txBody>
          <a:bodyPr wrap="square">
            <a:spAutoFit/>
          </a:bodyPr>
          <a:lstStyle>
            <a:lvl1pPr marL="0" indent="0" algn="l" rtl="0">
              <a:buNone/>
              <a:defRPr sz="1600" b="0" baseline="0">
                <a:solidFill>
                  <a:schemeClr val="bg2"/>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064AC035-5239-45FF-8383-33CBCD30D33E}"/>
              </a:ext>
            </a:extLst>
          </p:cNvPr>
          <p:cNvSpPr txBox="1"/>
          <p:nvPr userDrawn="1">
            <p:custDataLst>
              <p:tags r:id="rId7"/>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bg2"/>
                </a:solidFill>
                <a:latin typeface="+mn-lt"/>
                <a:ea typeface="+mn-ea"/>
                <a:cs typeface="+mn-cs"/>
              </a:rPr>
              <a:t>Source: …</a:t>
            </a:r>
          </a:p>
        </p:txBody>
      </p:sp>
      <p:sp>
        <p:nvSpPr>
          <p:cNvPr id="10" name="1. On-page tracker">
            <a:extLst>
              <a:ext uri="{FF2B5EF4-FFF2-40B4-BE49-F238E27FC236}">
                <a16:creationId xmlns:a16="http://schemas.microsoft.com/office/drawing/2014/main" id="{7E97B40B-AFF2-4819-823D-9831ADC756CA}"/>
              </a:ext>
            </a:extLst>
          </p:cNvPr>
          <p:cNvSpPr>
            <a:spLocks noGrp="1"/>
          </p:cNvSpPr>
          <p:nvPr>
            <p:ph type="body" sz="quarter" idx="10" hasCustomPrompt="1"/>
            <p:custDataLst>
              <p:tags r:id="rId8"/>
            </p:custDataLst>
          </p:nvPr>
        </p:nvSpPr>
        <p:spPr>
          <a:xfrm>
            <a:off x="554735" y="41597"/>
            <a:ext cx="2514601" cy="123111"/>
          </a:xfrm>
          <a:prstGeom prst="rect">
            <a:avLst/>
          </a:prstGeom>
          <a:ln w="6350">
            <a:noFill/>
            <a:miter lim="800000"/>
          </a:ln>
        </p:spPr>
        <p:txBody>
          <a:bodyPr vert="horz" wrap="square" lIns="0" tIns="0" rIns="0" bIns="0" rtlCol="0">
            <a:spAutoFit/>
          </a:bodyPr>
          <a:lstStyle>
            <a:lvl1pPr rtl="0">
              <a:defRPr lang="en-US" sz="800" b="0" dirty="0">
                <a:solidFill>
                  <a:schemeClr val="bg2"/>
                </a:solidFill>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2492285525"/>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preserve="1" userDrawn="1">
  <p:cSld name="Contrast 1/3">
    <p:bg>
      <p:bgPr>
        <a:solidFill>
          <a:schemeClr val="tx1"/>
        </a:solidFill>
        <a:effectLst/>
      </p:bgPr>
    </p:bg>
    <p:spTree>
      <p:nvGrpSpPr>
        <p:cNvPr id="1" name=""/>
        <p:cNvGrpSpPr/>
        <p:nvPr/>
      </p:nvGrpSpPr>
      <p:grpSpPr>
        <a:xfrm>
          <a:off x="0" y="0"/>
          <a:ext cx="0" cy="0"/>
          <a:chOff x="0" y="0"/>
          <a:chExt cx="0" cy="0"/>
        </a:xfrm>
      </p:grpSpPr>
      <p:graphicFrame>
        <p:nvGraphicFramePr>
          <p:cNvPr id="4" name="Object 2" hidden="1">
            <a:extLst>
              <a:ext uri="{FF2B5EF4-FFF2-40B4-BE49-F238E27FC236}">
                <a16:creationId xmlns:a16="http://schemas.microsoft.com/office/drawing/2014/main" id="{D6AD2A36-39D2-411F-97A0-A924098965AA}"/>
              </a:ext>
            </a:extLst>
          </p:cNvPr>
          <p:cNvGraphicFramePr>
            <a:graphicFrameLocks noChangeAspect="1"/>
          </p:cNvGraphicFramePr>
          <p:nvPr userDrawn="1">
            <p:custDataLst>
              <p:tags r:id="rId1"/>
            </p:custDataLst>
            <p:extLst>
              <p:ext uri="{D42A27DB-BD31-4B8C-83A1-F6EECF244321}">
                <p14:modId xmlns:p14="http://schemas.microsoft.com/office/powerpoint/2010/main" val="15818122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13" imgH="416" progId="TCLayout.ActiveDocument.1">
                  <p:embed/>
                </p:oleObj>
              </mc:Choice>
              <mc:Fallback>
                <p:oleObj name="think-cell Slide" r:id="rId10" imgW="413" imgH="416" progId="TCLayout.ActiveDocument.1">
                  <p:embed/>
                  <p:pic>
                    <p:nvPicPr>
                      <p:cNvPr id="4" name="Object 2" hidden="1">
                        <a:extLst>
                          <a:ext uri="{FF2B5EF4-FFF2-40B4-BE49-F238E27FC236}">
                            <a16:creationId xmlns:a16="http://schemas.microsoft.com/office/drawing/2014/main" id="{D6AD2A36-39D2-411F-97A0-A924098965AA}"/>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11" name="Freeform: Shape 10">
            <a:extLst>
              <a:ext uri="{FF2B5EF4-FFF2-40B4-BE49-F238E27FC236}">
                <a16:creationId xmlns:a16="http://schemas.microsoft.com/office/drawing/2014/main" id="{B66BA18F-D64E-38A6-0711-AAE04B6424A4}"/>
              </a:ext>
            </a:extLst>
          </p:cNvPr>
          <p:cNvSpPr/>
          <p:nvPr userDrawn="1">
            <p:custDataLst>
              <p:tags r:id="rId2"/>
            </p:custDataLst>
          </p:nvPr>
        </p:nvSpPr>
        <p:spPr bwMode="ltGray">
          <a:xfrm>
            <a:off x="4364738" y="0"/>
            <a:ext cx="7827263" cy="6858000"/>
          </a:xfrm>
          <a:custGeom>
            <a:avLst/>
            <a:gdLst>
              <a:gd name="connsiteX0" fmla="*/ 0 w 7827263"/>
              <a:gd name="connsiteY0" fmla="*/ 0 h 6858000"/>
              <a:gd name="connsiteX1" fmla="*/ 4413503 w 7827263"/>
              <a:gd name="connsiteY1" fmla="*/ 0 h 6858000"/>
              <a:gd name="connsiteX2" fmla="*/ 7827263 w 7827263"/>
              <a:gd name="connsiteY2" fmla="*/ 0 h 6858000"/>
              <a:gd name="connsiteX3" fmla="*/ 7827263 w 7827263"/>
              <a:gd name="connsiteY3" fmla="*/ 6858000 h 6858000"/>
              <a:gd name="connsiteX4" fmla="*/ 4413503 w 7827263"/>
              <a:gd name="connsiteY4" fmla="*/ 6858000 h 6858000"/>
              <a:gd name="connsiteX5" fmla="*/ 0 w 7827263"/>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27263" h="6858000">
                <a:moveTo>
                  <a:pt x="0" y="0"/>
                </a:moveTo>
                <a:lnTo>
                  <a:pt x="4413503" y="0"/>
                </a:lnTo>
                <a:lnTo>
                  <a:pt x="7827263" y="0"/>
                </a:lnTo>
                <a:lnTo>
                  <a:pt x="7827263" y="6858000"/>
                </a:lnTo>
                <a:lnTo>
                  <a:pt x="4413503" y="6858000"/>
                </a:lnTo>
                <a:lnTo>
                  <a:pt x="0" y="6858000"/>
                </a:lnTo>
                <a:close/>
              </a:path>
            </a:pathLst>
          </a:custGeom>
          <a:gradFill>
            <a:gsLst>
              <a:gs pos="0">
                <a:srgbClr val="295479">
                  <a:lumMod val="75000"/>
                </a:srgbClr>
              </a:gs>
              <a:gs pos="100000">
                <a:srgbClr val="00748A"/>
              </a:gs>
            </a:gsLst>
            <a:lin ang="0" scaled="1"/>
          </a:gra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chemeClr val="bg2"/>
              </a:solidFill>
              <a:latin typeface="+mn-lt"/>
              <a:ea typeface="+mn-ea"/>
              <a:cs typeface="+mn-cs"/>
            </a:endParaRPr>
          </a:p>
        </p:txBody>
      </p:sp>
      <p:sp>
        <p:nvSpPr>
          <p:cNvPr id="2" name="Rectangle 1" hidden="1">
            <a:extLst>
              <a:ext uri="{FF2B5EF4-FFF2-40B4-BE49-F238E27FC236}">
                <a16:creationId xmlns:a16="http://schemas.microsoft.com/office/drawing/2014/main" id="{16FA1A46-CC63-4D80-904D-B75922926F0D}"/>
              </a:ext>
            </a:extLst>
          </p:cNvPr>
          <p:cNvSpPr/>
          <p:nvPr userDrawn="1">
            <p:custDataLst>
              <p:tags r:id="rId3"/>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7" name="Slide Number">
            <a:extLst>
              <a:ext uri="{FF2B5EF4-FFF2-40B4-BE49-F238E27FC236}">
                <a16:creationId xmlns:a16="http://schemas.microsoft.com/office/drawing/2014/main" id="{36B65DC7-979F-4AB7-9872-8CF5F2DCB753}"/>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20" name="2. Slide Title">
            <a:extLst>
              <a:ext uri="{FF2B5EF4-FFF2-40B4-BE49-F238E27FC236}">
                <a16:creationId xmlns:a16="http://schemas.microsoft.com/office/drawing/2014/main" id="{F2EA5A09-84EC-4368-8C76-0BEA141A4333}"/>
              </a:ext>
            </a:extLst>
          </p:cNvPr>
          <p:cNvSpPr>
            <a:spLocks noGrp="1"/>
          </p:cNvSpPr>
          <p:nvPr>
            <p:ph type="title"/>
            <p:custDataLst>
              <p:tags r:id="rId5"/>
            </p:custDataLst>
          </p:nvPr>
        </p:nvSpPr>
        <p:spPr>
          <a:xfrm>
            <a:off x="554736" y="2744369"/>
            <a:ext cx="3465576" cy="769441"/>
          </a:xfrm>
          <a:prstGeom prst="rect">
            <a:avLst/>
          </a:prstGeom>
        </p:spPr>
        <p:txBody>
          <a:bodyPr vert="horz" wrap="square" anchor="b">
            <a:noAutofit/>
          </a:bodyPr>
          <a:lstStyle>
            <a:lvl1pPr algn="l" rtl="0">
              <a:defRPr>
                <a:solidFill>
                  <a:schemeClr val="bg2"/>
                </a:solidFill>
                <a:latin typeface="+mj-lt"/>
                <a:ea typeface="+mj-ea"/>
                <a:cs typeface="+mj-cs"/>
              </a:defRPr>
            </a:lvl1pPr>
          </a:lstStyle>
          <a:p>
            <a:r>
              <a:rPr lang="en-US"/>
              <a:t>Click to edit Master title style</a:t>
            </a:r>
          </a:p>
        </p:txBody>
      </p:sp>
      <p:sp>
        <p:nvSpPr>
          <p:cNvPr id="21" name="3. Subtitle">
            <a:extLst>
              <a:ext uri="{FF2B5EF4-FFF2-40B4-BE49-F238E27FC236}">
                <a16:creationId xmlns:a16="http://schemas.microsoft.com/office/drawing/2014/main" id="{4BAE0A91-D3D3-4C9A-9F81-3C13D960A341}"/>
              </a:ext>
            </a:extLst>
          </p:cNvPr>
          <p:cNvSpPr>
            <a:spLocks noGrp="1"/>
          </p:cNvSpPr>
          <p:nvPr>
            <p:ph type="subTitle" idx="1"/>
            <p:custDataLst>
              <p:tags r:id="rId6"/>
            </p:custDataLst>
          </p:nvPr>
        </p:nvSpPr>
        <p:spPr>
          <a:xfrm>
            <a:off x="554735" y="3659644"/>
            <a:ext cx="3465575" cy="246221"/>
          </a:xfrm>
          <a:prstGeom prst="rect">
            <a:avLst/>
          </a:prstGeom>
        </p:spPr>
        <p:txBody>
          <a:bodyPr wrap="square">
            <a:spAutoFit/>
          </a:bodyPr>
          <a:lstStyle>
            <a:lvl1pPr marL="0" indent="0" algn="l" rtl="0">
              <a:buNone/>
              <a:defRPr sz="1600" b="0" baseline="0">
                <a:solidFill>
                  <a:schemeClr val="bg2"/>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15" name="5. Source" hidden="1">
            <a:extLst>
              <a:ext uri="{FF2B5EF4-FFF2-40B4-BE49-F238E27FC236}">
                <a16:creationId xmlns:a16="http://schemas.microsoft.com/office/drawing/2014/main" id="{6BA86AD8-0ECF-4EA8-B346-D8EA2716E80C}"/>
              </a:ext>
            </a:extLst>
          </p:cNvPr>
          <p:cNvSpPr txBox="1"/>
          <p:nvPr userDrawn="1">
            <p:custDataLst>
              <p:tags r:id="rId7"/>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bg2"/>
                </a:solidFill>
                <a:latin typeface="+mn-lt"/>
                <a:ea typeface="+mn-ea"/>
                <a:cs typeface="+mn-cs"/>
              </a:rPr>
              <a:t>Source: …</a:t>
            </a:r>
          </a:p>
        </p:txBody>
      </p:sp>
      <p:sp>
        <p:nvSpPr>
          <p:cNvPr id="10" name="1. On-page tracker">
            <a:extLst>
              <a:ext uri="{FF2B5EF4-FFF2-40B4-BE49-F238E27FC236}">
                <a16:creationId xmlns:a16="http://schemas.microsoft.com/office/drawing/2014/main" id="{2635D98B-97DC-4A80-82A3-A8B3C701B736}"/>
              </a:ext>
            </a:extLst>
          </p:cNvPr>
          <p:cNvSpPr>
            <a:spLocks noGrp="1"/>
          </p:cNvSpPr>
          <p:nvPr>
            <p:ph type="body" sz="quarter" idx="10" hasCustomPrompt="1"/>
            <p:custDataLst>
              <p:tags r:id="rId8"/>
            </p:custDataLst>
          </p:nvPr>
        </p:nvSpPr>
        <p:spPr>
          <a:xfrm>
            <a:off x="554735" y="41597"/>
            <a:ext cx="3465575" cy="123111"/>
          </a:xfrm>
          <a:prstGeom prst="rect">
            <a:avLst/>
          </a:prstGeom>
          <a:ln w="6350">
            <a:noFill/>
            <a:miter lim="800000"/>
          </a:ln>
        </p:spPr>
        <p:txBody>
          <a:bodyPr vert="horz" wrap="square" lIns="0" tIns="0" rIns="0" bIns="0" rtlCol="0">
            <a:spAutoFit/>
          </a:bodyPr>
          <a:lstStyle>
            <a:lvl1pPr rtl="0">
              <a:defRPr lang="en-US" sz="800" b="0" dirty="0">
                <a:solidFill>
                  <a:schemeClr val="bg2"/>
                </a:solidFill>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147004744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preserve="1" userDrawn="1">
  <p:cSld name="Contrast 1/2">
    <p:bg>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F17EEF9-3DB9-4A02-BE2D-DE37DFD2B16E}"/>
              </a:ext>
            </a:extLst>
          </p:cNvPr>
          <p:cNvGraphicFramePr>
            <a:graphicFrameLocks noChangeAspect="1"/>
          </p:cNvGraphicFramePr>
          <p:nvPr userDrawn="1">
            <p:custDataLst>
              <p:tags r:id="rId1"/>
            </p:custDataLst>
            <p:extLst>
              <p:ext uri="{D42A27DB-BD31-4B8C-83A1-F6EECF244321}">
                <p14:modId xmlns:p14="http://schemas.microsoft.com/office/powerpoint/2010/main" val="291592871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592" imgH="591" progId="TCLayout.ActiveDocument.1">
                  <p:embed/>
                </p:oleObj>
              </mc:Choice>
              <mc:Fallback>
                <p:oleObj name="think-cell Slide" r:id="rId10" imgW="592" imgH="591" progId="TCLayout.ActiveDocument.1">
                  <p:embed/>
                  <p:pic>
                    <p:nvPicPr>
                      <p:cNvPr id="3" name="Object 2" hidden="1">
                        <a:extLst>
                          <a:ext uri="{FF2B5EF4-FFF2-40B4-BE49-F238E27FC236}">
                            <a16:creationId xmlns:a16="http://schemas.microsoft.com/office/drawing/2014/main" id="{CF17EEF9-3DB9-4A02-BE2D-DE37DFD2B16E}"/>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8" name="Freeform: Shape 7">
            <a:extLst>
              <a:ext uri="{FF2B5EF4-FFF2-40B4-BE49-F238E27FC236}">
                <a16:creationId xmlns:a16="http://schemas.microsoft.com/office/drawing/2014/main" id="{62D6FBA7-07C3-20A7-7993-75BAC42C08F0}"/>
              </a:ext>
            </a:extLst>
          </p:cNvPr>
          <p:cNvSpPr/>
          <p:nvPr userDrawn="1">
            <p:custDataLst>
              <p:tags r:id="rId2"/>
            </p:custDataLst>
          </p:nvPr>
        </p:nvSpPr>
        <p:spPr bwMode="ltGray">
          <a:xfrm>
            <a:off x="6092952" y="0"/>
            <a:ext cx="6099048" cy="6858000"/>
          </a:xfrm>
          <a:custGeom>
            <a:avLst/>
            <a:gdLst>
              <a:gd name="connsiteX0" fmla="*/ 0 w 6099048"/>
              <a:gd name="connsiteY0" fmla="*/ 0 h 6858000"/>
              <a:gd name="connsiteX1" fmla="*/ 2685288 w 6099048"/>
              <a:gd name="connsiteY1" fmla="*/ 0 h 6858000"/>
              <a:gd name="connsiteX2" fmla="*/ 6099048 w 6099048"/>
              <a:gd name="connsiteY2" fmla="*/ 0 h 6858000"/>
              <a:gd name="connsiteX3" fmla="*/ 6099048 w 6099048"/>
              <a:gd name="connsiteY3" fmla="*/ 6858000 h 6858000"/>
              <a:gd name="connsiteX4" fmla="*/ 2685288 w 6099048"/>
              <a:gd name="connsiteY4" fmla="*/ 6858000 h 6858000"/>
              <a:gd name="connsiteX5" fmla="*/ 0 w 609904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9048" h="6858000">
                <a:moveTo>
                  <a:pt x="0" y="0"/>
                </a:moveTo>
                <a:lnTo>
                  <a:pt x="2685288" y="0"/>
                </a:lnTo>
                <a:lnTo>
                  <a:pt x="6099048" y="0"/>
                </a:lnTo>
                <a:lnTo>
                  <a:pt x="6099048" y="6858000"/>
                </a:lnTo>
                <a:lnTo>
                  <a:pt x="2685288" y="6858000"/>
                </a:lnTo>
                <a:lnTo>
                  <a:pt x="0" y="6858000"/>
                </a:lnTo>
                <a:close/>
              </a:path>
            </a:pathLst>
          </a:custGeom>
          <a:gradFill>
            <a:gsLst>
              <a:gs pos="0">
                <a:srgbClr val="295479">
                  <a:lumMod val="75000"/>
                </a:srgbClr>
              </a:gs>
              <a:gs pos="100000">
                <a:srgbClr val="00748A"/>
              </a:gs>
            </a:gsLst>
            <a:lin ang="0" scaled="1"/>
          </a:gra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chemeClr val="bg2"/>
              </a:solidFill>
              <a:latin typeface="+mn-lt"/>
              <a:ea typeface="+mn-ea"/>
              <a:cs typeface="+mn-cs"/>
            </a:endParaRPr>
          </a:p>
        </p:txBody>
      </p:sp>
      <p:sp>
        <p:nvSpPr>
          <p:cNvPr id="2" name="Rectangle 1" hidden="1">
            <a:extLst>
              <a:ext uri="{FF2B5EF4-FFF2-40B4-BE49-F238E27FC236}">
                <a16:creationId xmlns:a16="http://schemas.microsoft.com/office/drawing/2014/main" id="{8F6D83EC-F243-46BA-8827-531E63D39DA3}"/>
              </a:ext>
            </a:extLst>
          </p:cNvPr>
          <p:cNvSpPr/>
          <p:nvPr userDrawn="1">
            <p:custDataLst>
              <p:tags r:id="rId3"/>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20" name="2. Slide Title">
            <a:extLst>
              <a:ext uri="{FF2B5EF4-FFF2-40B4-BE49-F238E27FC236}">
                <a16:creationId xmlns:a16="http://schemas.microsoft.com/office/drawing/2014/main" id="{80B9914A-DB55-4BC1-945B-6BCB69651471}"/>
              </a:ext>
            </a:extLst>
          </p:cNvPr>
          <p:cNvSpPr>
            <a:spLocks noGrp="1"/>
          </p:cNvSpPr>
          <p:nvPr>
            <p:ph type="title"/>
            <p:custDataLst>
              <p:tags r:id="rId5"/>
            </p:custDataLst>
          </p:nvPr>
        </p:nvSpPr>
        <p:spPr>
          <a:xfrm>
            <a:off x="554736" y="172212"/>
            <a:ext cx="5065776" cy="731520"/>
          </a:xfrm>
        </p:spPr>
        <p:txBody>
          <a:bodyPr vert="horz"/>
          <a:lstStyle>
            <a:lvl1pPr rtl="0">
              <a:defRPr>
                <a:solidFill>
                  <a:schemeClr val="bg2"/>
                </a:solidFill>
                <a:latin typeface="+mj-lt"/>
                <a:ea typeface="+mj-ea"/>
                <a:cs typeface="+mj-cs"/>
              </a:defRPr>
            </a:lvl1pPr>
          </a:lstStyle>
          <a:p>
            <a:r>
              <a:rPr lang="en-US"/>
              <a:t>Click to edit Master title style</a:t>
            </a:r>
          </a:p>
        </p:txBody>
      </p:sp>
      <p:sp>
        <p:nvSpPr>
          <p:cNvPr id="21" name="3. Subtitle">
            <a:extLst>
              <a:ext uri="{FF2B5EF4-FFF2-40B4-BE49-F238E27FC236}">
                <a16:creationId xmlns:a16="http://schemas.microsoft.com/office/drawing/2014/main" id="{DFAFB1F1-9351-4B71-8B28-70BD6B35E3B1}"/>
              </a:ext>
            </a:extLst>
          </p:cNvPr>
          <p:cNvSpPr>
            <a:spLocks noGrp="1"/>
          </p:cNvSpPr>
          <p:nvPr>
            <p:ph type="subTitle" idx="1"/>
            <p:custDataLst>
              <p:tags r:id="rId6"/>
            </p:custDataLst>
          </p:nvPr>
        </p:nvSpPr>
        <p:spPr>
          <a:xfrm>
            <a:off x="554736" y="919250"/>
            <a:ext cx="5065776" cy="246221"/>
          </a:xfrm>
          <a:prstGeom prst="rect">
            <a:avLst/>
          </a:prstGeom>
        </p:spPr>
        <p:txBody>
          <a:bodyPr wrap="square">
            <a:spAutoFit/>
          </a:bodyPr>
          <a:lstStyle>
            <a:lvl1pPr marL="0" indent="0" algn="l" rtl="0">
              <a:buNone/>
              <a:defRPr sz="1600" b="0" baseline="0">
                <a:solidFill>
                  <a:schemeClr val="bg2"/>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9" name="5. Source" hidden="1">
            <a:extLst>
              <a:ext uri="{FF2B5EF4-FFF2-40B4-BE49-F238E27FC236}">
                <a16:creationId xmlns:a16="http://schemas.microsoft.com/office/drawing/2014/main" id="{4F4B7457-0497-46CF-9E9B-69EB8E74CC15}"/>
              </a:ext>
            </a:extLst>
          </p:cNvPr>
          <p:cNvSpPr txBox="1"/>
          <p:nvPr userDrawn="1">
            <p:custDataLst>
              <p:tags r:id="rId7"/>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bg2"/>
                </a:solidFill>
                <a:latin typeface="+mn-lt"/>
                <a:ea typeface="+mn-ea"/>
                <a:cs typeface="+mn-cs"/>
              </a:rPr>
              <a:t>Source: …</a:t>
            </a:r>
          </a:p>
        </p:txBody>
      </p:sp>
      <p:sp>
        <p:nvSpPr>
          <p:cNvPr id="10" name="1. On-page tracker">
            <a:extLst>
              <a:ext uri="{FF2B5EF4-FFF2-40B4-BE49-F238E27FC236}">
                <a16:creationId xmlns:a16="http://schemas.microsoft.com/office/drawing/2014/main" id="{A6404B0A-A2B8-4CC0-AACE-22B9A9D22DC4}"/>
              </a:ext>
            </a:extLst>
          </p:cNvPr>
          <p:cNvSpPr>
            <a:spLocks noGrp="1"/>
          </p:cNvSpPr>
          <p:nvPr>
            <p:ph type="body" sz="quarter" idx="10" hasCustomPrompt="1"/>
            <p:custDataLst>
              <p:tags r:id="rId8"/>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solidFill>
                  <a:schemeClr val="bg2"/>
                </a:solidFill>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2315265709"/>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preserve="1" userDrawn="1">
  <p:cSld name="Contrast 2/3">
    <p:bg>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FCB55F70-6D9A-415C-82BE-CBDB3A3541E6}"/>
              </a:ext>
            </a:extLst>
          </p:cNvPr>
          <p:cNvGraphicFramePr>
            <a:graphicFrameLocks noChangeAspect="1"/>
          </p:cNvGraphicFramePr>
          <p:nvPr userDrawn="1">
            <p:custDataLst>
              <p:tags r:id="rId1"/>
            </p:custDataLst>
            <p:extLst>
              <p:ext uri="{D42A27DB-BD31-4B8C-83A1-F6EECF244321}">
                <p14:modId xmlns:p14="http://schemas.microsoft.com/office/powerpoint/2010/main" val="41353274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13" imgH="416" progId="TCLayout.ActiveDocument.1">
                  <p:embed/>
                </p:oleObj>
              </mc:Choice>
              <mc:Fallback>
                <p:oleObj name="think-cell Slide" r:id="rId10" imgW="413" imgH="416" progId="TCLayout.ActiveDocument.1">
                  <p:embed/>
                  <p:pic>
                    <p:nvPicPr>
                      <p:cNvPr id="3" name="Object 2" hidden="1">
                        <a:extLst>
                          <a:ext uri="{FF2B5EF4-FFF2-40B4-BE49-F238E27FC236}">
                            <a16:creationId xmlns:a16="http://schemas.microsoft.com/office/drawing/2014/main" id="{FCB55F70-6D9A-415C-82BE-CBDB3A3541E6}"/>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8" name="Freeform: Shape 7">
            <a:extLst>
              <a:ext uri="{FF2B5EF4-FFF2-40B4-BE49-F238E27FC236}">
                <a16:creationId xmlns:a16="http://schemas.microsoft.com/office/drawing/2014/main" id="{9290EE67-6584-2AC5-E841-E994F106495C}"/>
              </a:ext>
            </a:extLst>
          </p:cNvPr>
          <p:cNvSpPr/>
          <p:nvPr userDrawn="1">
            <p:custDataLst>
              <p:tags r:id="rId2"/>
            </p:custDataLst>
          </p:nvPr>
        </p:nvSpPr>
        <p:spPr bwMode="ltGray">
          <a:xfrm>
            <a:off x="7830312" y="0"/>
            <a:ext cx="4361688" cy="6858000"/>
          </a:xfrm>
          <a:custGeom>
            <a:avLst/>
            <a:gdLst>
              <a:gd name="connsiteX0" fmla="*/ 0 w 4361688"/>
              <a:gd name="connsiteY0" fmla="*/ 0 h 6858000"/>
              <a:gd name="connsiteX1" fmla="*/ 947928 w 4361688"/>
              <a:gd name="connsiteY1" fmla="*/ 0 h 6858000"/>
              <a:gd name="connsiteX2" fmla="*/ 4361688 w 4361688"/>
              <a:gd name="connsiteY2" fmla="*/ 0 h 6858000"/>
              <a:gd name="connsiteX3" fmla="*/ 4361688 w 4361688"/>
              <a:gd name="connsiteY3" fmla="*/ 6858000 h 6858000"/>
              <a:gd name="connsiteX4" fmla="*/ 947928 w 4361688"/>
              <a:gd name="connsiteY4" fmla="*/ 6858000 h 6858000"/>
              <a:gd name="connsiteX5" fmla="*/ 0 w 436168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1688" h="6858000">
                <a:moveTo>
                  <a:pt x="0" y="0"/>
                </a:moveTo>
                <a:lnTo>
                  <a:pt x="947928" y="0"/>
                </a:lnTo>
                <a:lnTo>
                  <a:pt x="4361688" y="0"/>
                </a:lnTo>
                <a:lnTo>
                  <a:pt x="4361688" y="6858000"/>
                </a:lnTo>
                <a:lnTo>
                  <a:pt x="947928" y="6858000"/>
                </a:lnTo>
                <a:lnTo>
                  <a:pt x="0" y="6858000"/>
                </a:lnTo>
                <a:close/>
              </a:path>
            </a:pathLst>
          </a:custGeom>
          <a:gradFill>
            <a:gsLst>
              <a:gs pos="0">
                <a:srgbClr val="295479">
                  <a:lumMod val="75000"/>
                </a:srgbClr>
              </a:gs>
              <a:gs pos="100000">
                <a:srgbClr val="00748A"/>
              </a:gs>
            </a:gsLst>
            <a:lin ang="0" scaled="1"/>
          </a:gra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chemeClr val="bg2"/>
              </a:solidFill>
              <a:latin typeface="+mn-lt"/>
              <a:ea typeface="+mn-ea"/>
              <a:cs typeface="+mn-cs"/>
            </a:endParaRPr>
          </a:p>
        </p:txBody>
      </p:sp>
      <p:sp>
        <p:nvSpPr>
          <p:cNvPr id="4" name="Rectangle 3" hidden="1">
            <a:extLst>
              <a:ext uri="{FF2B5EF4-FFF2-40B4-BE49-F238E27FC236}">
                <a16:creationId xmlns:a16="http://schemas.microsoft.com/office/drawing/2014/main" id="{C7B8DBD3-5ABF-4E0A-9F2E-53C58888D156}"/>
              </a:ext>
            </a:extLst>
          </p:cNvPr>
          <p:cNvSpPr/>
          <p:nvPr userDrawn="1">
            <p:custDataLst>
              <p:tags r:id="rId3"/>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20" name="2. Slide Title">
            <a:extLst>
              <a:ext uri="{FF2B5EF4-FFF2-40B4-BE49-F238E27FC236}">
                <a16:creationId xmlns:a16="http://schemas.microsoft.com/office/drawing/2014/main" id="{E1D61C74-F3E2-42EF-998D-BEC7B3EBD0BC}"/>
              </a:ext>
            </a:extLst>
          </p:cNvPr>
          <p:cNvSpPr>
            <a:spLocks noGrp="1"/>
          </p:cNvSpPr>
          <p:nvPr>
            <p:ph type="title"/>
            <p:custDataLst>
              <p:tags r:id="rId4"/>
            </p:custDataLst>
          </p:nvPr>
        </p:nvSpPr>
        <p:spPr>
          <a:xfrm>
            <a:off x="554736" y="172212"/>
            <a:ext cx="6967728" cy="731520"/>
          </a:xfrm>
        </p:spPr>
        <p:txBody>
          <a:bodyPr vert="horz"/>
          <a:lstStyle>
            <a:lvl1pPr rtl="0">
              <a:defRPr>
                <a:solidFill>
                  <a:schemeClr val="bg2"/>
                </a:solidFill>
                <a:latin typeface="+mj-lt"/>
                <a:ea typeface="+mj-ea"/>
                <a:cs typeface="+mj-cs"/>
              </a:defRPr>
            </a:lvl1pPr>
          </a:lstStyle>
          <a:p>
            <a:r>
              <a:rPr lang="en-US"/>
              <a:t>Click to edit Master title style</a:t>
            </a:r>
          </a:p>
        </p:txBody>
      </p:sp>
      <p:sp>
        <p:nvSpPr>
          <p:cNvPr id="17" name="Slide Number">
            <a:extLst>
              <a:ext uri="{FF2B5EF4-FFF2-40B4-BE49-F238E27FC236}">
                <a16:creationId xmlns:a16="http://schemas.microsoft.com/office/drawing/2014/main" id="{3B7A7C0C-AC02-4989-860B-73442D510162}"/>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21" name="3. Subtitle">
            <a:extLst>
              <a:ext uri="{FF2B5EF4-FFF2-40B4-BE49-F238E27FC236}">
                <a16:creationId xmlns:a16="http://schemas.microsoft.com/office/drawing/2014/main" id="{48CA3F7F-79C3-4776-BD80-2B6BECA0AF60}"/>
              </a:ext>
            </a:extLst>
          </p:cNvPr>
          <p:cNvSpPr>
            <a:spLocks noGrp="1"/>
          </p:cNvSpPr>
          <p:nvPr>
            <p:ph type="subTitle" idx="1"/>
            <p:custDataLst>
              <p:tags r:id="rId6"/>
            </p:custDataLst>
          </p:nvPr>
        </p:nvSpPr>
        <p:spPr>
          <a:xfrm>
            <a:off x="554736" y="919250"/>
            <a:ext cx="6967728" cy="246221"/>
          </a:xfrm>
          <a:prstGeom prst="rect">
            <a:avLst/>
          </a:prstGeom>
        </p:spPr>
        <p:txBody>
          <a:bodyPr wrap="square">
            <a:spAutoFit/>
          </a:bodyPr>
          <a:lstStyle>
            <a:lvl1pPr marL="0" indent="0" algn="l" rtl="0">
              <a:buNone/>
              <a:defRPr sz="1600" b="0" baseline="0">
                <a:solidFill>
                  <a:schemeClr val="bg2"/>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8" name="5. Source" hidden="1">
            <a:extLst>
              <a:ext uri="{FF2B5EF4-FFF2-40B4-BE49-F238E27FC236}">
                <a16:creationId xmlns:a16="http://schemas.microsoft.com/office/drawing/2014/main" id="{143701BF-655B-4E75-9AF7-14445CDB19BD}"/>
              </a:ext>
            </a:extLst>
          </p:cNvPr>
          <p:cNvSpPr txBox="1"/>
          <p:nvPr userDrawn="1">
            <p:custDataLst>
              <p:tags r:id="rId7"/>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bg2"/>
                </a:solidFill>
                <a:latin typeface="+mn-lt"/>
                <a:ea typeface="+mn-ea"/>
                <a:cs typeface="+mn-cs"/>
              </a:rPr>
              <a:t>Source: …</a:t>
            </a:r>
          </a:p>
        </p:txBody>
      </p:sp>
      <p:sp>
        <p:nvSpPr>
          <p:cNvPr id="10" name="1. On-page tracker">
            <a:extLst>
              <a:ext uri="{FF2B5EF4-FFF2-40B4-BE49-F238E27FC236}">
                <a16:creationId xmlns:a16="http://schemas.microsoft.com/office/drawing/2014/main" id="{6F53EF37-F1B6-47E2-A119-A2386F59B295}"/>
              </a:ext>
            </a:extLst>
          </p:cNvPr>
          <p:cNvSpPr>
            <a:spLocks noGrp="1"/>
          </p:cNvSpPr>
          <p:nvPr>
            <p:ph type="body" sz="quarter" idx="10" hasCustomPrompt="1"/>
            <p:custDataLst>
              <p:tags r:id="rId8"/>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solidFill>
                  <a:schemeClr val="bg2"/>
                </a:solidFill>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181832790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preserve="1" userDrawn="1">
  <p:cSld name="Contrast 3/4">
    <p:bg>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B19533A-7C36-4239-BCB1-336E4EF4EA93}"/>
              </a:ext>
            </a:extLst>
          </p:cNvPr>
          <p:cNvGraphicFramePr>
            <a:graphicFrameLocks noChangeAspect="1"/>
          </p:cNvGraphicFramePr>
          <p:nvPr userDrawn="1">
            <p:custDataLst>
              <p:tags r:id="rId1"/>
            </p:custDataLst>
            <p:extLst>
              <p:ext uri="{D42A27DB-BD31-4B8C-83A1-F6EECF244321}">
                <p14:modId xmlns:p14="http://schemas.microsoft.com/office/powerpoint/2010/main" val="247120838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73" imgH="473" progId="TCLayout.ActiveDocument.1">
                  <p:embed/>
                </p:oleObj>
              </mc:Choice>
              <mc:Fallback>
                <p:oleObj name="think-cell Slide" r:id="rId10" imgW="473" imgH="473" progId="TCLayout.ActiveDocument.1">
                  <p:embed/>
                  <p:pic>
                    <p:nvPicPr>
                      <p:cNvPr id="3" name="Object 2" hidden="1">
                        <a:extLst>
                          <a:ext uri="{FF2B5EF4-FFF2-40B4-BE49-F238E27FC236}">
                            <a16:creationId xmlns:a16="http://schemas.microsoft.com/office/drawing/2014/main" id="{3B19533A-7C36-4239-BCB1-336E4EF4EA93}"/>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7" name="Freeform: Shape 6">
            <a:extLst>
              <a:ext uri="{FF2B5EF4-FFF2-40B4-BE49-F238E27FC236}">
                <a16:creationId xmlns:a16="http://schemas.microsoft.com/office/drawing/2014/main" id="{5220F759-271E-41B9-5127-8E45ADB0387D}"/>
              </a:ext>
            </a:extLst>
          </p:cNvPr>
          <p:cNvSpPr/>
          <p:nvPr userDrawn="1">
            <p:custDataLst>
              <p:tags r:id="rId2"/>
            </p:custDataLst>
          </p:nvPr>
        </p:nvSpPr>
        <p:spPr bwMode="ltGray">
          <a:xfrm>
            <a:off x="8781416" y="0"/>
            <a:ext cx="3410584" cy="6858000"/>
          </a:xfrm>
          <a:custGeom>
            <a:avLst/>
            <a:gdLst>
              <a:gd name="connsiteX0" fmla="*/ 0 w 3410584"/>
              <a:gd name="connsiteY0" fmla="*/ 0 h 6858000"/>
              <a:gd name="connsiteX1" fmla="*/ 3410584 w 3410584"/>
              <a:gd name="connsiteY1" fmla="*/ 0 h 6858000"/>
              <a:gd name="connsiteX2" fmla="*/ 3410584 w 3410584"/>
              <a:gd name="connsiteY2" fmla="*/ 6858000 h 6858000"/>
              <a:gd name="connsiteX3" fmla="*/ 0 w 3410584"/>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410584" h="6858000">
                <a:moveTo>
                  <a:pt x="0" y="0"/>
                </a:moveTo>
                <a:lnTo>
                  <a:pt x="3410584" y="0"/>
                </a:lnTo>
                <a:lnTo>
                  <a:pt x="3410584" y="6858000"/>
                </a:lnTo>
                <a:lnTo>
                  <a:pt x="0" y="6858000"/>
                </a:lnTo>
                <a:close/>
              </a:path>
            </a:pathLst>
          </a:custGeom>
          <a:gradFill>
            <a:gsLst>
              <a:gs pos="0">
                <a:srgbClr val="295479">
                  <a:lumMod val="75000"/>
                </a:srgbClr>
              </a:gs>
              <a:gs pos="100000">
                <a:srgbClr val="00748A"/>
              </a:gs>
            </a:gsLst>
            <a:lin ang="0" scaled="1"/>
          </a:gra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chemeClr val="bg2"/>
              </a:solidFill>
              <a:latin typeface="+mn-lt"/>
              <a:ea typeface="+mn-ea"/>
              <a:cs typeface="+mn-cs"/>
            </a:endParaRPr>
          </a:p>
        </p:txBody>
      </p:sp>
      <p:sp>
        <p:nvSpPr>
          <p:cNvPr id="4" name="Rectangle 3" hidden="1">
            <a:extLst>
              <a:ext uri="{FF2B5EF4-FFF2-40B4-BE49-F238E27FC236}">
                <a16:creationId xmlns:a16="http://schemas.microsoft.com/office/drawing/2014/main" id="{F05418DB-2F6D-4E1E-889F-DE7C7630E9DF}"/>
              </a:ext>
            </a:extLst>
          </p:cNvPr>
          <p:cNvSpPr/>
          <p:nvPr userDrawn="1">
            <p:custDataLst>
              <p:tags r:id="rId3"/>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marL="0" marR="0" lvl="0" indent="0" algn="r" defTabSz="610744" rtl="0" eaLnBrk="1" fontAlgn="auto" latinLnBrk="0" hangingPunct="1">
              <a:lnSpc>
                <a:spcPct val="100000"/>
              </a:lnSpc>
              <a:spcBef>
                <a:spcPts val="0"/>
              </a:spcBef>
              <a:spcAft>
                <a:spcPts val="0"/>
              </a:spcAft>
              <a:buClrTx/>
              <a:buSzTx/>
              <a:buFontTx/>
              <a:buNone/>
              <a:tabLst/>
              <a:defRPr/>
            </a:pPr>
            <a:fld id="{4ABDCABE-3F10-B64C-92F1-862014417034}" type="slidenum">
              <a:rPr kumimoji="0" lang="en-US" sz="900" b="0" i="0" u="none" strike="noStrike" kern="1200" cap="none" spc="0" normalizeH="0" baseline="0" noProof="0" smtClean="0">
                <a:ln>
                  <a:noFill/>
                </a:ln>
                <a:solidFill>
                  <a:schemeClr val="tx1"/>
                </a:solidFill>
                <a:effectLst/>
                <a:uLnTx/>
                <a:uFillTx/>
                <a:latin typeface="+mn-lt"/>
                <a:ea typeface="+mn-ea"/>
                <a:cs typeface="+mn-cs"/>
              </a:rPr>
              <a:pPr marL="0" marR="0" lvl="0" indent="0" algn="r" defTabSz="610744" rtl="0" eaLnBrk="1" fontAlgn="auto" latinLnBrk="0" hangingPunct="1">
                <a:lnSpc>
                  <a:spcPct val="100000"/>
                </a:lnSpc>
                <a:spcBef>
                  <a:spcPts val="0"/>
                </a:spcBef>
                <a:spcAft>
                  <a:spcPts val="0"/>
                </a:spcAft>
                <a:buClrTx/>
                <a:buSzTx/>
                <a:buFontTx/>
                <a:buNone/>
                <a:tabLst/>
                <a:defRPr/>
              </a:pPr>
              <a:t>‹#›</a:t>
            </a:fld>
            <a:endParaRPr kumimoji="0" lang="en-US" sz="900" b="0" i="0" u="none" strike="noStrike" kern="1200" cap="none" spc="0" normalizeH="0" baseline="0" noProof="0">
              <a:ln>
                <a:noFill/>
              </a:ln>
              <a:solidFill>
                <a:schemeClr val="tx1"/>
              </a:solidFill>
              <a:effectLst/>
              <a:uLnTx/>
              <a:uFillTx/>
              <a:latin typeface="+mn-lt"/>
              <a:ea typeface="+mn-ea"/>
              <a:cs typeface="+mn-cs"/>
            </a:endParaRPr>
          </a:p>
        </p:txBody>
      </p:sp>
      <p:sp>
        <p:nvSpPr>
          <p:cNvPr id="20" name="2. Slide Title">
            <a:extLst>
              <a:ext uri="{FF2B5EF4-FFF2-40B4-BE49-F238E27FC236}">
                <a16:creationId xmlns:a16="http://schemas.microsoft.com/office/drawing/2014/main" id="{80B9914A-DB55-4BC1-945B-6BCB69651471}"/>
              </a:ext>
            </a:extLst>
          </p:cNvPr>
          <p:cNvSpPr>
            <a:spLocks noGrp="1"/>
          </p:cNvSpPr>
          <p:nvPr>
            <p:ph type="title"/>
            <p:custDataLst>
              <p:tags r:id="rId5"/>
            </p:custDataLst>
          </p:nvPr>
        </p:nvSpPr>
        <p:spPr>
          <a:xfrm>
            <a:off x="554736" y="172212"/>
            <a:ext cx="7918704" cy="731520"/>
          </a:xfrm>
        </p:spPr>
        <p:txBody>
          <a:bodyPr vert="horz"/>
          <a:lstStyle>
            <a:lvl1pPr rtl="0">
              <a:defRPr>
                <a:solidFill>
                  <a:schemeClr val="bg2"/>
                </a:solidFill>
                <a:latin typeface="+mj-lt"/>
                <a:ea typeface="+mj-ea"/>
                <a:cs typeface="+mj-cs"/>
              </a:defRPr>
            </a:lvl1pPr>
          </a:lstStyle>
          <a:p>
            <a:r>
              <a:rPr lang="en-US"/>
              <a:t>Click to edit Master title style</a:t>
            </a:r>
          </a:p>
        </p:txBody>
      </p:sp>
      <p:sp>
        <p:nvSpPr>
          <p:cNvPr id="21" name="3. Subtitle">
            <a:extLst>
              <a:ext uri="{FF2B5EF4-FFF2-40B4-BE49-F238E27FC236}">
                <a16:creationId xmlns:a16="http://schemas.microsoft.com/office/drawing/2014/main" id="{DFAFB1F1-9351-4B71-8B28-70BD6B35E3B1}"/>
              </a:ext>
            </a:extLst>
          </p:cNvPr>
          <p:cNvSpPr>
            <a:spLocks noGrp="1"/>
          </p:cNvSpPr>
          <p:nvPr>
            <p:ph type="subTitle" idx="1"/>
            <p:custDataLst>
              <p:tags r:id="rId6"/>
            </p:custDataLst>
          </p:nvPr>
        </p:nvSpPr>
        <p:spPr>
          <a:xfrm>
            <a:off x="554736" y="919250"/>
            <a:ext cx="7918704" cy="246221"/>
          </a:xfrm>
          <a:prstGeom prst="rect">
            <a:avLst/>
          </a:prstGeom>
        </p:spPr>
        <p:txBody>
          <a:bodyPr wrap="square">
            <a:spAutoFit/>
          </a:bodyPr>
          <a:lstStyle>
            <a:lvl1pPr marL="0" indent="0" algn="l" rtl="0">
              <a:buNone/>
              <a:defRPr sz="1600" b="0" baseline="0">
                <a:solidFill>
                  <a:schemeClr val="bg2"/>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9" name="5. Source" hidden="1">
            <a:extLst>
              <a:ext uri="{FF2B5EF4-FFF2-40B4-BE49-F238E27FC236}">
                <a16:creationId xmlns:a16="http://schemas.microsoft.com/office/drawing/2014/main" id="{4F4B7457-0497-46CF-9E9B-69EB8E74CC15}"/>
              </a:ext>
            </a:extLst>
          </p:cNvPr>
          <p:cNvSpPr txBox="1"/>
          <p:nvPr userDrawn="1">
            <p:custDataLst>
              <p:tags r:id="rId7"/>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chemeClr val="bg2"/>
                </a:solidFill>
                <a:effectLst/>
                <a:uLnTx/>
                <a:uFillTx/>
                <a:latin typeface="+mn-lt"/>
                <a:ea typeface="+mn-ea"/>
                <a:cs typeface="+mn-cs"/>
              </a:rPr>
              <a:t>Source: …</a:t>
            </a:r>
          </a:p>
        </p:txBody>
      </p:sp>
      <p:sp>
        <p:nvSpPr>
          <p:cNvPr id="10" name="1. On-page tracker">
            <a:extLst>
              <a:ext uri="{FF2B5EF4-FFF2-40B4-BE49-F238E27FC236}">
                <a16:creationId xmlns:a16="http://schemas.microsoft.com/office/drawing/2014/main" id="{9768EECA-1A03-46B2-B9BB-3C455A3710A4}"/>
              </a:ext>
            </a:extLst>
          </p:cNvPr>
          <p:cNvSpPr>
            <a:spLocks noGrp="1"/>
          </p:cNvSpPr>
          <p:nvPr>
            <p:ph type="body" sz="quarter" idx="10" hasCustomPrompt="1"/>
            <p:custDataLst>
              <p:tags r:id="rId8"/>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solidFill>
                  <a:schemeClr val="bg2"/>
                </a:solidFill>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1692819105"/>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preserve="1" userDrawn="1">
  <p:cSld name="Reverse Contrast 1/2">
    <p:bg>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F17EEF9-3DB9-4A02-BE2D-DE37DFD2B16E}"/>
              </a:ext>
            </a:extLst>
          </p:cNvPr>
          <p:cNvGraphicFramePr>
            <a:graphicFrameLocks noChangeAspect="1"/>
          </p:cNvGraphicFramePr>
          <p:nvPr userDrawn="1">
            <p:custDataLst>
              <p:tags r:id="rId1"/>
            </p:custDataLst>
            <p:extLst>
              <p:ext uri="{D42A27DB-BD31-4B8C-83A1-F6EECF244321}">
                <p14:modId xmlns:p14="http://schemas.microsoft.com/office/powerpoint/2010/main" val="38962903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592" imgH="591" progId="TCLayout.ActiveDocument.1">
                  <p:embed/>
                </p:oleObj>
              </mc:Choice>
              <mc:Fallback>
                <p:oleObj name="think-cell Slide" r:id="rId10" imgW="592" imgH="591" progId="TCLayout.ActiveDocument.1">
                  <p:embed/>
                  <p:pic>
                    <p:nvPicPr>
                      <p:cNvPr id="3" name="Object 2" hidden="1">
                        <a:extLst>
                          <a:ext uri="{FF2B5EF4-FFF2-40B4-BE49-F238E27FC236}">
                            <a16:creationId xmlns:a16="http://schemas.microsoft.com/office/drawing/2014/main" id="{CF17EEF9-3DB9-4A02-BE2D-DE37DFD2B16E}"/>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8" name="Freeform: Shape 7">
            <a:extLst>
              <a:ext uri="{FF2B5EF4-FFF2-40B4-BE49-F238E27FC236}">
                <a16:creationId xmlns:a16="http://schemas.microsoft.com/office/drawing/2014/main" id="{D976299F-E4DE-F6B8-C9D0-225F3A86A761}"/>
              </a:ext>
            </a:extLst>
          </p:cNvPr>
          <p:cNvSpPr/>
          <p:nvPr userDrawn="1">
            <p:custDataLst>
              <p:tags r:id="rId2"/>
            </p:custDataLst>
          </p:nvPr>
        </p:nvSpPr>
        <p:spPr bwMode="ltGray">
          <a:xfrm>
            <a:off x="1" y="0"/>
            <a:ext cx="6099049" cy="6858000"/>
          </a:xfrm>
          <a:custGeom>
            <a:avLst/>
            <a:gdLst>
              <a:gd name="connsiteX0" fmla="*/ 0 w 6099049"/>
              <a:gd name="connsiteY0" fmla="*/ 0 h 6858000"/>
              <a:gd name="connsiteX1" fmla="*/ 3413760 w 6099049"/>
              <a:gd name="connsiteY1" fmla="*/ 0 h 6858000"/>
              <a:gd name="connsiteX2" fmla="*/ 6099049 w 6099049"/>
              <a:gd name="connsiteY2" fmla="*/ 0 h 6858000"/>
              <a:gd name="connsiteX3" fmla="*/ 6099049 w 6099049"/>
              <a:gd name="connsiteY3" fmla="*/ 6858000 h 6858000"/>
              <a:gd name="connsiteX4" fmla="*/ 3413760 w 6099049"/>
              <a:gd name="connsiteY4" fmla="*/ 6858000 h 6858000"/>
              <a:gd name="connsiteX5" fmla="*/ 0 w 6099049"/>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9049" h="6858000">
                <a:moveTo>
                  <a:pt x="0" y="0"/>
                </a:moveTo>
                <a:lnTo>
                  <a:pt x="3413760" y="0"/>
                </a:lnTo>
                <a:lnTo>
                  <a:pt x="6099049" y="0"/>
                </a:lnTo>
                <a:lnTo>
                  <a:pt x="6099049" y="6858000"/>
                </a:lnTo>
                <a:lnTo>
                  <a:pt x="3413760" y="6858000"/>
                </a:lnTo>
                <a:lnTo>
                  <a:pt x="0" y="6858000"/>
                </a:lnTo>
                <a:close/>
              </a:path>
            </a:pathLst>
          </a:custGeom>
          <a:gradFill>
            <a:gsLst>
              <a:gs pos="0">
                <a:srgbClr val="295479">
                  <a:lumMod val="75000"/>
                </a:srgbClr>
              </a:gs>
              <a:gs pos="100000">
                <a:srgbClr val="00748A"/>
              </a:gs>
            </a:gsLst>
            <a:lin ang="0" scaled="1"/>
          </a:gra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chemeClr val="bg2"/>
              </a:solidFill>
              <a:latin typeface="+mn-lt"/>
              <a:ea typeface="+mn-ea"/>
              <a:cs typeface="+mn-cs"/>
            </a:endParaRPr>
          </a:p>
        </p:txBody>
      </p:sp>
      <p:sp>
        <p:nvSpPr>
          <p:cNvPr id="2" name="Rectangle 1" hidden="1">
            <a:extLst>
              <a:ext uri="{FF2B5EF4-FFF2-40B4-BE49-F238E27FC236}">
                <a16:creationId xmlns:a16="http://schemas.microsoft.com/office/drawing/2014/main" id="{8F6D83EC-F243-46BA-8827-531E63D39DA3}"/>
              </a:ext>
            </a:extLst>
          </p:cNvPr>
          <p:cNvSpPr/>
          <p:nvPr userDrawn="1">
            <p:custDataLst>
              <p:tags r:id="rId3"/>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rgbClr val="2C3846"/>
                </a:solidFill>
                <a:latin typeface="+mn-lt"/>
                <a:ea typeface="+mn-ea"/>
                <a:cs typeface="+mn-cs"/>
              </a:rPr>
              <a:pPr algn="r" defTabSz="610744" rtl="0" fontAlgn="auto">
                <a:spcBef>
                  <a:spcPts val="0"/>
                </a:spcBef>
                <a:spcAft>
                  <a:spcPts val="0"/>
                </a:spcAft>
                <a:defRPr/>
              </a:pPr>
              <a:t>‹#›</a:t>
            </a:fld>
            <a:endParaRPr lang="en-US" sz="900">
              <a:solidFill>
                <a:srgbClr val="2C3846"/>
              </a:solidFill>
              <a:latin typeface="+mn-lt"/>
              <a:ea typeface="+mn-ea"/>
              <a:cs typeface="+mn-cs"/>
            </a:endParaRPr>
          </a:p>
        </p:txBody>
      </p:sp>
      <p:sp>
        <p:nvSpPr>
          <p:cNvPr id="20" name="2. Slide Title">
            <a:extLst>
              <a:ext uri="{FF2B5EF4-FFF2-40B4-BE49-F238E27FC236}">
                <a16:creationId xmlns:a16="http://schemas.microsoft.com/office/drawing/2014/main" id="{80B9914A-DB55-4BC1-945B-6BCB69651471}"/>
              </a:ext>
            </a:extLst>
          </p:cNvPr>
          <p:cNvSpPr>
            <a:spLocks noGrp="1"/>
          </p:cNvSpPr>
          <p:nvPr>
            <p:ph type="title"/>
            <p:custDataLst>
              <p:tags r:id="rId5"/>
            </p:custDataLst>
          </p:nvPr>
        </p:nvSpPr>
        <p:spPr>
          <a:xfrm>
            <a:off x="554736" y="172212"/>
            <a:ext cx="5065776" cy="731520"/>
          </a:xfrm>
        </p:spPr>
        <p:txBody>
          <a:bodyPr vert="horz"/>
          <a:lstStyle>
            <a:lvl1pPr rtl="0">
              <a:defRPr>
                <a:solidFill>
                  <a:schemeClr val="tx1"/>
                </a:solidFill>
                <a:latin typeface="+mj-lt"/>
                <a:ea typeface="+mj-ea"/>
                <a:cs typeface="+mj-cs"/>
              </a:defRPr>
            </a:lvl1pPr>
          </a:lstStyle>
          <a:p>
            <a:r>
              <a:rPr lang="en-US"/>
              <a:t>Click to edit Master title style</a:t>
            </a:r>
          </a:p>
        </p:txBody>
      </p:sp>
      <p:sp>
        <p:nvSpPr>
          <p:cNvPr id="21" name="3. Subtitle">
            <a:extLst>
              <a:ext uri="{FF2B5EF4-FFF2-40B4-BE49-F238E27FC236}">
                <a16:creationId xmlns:a16="http://schemas.microsoft.com/office/drawing/2014/main" id="{DFAFB1F1-9351-4B71-8B28-70BD6B35E3B1}"/>
              </a:ext>
            </a:extLst>
          </p:cNvPr>
          <p:cNvSpPr>
            <a:spLocks noGrp="1"/>
          </p:cNvSpPr>
          <p:nvPr>
            <p:ph type="subTitle" idx="1"/>
            <p:custDataLst>
              <p:tags r:id="rId6"/>
            </p:custDataLst>
          </p:nvPr>
        </p:nvSpPr>
        <p:spPr>
          <a:xfrm>
            <a:off x="554736" y="919250"/>
            <a:ext cx="50657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9" name="5. Source" hidden="1">
            <a:extLst>
              <a:ext uri="{FF2B5EF4-FFF2-40B4-BE49-F238E27FC236}">
                <a16:creationId xmlns:a16="http://schemas.microsoft.com/office/drawing/2014/main" id="{4F4B7457-0497-46CF-9E9B-69EB8E74CC15}"/>
              </a:ext>
            </a:extLst>
          </p:cNvPr>
          <p:cNvSpPr txBox="1"/>
          <p:nvPr userDrawn="1">
            <p:custDataLst>
              <p:tags r:id="rId7"/>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tx1"/>
                </a:solidFill>
                <a:latin typeface="+mn-lt"/>
                <a:ea typeface="+mn-ea"/>
                <a:cs typeface="+mn-cs"/>
              </a:rPr>
              <a:t>Source: …</a:t>
            </a:r>
          </a:p>
        </p:txBody>
      </p:sp>
      <p:sp>
        <p:nvSpPr>
          <p:cNvPr id="10" name="1. On-page tracker">
            <a:extLst>
              <a:ext uri="{FF2B5EF4-FFF2-40B4-BE49-F238E27FC236}">
                <a16:creationId xmlns:a16="http://schemas.microsoft.com/office/drawing/2014/main" id="{A6404B0A-A2B8-4CC0-AACE-22B9A9D22DC4}"/>
              </a:ext>
            </a:extLst>
          </p:cNvPr>
          <p:cNvSpPr>
            <a:spLocks noGrp="1"/>
          </p:cNvSpPr>
          <p:nvPr>
            <p:ph type="body" sz="quarter" idx="10" hasCustomPrompt="1"/>
            <p:custDataLst>
              <p:tags r:id="rId8"/>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solidFill>
                  <a:schemeClr val="tx1"/>
                </a:solidFill>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2947327708"/>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preserve="1" userDrawn="1">
  <p:cSld name="Reverse Contrast 2/3">
    <p:bg>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FCB55F70-6D9A-415C-82BE-CBDB3A3541E6}"/>
              </a:ext>
            </a:extLst>
          </p:cNvPr>
          <p:cNvGraphicFramePr>
            <a:graphicFrameLocks noChangeAspect="1"/>
          </p:cNvGraphicFramePr>
          <p:nvPr userDrawn="1">
            <p:custDataLst>
              <p:tags r:id="rId1"/>
            </p:custDataLst>
            <p:extLst>
              <p:ext uri="{D42A27DB-BD31-4B8C-83A1-F6EECF244321}">
                <p14:modId xmlns:p14="http://schemas.microsoft.com/office/powerpoint/2010/main" val="408920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13" imgH="416" progId="TCLayout.ActiveDocument.1">
                  <p:embed/>
                </p:oleObj>
              </mc:Choice>
              <mc:Fallback>
                <p:oleObj name="think-cell Slide" r:id="rId10" imgW="413" imgH="416" progId="TCLayout.ActiveDocument.1">
                  <p:embed/>
                  <p:pic>
                    <p:nvPicPr>
                      <p:cNvPr id="3" name="Object 2" hidden="1">
                        <a:extLst>
                          <a:ext uri="{FF2B5EF4-FFF2-40B4-BE49-F238E27FC236}">
                            <a16:creationId xmlns:a16="http://schemas.microsoft.com/office/drawing/2014/main" id="{FCB55F70-6D9A-415C-82BE-CBDB3A3541E6}"/>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8" name="Freeform: Shape 7">
            <a:extLst>
              <a:ext uri="{FF2B5EF4-FFF2-40B4-BE49-F238E27FC236}">
                <a16:creationId xmlns:a16="http://schemas.microsoft.com/office/drawing/2014/main" id="{9F0802B9-EC12-2339-C4AB-6C744D2A0DDD}"/>
              </a:ext>
            </a:extLst>
          </p:cNvPr>
          <p:cNvSpPr/>
          <p:nvPr userDrawn="1">
            <p:custDataLst>
              <p:tags r:id="rId2"/>
            </p:custDataLst>
          </p:nvPr>
        </p:nvSpPr>
        <p:spPr bwMode="ltGray">
          <a:xfrm>
            <a:off x="0" y="0"/>
            <a:ext cx="4361688" cy="6858000"/>
          </a:xfrm>
          <a:custGeom>
            <a:avLst/>
            <a:gdLst>
              <a:gd name="connsiteX0" fmla="*/ 0 w 4361688"/>
              <a:gd name="connsiteY0" fmla="*/ 0 h 6858000"/>
              <a:gd name="connsiteX1" fmla="*/ 3413760 w 4361688"/>
              <a:gd name="connsiteY1" fmla="*/ 0 h 6858000"/>
              <a:gd name="connsiteX2" fmla="*/ 4361688 w 4361688"/>
              <a:gd name="connsiteY2" fmla="*/ 0 h 6858000"/>
              <a:gd name="connsiteX3" fmla="*/ 4361688 w 4361688"/>
              <a:gd name="connsiteY3" fmla="*/ 6858000 h 6858000"/>
              <a:gd name="connsiteX4" fmla="*/ 3413760 w 4361688"/>
              <a:gd name="connsiteY4" fmla="*/ 6858000 h 6858000"/>
              <a:gd name="connsiteX5" fmla="*/ 0 w 4361688"/>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1688" h="6858000">
                <a:moveTo>
                  <a:pt x="0" y="0"/>
                </a:moveTo>
                <a:lnTo>
                  <a:pt x="3413760" y="0"/>
                </a:lnTo>
                <a:lnTo>
                  <a:pt x="4361688" y="0"/>
                </a:lnTo>
                <a:lnTo>
                  <a:pt x="4361688" y="6858000"/>
                </a:lnTo>
                <a:lnTo>
                  <a:pt x="3413760" y="6858000"/>
                </a:lnTo>
                <a:lnTo>
                  <a:pt x="0" y="6858000"/>
                </a:lnTo>
                <a:close/>
              </a:path>
            </a:pathLst>
          </a:custGeom>
          <a:gradFill>
            <a:gsLst>
              <a:gs pos="0">
                <a:srgbClr val="295479">
                  <a:lumMod val="75000"/>
                </a:srgbClr>
              </a:gs>
              <a:gs pos="100000">
                <a:srgbClr val="00748A"/>
              </a:gs>
            </a:gsLst>
            <a:lin ang="0" scaled="1"/>
          </a:gra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chemeClr val="bg2"/>
              </a:solidFill>
              <a:latin typeface="+mn-lt"/>
              <a:ea typeface="+mn-ea"/>
              <a:cs typeface="+mn-cs"/>
            </a:endParaRPr>
          </a:p>
        </p:txBody>
      </p:sp>
      <p:sp>
        <p:nvSpPr>
          <p:cNvPr id="4" name="Rectangle 3" hidden="1">
            <a:extLst>
              <a:ext uri="{FF2B5EF4-FFF2-40B4-BE49-F238E27FC236}">
                <a16:creationId xmlns:a16="http://schemas.microsoft.com/office/drawing/2014/main" id="{C7B8DBD3-5ABF-4E0A-9F2E-53C58888D156}"/>
              </a:ext>
            </a:extLst>
          </p:cNvPr>
          <p:cNvSpPr/>
          <p:nvPr userDrawn="1">
            <p:custDataLst>
              <p:tags r:id="rId3"/>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7" name="Slide Number">
            <a:extLst>
              <a:ext uri="{FF2B5EF4-FFF2-40B4-BE49-F238E27FC236}">
                <a16:creationId xmlns:a16="http://schemas.microsoft.com/office/drawing/2014/main" id="{3B7A7C0C-AC02-4989-860B-73442D510162}"/>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rgbClr val="2C3846"/>
                </a:solidFill>
                <a:latin typeface="+mn-lt"/>
                <a:ea typeface="+mn-ea"/>
                <a:cs typeface="+mn-cs"/>
              </a:rPr>
              <a:pPr algn="r" defTabSz="610744" rtl="0" fontAlgn="auto">
                <a:spcBef>
                  <a:spcPts val="0"/>
                </a:spcBef>
                <a:spcAft>
                  <a:spcPts val="0"/>
                </a:spcAft>
                <a:defRPr/>
              </a:pPr>
              <a:t>‹#›</a:t>
            </a:fld>
            <a:endParaRPr lang="en-US" sz="900">
              <a:solidFill>
                <a:srgbClr val="2C3846"/>
              </a:solidFill>
              <a:latin typeface="+mn-lt"/>
              <a:ea typeface="+mn-ea"/>
              <a:cs typeface="+mn-cs"/>
            </a:endParaRPr>
          </a:p>
        </p:txBody>
      </p:sp>
      <p:sp>
        <p:nvSpPr>
          <p:cNvPr id="18" name="5. Source" hidden="1">
            <a:extLst>
              <a:ext uri="{FF2B5EF4-FFF2-40B4-BE49-F238E27FC236}">
                <a16:creationId xmlns:a16="http://schemas.microsoft.com/office/drawing/2014/main" id="{143701BF-655B-4E75-9AF7-14445CDB19BD}"/>
              </a:ext>
            </a:extLst>
          </p:cNvPr>
          <p:cNvSpPr txBox="1"/>
          <p:nvPr userDrawn="1">
            <p:custDataLst>
              <p:tags r:id="rId5"/>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solidFill>
                  <a:schemeClr val="tx1"/>
                </a:solidFill>
                <a:latin typeface="+mn-lt"/>
                <a:ea typeface="+mn-ea"/>
                <a:cs typeface="+mn-cs"/>
              </a:rPr>
              <a:t>Source: …</a:t>
            </a:r>
          </a:p>
        </p:txBody>
      </p:sp>
      <p:sp>
        <p:nvSpPr>
          <p:cNvPr id="10" name="1. On-page tracker">
            <a:extLst>
              <a:ext uri="{FF2B5EF4-FFF2-40B4-BE49-F238E27FC236}">
                <a16:creationId xmlns:a16="http://schemas.microsoft.com/office/drawing/2014/main" id="{6F53EF37-F1B6-47E2-A119-A2386F59B295}"/>
              </a:ext>
            </a:extLst>
          </p:cNvPr>
          <p:cNvSpPr>
            <a:spLocks noGrp="1"/>
          </p:cNvSpPr>
          <p:nvPr>
            <p:ph type="body" sz="quarter" idx="10" hasCustomPrompt="1"/>
            <p:custDataLst>
              <p:tags r:id="rId6"/>
            </p:custDataLst>
          </p:nvPr>
        </p:nvSpPr>
        <p:spPr>
          <a:xfrm>
            <a:off x="554735" y="41597"/>
            <a:ext cx="3465576" cy="123111"/>
          </a:xfrm>
          <a:prstGeom prst="rect">
            <a:avLst/>
          </a:prstGeom>
          <a:ln w="6350">
            <a:noFill/>
            <a:miter lim="800000"/>
          </a:ln>
        </p:spPr>
        <p:txBody>
          <a:bodyPr vert="horz" wrap="square" lIns="0" tIns="0" rIns="0" bIns="0" rtlCol="0">
            <a:noAutofit/>
          </a:bodyPr>
          <a:lstStyle>
            <a:lvl1pPr rtl="0">
              <a:defRPr lang="en-US" sz="800" b="0" dirty="0">
                <a:solidFill>
                  <a:schemeClr val="tx1"/>
                </a:solidFill>
                <a:latin typeface="+mn-lt"/>
                <a:ea typeface="+mn-ea"/>
                <a:cs typeface="+mn-cs"/>
              </a:defRPr>
            </a:lvl1pPr>
          </a:lstStyle>
          <a:p>
            <a:pPr lvl="0">
              <a:buNone/>
            </a:pPr>
            <a:r>
              <a:rPr lang="en-US"/>
              <a:t>Add tracker</a:t>
            </a:r>
          </a:p>
        </p:txBody>
      </p:sp>
      <p:sp>
        <p:nvSpPr>
          <p:cNvPr id="11" name="2. Slide Title">
            <a:extLst>
              <a:ext uri="{FF2B5EF4-FFF2-40B4-BE49-F238E27FC236}">
                <a16:creationId xmlns:a16="http://schemas.microsoft.com/office/drawing/2014/main" id="{A2A8C6A2-26B8-46D0-B6A4-4D8C91B2772E}"/>
              </a:ext>
            </a:extLst>
          </p:cNvPr>
          <p:cNvSpPr>
            <a:spLocks noGrp="1"/>
          </p:cNvSpPr>
          <p:nvPr>
            <p:ph type="title"/>
            <p:custDataLst>
              <p:tags r:id="rId7"/>
            </p:custDataLst>
          </p:nvPr>
        </p:nvSpPr>
        <p:spPr>
          <a:xfrm>
            <a:off x="554736" y="2744369"/>
            <a:ext cx="3465576" cy="769441"/>
          </a:xfrm>
          <a:prstGeom prst="rect">
            <a:avLst/>
          </a:prstGeom>
        </p:spPr>
        <p:txBody>
          <a:bodyPr vert="horz" wrap="square" anchor="b">
            <a:noAutofit/>
          </a:bodyPr>
          <a:lstStyle>
            <a:lvl1pPr algn="l" rtl="0">
              <a:defRPr>
                <a:solidFill>
                  <a:schemeClr val="tx1"/>
                </a:solidFill>
                <a:latin typeface="+mj-lt"/>
                <a:ea typeface="+mj-ea"/>
                <a:cs typeface="+mj-cs"/>
              </a:defRPr>
            </a:lvl1pPr>
          </a:lstStyle>
          <a:p>
            <a:r>
              <a:rPr lang="en-US"/>
              <a:t>Click to edit Master title style</a:t>
            </a:r>
          </a:p>
        </p:txBody>
      </p:sp>
      <p:sp>
        <p:nvSpPr>
          <p:cNvPr id="12" name="3. Subtitle">
            <a:extLst>
              <a:ext uri="{FF2B5EF4-FFF2-40B4-BE49-F238E27FC236}">
                <a16:creationId xmlns:a16="http://schemas.microsoft.com/office/drawing/2014/main" id="{63DE0353-99BC-4322-9D9F-E3C1556B87A4}"/>
              </a:ext>
            </a:extLst>
          </p:cNvPr>
          <p:cNvSpPr>
            <a:spLocks noGrp="1"/>
          </p:cNvSpPr>
          <p:nvPr>
            <p:ph type="subTitle" idx="1"/>
            <p:custDataLst>
              <p:tags r:id="rId8"/>
            </p:custDataLst>
          </p:nvPr>
        </p:nvSpPr>
        <p:spPr>
          <a:xfrm>
            <a:off x="554734" y="3659644"/>
            <a:ext cx="3465576" cy="246221"/>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Tree>
    <p:extLst>
      <p:ext uri="{BB962C8B-B14F-4D97-AF65-F5344CB8AC3E}">
        <p14:creationId xmlns:p14="http://schemas.microsoft.com/office/powerpoint/2010/main" val="1279677116"/>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preserve="1" userDrawn="1">
  <p:cSld name="Reverse Contrast 3/4">
    <p:bg>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B19533A-7C36-4239-BCB1-336E4EF4EA93}"/>
              </a:ext>
            </a:extLst>
          </p:cNvPr>
          <p:cNvGraphicFramePr>
            <a:graphicFrameLocks noChangeAspect="1"/>
          </p:cNvGraphicFramePr>
          <p:nvPr userDrawn="1">
            <p:custDataLst>
              <p:tags r:id="rId1"/>
            </p:custDataLst>
            <p:extLst>
              <p:ext uri="{D42A27DB-BD31-4B8C-83A1-F6EECF244321}">
                <p14:modId xmlns:p14="http://schemas.microsoft.com/office/powerpoint/2010/main" val="95642069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473" imgH="473" progId="TCLayout.ActiveDocument.1">
                  <p:embed/>
                </p:oleObj>
              </mc:Choice>
              <mc:Fallback>
                <p:oleObj name="think-cell Slide" r:id="rId10" imgW="473" imgH="473" progId="TCLayout.ActiveDocument.1">
                  <p:embed/>
                  <p:pic>
                    <p:nvPicPr>
                      <p:cNvPr id="3" name="Object 2" hidden="1">
                        <a:extLst>
                          <a:ext uri="{FF2B5EF4-FFF2-40B4-BE49-F238E27FC236}">
                            <a16:creationId xmlns:a16="http://schemas.microsoft.com/office/drawing/2014/main" id="{3B19533A-7C36-4239-BCB1-336E4EF4EA93}"/>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7" name="Freeform: Shape 6">
            <a:extLst>
              <a:ext uri="{FF2B5EF4-FFF2-40B4-BE49-F238E27FC236}">
                <a16:creationId xmlns:a16="http://schemas.microsoft.com/office/drawing/2014/main" id="{1AB39F08-9DA9-D9E7-D605-5C1396827E39}"/>
              </a:ext>
            </a:extLst>
          </p:cNvPr>
          <p:cNvSpPr/>
          <p:nvPr userDrawn="1">
            <p:custDataLst>
              <p:tags r:id="rId2"/>
            </p:custDataLst>
          </p:nvPr>
        </p:nvSpPr>
        <p:spPr bwMode="ltGray">
          <a:xfrm>
            <a:off x="0" y="0"/>
            <a:ext cx="3410584" cy="6858000"/>
          </a:xfrm>
          <a:custGeom>
            <a:avLst/>
            <a:gdLst>
              <a:gd name="connsiteX0" fmla="*/ 0 w 3410584"/>
              <a:gd name="connsiteY0" fmla="*/ 0 h 6858000"/>
              <a:gd name="connsiteX1" fmla="*/ 3410584 w 3410584"/>
              <a:gd name="connsiteY1" fmla="*/ 0 h 6858000"/>
              <a:gd name="connsiteX2" fmla="*/ 3410584 w 3410584"/>
              <a:gd name="connsiteY2" fmla="*/ 6858000 h 6858000"/>
              <a:gd name="connsiteX3" fmla="*/ 0 w 3410584"/>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410584" h="6858000">
                <a:moveTo>
                  <a:pt x="0" y="0"/>
                </a:moveTo>
                <a:lnTo>
                  <a:pt x="3410584" y="0"/>
                </a:lnTo>
                <a:lnTo>
                  <a:pt x="3410584" y="6858000"/>
                </a:lnTo>
                <a:lnTo>
                  <a:pt x="0" y="6858000"/>
                </a:lnTo>
                <a:close/>
              </a:path>
            </a:pathLst>
          </a:custGeom>
          <a:gradFill>
            <a:gsLst>
              <a:gs pos="0">
                <a:srgbClr val="295479">
                  <a:lumMod val="75000"/>
                </a:srgbClr>
              </a:gs>
              <a:gs pos="100000">
                <a:srgbClr val="00748A"/>
              </a:gs>
            </a:gsLst>
            <a:lin ang="0" scaled="1"/>
          </a:gra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a:solidFill>
                <a:schemeClr val="bg2"/>
              </a:solidFill>
              <a:latin typeface="+mn-lt"/>
              <a:ea typeface="+mn-ea"/>
              <a:cs typeface="+mn-cs"/>
            </a:endParaRPr>
          </a:p>
        </p:txBody>
      </p:sp>
      <p:sp>
        <p:nvSpPr>
          <p:cNvPr id="4" name="Rectangle 3" hidden="1">
            <a:extLst>
              <a:ext uri="{FF2B5EF4-FFF2-40B4-BE49-F238E27FC236}">
                <a16:creationId xmlns:a16="http://schemas.microsoft.com/office/drawing/2014/main" id="{F05418DB-2F6D-4E1E-889F-DE7C7630E9DF}"/>
              </a:ext>
            </a:extLst>
          </p:cNvPr>
          <p:cNvSpPr/>
          <p:nvPr userDrawn="1">
            <p:custDataLst>
              <p:tags r:id="rId3"/>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userDrawn="1">
            <p:custDataLst>
              <p:tags r:id="rId4"/>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marL="0" marR="0" lvl="0" indent="0" algn="r" defTabSz="610744" rtl="0" eaLnBrk="1" fontAlgn="auto" latinLnBrk="0" hangingPunct="1">
              <a:lnSpc>
                <a:spcPct val="100000"/>
              </a:lnSpc>
              <a:spcBef>
                <a:spcPts val="0"/>
              </a:spcBef>
              <a:spcAft>
                <a:spcPts val="0"/>
              </a:spcAft>
              <a:buClrTx/>
              <a:buSzTx/>
              <a:buFontTx/>
              <a:buNone/>
              <a:tabLst/>
              <a:defRPr/>
            </a:pPr>
            <a:fld id="{4ABDCABE-3F10-B64C-92F1-862014417034}" type="slidenum">
              <a:rPr kumimoji="0" lang="en-US" sz="900" b="0" i="0" u="none" strike="noStrike" kern="1200" cap="none" spc="0" normalizeH="0" baseline="0" noProof="0" smtClean="0">
                <a:ln>
                  <a:noFill/>
                </a:ln>
                <a:solidFill>
                  <a:srgbClr val="2C3846"/>
                </a:solidFill>
                <a:effectLst/>
                <a:uLnTx/>
                <a:uFillTx/>
                <a:latin typeface="+mn-lt"/>
                <a:ea typeface="+mn-ea"/>
                <a:cs typeface="+mn-cs"/>
              </a:rPr>
              <a:pPr marL="0" marR="0" lvl="0" indent="0" algn="r" defTabSz="610744" rtl="0" eaLnBrk="1" fontAlgn="auto" latinLnBrk="0" hangingPunct="1">
                <a:lnSpc>
                  <a:spcPct val="100000"/>
                </a:lnSpc>
                <a:spcBef>
                  <a:spcPts val="0"/>
                </a:spcBef>
                <a:spcAft>
                  <a:spcPts val="0"/>
                </a:spcAft>
                <a:buClrTx/>
                <a:buSzTx/>
                <a:buFontTx/>
                <a:buNone/>
                <a:tabLst/>
                <a:defRPr/>
              </a:pPr>
              <a:t>‹#›</a:t>
            </a:fld>
            <a:endParaRPr kumimoji="0" lang="en-US" sz="900" b="0" i="0" u="none" strike="noStrike" kern="1200" cap="none" spc="0" normalizeH="0" baseline="0" noProof="0">
              <a:ln>
                <a:noFill/>
              </a:ln>
              <a:solidFill>
                <a:srgbClr val="2C3846"/>
              </a:solidFill>
              <a:effectLst/>
              <a:uLnTx/>
              <a:uFillTx/>
              <a:latin typeface="+mn-lt"/>
              <a:ea typeface="+mn-ea"/>
              <a:cs typeface="+mn-cs"/>
            </a:endParaRPr>
          </a:p>
        </p:txBody>
      </p:sp>
      <p:sp>
        <p:nvSpPr>
          <p:cNvPr id="19" name="5. Source" hidden="1">
            <a:extLst>
              <a:ext uri="{FF2B5EF4-FFF2-40B4-BE49-F238E27FC236}">
                <a16:creationId xmlns:a16="http://schemas.microsoft.com/office/drawing/2014/main" id="{4F4B7457-0497-46CF-9E9B-69EB8E74CC15}"/>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chemeClr val="tx1"/>
                </a:solidFill>
                <a:effectLst/>
                <a:uLnTx/>
                <a:uFillTx/>
                <a:latin typeface="+mn-lt"/>
                <a:ea typeface="+mn-ea"/>
                <a:cs typeface="+mn-cs"/>
              </a:rPr>
              <a:t>Source: …</a:t>
            </a:r>
          </a:p>
        </p:txBody>
      </p:sp>
      <p:sp>
        <p:nvSpPr>
          <p:cNvPr id="10" name="1. On-page tracker">
            <a:extLst>
              <a:ext uri="{FF2B5EF4-FFF2-40B4-BE49-F238E27FC236}">
                <a16:creationId xmlns:a16="http://schemas.microsoft.com/office/drawing/2014/main" id="{9768EECA-1A03-46B2-B9BB-3C455A3710A4}"/>
              </a:ext>
            </a:extLst>
          </p:cNvPr>
          <p:cNvSpPr>
            <a:spLocks noGrp="1"/>
          </p:cNvSpPr>
          <p:nvPr>
            <p:ph type="body" sz="quarter" idx="10" hasCustomPrompt="1"/>
            <p:custDataLst>
              <p:tags r:id="rId6"/>
            </p:custDataLst>
          </p:nvPr>
        </p:nvSpPr>
        <p:spPr>
          <a:xfrm>
            <a:off x="554735" y="41597"/>
            <a:ext cx="2514600" cy="123111"/>
          </a:xfrm>
          <a:prstGeom prst="rect">
            <a:avLst/>
          </a:prstGeom>
          <a:ln w="6350">
            <a:noFill/>
            <a:miter lim="800000"/>
          </a:ln>
        </p:spPr>
        <p:txBody>
          <a:bodyPr vert="horz" wrap="square" lIns="0" tIns="0" rIns="0" bIns="0" rtlCol="0">
            <a:noAutofit/>
          </a:bodyPr>
          <a:lstStyle>
            <a:lvl1pPr rtl="0">
              <a:defRPr lang="en-US" sz="800" b="0" dirty="0">
                <a:solidFill>
                  <a:schemeClr val="tx1"/>
                </a:solidFill>
                <a:latin typeface="+mn-lt"/>
                <a:ea typeface="+mn-ea"/>
                <a:cs typeface="+mn-cs"/>
              </a:defRPr>
            </a:lvl1pPr>
          </a:lstStyle>
          <a:p>
            <a:pPr lvl="0">
              <a:buNone/>
            </a:pPr>
            <a:r>
              <a:rPr lang="en-US"/>
              <a:t>Add tracker</a:t>
            </a:r>
          </a:p>
        </p:txBody>
      </p:sp>
      <p:sp>
        <p:nvSpPr>
          <p:cNvPr id="11" name="2. Slide Title">
            <a:extLst>
              <a:ext uri="{FF2B5EF4-FFF2-40B4-BE49-F238E27FC236}">
                <a16:creationId xmlns:a16="http://schemas.microsoft.com/office/drawing/2014/main" id="{201E918A-7ADD-4595-9E5C-36C3D305CA4A}"/>
              </a:ext>
            </a:extLst>
          </p:cNvPr>
          <p:cNvSpPr>
            <a:spLocks noGrp="1"/>
          </p:cNvSpPr>
          <p:nvPr>
            <p:ph type="title"/>
            <p:custDataLst>
              <p:tags r:id="rId7"/>
            </p:custDataLst>
          </p:nvPr>
        </p:nvSpPr>
        <p:spPr>
          <a:xfrm>
            <a:off x="554736" y="2744369"/>
            <a:ext cx="2514600" cy="769441"/>
          </a:xfrm>
        </p:spPr>
        <p:txBody>
          <a:bodyPr vert="horz" anchor="b">
            <a:noAutofit/>
          </a:bodyPr>
          <a:lstStyle>
            <a:lvl1pPr rtl="0">
              <a:defRPr>
                <a:solidFill>
                  <a:schemeClr val="tx1"/>
                </a:solidFill>
                <a:latin typeface="+mj-lt"/>
                <a:ea typeface="+mj-ea"/>
                <a:cs typeface="+mj-cs"/>
              </a:defRPr>
            </a:lvl1pPr>
          </a:lstStyle>
          <a:p>
            <a:r>
              <a:rPr lang="en-US"/>
              <a:t>Click to edit Master title</a:t>
            </a:r>
          </a:p>
        </p:txBody>
      </p:sp>
      <p:sp>
        <p:nvSpPr>
          <p:cNvPr id="12" name="3. Subtitle">
            <a:extLst>
              <a:ext uri="{FF2B5EF4-FFF2-40B4-BE49-F238E27FC236}">
                <a16:creationId xmlns:a16="http://schemas.microsoft.com/office/drawing/2014/main" id="{A0895B2F-2F72-4935-BC7F-BEA280D6C542}"/>
              </a:ext>
            </a:extLst>
          </p:cNvPr>
          <p:cNvSpPr>
            <a:spLocks noGrp="1"/>
          </p:cNvSpPr>
          <p:nvPr>
            <p:ph type="subTitle" idx="1"/>
            <p:custDataLst>
              <p:tags r:id="rId8"/>
            </p:custDataLst>
          </p:nvPr>
        </p:nvSpPr>
        <p:spPr>
          <a:xfrm>
            <a:off x="554736" y="3659644"/>
            <a:ext cx="2514600" cy="492443"/>
          </a:xfrm>
          <a:prstGeom prst="rect">
            <a:avLst/>
          </a:prstGeom>
        </p:spPr>
        <p:txBody>
          <a:bodyPr wrap="square">
            <a:spAutoFit/>
          </a:bodyPr>
          <a:lstStyle>
            <a:lvl1pPr marL="0" indent="0" algn="l" rtl="0">
              <a:buNone/>
              <a:defRPr sz="1600" b="0" baseline="0">
                <a:solidFill>
                  <a:schemeClr val="tx1"/>
                </a:solidFill>
                <a:latin typeface="+mn-lt"/>
                <a:ea typeface="+mn-ea"/>
                <a:cs typeface="+mn-cs"/>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Tree>
    <p:extLst>
      <p:ext uri="{BB962C8B-B14F-4D97-AF65-F5344CB8AC3E}">
        <p14:creationId xmlns:p14="http://schemas.microsoft.com/office/powerpoint/2010/main" val="419868118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preserve="1" userDrawn="1">
  <p:cSld name="Contrast 3-lin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937BF69-DBBB-44FA-AA65-8999BD8B4E5F}"/>
              </a:ext>
            </a:extLst>
          </p:cNvPr>
          <p:cNvGraphicFramePr>
            <a:graphicFrameLocks noChangeAspect="1"/>
          </p:cNvGraphicFramePr>
          <p:nvPr userDrawn="1">
            <p:custDataLst>
              <p:tags r:id="rId1"/>
            </p:custDataLst>
            <p:extLst>
              <p:ext uri="{D42A27DB-BD31-4B8C-83A1-F6EECF244321}">
                <p14:modId xmlns:p14="http://schemas.microsoft.com/office/powerpoint/2010/main" val="8255594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3" name="Object 2" hidden="1">
                        <a:extLst>
                          <a:ext uri="{FF2B5EF4-FFF2-40B4-BE49-F238E27FC236}">
                            <a16:creationId xmlns:a16="http://schemas.microsoft.com/office/drawing/2014/main" id="{D937BF69-DBBB-44FA-AA65-8999BD8B4E5F}"/>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0440E0BC-D285-4CB0-BC8F-8E2C57BF2A20}"/>
              </a:ext>
            </a:extLst>
          </p:cNvPr>
          <p:cNvSpPr/>
          <p:nvPr userDrawn="1">
            <p:custDataLst>
              <p:tags r:id="rId2"/>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5" name="Slide Number">
            <a:extLst>
              <a:ext uri="{FF2B5EF4-FFF2-40B4-BE49-F238E27FC236}">
                <a16:creationId xmlns:a16="http://schemas.microsoft.com/office/drawing/2014/main" id="{0AA537C7-2883-43C1-848C-3A4E9645077F}"/>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4" name="2. Slide Title">
            <a:extLst>
              <a:ext uri="{FF2B5EF4-FFF2-40B4-BE49-F238E27FC236}">
                <a16:creationId xmlns:a16="http://schemas.microsoft.com/office/drawing/2014/main" id="{6C3D89FC-A4B9-4683-B64F-B0644150274F}"/>
              </a:ext>
            </a:extLst>
          </p:cNvPr>
          <p:cNvSpPr>
            <a:spLocks noGrp="1"/>
          </p:cNvSpPr>
          <p:nvPr>
            <p:ph type="title"/>
            <p:custDataLst>
              <p:tags r:id="rId4"/>
            </p:custDataLst>
          </p:nvPr>
        </p:nvSpPr>
        <p:spPr>
          <a:xfrm>
            <a:off x="554736" y="944612"/>
            <a:ext cx="11082528" cy="384721"/>
          </a:xfrm>
        </p:spPr>
        <p:txBody>
          <a:bodyPr vert="horz">
            <a:spAutoFit/>
          </a:bodyPr>
          <a:lstStyle>
            <a:lvl1pPr rtl="0">
              <a:defRPr>
                <a:latin typeface="+mj-lt"/>
                <a:ea typeface="+mj-ea"/>
                <a:cs typeface="+mj-cs"/>
              </a:defRPr>
            </a:lvl1pPr>
          </a:lstStyle>
          <a:p>
            <a:r>
              <a:rPr lang="en-US"/>
              <a:t>Click to edit Master title style</a:t>
            </a:r>
          </a:p>
        </p:txBody>
      </p:sp>
      <p:sp>
        <p:nvSpPr>
          <p:cNvPr id="10" name="5. Source" hidden="1">
            <a:extLst>
              <a:ext uri="{FF2B5EF4-FFF2-40B4-BE49-F238E27FC236}">
                <a16:creationId xmlns:a16="http://schemas.microsoft.com/office/drawing/2014/main" id="{67B1A162-B59D-4B89-B39B-FBDD9E751175}"/>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8" name="1. On-page tracker">
            <a:extLst>
              <a:ext uri="{FF2B5EF4-FFF2-40B4-BE49-F238E27FC236}">
                <a16:creationId xmlns:a16="http://schemas.microsoft.com/office/drawing/2014/main" id="{B5C5F547-1B1B-411D-99AF-7DE767A71F19}"/>
              </a:ext>
            </a:extLst>
          </p:cNvPr>
          <p:cNvSpPr>
            <a:spLocks noGrp="1"/>
          </p:cNvSpPr>
          <p:nvPr>
            <p:ph type="body" sz="quarter" idx="10" hasCustomPrompt="1"/>
            <p:custDataLst>
              <p:tags r:id="rId6"/>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48424616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preserve="1" userDrawn="1">
  <p:cSld name="Contrast Custom">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7CD2BF5E-92A7-41C4-93AE-C72274D09CB7}"/>
              </a:ext>
            </a:extLst>
          </p:cNvPr>
          <p:cNvGraphicFramePr>
            <a:graphicFrameLocks noChangeAspect="1"/>
          </p:cNvGraphicFramePr>
          <p:nvPr userDrawn="1">
            <p:custDataLst>
              <p:tags r:id="rId1"/>
            </p:custDataLst>
            <p:extLst>
              <p:ext uri="{D42A27DB-BD31-4B8C-83A1-F6EECF244321}">
                <p14:modId xmlns:p14="http://schemas.microsoft.com/office/powerpoint/2010/main" val="216855930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592" imgH="591" progId="TCLayout.ActiveDocument.1">
                  <p:embed/>
                </p:oleObj>
              </mc:Choice>
              <mc:Fallback>
                <p:oleObj name="think-cell Slide" r:id="rId6" imgW="592" imgH="591" progId="TCLayout.ActiveDocument.1">
                  <p:embed/>
                  <p:pic>
                    <p:nvPicPr>
                      <p:cNvPr id="2" name="Object 1" hidden="1">
                        <a:extLst>
                          <a:ext uri="{FF2B5EF4-FFF2-40B4-BE49-F238E27FC236}">
                            <a16:creationId xmlns:a16="http://schemas.microsoft.com/office/drawing/2014/main" id="{7CD2BF5E-92A7-41C4-93AE-C72274D09CB7}"/>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5" name="Slide Number">
            <a:extLst>
              <a:ext uri="{FF2B5EF4-FFF2-40B4-BE49-F238E27FC236}">
                <a16:creationId xmlns:a16="http://schemas.microsoft.com/office/drawing/2014/main" id="{4833D5AF-2A75-4978-AA54-00BA594BBA72}"/>
              </a:ext>
            </a:extLst>
          </p:cNvPr>
          <p:cNvSpPr>
            <a:spLocks noChangeArrowheads="1"/>
          </p:cNvSpPr>
          <p:nvPr userDrawn="1">
            <p:custDataLst>
              <p:tags r:id="rId2"/>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6" name="5. Source" hidden="1">
            <a:extLst>
              <a:ext uri="{FF2B5EF4-FFF2-40B4-BE49-F238E27FC236}">
                <a16:creationId xmlns:a16="http://schemas.microsoft.com/office/drawing/2014/main" id="{48684DB6-320C-4E95-A29C-791B412C8164}"/>
              </a:ext>
            </a:extLst>
          </p:cNvPr>
          <p:cNvSpPr txBox="1"/>
          <p:nvPr userDrawn="1">
            <p:custDataLst>
              <p:tags r:id="rId3"/>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
        <p:nvSpPr>
          <p:cNvPr id="7" name="1. On-page tracker">
            <a:extLst>
              <a:ext uri="{FF2B5EF4-FFF2-40B4-BE49-F238E27FC236}">
                <a16:creationId xmlns:a16="http://schemas.microsoft.com/office/drawing/2014/main" id="{E9E206AB-587F-4AC2-9EF7-AA339899F4BB}"/>
              </a:ext>
            </a:extLst>
          </p:cNvPr>
          <p:cNvSpPr>
            <a:spLocks noGrp="1"/>
          </p:cNvSpPr>
          <p:nvPr>
            <p:ph type="body" sz="quarter" idx="10" hasCustomPrompt="1"/>
            <p:custDataLst>
              <p:tags r:id="rId4"/>
            </p:custDataLst>
          </p:nvPr>
        </p:nvSpPr>
        <p:spPr>
          <a:xfrm>
            <a:off x="554735" y="41597"/>
            <a:ext cx="3843338" cy="123111"/>
          </a:xfrm>
          <a:prstGeom prst="rect">
            <a:avLst/>
          </a:prstGeom>
          <a:ln w="6350">
            <a:noFill/>
            <a:miter lim="800000"/>
          </a:ln>
        </p:spPr>
        <p:txBody>
          <a:bodyPr vert="horz" wrap="square" lIns="0" tIns="0" rIns="0" bIns="0" rtlCol="0">
            <a:spAutoFit/>
          </a:bodyPr>
          <a:lstStyle>
            <a:lvl1pPr rtl="0">
              <a:defRPr lang="en-US" sz="800" b="0" dirty="0">
                <a:latin typeface="+mn-lt"/>
                <a:ea typeface="+mn-ea"/>
                <a:cs typeface="+mn-cs"/>
              </a:defRPr>
            </a:lvl1pPr>
          </a:lstStyle>
          <a:p>
            <a:pPr lvl="0">
              <a:buNone/>
            </a:pPr>
            <a:r>
              <a:rPr lang="en-US"/>
              <a:t>Add tracker</a:t>
            </a:r>
          </a:p>
        </p:txBody>
      </p:sp>
    </p:spTree>
    <p:extLst>
      <p:ext uri="{BB962C8B-B14F-4D97-AF65-F5344CB8AC3E}">
        <p14:creationId xmlns:p14="http://schemas.microsoft.com/office/powerpoint/2010/main" val="148691556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preserve="1" userDrawn="1">
  <p:cSld name="Contrast End">
    <p:bg>
      <p:bgPr>
        <a:gradFill>
          <a:gsLst>
            <a:gs pos="0">
              <a:srgbClr val="295479">
                <a:lumMod val="75000"/>
              </a:srgb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DA9CF6F9-3F22-4C1D-8F1F-9500FF412228}"/>
              </a:ext>
            </a:extLst>
          </p:cNvPr>
          <p:cNvGraphicFramePr>
            <a:graphicFrameLocks noChangeAspect="1"/>
          </p:cNvGraphicFramePr>
          <p:nvPr userDrawn="1">
            <p:custDataLst>
              <p:tags r:id="rId1"/>
            </p:custDataLst>
            <p:extLst>
              <p:ext uri="{D42A27DB-BD31-4B8C-83A1-F6EECF244321}">
                <p14:modId xmlns:p14="http://schemas.microsoft.com/office/powerpoint/2010/main" val="211120662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92" imgH="591" progId="TCLayout.ActiveDocument.1">
                  <p:embed/>
                </p:oleObj>
              </mc:Choice>
              <mc:Fallback>
                <p:oleObj name="think-cell Slide" r:id="rId4" imgW="592" imgH="591" progId="TCLayout.ActiveDocument.1">
                  <p:embed/>
                  <p:pic>
                    <p:nvPicPr>
                      <p:cNvPr id="2" name="Object 1" hidden="1">
                        <a:extLst>
                          <a:ext uri="{FF2B5EF4-FFF2-40B4-BE49-F238E27FC236}">
                            <a16:creationId xmlns:a16="http://schemas.microsoft.com/office/drawing/2014/main" id="{DA9CF6F9-3F22-4C1D-8F1F-9500FF41222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0" name="5. Source" hidden="1">
            <a:extLst>
              <a:ext uri="{FF2B5EF4-FFF2-40B4-BE49-F238E27FC236}">
                <a16:creationId xmlns:a16="http://schemas.microsoft.com/office/drawing/2014/main" id="{EED9D83D-9CC3-45F3-876D-CC42BC0B70E0}"/>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rtl="0"/>
            <a:r>
              <a:rPr lang="en-US" sz="800">
                <a:latin typeface="+mn-lt"/>
                <a:ea typeface="+mn-ea"/>
                <a:cs typeface="+mn-cs"/>
              </a:rPr>
              <a:t>Source: …</a:t>
            </a:r>
          </a:p>
        </p:txBody>
      </p:sp>
    </p:spTree>
    <p:extLst>
      <p:ext uri="{BB962C8B-B14F-4D97-AF65-F5344CB8AC3E}">
        <p14:creationId xmlns:p14="http://schemas.microsoft.com/office/powerpoint/2010/main" val="204471973"/>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8E6524-E5BE-7A8A-586C-E137ED8CFE91}"/>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D1E1ED83-7606-CFAB-9527-A552CC12D06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69A1180B-B245-6D0F-7FAB-E1757F10FF72}"/>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5" name="Footer Placeholder 4">
            <a:extLst>
              <a:ext uri="{FF2B5EF4-FFF2-40B4-BE49-F238E27FC236}">
                <a16:creationId xmlns:a16="http://schemas.microsoft.com/office/drawing/2014/main" id="{23D5D2AD-B271-455B-7E8D-9FCFAE801E57}"/>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565723844"/>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758180-6382-8065-3743-85421248414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46EF9D0-9F5F-4FF6-8458-9D615EF43D7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4D81400-FF8B-8AFC-02DF-3B36EC72FF83}"/>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5" name="Footer Placeholder 4">
            <a:extLst>
              <a:ext uri="{FF2B5EF4-FFF2-40B4-BE49-F238E27FC236}">
                <a16:creationId xmlns:a16="http://schemas.microsoft.com/office/drawing/2014/main" id="{6C59DC64-568B-4283-E147-502C4AE5B4F1}"/>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6975724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767E30-AA18-6D32-0600-7E048E0ADEE1}"/>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633D324D-8549-B59D-1CCF-AEAE84D5D2A6}"/>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B93A6BD-3C27-BAB5-04C9-B56805061C3B}"/>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5" name="Footer Placeholder 4">
            <a:extLst>
              <a:ext uri="{FF2B5EF4-FFF2-40B4-BE49-F238E27FC236}">
                <a16:creationId xmlns:a16="http://schemas.microsoft.com/office/drawing/2014/main" id="{28C37F35-070B-ECEB-6677-2F62FB24F07C}"/>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3416210002"/>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55EE73-3E40-9633-2C15-CE1F054C0DE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C1A0924-7142-DD90-7EA3-46A8535F4BC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AD1F783-9777-57E5-E07F-C8F42D0C8A65}"/>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596C05CC-8530-1D3C-B048-BDF7E569497B}"/>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6" name="Footer Placeholder 5">
            <a:extLst>
              <a:ext uri="{FF2B5EF4-FFF2-40B4-BE49-F238E27FC236}">
                <a16:creationId xmlns:a16="http://schemas.microsoft.com/office/drawing/2014/main" id="{31C81EF2-0D9A-005F-0C23-541822182567}"/>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2995428719"/>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4F10F6-90B7-7CED-F9A5-2676141A1A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8C1B52D1-197D-B9AE-3FC7-EA7B12CFF24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62719E9-7730-CC65-D788-7D9AB6BF71FA}"/>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5F94208-BA9E-7C96-56FD-EBCE34CE3AF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CC3F8C4-87D3-9C94-5807-8AA76D46E062}"/>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7BF399FC-C43E-E32A-9D39-E3B4BD5C8F17}"/>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8" name="Footer Placeholder 7">
            <a:extLst>
              <a:ext uri="{FF2B5EF4-FFF2-40B4-BE49-F238E27FC236}">
                <a16:creationId xmlns:a16="http://schemas.microsoft.com/office/drawing/2014/main" id="{03F866B9-8EE6-4D4F-5277-C9A6F7B290DD}"/>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98024807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617B37-FE61-92C3-A0C1-5501E1E16E3F}"/>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5C1CAE74-C933-4DAE-82DD-CDC774CA5765}"/>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4" name="Footer Placeholder 3">
            <a:extLst>
              <a:ext uri="{FF2B5EF4-FFF2-40B4-BE49-F238E27FC236}">
                <a16:creationId xmlns:a16="http://schemas.microsoft.com/office/drawing/2014/main" id="{3B97E2E1-30CD-8B75-5C4A-ED9E4AD164F5}"/>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617725589"/>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E827457-CF9D-BD66-F1F6-307DEB727CF9}"/>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3" name="Footer Placeholder 2">
            <a:extLst>
              <a:ext uri="{FF2B5EF4-FFF2-40B4-BE49-F238E27FC236}">
                <a16:creationId xmlns:a16="http://schemas.microsoft.com/office/drawing/2014/main" id="{E6A00432-C3EE-C949-B685-67317460F49C}"/>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3151913714"/>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EB42F2-C4F9-BC04-FDE9-557B626B23F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222D2D8E-A05B-1636-11E5-54472443AA9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13ACBE0F-3C77-33D2-C5B9-E2A78672427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516C5B5-8D70-B5BF-D951-010B20022F1F}"/>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6" name="Footer Placeholder 5">
            <a:extLst>
              <a:ext uri="{FF2B5EF4-FFF2-40B4-BE49-F238E27FC236}">
                <a16:creationId xmlns:a16="http://schemas.microsoft.com/office/drawing/2014/main" id="{794C531C-2475-3845-1C13-AF60AE8C30CD}"/>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3567366664"/>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BA7A54-6C4E-3F42-0264-E4D688801CE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9A05B65A-BDEA-9E73-877F-4C2DE80A7EA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4E5CB26-B619-784F-FF1C-9D594A785BA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A388AF7-83E1-3795-AFC4-210116E60889}"/>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6" name="Footer Placeholder 5">
            <a:extLst>
              <a:ext uri="{FF2B5EF4-FFF2-40B4-BE49-F238E27FC236}">
                <a16:creationId xmlns:a16="http://schemas.microsoft.com/office/drawing/2014/main" id="{5162327B-25FC-C9D3-4592-C1D140EE8FA6}"/>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2982850363"/>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D33B6-4F7E-6097-8B2D-B652FABC3ED3}"/>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79ACB570-100F-8F7F-720F-A7572355432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CB61A14-D494-66B9-955A-FA8CFA26DCE0}"/>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5" name="Footer Placeholder 4">
            <a:extLst>
              <a:ext uri="{FF2B5EF4-FFF2-40B4-BE49-F238E27FC236}">
                <a16:creationId xmlns:a16="http://schemas.microsoft.com/office/drawing/2014/main" id="{1810FC66-6311-CA83-534A-92F1B7B74960}"/>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1198593809"/>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E6FA18CF-7246-93E5-1F07-A7108A39B791}"/>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177584A8-3896-44C0-F05A-CC3039F6BFC7}"/>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9FE9B71-211E-9663-8670-29841732E2AF}"/>
              </a:ext>
            </a:extLst>
          </p:cNvPr>
          <p:cNvSpPr>
            <a:spLocks noGrp="1"/>
          </p:cNvSpPr>
          <p:nvPr>
            <p:ph type="dt" sz="half" idx="10"/>
          </p:nvPr>
        </p:nvSpPr>
        <p:spPr/>
        <p:txBody>
          <a:bodyPr/>
          <a:lstStyle/>
          <a:p>
            <a:fld id="{A74E9F3B-3CC3-431B-A311-8206659BED22}" type="datetimeFigureOut">
              <a:rPr lang="en-US" smtClean="0"/>
              <a:t>11/29/2025</a:t>
            </a:fld>
            <a:endParaRPr lang="en-US"/>
          </a:p>
        </p:txBody>
      </p:sp>
      <p:sp>
        <p:nvSpPr>
          <p:cNvPr id="5" name="Footer Placeholder 4">
            <a:extLst>
              <a:ext uri="{FF2B5EF4-FFF2-40B4-BE49-F238E27FC236}">
                <a16:creationId xmlns:a16="http://schemas.microsoft.com/office/drawing/2014/main" id="{46C9D252-5469-B5A0-EB84-B8665998C6F4}"/>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3219879093"/>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p:cNvGraphicFramePr>
          <p:nvPr userDrawn="1">
            <p:custDataLst>
              <p:tags r:id="rId1"/>
            </p:custDataLst>
            <p:extLst>
              <p:ext uri="{D42A27DB-BD31-4B8C-83A1-F6EECF244321}">
                <p14:modId xmlns:p14="http://schemas.microsoft.com/office/powerpoint/2010/main" val="84774378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3"/>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b="0" baseline="0" dirty="0"/>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4"/>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5"/>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rtl="0">
              <a:defRPr lang="en-US" sz="800" b="0" dirty="0"/>
            </a:lvl1pPr>
          </a:lstStyle>
          <a:p>
            <a:pPr lvl="0">
              <a:buNone/>
            </a:pPr>
            <a:r>
              <a:rPr lang="en-US"/>
              <a:t>Add tracker</a:t>
            </a:r>
          </a:p>
        </p:txBody>
      </p:sp>
      <p:sp>
        <p:nvSpPr>
          <p:cNvPr id="10" name="2. Slide Title">
            <a:extLst>
              <a:ext uri="{FF2B5EF4-FFF2-40B4-BE49-F238E27FC236}">
                <a16:creationId xmlns:a16="http://schemas.microsoft.com/office/drawing/2014/main" id="{8326FFD0-8389-4032-AAB8-00C262CAF746}"/>
              </a:ext>
            </a:extLst>
          </p:cNvPr>
          <p:cNvSpPr>
            <a:spLocks noGrp="1"/>
          </p:cNvSpPr>
          <p:nvPr>
            <p:ph type="title"/>
            <p:custDataLst>
              <p:tags r:id="rId6"/>
            </p:custDataLst>
          </p:nvPr>
        </p:nvSpPr>
        <p:spPr>
          <a:xfrm>
            <a:off x="554736" y="172212"/>
            <a:ext cx="11082528" cy="731520"/>
          </a:xfrm>
          <a:prstGeom prst="rect">
            <a:avLst/>
          </a:prstGeom>
        </p:spPr>
        <p:txBody>
          <a:bodyPr vert="horz" wrap="square" lIns="0" tIns="0" rIns="0" bIns="0" rtlCol="0" anchor="b" anchorCtr="0">
            <a:noAutofit/>
          </a:bodyPr>
          <a:lstStyle>
            <a:lvl1pPr rtl="0">
              <a:defRPr lang="en-US" dirty="0"/>
            </a:lvl1pPr>
          </a:lstStyle>
          <a:p>
            <a:pPr lvl="0"/>
            <a:r>
              <a:rPr lang="en-US"/>
              <a:t>Click to edit Master title style</a:t>
            </a:r>
          </a:p>
        </p:txBody>
      </p:sp>
    </p:spTree>
    <p:extLst>
      <p:ext uri="{BB962C8B-B14F-4D97-AF65-F5344CB8AC3E}">
        <p14:creationId xmlns:p14="http://schemas.microsoft.com/office/powerpoint/2010/main" val="231916545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Content Slide Light">
    <p:spTree>
      <p:nvGrpSpPr>
        <p:cNvPr id="1" name=""/>
        <p:cNvGrpSpPr/>
        <p:nvPr/>
      </p:nvGrpSpPr>
      <p:grpSpPr>
        <a:xfrm>
          <a:off x="0" y="0"/>
          <a:ext cx="0" cy="0"/>
          <a:chOff x="0" y="0"/>
          <a:chExt cx="0" cy="0"/>
        </a:xfrm>
      </p:grpSpPr>
    </p:spTree>
    <p:extLst>
      <p:ext uri="{BB962C8B-B14F-4D97-AF65-F5344CB8AC3E}">
        <p14:creationId xmlns:p14="http://schemas.microsoft.com/office/powerpoint/2010/main" val="41604662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182.xml><?xml version="1.0" encoding="utf-8"?>
<p:sldLayout xmlns:a="http://schemas.openxmlformats.org/drawingml/2006/main" xmlns:r="http://schemas.openxmlformats.org/officeDocument/2006/relationships" xmlns:p="http://schemas.openxmlformats.org/presentationml/2006/main" userDrawn="1">
  <p:cSld name="Contrast Defaul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D01440F-CB45-4B1E-BF2B-97953CB35508}"/>
              </a:ext>
            </a:extLst>
          </p:cNvPr>
          <p:cNvGraphicFramePr>
            <a:graphicFrameLocks/>
          </p:cNvGraphicFramePr>
          <p:nvPr userDrawn="1">
            <p:custDataLst>
              <p:tags r:id="rId1"/>
            </p:custDataLst>
            <p:extLst>
              <p:ext uri="{D42A27DB-BD31-4B8C-83A1-F6EECF244321}">
                <p14:modId xmlns:p14="http://schemas.microsoft.com/office/powerpoint/2010/main" val="221509547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3" imgH="416" progId="TCLayout.ActiveDocument.1">
                  <p:embed/>
                </p:oleObj>
              </mc:Choice>
              <mc:Fallback>
                <p:oleObj name="think-cell Slide" r:id="rId8" imgW="413" imgH="416" progId="TCLayout.ActiveDocument.1">
                  <p:embed/>
                  <p:pic>
                    <p:nvPicPr>
                      <p:cNvPr id="3" name="Object 2" hidden="1">
                        <a:extLst>
                          <a:ext uri="{FF2B5EF4-FFF2-40B4-BE49-F238E27FC236}">
                            <a16:creationId xmlns:a16="http://schemas.microsoft.com/office/drawing/2014/main" id="{6D01440F-CB45-4B1E-BF2B-97953CB35508}"/>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ED3A330D-704F-4050-81F6-50A136E78604}"/>
              </a:ext>
            </a:extLst>
          </p:cNvPr>
          <p:cNvSpPr/>
          <p:nvPr userDrawn="1">
            <p:custDataLst>
              <p:tags r:id="rId2"/>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3" name="2. Slide Title">
            <a:extLst>
              <a:ext uri="{FF2B5EF4-FFF2-40B4-BE49-F238E27FC236}">
                <a16:creationId xmlns:a16="http://schemas.microsoft.com/office/drawing/2014/main" id="{5C829ED6-90BF-4B02-AD53-C2B66EC5467C}"/>
              </a:ext>
            </a:extLst>
          </p:cNvPr>
          <p:cNvSpPr>
            <a:spLocks noGrp="1"/>
          </p:cNvSpPr>
          <p:nvPr>
            <p:ph type="title"/>
            <p:custDataLst>
              <p:tags r:id="rId3"/>
            </p:custDataLst>
          </p:nvPr>
        </p:nvSpPr>
        <p:spPr>
          <a:xfrm>
            <a:off x="554736" y="172212"/>
            <a:ext cx="11082528" cy="731520"/>
          </a:xfrm>
        </p:spPr>
        <p:txBody>
          <a:bodyPr vert="horz" wrap="square" lIns="0" tIns="0" rIns="0" bIns="0" rtlCol="0" anchor="b" anchorCtr="0">
            <a:noAutofit/>
          </a:bodyPr>
          <a:lstStyle>
            <a:lvl1pPr>
              <a:defRPr lang="en-US" dirty="0"/>
            </a:lvl1pPr>
          </a:lstStyle>
          <a:p>
            <a:pPr lvl="0"/>
            <a:r>
              <a:rPr lang="en-US"/>
              <a:t>Click to edit Master title style</a:t>
            </a:r>
          </a:p>
        </p:txBody>
      </p:sp>
      <p:sp>
        <p:nvSpPr>
          <p:cNvPr id="12" name="3. Subtitle">
            <a:extLst>
              <a:ext uri="{FF2B5EF4-FFF2-40B4-BE49-F238E27FC236}">
                <a16:creationId xmlns:a16="http://schemas.microsoft.com/office/drawing/2014/main" id="{0F8ABF34-9C24-45F4-B9AE-EDBE37FAC548}"/>
              </a:ext>
            </a:extLst>
          </p:cNvPr>
          <p:cNvSpPr>
            <a:spLocks noGrp="1"/>
          </p:cNvSpPr>
          <p:nvPr>
            <p:ph type="subTitle" idx="1"/>
            <p:custDataLst>
              <p:tags r:id="rId4"/>
            </p:custDataLst>
          </p:nvPr>
        </p:nvSpPr>
        <p:spPr>
          <a:xfrm>
            <a:off x="554736" y="919250"/>
            <a:ext cx="11082528" cy="24622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b="0" baseline="0" dirty="0"/>
            </a:lvl1pPr>
          </a:lstStyle>
          <a:p>
            <a:pPr lvl="0"/>
            <a:r>
              <a:rPr lang="en-US"/>
              <a:t>Click to edit Master subtitle style</a:t>
            </a:r>
          </a:p>
        </p:txBody>
      </p:sp>
      <p:sp>
        <p:nvSpPr>
          <p:cNvPr id="9" name="5. Source" hidden="1">
            <a:extLst>
              <a:ext uri="{FF2B5EF4-FFF2-40B4-BE49-F238E27FC236}">
                <a16:creationId xmlns:a16="http://schemas.microsoft.com/office/drawing/2014/main" id="{0CC39C66-1ED1-4BBF-87FB-6C74C9A461BE}"/>
              </a:ext>
            </a:extLst>
          </p:cNvPr>
          <p:cNvSpPr txBox="1"/>
          <p:nvPr userDrawn="1">
            <p:custDataLst>
              <p:tags r:id="rId5"/>
            </p:custDataLst>
          </p:nvPr>
        </p:nvSpPr>
        <p:spPr>
          <a:xfrm>
            <a:off x="554735" y="6501669"/>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r>
              <a:rPr lang="en-US"/>
              <a:t>Source: …</a:t>
            </a:r>
          </a:p>
        </p:txBody>
      </p:sp>
      <p:sp>
        <p:nvSpPr>
          <p:cNvPr id="11" name="1. On-page tracker">
            <a:extLst>
              <a:ext uri="{FF2B5EF4-FFF2-40B4-BE49-F238E27FC236}">
                <a16:creationId xmlns:a16="http://schemas.microsoft.com/office/drawing/2014/main" id="{0364ABB4-AE33-4DE9-A20C-DBDBFEC0CA11}"/>
              </a:ext>
            </a:extLst>
          </p:cNvPr>
          <p:cNvSpPr>
            <a:spLocks noGrp="1"/>
          </p:cNvSpPr>
          <p:nvPr>
            <p:ph type="body" sz="quarter" idx="10" hasCustomPrompt="1"/>
            <p:custDataLst>
              <p:tags r:id="rId6"/>
            </p:custDataLst>
          </p:nvPr>
        </p:nvSpPr>
        <p:spPr>
          <a:xfrm>
            <a:off x="554735" y="41597"/>
            <a:ext cx="3843338" cy="123111"/>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800" b="0" dirty="0"/>
            </a:lvl1pPr>
          </a:lstStyle>
          <a:p>
            <a:pPr lvl="0">
              <a:buNone/>
            </a:pPr>
            <a:r>
              <a:rPr lang="en-US"/>
              <a:t>Add tracker</a:t>
            </a:r>
          </a:p>
        </p:txBody>
      </p:sp>
    </p:spTree>
    <p:extLst>
      <p:ext uri="{BB962C8B-B14F-4D97-AF65-F5344CB8AC3E}">
        <p14:creationId xmlns:p14="http://schemas.microsoft.com/office/powerpoint/2010/main" val="26278538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oleObject" Target="../embeddings/oleObject1.bin"/><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ags" Target="../tags/tag2.xml"/><Relationship Id="rId2" Type="http://schemas.openxmlformats.org/officeDocument/2006/relationships/slideLayout" Target="../slideLayouts/slideLayout2.xml"/><Relationship Id="rId16" Type="http://schemas.openxmlformats.org/officeDocument/2006/relationships/theme" Target="../theme/theme1.xml"/><Relationship Id="rId20" Type="http://schemas.openxmlformats.org/officeDocument/2006/relationships/image" Target="../media/image2.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1.emf"/><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28.xml"/><Relationship Id="rId18" Type="http://schemas.openxmlformats.org/officeDocument/2006/relationships/slideLayout" Target="../slideLayouts/slideLayout33.xml"/><Relationship Id="rId26" Type="http://schemas.openxmlformats.org/officeDocument/2006/relationships/tags" Target="../tags/tag27.xml"/><Relationship Id="rId39" Type="http://schemas.openxmlformats.org/officeDocument/2006/relationships/tags" Target="../tags/tag40.xml"/><Relationship Id="rId21" Type="http://schemas.openxmlformats.org/officeDocument/2006/relationships/tags" Target="../tags/tag22.xml"/><Relationship Id="rId34" Type="http://schemas.openxmlformats.org/officeDocument/2006/relationships/tags" Target="../tags/tag35.xml"/><Relationship Id="rId42" Type="http://schemas.openxmlformats.org/officeDocument/2006/relationships/image" Target="../media/image3.emf"/><Relationship Id="rId7" Type="http://schemas.openxmlformats.org/officeDocument/2006/relationships/slideLayout" Target="../slideLayouts/slideLayout22.xml"/><Relationship Id="rId2" Type="http://schemas.openxmlformats.org/officeDocument/2006/relationships/slideLayout" Target="../slideLayouts/slideLayout17.xml"/><Relationship Id="rId16" Type="http://schemas.openxmlformats.org/officeDocument/2006/relationships/slideLayout" Target="../slideLayouts/slideLayout31.xml"/><Relationship Id="rId20" Type="http://schemas.openxmlformats.org/officeDocument/2006/relationships/theme" Target="../theme/theme2.xml"/><Relationship Id="rId29" Type="http://schemas.openxmlformats.org/officeDocument/2006/relationships/tags" Target="../tags/tag30.xml"/><Relationship Id="rId41" Type="http://schemas.openxmlformats.org/officeDocument/2006/relationships/oleObject" Target="../embeddings/oleObject5.bin"/><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24" Type="http://schemas.openxmlformats.org/officeDocument/2006/relationships/tags" Target="../tags/tag25.xml"/><Relationship Id="rId32" Type="http://schemas.openxmlformats.org/officeDocument/2006/relationships/tags" Target="../tags/tag33.xml"/><Relationship Id="rId37" Type="http://schemas.openxmlformats.org/officeDocument/2006/relationships/tags" Target="../tags/tag38.xml"/><Relationship Id="rId40" Type="http://schemas.openxmlformats.org/officeDocument/2006/relationships/tags" Target="../tags/tag41.xml"/><Relationship Id="rId5" Type="http://schemas.openxmlformats.org/officeDocument/2006/relationships/slideLayout" Target="../slideLayouts/slideLayout20.xml"/><Relationship Id="rId15" Type="http://schemas.openxmlformats.org/officeDocument/2006/relationships/slideLayout" Target="../slideLayouts/slideLayout30.xml"/><Relationship Id="rId23" Type="http://schemas.openxmlformats.org/officeDocument/2006/relationships/tags" Target="../tags/tag24.xml"/><Relationship Id="rId28" Type="http://schemas.openxmlformats.org/officeDocument/2006/relationships/tags" Target="../tags/tag29.xml"/><Relationship Id="rId36" Type="http://schemas.openxmlformats.org/officeDocument/2006/relationships/tags" Target="../tags/tag37.xml"/><Relationship Id="rId10" Type="http://schemas.openxmlformats.org/officeDocument/2006/relationships/slideLayout" Target="../slideLayouts/slideLayout25.xml"/><Relationship Id="rId19" Type="http://schemas.openxmlformats.org/officeDocument/2006/relationships/slideLayout" Target="../slideLayouts/slideLayout34.xml"/><Relationship Id="rId31" Type="http://schemas.openxmlformats.org/officeDocument/2006/relationships/tags" Target="../tags/tag32.xml"/><Relationship Id="rId44" Type="http://schemas.openxmlformats.org/officeDocument/2006/relationships/image" Target="../media/image2.png"/><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slideLayout" Target="../slideLayouts/slideLayout29.xml"/><Relationship Id="rId22" Type="http://schemas.openxmlformats.org/officeDocument/2006/relationships/tags" Target="../tags/tag23.xml"/><Relationship Id="rId27" Type="http://schemas.openxmlformats.org/officeDocument/2006/relationships/tags" Target="../tags/tag28.xml"/><Relationship Id="rId30" Type="http://schemas.openxmlformats.org/officeDocument/2006/relationships/tags" Target="../tags/tag31.xml"/><Relationship Id="rId35" Type="http://schemas.openxmlformats.org/officeDocument/2006/relationships/tags" Target="../tags/tag36.xml"/><Relationship Id="rId43" Type="http://schemas.openxmlformats.org/officeDocument/2006/relationships/image" Target="../media/image4.png"/><Relationship Id="rId8" Type="http://schemas.openxmlformats.org/officeDocument/2006/relationships/slideLayout" Target="../slideLayouts/slideLayout23.xml"/><Relationship Id="rId3" Type="http://schemas.openxmlformats.org/officeDocument/2006/relationships/slideLayout" Target="../slideLayouts/slideLayout18.xml"/><Relationship Id="rId12" Type="http://schemas.openxmlformats.org/officeDocument/2006/relationships/slideLayout" Target="../slideLayouts/slideLayout27.xml"/><Relationship Id="rId17" Type="http://schemas.openxmlformats.org/officeDocument/2006/relationships/slideLayout" Target="../slideLayouts/slideLayout32.xml"/><Relationship Id="rId25" Type="http://schemas.openxmlformats.org/officeDocument/2006/relationships/tags" Target="../tags/tag26.xml"/><Relationship Id="rId33" Type="http://schemas.openxmlformats.org/officeDocument/2006/relationships/tags" Target="../tags/tag34.xml"/><Relationship Id="rId38" Type="http://schemas.openxmlformats.org/officeDocument/2006/relationships/tags" Target="../tags/tag39.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47.xml"/><Relationship Id="rId18" Type="http://schemas.openxmlformats.org/officeDocument/2006/relationships/theme" Target="../theme/theme3.xml"/><Relationship Id="rId26" Type="http://schemas.openxmlformats.org/officeDocument/2006/relationships/tags" Target="../tags/tag144.xml"/><Relationship Id="rId39" Type="http://schemas.openxmlformats.org/officeDocument/2006/relationships/oleObject" Target="../embeddings/oleObject12.bin"/><Relationship Id="rId21" Type="http://schemas.openxmlformats.org/officeDocument/2006/relationships/tags" Target="../tags/tag139.xml"/><Relationship Id="rId34" Type="http://schemas.openxmlformats.org/officeDocument/2006/relationships/tags" Target="../tags/tag152.xml"/><Relationship Id="rId42" Type="http://schemas.openxmlformats.org/officeDocument/2006/relationships/image" Target="../media/image2.png"/><Relationship Id="rId7" Type="http://schemas.openxmlformats.org/officeDocument/2006/relationships/slideLayout" Target="../slideLayouts/slideLayout41.xml"/><Relationship Id="rId2" Type="http://schemas.openxmlformats.org/officeDocument/2006/relationships/slideLayout" Target="../slideLayouts/slideLayout36.xml"/><Relationship Id="rId16" Type="http://schemas.openxmlformats.org/officeDocument/2006/relationships/slideLayout" Target="../slideLayouts/slideLayout50.xml"/><Relationship Id="rId20" Type="http://schemas.openxmlformats.org/officeDocument/2006/relationships/tags" Target="../tags/tag138.xml"/><Relationship Id="rId29" Type="http://schemas.openxmlformats.org/officeDocument/2006/relationships/tags" Target="../tags/tag147.xml"/><Relationship Id="rId41" Type="http://schemas.openxmlformats.org/officeDocument/2006/relationships/image" Target="../media/image4.png"/><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24" Type="http://schemas.openxmlformats.org/officeDocument/2006/relationships/tags" Target="../tags/tag142.xml"/><Relationship Id="rId32" Type="http://schemas.openxmlformats.org/officeDocument/2006/relationships/tags" Target="../tags/tag150.xml"/><Relationship Id="rId37" Type="http://schemas.openxmlformats.org/officeDocument/2006/relationships/tags" Target="../tags/tag155.xml"/><Relationship Id="rId40" Type="http://schemas.openxmlformats.org/officeDocument/2006/relationships/image" Target="../media/image3.emf"/><Relationship Id="rId5" Type="http://schemas.openxmlformats.org/officeDocument/2006/relationships/slideLayout" Target="../slideLayouts/slideLayout39.xml"/><Relationship Id="rId15" Type="http://schemas.openxmlformats.org/officeDocument/2006/relationships/slideLayout" Target="../slideLayouts/slideLayout49.xml"/><Relationship Id="rId23" Type="http://schemas.openxmlformats.org/officeDocument/2006/relationships/tags" Target="../tags/tag141.xml"/><Relationship Id="rId28" Type="http://schemas.openxmlformats.org/officeDocument/2006/relationships/tags" Target="../tags/tag146.xml"/><Relationship Id="rId36" Type="http://schemas.openxmlformats.org/officeDocument/2006/relationships/tags" Target="../tags/tag154.xml"/><Relationship Id="rId10" Type="http://schemas.openxmlformats.org/officeDocument/2006/relationships/slideLayout" Target="../slideLayouts/slideLayout44.xml"/><Relationship Id="rId19" Type="http://schemas.openxmlformats.org/officeDocument/2006/relationships/tags" Target="../tags/tag137.xml"/><Relationship Id="rId31" Type="http://schemas.openxmlformats.org/officeDocument/2006/relationships/tags" Target="../tags/tag149.xml"/><Relationship Id="rId4" Type="http://schemas.openxmlformats.org/officeDocument/2006/relationships/slideLayout" Target="../slideLayouts/slideLayout38.xml"/><Relationship Id="rId9" Type="http://schemas.openxmlformats.org/officeDocument/2006/relationships/slideLayout" Target="../slideLayouts/slideLayout43.xml"/><Relationship Id="rId14" Type="http://schemas.openxmlformats.org/officeDocument/2006/relationships/slideLayout" Target="../slideLayouts/slideLayout48.xml"/><Relationship Id="rId22" Type="http://schemas.openxmlformats.org/officeDocument/2006/relationships/tags" Target="../tags/tag140.xml"/><Relationship Id="rId27" Type="http://schemas.openxmlformats.org/officeDocument/2006/relationships/tags" Target="../tags/tag145.xml"/><Relationship Id="rId30" Type="http://schemas.openxmlformats.org/officeDocument/2006/relationships/tags" Target="../tags/tag148.xml"/><Relationship Id="rId35" Type="http://schemas.openxmlformats.org/officeDocument/2006/relationships/tags" Target="../tags/tag153.xml"/><Relationship Id="rId8" Type="http://schemas.openxmlformats.org/officeDocument/2006/relationships/slideLayout" Target="../slideLayouts/slideLayout42.xml"/><Relationship Id="rId3" Type="http://schemas.openxmlformats.org/officeDocument/2006/relationships/slideLayout" Target="../slideLayouts/slideLayout37.xml"/><Relationship Id="rId12" Type="http://schemas.openxmlformats.org/officeDocument/2006/relationships/slideLayout" Target="../slideLayouts/slideLayout46.xml"/><Relationship Id="rId17" Type="http://schemas.openxmlformats.org/officeDocument/2006/relationships/slideLayout" Target="../slideLayouts/slideLayout51.xml"/><Relationship Id="rId25" Type="http://schemas.openxmlformats.org/officeDocument/2006/relationships/tags" Target="../tags/tag143.xml"/><Relationship Id="rId33" Type="http://schemas.openxmlformats.org/officeDocument/2006/relationships/tags" Target="../tags/tag151.xml"/><Relationship Id="rId38" Type="http://schemas.openxmlformats.org/officeDocument/2006/relationships/tags" Target="../tags/tag156.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64.xml"/><Relationship Id="rId18" Type="http://schemas.openxmlformats.org/officeDocument/2006/relationships/slideLayout" Target="../slideLayouts/slideLayout69.xml"/><Relationship Id="rId26" Type="http://schemas.openxmlformats.org/officeDocument/2006/relationships/tags" Target="../tags/tag250.xml"/><Relationship Id="rId39" Type="http://schemas.openxmlformats.org/officeDocument/2006/relationships/tags" Target="../tags/tag263.xml"/><Relationship Id="rId21" Type="http://schemas.openxmlformats.org/officeDocument/2006/relationships/tags" Target="../tags/tag245.xml"/><Relationship Id="rId34" Type="http://schemas.openxmlformats.org/officeDocument/2006/relationships/tags" Target="../tags/tag258.xml"/><Relationship Id="rId42" Type="http://schemas.openxmlformats.org/officeDocument/2006/relationships/image" Target="../media/image3.emf"/><Relationship Id="rId7" Type="http://schemas.openxmlformats.org/officeDocument/2006/relationships/slideLayout" Target="../slideLayouts/slideLayout58.xml"/><Relationship Id="rId2" Type="http://schemas.openxmlformats.org/officeDocument/2006/relationships/slideLayout" Target="../slideLayouts/slideLayout53.xml"/><Relationship Id="rId16" Type="http://schemas.openxmlformats.org/officeDocument/2006/relationships/slideLayout" Target="../slideLayouts/slideLayout67.xml"/><Relationship Id="rId20" Type="http://schemas.openxmlformats.org/officeDocument/2006/relationships/theme" Target="../theme/theme4.xml"/><Relationship Id="rId29" Type="http://schemas.openxmlformats.org/officeDocument/2006/relationships/tags" Target="../tags/tag253.xml"/><Relationship Id="rId41" Type="http://schemas.openxmlformats.org/officeDocument/2006/relationships/oleObject" Target="../embeddings/oleObject5.bin"/><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24" Type="http://schemas.openxmlformats.org/officeDocument/2006/relationships/tags" Target="../tags/tag248.xml"/><Relationship Id="rId32" Type="http://schemas.openxmlformats.org/officeDocument/2006/relationships/tags" Target="../tags/tag256.xml"/><Relationship Id="rId37" Type="http://schemas.openxmlformats.org/officeDocument/2006/relationships/tags" Target="../tags/tag261.xml"/><Relationship Id="rId40" Type="http://schemas.openxmlformats.org/officeDocument/2006/relationships/tags" Target="../tags/tag264.xml"/><Relationship Id="rId5" Type="http://schemas.openxmlformats.org/officeDocument/2006/relationships/slideLayout" Target="../slideLayouts/slideLayout56.xml"/><Relationship Id="rId15" Type="http://schemas.openxmlformats.org/officeDocument/2006/relationships/slideLayout" Target="../slideLayouts/slideLayout66.xml"/><Relationship Id="rId23" Type="http://schemas.openxmlformats.org/officeDocument/2006/relationships/tags" Target="../tags/tag247.xml"/><Relationship Id="rId28" Type="http://schemas.openxmlformats.org/officeDocument/2006/relationships/tags" Target="../tags/tag252.xml"/><Relationship Id="rId36" Type="http://schemas.openxmlformats.org/officeDocument/2006/relationships/tags" Target="../tags/tag260.xml"/><Relationship Id="rId10" Type="http://schemas.openxmlformats.org/officeDocument/2006/relationships/slideLayout" Target="../slideLayouts/slideLayout61.xml"/><Relationship Id="rId19" Type="http://schemas.openxmlformats.org/officeDocument/2006/relationships/slideLayout" Target="../slideLayouts/slideLayout70.xml"/><Relationship Id="rId31" Type="http://schemas.openxmlformats.org/officeDocument/2006/relationships/tags" Target="../tags/tag255.xml"/><Relationship Id="rId44" Type="http://schemas.openxmlformats.org/officeDocument/2006/relationships/image" Target="../media/image2.png"/><Relationship Id="rId4" Type="http://schemas.openxmlformats.org/officeDocument/2006/relationships/slideLayout" Target="../slideLayouts/slideLayout55.xml"/><Relationship Id="rId9" Type="http://schemas.openxmlformats.org/officeDocument/2006/relationships/slideLayout" Target="../slideLayouts/slideLayout60.xml"/><Relationship Id="rId14" Type="http://schemas.openxmlformats.org/officeDocument/2006/relationships/slideLayout" Target="../slideLayouts/slideLayout65.xml"/><Relationship Id="rId22" Type="http://schemas.openxmlformats.org/officeDocument/2006/relationships/tags" Target="../tags/tag246.xml"/><Relationship Id="rId27" Type="http://schemas.openxmlformats.org/officeDocument/2006/relationships/tags" Target="../tags/tag251.xml"/><Relationship Id="rId30" Type="http://schemas.openxmlformats.org/officeDocument/2006/relationships/tags" Target="../tags/tag254.xml"/><Relationship Id="rId35" Type="http://schemas.openxmlformats.org/officeDocument/2006/relationships/tags" Target="../tags/tag259.xml"/><Relationship Id="rId43" Type="http://schemas.openxmlformats.org/officeDocument/2006/relationships/image" Target="../media/image4.png"/><Relationship Id="rId8" Type="http://schemas.openxmlformats.org/officeDocument/2006/relationships/slideLayout" Target="../slideLayouts/slideLayout59.xml"/><Relationship Id="rId3" Type="http://schemas.openxmlformats.org/officeDocument/2006/relationships/slideLayout" Target="../slideLayouts/slideLayout54.xml"/><Relationship Id="rId12" Type="http://schemas.openxmlformats.org/officeDocument/2006/relationships/slideLayout" Target="../slideLayouts/slideLayout63.xml"/><Relationship Id="rId17" Type="http://schemas.openxmlformats.org/officeDocument/2006/relationships/slideLayout" Target="../slideLayouts/slideLayout68.xml"/><Relationship Id="rId25" Type="http://schemas.openxmlformats.org/officeDocument/2006/relationships/tags" Target="../tags/tag249.xml"/><Relationship Id="rId33" Type="http://schemas.openxmlformats.org/officeDocument/2006/relationships/tags" Target="../tags/tag257.xml"/><Relationship Id="rId38" Type="http://schemas.openxmlformats.org/officeDocument/2006/relationships/tags" Target="../tags/tag262.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83.xml"/><Relationship Id="rId18" Type="http://schemas.openxmlformats.org/officeDocument/2006/relationships/tags" Target="../tags/tag360.xml"/><Relationship Id="rId26" Type="http://schemas.openxmlformats.org/officeDocument/2006/relationships/tags" Target="../tags/tag368.xml"/><Relationship Id="rId39" Type="http://schemas.openxmlformats.org/officeDocument/2006/relationships/oleObject" Target="../embeddings/oleObject14.bin"/><Relationship Id="rId21" Type="http://schemas.openxmlformats.org/officeDocument/2006/relationships/tags" Target="../tags/tag363.xml"/><Relationship Id="rId34" Type="http://schemas.openxmlformats.org/officeDocument/2006/relationships/tags" Target="../tags/tag376.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theme" Target="../theme/theme5.xml"/><Relationship Id="rId25" Type="http://schemas.openxmlformats.org/officeDocument/2006/relationships/tags" Target="../tags/tag367.xml"/><Relationship Id="rId33" Type="http://schemas.openxmlformats.org/officeDocument/2006/relationships/tags" Target="../tags/tag375.xml"/><Relationship Id="rId38" Type="http://schemas.openxmlformats.org/officeDocument/2006/relationships/tags" Target="../tags/tag380.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20" Type="http://schemas.openxmlformats.org/officeDocument/2006/relationships/tags" Target="../tags/tag362.xml"/><Relationship Id="rId29" Type="http://schemas.openxmlformats.org/officeDocument/2006/relationships/tags" Target="../tags/tag371.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24" Type="http://schemas.openxmlformats.org/officeDocument/2006/relationships/tags" Target="../tags/tag366.xml"/><Relationship Id="rId32" Type="http://schemas.openxmlformats.org/officeDocument/2006/relationships/tags" Target="../tags/tag374.xml"/><Relationship Id="rId37" Type="http://schemas.openxmlformats.org/officeDocument/2006/relationships/tags" Target="../tags/tag379.xml"/><Relationship Id="rId40" Type="http://schemas.openxmlformats.org/officeDocument/2006/relationships/image" Target="../media/image3.emf"/><Relationship Id="rId5" Type="http://schemas.openxmlformats.org/officeDocument/2006/relationships/slideLayout" Target="../slideLayouts/slideLayout75.xml"/><Relationship Id="rId15" Type="http://schemas.openxmlformats.org/officeDocument/2006/relationships/slideLayout" Target="../slideLayouts/slideLayout85.xml"/><Relationship Id="rId23" Type="http://schemas.openxmlformats.org/officeDocument/2006/relationships/tags" Target="../tags/tag365.xml"/><Relationship Id="rId28" Type="http://schemas.openxmlformats.org/officeDocument/2006/relationships/tags" Target="../tags/tag370.xml"/><Relationship Id="rId36" Type="http://schemas.openxmlformats.org/officeDocument/2006/relationships/tags" Target="../tags/tag378.xml"/><Relationship Id="rId10" Type="http://schemas.openxmlformats.org/officeDocument/2006/relationships/slideLayout" Target="../slideLayouts/slideLayout80.xml"/><Relationship Id="rId19" Type="http://schemas.openxmlformats.org/officeDocument/2006/relationships/tags" Target="../tags/tag361.xml"/><Relationship Id="rId31" Type="http://schemas.openxmlformats.org/officeDocument/2006/relationships/tags" Target="../tags/tag373.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 Id="rId22" Type="http://schemas.openxmlformats.org/officeDocument/2006/relationships/tags" Target="../tags/tag364.xml"/><Relationship Id="rId27" Type="http://schemas.openxmlformats.org/officeDocument/2006/relationships/tags" Target="../tags/tag369.xml"/><Relationship Id="rId30" Type="http://schemas.openxmlformats.org/officeDocument/2006/relationships/tags" Target="../tags/tag372.xml"/><Relationship Id="rId35" Type="http://schemas.openxmlformats.org/officeDocument/2006/relationships/tags" Target="../tags/tag377.xml"/><Relationship Id="rId8" Type="http://schemas.openxmlformats.org/officeDocument/2006/relationships/slideLayout" Target="../slideLayouts/slideLayout78.xml"/><Relationship Id="rId3" Type="http://schemas.openxmlformats.org/officeDocument/2006/relationships/slideLayout" Target="../slideLayouts/slideLayout73.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99.xml"/><Relationship Id="rId18" Type="http://schemas.openxmlformats.org/officeDocument/2006/relationships/slideLayout" Target="../slideLayouts/slideLayout104.xml"/><Relationship Id="rId26" Type="http://schemas.openxmlformats.org/officeDocument/2006/relationships/tags" Target="../tags/tag500.xml"/><Relationship Id="rId39" Type="http://schemas.openxmlformats.org/officeDocument/2006/relationships/tags" Target="../tags/tag513.xml"/><Relationship Id="rId21" Type="http://schemas.openxmlformats.org/officeDocument/2006/relationships/theme" Target="../theme/theme6.xml"/><Relationship Id="rId34" Type="http://schemas.openxmlformats.org/officeDocument/2006/relationships/tags" Target="../tags/tag508.xml"/><Relationship Id="rId42" Type="http://schemas.openxmlformats.org/officeDocument/2006/relationships/oleObject" Target="../embeddings/oleObject5.bin"/><Relationship Id="rId7" Type="http://schemas.openxmlformats.org/officeDocument/2006/relationships/slideLayout" Target="../slideLayouts/slideLayout93.xml"/><Relationship Id="rId2" Type="http://schemas.openxmlformats.org/officeDocument/2006/relationships/slideLayout" Target="../slideLayouts/slideLayout88.xml"/><Relationship Id="rId16" Type="http://schemas.openxmlformats.org/officeDocument/2006/relationships/slideLayout" Target="../slideLayouts/slideLayout102.xml"/><Relationship Id="rId29" Type="http://schemas.openxmlformats.org/officeDocument/2006/relationships/tags" Target="../tags/tag503.xml"/><Relationship Id="rId1" Type="http://schemas.openxmlformats.org/officeDocument/2006/relationships/slideLayout" Target="../slideLayouts/slideLayout87.xml"/><Relationship Id="rId6" Type="http://schemas.openxmlformats.org/officeDocument/2006/relationships/slideLayout" Target="../slideLayouts/slideLayout92.xml"/><Relationship Id="rId11" Type="http://schemas.openxmlformats.org/officeDocument/2006/relationships/slideLayout" Target="../slideLayouts/slideLayout97.xml"/><Relationship Id="rId24" Type="http://schemas.openxmlformats.org/officeDocument/2006/relationships/tags" Target="../tags/tag498.xml"/><Relationship Id="rId32" Type="http://schemas.openxmlformats.org/officeDocument/2006/relationships/tags" Target="../tags/tag506.xml"/><Relationship Id="rId37" Type="http://schemas.openxmlformats.org/officeDocument/2006/relationships/tags" Target="../tags/tag511.xml"/><Relationship Id="rId40" Type="http://schemas.openxmlformats.org/officeDocument/2006/relationships/tags" Target="../tags/tag514.xml"/><Relationship Id="rId45" Type="http://schemas.openxmlformats.org/officeDocument/2006/relationships/image" Target="../media/image2.png"/><Relationship Id="rId5" Type="http://schemas.openxmlformats.org/officeDocument/2006/relationships/slideLayout" Target="../slideLayouts/slideLayout91.xml"/><Relationship Id="rId15" Type="http://schemas.openxmlformats.org/officeDocument/2006/relationships/slideLayout" Target="../slideLayouts/slideLayout101.xml"/><Relationship Id="rId23" Type="http://schemas.openxmlformats.org/officeDocument/2006/relationships/tags" Target="../tags/tag497.xml"/><Relationship Id="rId28" Type="http://schemas.openxmlformats.org/officeDocument/2006/relationships/tags" Target="../tags/tag502.xml"/><Relationship Id="rId36" Type="http://schemas.openxmlformats.org/officeDocument/2006/relationships/tags" Target="../tags/tag510.xml"/><Relationship Id="rId10" Type="http://schemas.openxmlformats.org/officeDocument/2006/relationships/slideLayout" Target="../slideLayouts/slideLayout96.xml"/><Relationship Id="rId19" Type="http://schemas.openxmlformats.org/officeDocument/2006/relationships/slideLayout" Target="../slideLayouts/slideLayout105.xml"/><Relationship Id="rId31" Type="http://schemas.openxmlformats.org/officeDocument/2006/relationships/tags" Target="../tags/tag505.xml"/><Relationship Id="rId44" Type="http://schemas.openxmlformats.org/officeDocument/2006/relationships/image" Target="../media/image4.png"/><Relationship Id="rId4" Type="http://schemas.openxmlformats.org/officeDocument/2006/relationships/slideLayout" Target="../slideLayouts/slideLayout90.xml"/><Relationship Id="rId9" Type="http://schemas.openxmlformats.org/officeDocument/2006/relationships/slideLayout" Target="../slideLayouts/slideLayout95.xml"/><Relationship Id="rId14" Type="http://schemas.openxmlformats.org/officeDocument/2006/relationships/slideLayout" Target="../slideLayouts/slideLayout100.xml"/><Relationship Id="rId22" Type="http://schemas.openxmlformats.org/officeDocument/2006/relationships/tags" Target="../tags/tag496.xml"/><Relationship Id="rId27" Type="http://schemas.openxmlformats.org/officeDocument/2006/relationships/tags" Target="../tags/tag501.xml"/><Relationship Id="rId30" Type="http://schemas.openxmlformats.org/officeDocument/2006/relationships/tags" Target="../tags/tag504.xml"/><Relationship Id="rId35" Type="http://schemas.openxmlformats.org/officeDocument/2006/relationships/tags" Target="../tags/tag509.xml"/><Relationship Id="rId43" Type="http://schemas.openxmlformats.org/officeDocument/2006/relationships/image" Target="../media/image3.emf"/><Relationship Id="rId8" Type="http://schemas.openxmlformats.org/officeDocument/2006/relationships/slideLayout" Target="../slideLayouts/slideLayout94.xml"/><Relationship Id="rId3" Type="http://schemas.openxmlformats.org/officeDocument/2006/relationships/slideLayout" Target="../slideLayouts/slideLayout89.xml"/><Relationship Id="rId12" Type="http://schemas.openxmlformats.org/officeDocument/2006/relationships/slideLayout" Target="../slideLayouts/slideLayout98.xml"/><Relationship Id="rId17" Type="http://schemas.openxmlformats.org/officeDocument/2006/relationships/slideLayout" Target="../slideLayouts/slideLayout103.xml"/><Relationship Id="rId25" Type="http://schemas.openxmlformats.org/officeDocument/2006/relationships/tags" Target="../tags/tag499.xml"/><Relationship Id="rId33" Type="http://schemas.openxmlformats.org/officeDocument/2006/relationships/tags" Target="../tags/tag507.xml"/><Relationship Id="rId38" Type="http://schemas.openxmlformats.org/officeDocument/2006/relationships/tags" Target="../tags/tag512.xml"/><Relationship Id="rId20" Type="http://schemas.openxmlformats.org/officeDocument/2006/relationships/slideLayout" Target="../slideLayouts/slideLayout106.xml"/><Relationship Id="rId41" Type="http://schemas.openxmlformats.org/officeDocument/2006/relationships/tags" Target="../tags/tag515.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119.xml"/><Relationship Id="rId18" Type="http://schemas.openxmlformats.org/officeDocument/2006/relationships/slideLayout" Target="../slideLayouts/slideLayout124.xml"/><Relationship Id="rId26" Type="http://schemas.openxmlformats.org/officeDocument/2006/relationships/tags" Target="../tags/tag617.xml"/><Relationship Id="rId39" Type="http://schemas.openxmlformats.org/officeDocument/2006/relationships/tags" Target="../tags/tag630.xml"/><Relationship Id="rId21" Type="http://schemas.openxmlformats.org/officeDocument/2006/relationships/tags" Target="../tags/tag612.xml"/><Relationship Id="rId34" Type="http://schemas.openxmlformats.org/officeDocument/2006/relationships/tags" Target="../tags/tag625.xml"/><Relationship Id="rId42" Type="http://schemas.openxmlformats.org/officeDocument/2006/relationships/image" Target="../media/image2.png"/><Relationship Id="rId7" Type="http://schemas.openxmlformats.org/officeDocument/2006/relationships/slideLayout" Target="../slideLayouts/slideLayout113.xml"/><Relationship Id="rId2" Type="http://schemas.openxmlformats.org/officeDocument/2006/relationships/slideLayout" Target="../slideLayouts/slideLayout108.xml"/><Relationship Id="rId16" Type="http://schemas.openxmlformats.org/officeDocument/2006/relationships/slideLayout" Target="../slideLayouts/slideLayout122.xml"/><Relationship Id="rId20" Type="http://schemas.openxmlformats.org/officeDocument/2006/relationships/tags" Target="../tags/tag611.xml"/><Relationship Id="rId29" Type="http://schemas.openxmlformats.org/officeDocument/2006/relationships/tags" Target="../tags/tag620.xml"/><Relationship Id="rId41" Type="http://schemas.openxmlformats.org/officeDocument/2006/relationships/image" Target="../media/image3.emf"/><Relationship Id="rId1" Type="http://schemas.openxmlformats.org/officeDocument/2006/relationships/slideLayout" Target="../slideLayouts/slideLayout107.xml"/><Relationship Id="rId6" Type="http://schemas.openxmlformats.org/officeDocument/2006/relationships/slideLayout" Target="../slideLayouts/slideLayout112.xml"/><Relationship Id="rId11" Type="http://schemas.openxmlformats.org/officeDocument/2006/relationships/slideLayout" Target="../slideLayouts/slideLayout117.xml"/><Relationship Id="rId24" Type="http://schemas.openxmlformats.org/officeDocument/2006/relationships/tags" Target="../tags/tag615.xml"/><Relationship Id="rId32" Type="http://schemas.openxmlformats.org/officeDocument/2006/relationships/tags" Target="../tags/tag623.xml"/><Relationship Id="rId37" Type="http://schemas.openxmlformats.org/officeDocument/2006/relationships/tags" Target="../tags/tag628.xml"/><Relationship Id="rId40" Type="http://schemas.openxmlformats.org/officeDocument/2006/relationships/oleObject" Target="../embeddings/oleObject15.bin"/><Relationship Id="rId5" Type="http://schemas.openxmlformats.org/officeDocument/2006/relationships/slideLayout" Target="../slideLayouts/slideLayout111.xml"/><Relationship Id="rId15" Type="http://schemas.openxmlformats.org/officeDocument/2006/relationships/slideLayout" Target="../slideLayouts/slideLayout121.xml"/><Relationship Id="rId23" Type="http://schemas.openxmlformats.org/officeDocument/2006/relationships/tags" Target="../tags/tag614.xml"/><Relationship Id="rId28" Type="http://schemas.openxmlformats.org/officeDocument/2006/relationships/tags" Target="../tags/tag619.xml"/><Relationship Id="rId36" Type="http://schemas.openxmlformats.org/officeDocument/2006/relationships/tags" Target="../tags/tag627.xml"/><Relationship Id="rId10" Type="http://schemas.openxmlformats.org/officeDocument/2006/relationships/slideLayout" Target="../slideLayouts/slideLayout116.xml"/><Relationship Id="rId19" Type="http://schemas.openxmlformats.org/officeDocument/2006/relationships/theme" Target="../theme/theme7.xml"/><Relationship Id="rId31" Type="http://schemas.openxmlformats.org/officeDocument/2006/relationships/tags" Target="../tags/tag622.xml"/><Relationship Id="rId4" Type="http://schemas.openxmlformats.org/officeDocument/2006/relationships/slideLayout" Target="../slideLayouts/slideLayout110.xml"/><Relationship Id="rId9" Type="http://schemas.openxmlformats.org/officeDocument/2006/relationships/slideLayout" Target="../slideLayouts/slideLayout115.xml"/><Relationship Id="rId14" Type="http://schemas.openxmlformats.org/officeDocument/2006/relationships/slideLayout" Target="../slideLayouts/slideLayout120.xml"/><Relationship Id="rId22" Type="http://schemas.openxmlformats.org/officeDocument/2006/relationships/tags" Target="../tags/tag613.xml"/><Relationship Id="rId27" Type="http://schemas.openxmlformats.org/officeDocument/2006/relationships/tags" Target="../tags/tag618.xml"/><Relationship Id="rId30" Type="http://schemas.openxmlformats.org/officeDocument/2006/relationships/tags" Target="../tags/tag621.xml"/><Relationship Id="rId35" Type="http://schemas.openxmlformats.org/officeDocument/2006/relationships/tags" Target="../tags/tag626.xml"/><Relationship Id="rId8" Type="http://schemas.openxmlformats.org/officeDocument/2006/relationships/slideLayout" Target="../slideLayouts/slideLayout114.xml"/><Relationship Id="rId3" Type="http://schemas.openxmlformats.org/officeDocument/2006/relationships/slideLayout" Target="../slideLayouts/slideLayout109.xml"/><Relationship Id="rId12" Type="http://schemas.openxmlformats.org/officeDocument/2006/relationships/slideLayout" Target="../slideLayouts/slideLayout118.xml"/><Relationship Id="rId17" Type="http://schemas.openxmlformats.org/officeDocument/2006/relationships/slideLayout" Target="../slideLayouts/slideLayout123.xml"/><Relationship Id="rId25" Type="http://schemas.openxmlformats.org/officeDocument/2006/relationships/tags" Target="../tags/tag616.xml"/><Relationship Id="rId33" Type="http://schemas.openxmlformats.org/officeDocument/2006/relationships/tags" Target="../tags/tag624.xml"/><Relationship Id="rId38" Type="http://schemas.openxmlformats.org/officeDocument/2006/relationships/tags" Target="../tags/tag629.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137.xml"/><Relationship Id="rId18" Type="http://schemas.openxmlformats.org/officeDocument/2006/relationships/tags" Target="../tags/tag721.xml"/><Relationship Id="rId26" Type="http://schemas.openxmlformats.org/officeDocument/2006/relationships/tags" Target="../tags/tag729.xml"/><Relationship Id="rId39" Type="http://schemas.openxmlformats.org/officeDocument/2006/relationships/image" Target="../media/image3.emf"/><Relationship Id="rId21" Type="http://schemas.openxmlformats.org/officeDocument/2006/relationships/tags" Target="../tags/tag724.xml"/><Relationship Id="rId34" Type="http://schemas.openxmlformats.org/officeDocument/2006/relationships/tags" Target="../tags/tag737.xml"/><Relationship Id="rId7" Type="http://schemas.openxmlformats.org/officeDocument/2006/relationships/slideLayout" Target="../slideLayouts/slideLayout131.xml"/><Relationship Id="rId12" Type="http://schemas.openxmlformats.org/officeDocument/2006/relationships/slideLayout" Target="../slideLayouts/slideLayout136.xml"/><Relationship Id="rId17" Type="http://schemas.openxmlformats.org/officeDocument/2006/relationships/tags" Target="../tags/tag720.xml"/><Relationship Id="rId25" Type="http://schemas.openxmlformats.org/officeDocument/2006/relationships/tags" Target="../tags/tag728.xml"/><Relationship Id="rId33" Type="http://schemas.openxmlformats.org/officeDocument/2006/relationships/tags" Target="../tags/tag736.xml"/><Relationship Id="rId38" Type="http://schemas.openxmlformats.org/officeDocument/2006/relationships/oleObject" Target="../embeddings/oleObject14.bin"/><Relationship Id="rId2" Type="http://schemas.openxmlformats.org/officeDocument/2006/relationships/slideLayout" Target="../slideLayouts/slideLayout126.xml"/><Relationship Id="rId16" Type="http://schemas.openxmlformats.org/officeDocument/2006/relationships/tags" Target="../tags/tag719.xml"/><Relationship Id="rId20" Type="http://schemas.openxmlformats.org/officeDocument/2006/relationships/tags" Target="../tags/tag723.xml"/><Relationship Id="rId29" Type="http://schemas.openxmlformats.org/officeDocument/2006/relationships/tags" Target="../tags/tag732.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11" Type="http://schemas.openxmlformats.org/officeDocument/2006/relationships/slideLayout" Target="../slideLayouts/slideLayout135.xml"/><Relationship Id="rId24" Type="http://schemas.openxmlformats.org/officeDocument/2006/relationships/tags" Target="../tags/tag727.xml"/><Relationship Id="rId32" Type="http://schemas.openxmlformats.org/officeDocument/2006/relationships/tags" Target="../tags/tag735.xml"/><Relationship Id="rId37" Type="http://schemas.openxmlformats.org/officeDocument/2006/relationships/tags" Target="../tags/tag740.xml"/><Relationship Id="rId40" Type="http://schemas.openxmlformats.org/officeDocument/2006/relationships/image" Target="../media/image12.png"/><Relationship Id="rId5" Type="http://schemas.openxmlformats.org/officeDocument/2006/relationships/slideLayout" Target="../slideLayouts/slideLayout129.xml"/><Relationship Id="rId15" Type="http://schemas.openxmlformats.org/officeDocument/2006/relationships/theme" Target="../theme/theme8.xml"/><Relationship Id="rId23" Type="http://schemas.openxmlformats.org/officeDocument/2006/relationships/tags" Target="../tags/tag726.xml"/><Relationship Id="rId28" Type="http://schemas.openxmlformats.org/officeDocument/2006/relationships/tags" Target="../tags/tag731.xml"/><Relationship Id="rId36" Type="http://schemas.openxmlformats.org/officeDocument/2006/relationships/tags" Target="../tags/tag739.xml"/><Relationship Id="rId10" Type="http://schemas.openxmlformats.org/officeDocument/2006/relationships/slideLayout" Target="../slideLayouts/slideLayout134.xml"/><Relationship Id="rId19" Type="http://schemas.openxmlformats.org/officeDocument/2006/relationships/tags" Target="../tags/tag722.xml"/><Relationship Id="rId31" Type="http://schemas.openxmlformats.org/officeDocument/2006/relationships/tags" Target="../tags/tag734.xml"/><Relationship Id="rId4" Type="http://schemas.openxmlformats.org/officeDocument/2006/relationships/slideLayout" Target="../slideLayouts/slideLayout128.xml"/><Relationship Id="rId9" Type="http://schemas.openxmlformats.org/officeDocument/2006/relationships/slideLayout" Target="../slideLayouts/slideLayout133.xml"/><Relationship Id="rId14" Type="http://schemas.openxmlformats.org/officeDocument/2006/relationships/slideLayout" Target="../slideLayouts/slideLayout138.xml"/><Relationship Id="rId22" Type="http://schemas.openxmlformats.org/officeDocument/2006/relationships/tags" Target="../tags/tag725.xml"/><Relationship Id="rId27" Type="http://schemas.openxmlformats.org/officeDocument/2006/relationships/tags" Target="../tags/tag730.xml"/><Relationship Id="rId30" Type="http://schemas.openxmlformats.org/officeDocument/2006/relationships/tags" Target="../tags/tag733.xml"/><Relationship Id="rId35" Type="http://schemas.openxmlformats.org/officeDocument/2006/relationships/tags" Target="../tags/tag738.xml"/><Relationship Id="rId8" Type="http://schemas.openxmlformats.org/officeDocument/2006/relationships/slideLayout" Target="../slideLayouts/slideLayout132.xml"/><Relationship Id="rId3" Type="http://schemas.openxmlformats.org/officeDocument/2006/relationships/slideLayout" Target="../slideLayouts/slideLayout127.xml"/></Relationships>
</file>

<file path=ppt/slideMasters/_rels/slideMaster9.xml.rels><?xml version="1.0" encoding="UTF-8" standalone="yes"?>
<Relationships xmlns="http://schemas.openxmlformats.org/package/2006/relationships"><Relationship Id="rId13" Type="http://schemas.openxmlformats.org/officeDocument/2006/relationships/tags" Target="../tags/tag847.xml"/><Relationship Id="rId18" Type="http://schemas.openxmlformats.org/officeDocument/2006/relationships/tags" Target="../tags/tag852.xml"/><Relationship Id="rId26" Type="http://schemas.openxmlformats.org/officeDocument/2006/relationships/tags" Target="../tags/tag860.xml"/><Relationship Id="rId3" Type="http://schemas.openxmlformats.org/officeDocument/2006/relationships/slideLayout" Target="../slideLayouts/slideLayout141.xml"/><Relationship Id="rId21" Type="http://schemas.openxmlformats.org/officeDocument/2006/relationships/tags" Target="../tags/tag855.xml"/><Relationship Id="rId34" Type="http://schemas.openxmlformats.org/officeDocument/2006/relationships/image" Target="../media/image3.emf"/><Relationship Id="rId7" Type="http://schemas.openxmlformats.org/officeDocument/2006/relationships/slideLayout" Target="../slideLayouts/slideLayout145.xml"/><Relationship Id="rId12" Type="http://schemas.openxmlformats.org/officeDocument/2006/relationships/tags" Target="../tags/tag846.xml"/><Relationship Id="rId17" Type="http://schemas.openxmlformats.org/officeDocument/2006/relationships/tags" Target="../tags/tag851.xml"/><Relationship Id="rId25" Type="http://schemas.openxmlformats.org/officeDocument/2006/relationships/tags" Target="../tags/tag859.xml"/><Relationship Id="rId33" Type="http://schemas.openxmlformats.org/officeDocument/2006/relationships/oleObject" Target="../embeddings/oleObject22.bin"/><Relationship Id="rId2" Type="http://schemas.openxmlformats.org/officeDocument/2006/relationships/slideLayout" Target="../slideLayouts/slideLayout140.xml"/><Relationship Id="rId16" Type="http://schemas.openxmlformats.org/officeDocument/2006/relationships/tags" Target="../tags/tag850.xml"/><Relationship Id="rId20" Type="http://schemas.openxmlformats.org/officeDocument/2006/relationships/tags" Target="../tags/tag854.xml"/><Relationship Id="rId29" Type="http://schemas.openxmlformats.org/officeDocument/2006/relationships/tags" Target="../tags/tag863.xml"/><Relationship Id="rId1" Type="http://schemas.openxmlformats.org/officeDocument/2006/relationships/slideLayout" Target="../slideLayouts/slideLayout139.xml"/><Relationship Id="rId6" Type="http://schemas.openxmlformats.org/officeDocument/2006/relationships/slideLayout" Target="../slideLayouts/slideLayout144.xml"/><Relationship Id="rId11" Type="http://schemas.openxmlformats.org/officeDocument/2006/relationships/theme" Target="../theme/theme9.xml"/><Relationship Id="rId24" Type="http://schemas.openxmlformats.org/officeDocument/2006/relationships/tags" Target="../tags/tag858.xml"/><Relationship Id="rId32" Type="http://schemas.openxmlformats.org/officeDocument/2006/relationships/tags" Target="../tags/tag866.xml"/><Relationship Id="rId5" Type="http://schemas.openxmlformats.org/officeDocument/2006/relationships/slideLayout" Target="../slideLayouts/slideLayout143.xml"/><Relationship Id="rId15" Type="http://schemas.openxmlformats.org/officeDocument/2006/relationships/tags" Target="../tags/tag849.xml"/><Relationship Id="rId23" Type="http://schemas.openxmlformats.org/officeDocument/2006/relationships/tags" Target="../tags/tag857.xml"/><Relationship Id="rId28" Type="http://schemas.openxmlformats.org/officeDocument/2006/relationships/tags" Target="../tags/tag862.xml"/><Relationship Id="rId10" Type="http://schemas.openxmlformats.org/officeDocument/2006/relationships/slideLayout" Target="../slideLayouts/slideLayout148.xml"/><Relationship Id="rId19" Type="http://schemas.openxmlformats.org/officeDocument/2006/relationships/tags" Target="../tags/tag853.xml"/><Relationship Id="rId31" Type="http://schemas.openxmlformats.org/officeDocument/2006/relationships/tags" Target="../tags/tag865.xml"/><Relationship Id="rId4" Type="http://schemas.openxmlformats.org/officeDocument/2006/relationships/slideLayout" Target="../slideLayouts/slideLayout142.xml"/><Relationship Id="rId9" Type="http://schemas.openxmlformats.org/officeDocument/2006/relationships/slideLayout" Target="../slideLayouts/slideLayout147.xml"/><Relationship Id="rId14" Type="http://schemas.openxmlformats.org/officeDocument/2006/relationships/tags" Target="../tags/tag848.xml"/><Relationship Id="rId22" Type="http://schemas.openxmlformats.org/officeDocument/2006/relationships/tags" Target="../tags/tag856.xml"/><Relationship Id="rId27" Type="http://schemas.openxmlformats.org/officeDocument/2006/relationships/tags" Target="../tags/tag861.xml"/><Relationship Id="rId30" Type="http://schemas.openxmlformats.org/officeDocument/2006/relationships/tags" Target="../tags/tag864.xml"/><Relationship Id="rId35" Type="http://schemas.openxmlformats.org/officeDocument/2006/relationships/image" Target="../media/image2.png"/><Relationship Id="rId8" Type="http://schemas.openxmlformats.org/officeDocument/2006/relationships/slideLayout" Target="../slideLayouts/slideLayout146.xml"/></Relationships>
</file>

<file path=ppt/slideMasters/_rels/slideMaster10.xml.rels><?xml version="1.0" encoding="UTF-8" standalone="yes"?>
<Relationships xmlns="http://schemas.openxmlformats.org/package/2006/relationships"><Relationship Id="rId13" Type="http://schemas.openxmlformats.org/officeDocument/2006/relationships/slideLayout" Target="../slideLayouts/slideLayout161.xml"/><Relationship Id="rId18" Type="http://schemas.openxmlformats.org/officeDocument/2006/relationships/slideLayout" Target="../slideLayouts/slideLayout166.xml"/><Relationship Id="rId26" Type="http://schemas.openxmlformats.org/officeDocument/2006/relationships/tags" Target="../tags/tag940.xml"/><Relationship Id="rId39" Type="http://schemas.openxmlformats.org/officeDocument/2006/relationships/tags" Target="../tags/tag953.xml"/><Relationship Id="rId21" Type="http://schemas.openxmlformats.org/officeDocument/2006/relationships/theme" Target="../theme/theme10.xml"/><Relationship Id="rId34" Type="http://schemas.openxmlformats.org/officeDocument/2006/relationships/tags" Target="../tags/tag948.xml"/><Relationship Id="rId42" Type="http://schemas.openxmlformats.org/officeDocument/2006/relationships/tags" Target="../tags/tag956.xml"/><Relationship Id="rId7" Type="http://schemas.openxmlformats.org/officeDocument/2006/relationships/slideLayout" Target="../slideLayouts/slideLayout155.xml"/><Relationship Id="rId2" Type="http://schemas.openxmlformats.org/officeDocument/2006/relationships/slideLayout" Target="../slideLayouts/slideLayout150.xml"/><Relationship Id="rId16" Type="http://schemas.openxmlformats.org/officeDocument/2006/relationships/slideLayout" Target="../slideLayouts/slideLayout164.xml"/><Relationship Id="rId20" Type="http://schemas.openxmlformats.org/officeDocument/2006/relationships/slideLayout" Target="../slideLayouts/slideLayout168.xml"/><Relationship Id="rId29" Type="http://schemas.openxmlformats.org/officeDocument/2006/relationships/tags" Target="../tags/tag943.xml"/><Relationship Id="rId41" Type="http://schemas.openxmlformats.org/officeDocument/2006/relationships/tags" Target="../tags/tag955.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11" Type="http://schemas.openxmlformats.org/officeDocument/2006/relationships/slideLayout" Target="../slideLayouts/slideLayout159.xml"/><Relationship Id="rId24" Type="http://schemas.openxmlformats.org/officeDocument/2006/relationships/tags" Target="../tags/tag938.xml"/><Relationship Id="rId32" Type="http://schemas.openxmlformats.org/officeDocument/2006/relationships/tags" Target="../tags/tag946.xml"/><Relationship Id="rId37" Type="http://schemas.openxmlformats.org/officeDocument/2006/relationships/tags" Target="../tags/tag951.xml"/><Relationship Id="rId40" Type="http://schemas.openxmlformats.org/officeDocument/2006/relationships/tags" Target="../tags/tag954.xml"/><Relationship Id="rId5" Type="http://schemas.openxmlformats.org/officeDocument/2006/relationships/slideLayout" Target="../slideLayouts/slideLayout153.xml"/><Relationship Id="rId15" Type="http://schemas.openxmlformats.org/officeDocument/2006/relationships/slideLayout" Target="../slideLayouts/slideLayout163.xml"/><Relationship Id="rId23" Type="http://schemas.openxmlformats.org/officeDocument/2006/relationships/tags" Target="../tags/tag937.xml"/><Relationship Id="rId28" Type="http://schemas.openxmlformats.org/officeDocument/2006/relationships/tags" Target="../tags/tag942.xml"/><Relationship Id="rId36" Type="http://schemas.openxmlformats.org/officeDocument/2006/relationships/tags" Target="../tags/tag950.xml"/><Relationship Id="rId10" Type="http://schemas.openxmlformats.org/officeDocument/2006/relationships/slideLayout" Target="../slideLayouts/slideLayout158.xml"/><Relationship Id="rId19" Type="http://schemas.openxmlformats.org/officeDocument/2006/relationships/slideLayout" Target="../slideLayouts/slideLayout167.xml"/><Relationship Id="rId31" Type="http://schemas.openxmlformats.org/officeDocument/2006/relationships/tags" Target="../tags/tag945.xml"/><Relationship Id="rId44" Type="http://schemas.openxmlformats.org/officeDocument/2006/relationships/image" Target="../media/image5.emf"/><Relationship Id="rId4" Type="http://schemas.openxmlformats.org/officeDocument/2006/relationships/slideLayout" Target="../slideLayouts/slideLayout152.xml"/><Relationship Id="rId9" Type="http://schemas.openxmlformats.org/officeDocument/2006/relationships/slideLayout" Target="../slideLayouts/slideLayout157.xml"/><Relationship Id="rId14" Type="http://schemas.openxmlformats.org/officeDocument/2006/relationships/slideLayout" Target="../slideLayouts/slideLayout162.xml"/><Relationship Id="rId22" Type="http://schemas.openxmlformats.org/officeDocument/2006/relationships/tags" Target="../tags/tag936.xml"/><Relationship Id="rId27" Type="http://schemas.openxmlformats.org/officeDocument/2006/relationships/tags" Target="../tags/tag941.xml"/><Relationship Id="rId30" Type="http://schemas.openxmlformats.org/officeDocument/2006/relationships/tags" Target="../tags/tag944.xml"/><Relationship Id="rId35" Type="http://schemas.openxmlformats.org/officeDocument/2006/relationships/tags" Target="../tags/tag949.xml"/><Relationship Id="rId43" Type="http://schemas.openxmlformats.org/officeDocument/2006/relationships/oleObject" Target="../embeddings/oleObject27.bin"/><Relationship Id="rId8" Type="http://schemas.openxmlformats.org/officeDocument/2006/relationships/slideLayout" Target="../slideLayouts/slideLayout156.xml"/><Relationship Id="rId3" Type="http://schemas.openxmlformats.org/officeDocument/2006/relationships/slideLayout" Target="../slideLayouts/slideLayout151.xml"/><Relationship Id="rId12" Type="http://schemas.openxmlformats.org/officeDocument/2006/relationships/slideLayout" Target="../slideLayouts/slideLayout160.xml"/><Relationship Id="rId17" Type="http://schemas.openxmlformats.org/officeDocument/2006/relationships/slideLayout" Target="../slideLayouts/slideLayout165.xml"/><Relationship Id="rId25" Type="http://schemas.openxmlformats.org/officeDocument/2006/relationships/tags" Target="../tags/tag939.xml"/><Relationship Id="rId33" Type="http://schemas.openxmlformats.org/officeDocument/2006/relationships/tags" Target="../tags/tag947.xml"/><Relationship Id="rId38" Type="http://schemas.openxmlformats.org/officeDocument/2006/relationships/tags" Target="../tags/tag952.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76.xml"/><Relationship Id="rId13" Type="http://schemas.openxmlformats.org/officeDocument/2006/relationships/slideLayout" Target="../slideLayouts/slideLayout181.xml"/><Relationship Id="rId18" Type="http://schemas.openxmlformats.org/officeDocument/2006/relationships/oleObject" Target="../embeddings/oleObject43.bin"/><Relationship Id="rId3" Type="http://schemas.openxmlformats.org/officeDocument/2006/relationships/slideLayout" Target="../slideLayouts/slideLayout171.xml"/><Relationship Id="rId7" Type="http://schemas.openxmlformats.org/officeDocument/2006/relationships/slideLayout" Target="../slideLayouts/slideLayout175.xml"/><Relationship Id="rId12" Type="http://schemas.openxmlformats.org/officeDocument/2006/relationships/slideLayout" Target="../slideLayouts/slideLayout180.xml"/><Relationship Id="rId17" Type="http://schemas.openxmlformats.org/officeDocument/2006/relationships/tags" Target="../tags/tag1079.xml"/><Relationship Id="rId2" Type="http://schemas.openxmlformats.org/officeDocument/2006/relationships/slideLayout" Target="../slideLayouts/slideLayout170.xml"/><Relationship Id="rId16" Type="http://schemas.openxmlformats.org/officeDocument/2006/relationships/tags" Target="../tags/tag1078.xml"/><Relationship Id="rId20" Type="http://schemas.openxmlformats.org/officeDocument/2006/relationships/image" Target="../media/image18.png"/><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5" Type="http://schemas.openxmlformats.org/officeDocument/2006/relationships/slideLayout" Target="../slideLayouts/slideLayout173.xml"/><Relationship Id="rId15" Type="http://schemas.openxmlformats.org/officeDocument/2006/relationships/theme" Target="../theme/theme11.xml"/><Relationship Id="rId10" Type="http://schemas.openxmlformats.org/officeDocument/2006/relationships/slideLayout" Target="../slideLayouts/slideLayout178.xml"/><Relationship Id="rId19" Type="http://schemas.openxmlformats.org/officeDocument/2006/relationships/image" Target="../media/image1.emf"/><Relationship Id="rId4" Type="http://schemas.openxmlformats.org/officeDocument/2006/relationships/slideLayout" Target="../slideLayouts/slideLayout172.xml"/><Relationship Id="rId9" Type="http://schemas.openxmlformats.org/officeDocument/2006/relationships/slideLayout" Target="../slideLayouts/slideLayout177.xml"/><Relationship Id="rId14" Type="http://schemas.openxmlformats.org/officeDocument/2006/relationships/slideLayout" Target="../slideLayouts/slideLayout18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43CA1D75-1DEC-9771-FCCA-D6B868793BBD}"/>
              </a:ext>
            </a:extLst>
          </p:cNvPr>
          <p:cNvGraphicFramePr>
            <a:graphicFrameLocks/>
          </p:cNvGraphicFramePr>
          <p:nvPr userDrawn="1">
            <p:custDataLst>
              <p:tags r:id="rId17"/>
            </p:custDataLst>
            <p:extLst>
              <p:ext uri="{D42A27DB-BD31-4B8C-83A1-F6EECF244321}">
                <p14:modId xmlns:p14="http://schemas.microsoft.com/office/powerpoint/2010/main" val="233897959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8" imgW="395" imgH="396" progId="TCLayout.ActiveDocument.1">
                  <p:embed/>
                </p:oleObj>
              </mc:Choice>
              <mc:Fallback>
                <p:oleObj name="think-cell Slide" r:id="rId18" imgW="395" imgH="396" progId="TCLayout.ActiveDocument.1">
                  <p:embed/>
                  <p:pic>
                    <p:nvPicPr>
                      <p:cNvPr id="8" name="think-cell data - do not delete" hidden="1">
                        <a:extLst>
                          <a:ext uri="{FF2B5EF4-FFF2-40B4-BE49-F238E27FC236}">
                            <a16:creationId xmlns:a16="http://schemas.microsoft.com/office/drawing/2014/main" id="{43CA1D75-1DEC-9771-FCCA-D6B868793BBD}"/>
                          </a:ext>
                        </a:extLst>
                      </p:cNvPr>
                      <p:cNvPicPr/>
                      <p:nvPr/>
                    </p:nvPicPr>
                    <p:blipFill>
                      <a:blip r:embed="rId19"/>
                      <a:stretch>
                        <a:fillRect/>
                      </a:stretch>
                    </p:blipFill>
                    <p:spPr>
                      <a:xfrm>
                        <a:off x="1588" y="1588"/>
                        <a:ext cx="1588" cy="1588"/>
                      </a:xfrm>
                      <a:prstGeom prst="rect">
                        <a:avLst/>
                      </a:prstGeom>
                    </p:spPr>
                  </p:pic>
                </p:oleObj>
              </mc:Fallback>
            </mc:AlternateContent>
          </a:graphicData>
        </a:graphic>
      </p:graphicFrame>
      <p:sp>
        <p:nvSpPr>
          <p:cNvPr id="2" name="Title Placeholder 1">
            <a:extLst>
              <a:ext uri="{FF2B5EF4-FFF2-40B4-BE49-F238E27FC236}">
                <a16:creationId xmlns:a16="http://schemas.microsoft.com/office/drawing/2014/main" id="{DD5FC106-F5B2-D864-07AA-B8209F572B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87BB863F-9716-77B5-70B5-97E8A856AB8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C2E5639-7C5A-A093-DE77-4C35F4EF9D7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517AF58-B45D-42F2-8609-503FD5909DCD}" type="datetime1">
              <a:rPr lang="en-US" smtClean="0"/>
              <a:t>11/29/2025</a:t>
            </a:fld>
            <a:endParaRPr lang="en-US"/>
          </a:p>
        </p:txBody>
      </p:sp>
      <p:sp>
        <p:nvSpPr>
          <p:cNvPr id="5" name="Footer Placeholder 4">
            <a:extLst>
              <a:ext uri="{FF2B5EF4-FFF2-40B4-BE49-F238E27FC236}">
                <a16:creationId xmlns:a16="http://schemas.microsoft.com/office/drawing/2014/main" id="{67CE2890-47B3-476D-E9F5-C6B1EF6D9B1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945A4976-39B5-B8A3-BB72-E5CDCBF38F2F}"/>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E1CF2E5-4A16-4FBD-9713-265FD1DAAE65}" type="slidenum">
              <a:rPr lang="en-US" smtClean="0"/>
              <a:t>‹#›</a:t>
            </a:fld>
            <a:endParaRPr lang="en-US"/>
          </a:p>
        </p:txBody>
      </p:sp>
      <p:pic>
        <p:nvPicPr>
          <p:cNvPr id="7" name="Picture 6" descr="A black background with white text&#10;&#10;AI-generated content may be incorrect.">
            <a:extLst>
              <a:ext uri="{FF2B5EF4-FFF2-40B4-BE49-F238E27FC236}">
                <a16:creationId xmlns:a16="http://schemas.microsoft.com/office/drawing/2014/main" id="{BEF922CD-3436-3273-3791-FAEE0B543EF4}"/>
              </a:ext>
            </a:extLst>
          </p:cNvPr>
          <p:cNvPicPr>
            <a:picLocks noChangeAspect="1"/>
          </p:cNvPicPr>
          <p:nvPr userDrawn="1"/>
        </p:nvPicPr>
        <p:blipFill>
          <a:blip r:embed="rId20">
            <a:extLst>
              <a:ext uri="{28A0092B-C50C-407E-A947-70E740481C1C}">
                <a14:useLocalDpi xmlns:a14="http://schemas.microsoft.com/office/drawing/2010/main" val="0"/>
              </a:ext>
            </a:extLst>
          </a:blip>
          <a:srcRect b="17751"/>
          <a:stretch>
            <a:fillRect/>
          </a:stretch>
        </p:blipFill>
        <p:spPr>
          <a:xfrm>
            <a:off x="11188014" y="40957"/>
            <a:ext cx="927785" cy="235782"/>
          </a:xfrm>
          <a:prstGeom prst="rect">
            <a:avLst/>
          </a:prstGeom>
        </p:spPr>
      </p:pic>
    </p:spTree>
    <p:extLst>
      <p:ext uri="{BB962C8B-B14F-4D97-AF65-F5344CB8AC3E}">
        <p14:creationId xmlns:p14="http://schemas.microsoft.com/office/powerpoint/2010/main" val="1817691319"/>
      </p:ext>
    </p:extLst>
  </p:cSld>
  <p:clrMap bg1="lt1" tx1="dk1" bg2="lt2" tx2="dk2" accent1="accent1" accent2="accent2" accent3="accent3" accent4="accent4" accent5="accent5" accent6="accent6" hlink="hlink" folHlink="folHlink"/>
  <p:sldLayoutIdLst>
    <p:sldLayoutId id="2147483753" r:id="rId1"/>
    <p:sldLayoutId id="2147483754" r:id="rId2"/>
    <p:sldLayoutId id="2147483755" r:id="rId3"/>
    <p:sldLayoutId id="2147483756" r:id="rId4"/>
    <p:sldLayoutId id="2147483757" r:id="rId5"/>
    <p:sldLayoutId id="2147483758" r:id="rId6"/>
    <p:sldLayoutId id="2147483759" r:id="rId7"/>
    <p:sldLayoutId id="2147483760" r:id="rId8"/>
    <p:sldLayoutId id="2147483761" r:id="rId9"/>
    <p:sldLayoutId id="2147483762" r:id="rId10"/>
    <p:sldLayoutId id="2147483763" r:id="rId11"/>
    <p:sldLayoutId id="2147483792" r:id="rId12"/>
    <p:sldLayoutId id="2147483791" r:id="rId13"/>
    <p:sldLayoutId id="2147483861" r:id="rId14"/>
    <p:sldLayoutId id="2147483899" r:id="rId15"/>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4BC40847-AF8B-4097-9A07-2349A751A051}"/>
              </a:ext>
            </a:extLst>
          </p:cNvPr>
          <p:cNvGraphicFramePr>
            <a:graphicFrameLocks/>
          </p:cNvGraphicFramePr>
          <p:nvPr userDrawn="1">
            <p:custDataLst>
              <p:tags r:id="rId21"/>
            </p:custDataLst>
            <p:extLst>
              <p:ext uri="{D42A27DB-BD31-4B8C-83A1-F6EECF244321}">
                <p14:modId xmlns:p14="http://schemas.microsoft.com/office/powerpoint/2010/main" val="279692250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1" imgW="413" imgH="416" progId="TCLayout.ActiveDocument.1">
                  <p:embed/>
                </p:oleObj>
              </mc:Choice>
              <mc:Fallback>
                <p:oleObj name="think-cell Slide" r:id="rId41" imgW="413" imgH="416" progId="TCLayout.ActiveDocument.1">
                  <p:embed/>
                  <p:pic>
                    <p:nvPicPr>
                      <p:cNvPr id="3" name="Object 6" hidden="1">
                        <a:extLst>
                          <a:ext uri="{FF2B5EF4-FFF2-40B4-BE49-F238E27FC236}">
                            <a16:creationId xmlns:a16="http://schemas.microsoft.com/office/drawing/2014/main" id="{4BC40847-AF8B-4097-9A07-2349A751A051}"/>
                          </a:ext>
                        </a:extLst>
                      </p:cNvPr>
                      <p:cNvPicPr/>
                      <p:nvPr/>
                    </p:nvPicPr>
                    <p:blipFill>
                      <a:blip r:embed="rId42"/>
                      <a:stretch>
                        <a:fillRect/>
                      </a:stretch>
                    </p:blipFill>
                    <p:spPr>
                      <a:xfrm>
                        <a:off x="1588" y="1588"/>
                        <a:ext cx="1588" cy="1588"/>
                      </a:xfrm>
                      <a:prstGeom prst="rect">
                        <a:avLst/>
                      </a:prstGeom>
                    </p:spPr>
                  </p:pic>
                </p:oleObj>
              </mc:Fallback>
            </mc:AlternateContent>
          </a:graphicData>
        </a:graphic>
      </p:graphicFrame>
      <p:pic>
        <p:nvPicPr>
          <p:cNvPr id="8" name="object 5">
            <a:extLst>
              <a:ext uri="{FF2B5EF4-FFF2-40B4-BE49-F238E27FC236}">
                <a16:creationId xmlns:a16="http://schemas.microsoft.com/office/drawing/2014/main" id="{631998A1-33D1-F377-72AF-E0FA6785D0D2}"/>
              </a:ext>
            </a:extLst>
          </p:cNvPr>
          <p:cNvPicPr/>
          <p:nvPr userDrawn="1"/>
        </p:nvPicPr>
        <p:blipFill>
          <a:blip r:embed="rId43" cstate="print"/>
          <a:stretch>
            <a:fillRect/>
          </a:stretch>
        </p:blipFill>
        <p:spPr>
          <a:xfrm>
            <a:off x="0" y="2650255"/>
            <a:ext cx="12191999" cy="4207742"/>
          </a:xfrm>
          <a:prstGeom prst="rect">
            <a:avLst/>
          </a:prstGeom>
        </p:spPr>
      </p:pic>
      <p:sp>
        <p:nvSpPr>
          <p:cNvPr id="2" name="Rectangle 1" hidden="1">
            <a:extLst>
              <a:ext uri="{FF2B5EF4-FFF2-40B4-BE49-F238E27FC236}">
                <a16:creationId xmlns:a16="http://schemas.microsoft.com/office/drawing/2014/main" id="{15B28737-798E-48D4-BBDB-8EB35CB9FFFB}"/>
              </a:ext>
            </a:extLst>
          </p:cNvPr>
          <p:cNvSpPr/>
          <p:nvPr userDrawn="1">
            <p:custDataLst>
              <p:tags r:id="rId2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6" name="4. Footnote" hidden="1">
            <a:extLst>
              <a:ext uri="{FF2B5EF4-FFF2-40B4-BE49-F238E27FC236}">
                <a16:creationId xmlns:a16="http://schemas.microsoft.com/office/drawing/2014/main" id="{772E4927-517C-4D61-9929-9FFDE5F31A03}"/>
              </a:ext>
            </a:extLst>
          </p:cNvPr>
          <p:cNvSpPr txBox="1"/>
          <p:nvPr userDrawn="1">
            <p:custDataLst>
              <p:tags r:id="rId23"/>
            </p:custDataLst>
          </p:nvPr>
        </p:nvSpPr>
        <p:spPr>
          <a:xfrm>
            <a:off x="553972" y="6278400"/>
            <a:ext cx="7278624" cy="123111"/>
          </a:xfrm>
          <a:prstGeom prst="rect">
            <a:avLst/>
          </a:prstGeom>
          <a:noFill/>
          <a:ln/>
          <a:extLst>
            <a:ext uri="{909E8E84-426E-40DD-AFC4-6F175D3DCCD1}">
              <a14:hiddenFill xmlns:a14="http://schemas.microsoft.com/office/drawing/2010/main">
                <a:solidFill>
                  <a:srgbClr val="FFFFFF"/>
                </a:solidFill>
              </a14:hiddenFill>
            </a:ext>
          </a:extLst>
        </p:spPr>
        <p:txBody>
          <a:bodyPr wrap="square" lIns="0" tIns="0" rIns="0" bIns="0" rtlCol="0" anchor="b" anchorCtr="0">
            <a:spAutoFit/>
          </a:bodyPr>
          <a:lstStyle>
            <a:defPPr>
              <a:defRPr lang="en-US"/>
            </a:defPPr>
            <a:lvl1pPr marL="203200" marR="0" lvl="0" indent="-212725" fontAlgn="auto">
              <a:lnSpc>
                <a:spcPct val="100000"/>
              </a:lnSpc>
              <a:spcBef>
                <a:spcPts val="0"/>
              </a:spcBef>
              <a:spcAft>
                <a:spcPts val="0"/>
              </a:spcAft>
              <a:buClrTx/>
              <a:buSzTx/>
              <a:buFontTx/>
              <a:buNone/>
              <a:tabLst/>
              <a:defRPr sz="800"/>
            </a:lvl1pPr>
          </a:lstStyle>
          <a:p>
            <a:pPr lvl="0" rtl="0"/>
            <a:r>
              <a:rPr lang="en-US"/>
              <a:t>Footnotes</a:t>
            </a:r>
          </a:p>
        </p:txBody>
      </p:sp>
      <p:sp>
        <p:nvSpPr>
          <p:cNvPr id="57" name="2. Slide Title">
            <a:extLst>
              <a:ext uri="{FF2B5EF4-FFF2-40B4-BE49-F238E27FC236}">
                <a16:creationId xmlns:a16="http://schemas.microsoft.com/office/drawing/2014/main" id="{98FF70AE-7EF6-4E5B-9FFE-B44C852C9FBA}"/>
              </a:ext>
            </a:extLst>
          </p:cNvPr>
          <p:cNvSpPr>
            <a:spLocks noGrp="1"/>
          </p:cNvSpPr>
          <p:nvPr>
            <p:ph type="title"/>
            <p:custDataLst>
              <p:tags r:id="rId24"/>
            </p:custDataLst>
          </p:nvPr>
        </p:nvSpPr>
        <p:spPr>
          <a:xfrm>
            <a:off x="554736" y="172212"/>
            <a:ext cx="11082528" cy="731520"/>
          </a:xfrm>
          <a:prstGeom prst="rect">
            <a:avLst/>
          </a:prstGeom>
        </p:spPr>
        <p:txBody>
          <a:bodyPr vert="horz" wrap="square" lIns="0" tIns="0" rIns="0" bIns="0" rtlCol="0" anchor="b" anchorCtr="0">
            <a:noAutofit/>
          </a:bodyPr>
          <a:lstStyle/>
          <a:p>
            <a:pPr lvl="0"/>
            <a:r>
              <a:rPr lang="en-US"/>
              <a:t>Click to edit Master title style</a:t>
            </a:r>
          </a:p>
        </p:txBody>
      </p:sp>
      <p:grpSp>
        <p:nvGrpSpPr>
          <p:cNvPr id="59" name="Grid" hidden="1">
            <a:extLst>
              <a:ext uri="{FF2B5EF4-FFF2-40B4-BE49-F238E27FC236}">
                <a16:creationId xmlns:a16="http://schemas.microsoft.com/office/drawing/2014/main" id="{D35250B8-D61E-4F1A-9ACD-6E1BB958B78E}"/>
              </a:ext>
            </a:extLst>
          </p:cNvPr>
          <p:cNvGrpSpPr/>
          <p:nvPr userDrawn="1"/>
        </p:nvGrpSpPr>
        <p:grpSpPr>
          <a:xfrm>
            <a:off x="0" y="0"/>
            <a:ext cx="12190476" cy="6858000"/>
            <a:chOff x="0" y="0"/>
            <a:chExt cx="12190476" cy="6858000"/>
          </a:xfrm>
        </p:grpSpPr>
        <p:sp>
          <p:nvSpPr>
            <p:cNvPr id="60" name="slide margin">
              <a:extLst>
                <a:ext uri="{FF2B5EF4-FFF2-40B4-BE49-F238E27FC236}">
                  <a16:creationId xmlns:a16="http://schemas.microsoft.com/office/drawing/2014/main" id="{B96EBE04-E01D-4922-8601-F1AD43DC4DA0}"/>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rtl="0"/>
              <a:endParaRPr lang="en-US">
                <a:solidFill>
                  <a:schemeClr val="tx1"/>
                </a:solidFill>
                <a:latin typeface="+mn-lt"/>
                <a:ea typeface="+mn-ea"/>
                <a:cs typeface="+mn-cs"/>
              </a:endParaRPr>
            </a:p>
          </p:txBody>
        </p:sp>
        <p:cxnSp>
          <p:nvCxnSpPr>
            <p:cNvPr id="61" name="Straight Connector 60">
              <a:extLst>
                <a:ext uri="{FF2B5EF4-FFF2-40B4-BE49-F238E27FC236}">
                  <a16:creationId xmlns:a16="http://schemas.microsoft.com/office/drawing/2014/main" id="{5CA037B0-2A91-4357-A969-80F65F949266}"/>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1BD7C67-EF90-4AA0-BA50-51299E7EEE4C}"/>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719564A-5227-44A7-ABC0-4C6BBC1E2D6F}"/>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D85D0C-74E8-4603-86B8-FCC481122CE8}"/>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7F8BF8BD-68B4-4717-8162-382FFCC9BC9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9DB0B65-FCD8-4DD7-833A-DEED6A420E2A}"/>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8151F3-D51F-4302-95BF-AE8E806F628D}"/>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35A6B330-5ACC-486B-8131-B7F5407825B2}"/>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A5DE7AD-CCFE-4A85-9421-C7CEA9F80DEC}"/>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E2A9A81-75D1-41A9-9821-54FC36E753C1}"/>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6FE52AA-2DD1-4D00-A984-41CDC38B2D7F}"/>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5C9FC50-7177-43E6-9E56-DC9A2E6B7E6E}"/>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73" name="Freeform: Shape 72">
              <a:extLst>
                <a:ext uri="{FF2B5EF4-FFF2-40B4-BE49-F238E27FC236}">
                  <a16:creationId xmlns:a16="http://schemas.microsoft.com/office/drawing/2014/main" id="{BC97F85A-62E2-4591-B8D0-4F068B177B5D}"/>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4" name="Freeform: Shape 73">
              <a:extLst>
                <a:ext uri="{FF2B5EF4-FFF2-40B4-BE49-F238E27FC236}">
                  <a16:creationId xmlns:a16="http://schemas.microsoft.com/office/drawing/2014/main" id="{7F4B967A-CF91-473D-8A35-2BE771F9F59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5" name="Freeform: Shape 74">
              <a:extLst>
                <a:ext uri="{FF2B5EF4-FFF2-40B4-BE49-F238E27FC236}">
                  <a16:creationId xmlns:a16="http://schemas.microsoft.com/office/drawing/2014/main" id="{5AC41621-77EA-4492-8E68-0BE34108294A}"/>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6" name="Freeform: Shape 75">
              <a:extLst>
                <a:ext uri="{FF2B5EF4-FFF2-40B4-BE49-F238E27FC236}">
                  <a16:creationId xmlns:a16="http://schemas.microsoft.com/office/drawing/2014/main" id="{31A06AD2-A9EA-45D9-B15C-089884A54107}"/>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7" name="Freeform: Shape 76">
              <a:extLst>
                <a:ext uri="{FF2B5EF4-FFF2-40B4-BE49-F238E27FC236}">
                  <a16:creationId xmlns:a16="http://schemas.microsoft.com/office/drawing/2014/main" id="{3A7B39CC-379F-4224-9E59-81B1690088A0}"/>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8" name="Freeform: Shape 77">
              <a:extLst>
                <a:ext uri="{FF2B5EF4-FFF2-40B4-BE49-F238E27FC236}">
                  <a16:creationId xmlns:a16="http://schemas.microsoft.com/office/drawing/2014/main" id="{F8002ACB-1459-4214-B28A-B38E8A1FF8A6}"/>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9" name="Freeform: Shape 78">
              <a:extLst>
                <a:ext uri="{FF2B5EF4-FFF2-40B4-BE49-F238E27FC236}">
                  <a16:creationId xmlns:a16="http://schemas.microsoft.com/office/drawing/2014/main" id="{71D59E94-AA3C-4DE0-8345-20C71667A205}"/>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0" name="Freeform: Shape 79">
              <a:extLst>
                <a:ext uri="{FF2B5EF4-FFF2-40B4-BE49-F238E27FC236}">
                  <a16:creationId xmlns:a16="http://schemas.microsoft.com/office/drawing/2014/main" id="{5805F09B-786C-43E4-8288-B1AAF94C8ADE}"/>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1" name="Freeform: Shape 80">
              <a:extLst>
                <a:ext uri="{FF2B5EF4-FFF2-40B4-BE49-F238E27FC236}">
                  <a16:creationId xmlns:a16="http://schemas.microsoft.com/office/drawing/2014/main" id="{5FB23B6E-567C-4896-8B32-DA4C452B4AE7}"/>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2" name="Freeform: Shape 81">
              <a:extLst>
                <a:ext uri="{FF2B5EF4-FFF2-40B4-BE49-F238E27FC236}">
                  <a16:creationId xmlns:a16="http://schemas.microsoft.com/office/drawing/2014/main" id="{9B792231-972E-4476-BAF2-761E10463BA8}"/>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3" name="Freeform: Shape 82">
              <a:extLst>
                <a:ext uri="{FF2B5EF4-FFF2-40B4-BE49-F238E27FC236}">
                  <a16:creationId xmlns:a16="http://schemas.microsoft.com/office/drawing/2014/main" id="{908370B7-3D11-4F78-B977-D8F0DE2694ED}"/>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4" name="Freeform: Shape 83">
              <a:extLst>
                <a:ext uri="{FF2B5EF4-FFF2-40B4-BE49-F238E27FC236}">
                  <a16:creationId xmlns:a16="http://schemas.microsoft.com/office/drawing/2014/main" id="{C11EA99D-D15D-43C2-BF4E-36554B346AB6}"/>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5" name="Freeform: Shape 84">
              <a:extLst>
                <a:ext uri="{FF2B5EF4-FFF2-40B4-BE49-F238E27FC236}">
                  <a16:creationId xmlns:a16="http://schemas.microsoft.com/office/drawing/2014/main" id="{3A72B2F6-0AFF-4E6E-AFFF-60767DB3FA63}"/>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6" name="Freeform: Shape 85">
              <a:extLst>
                <a:ext uri="{FF2B5EF4-FFF2-40B4-BE49-F238E27FC236}">
                  <a16:creationId xmlns:a16="http://schemas.microsoft.com/office/drawing/2014/main" id="{A68F8E74-3AE4-4AF9-9F36-63344C9076D2}"/>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7" name="Freeform: Shape 86">
              <a:extLst>
                <a:ext uri="{FF2B5EF4-FFF2-40B4-BE49-F238E27FC236}">
                  <a16:creationId xmlns:a16="http://schemas.microsoft.com/office/drawing/2014/main" id="{31D5F169-E1D4-48A3-AE5B-F5F1BEF2E7CF}"/>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8" name="Freeform: Shape 87">
              <a:extLst>
                <a:ext uri="{FF2B5EF4-FFF2-40B4-BE49-F238E27FC236}">
                  <a16:creationId xmlns:a16="http://schemas.microsoft.com/office/drawing/2014/main" id="{4230F928-F9B2-4955-9800-74DE09DCE6F2}"/>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9" name="Freeform: Shape 88">
              <a:extLst>
                <a:ext uri="{FF2B5EF4-FFF2-40B4-BE49-F238E27FC236}">
                  <a16:creationId xmlns:a16="http://schemas.microsoft.com/office/drawing/2014/main" id="{37C829A9-6808-4531-8C12-A84988E6DEE1}"/>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0" name="Freeform: Shape 89">
              <a:extLst>
                <a:ext uri="{FF2B5EF4-FFF2-40B4-BE49-F238E27FC236}">
                  <a16:creationId xmlns:a16="http://schemas.microsoft.com/office/drawing/2014/main" id="{7FA5964C-E9C5-4C2F-BD6E-47BAFB5B6D17}"/>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1" name="Freeform: Shape 90">
              <a:extLst>
                <a:ext uri="{FF2B5EF4-FFF2-40B4-BE49-F238E27FC236}">
                  <a16:creationId xmlns:a16="http://schemas.microsoft.com/office/drawing/2014/main" id="{3C168D8D-76CE-4BE5-BE95-79B96300EA3F}"/>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2" name="Freeform: Shape 91">
              <a:extLst>
                <a:ext uri="{FF2B5EF4-FFF2-40B4-BE49-F238E27FC236}">
                  <a16:creationId xmlns:a16="http://schemas.microsoft.com/office/drawing/2014/main" id="{6749465C-813A-45F9-8C3E-5D06C8584929}"/>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3" name="Freeform: Shape 92">
              <a:extLst>
                <a:ext uri="{FF2B5EF4-FFF2-40B4-BE49-F238E27FC236}">
                  <a16:creationId xmlns:a16="http://schemas.microsoft.com/office/drawing/2014/main" id="{53894C26-2473-4C24-B082-48DD1E92241C}"/>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4" name="Freeform: Shape 93">
              <a:extLst>
                <a:ext uri="{FF2B5EF4-FFF2-40B4-BE49-F238E27FC236}">
                  <a16:creationId xmlns:a16="http://schemas.microsoft.com/office/drawing/2014/main" id="{BFDA0320-8435-46CA-B1B3-5203F54A419F}"/>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5" name="Freeform: Shape 94">
              <a:extLst>
                <a:ext uri="{FF2B5EF4-FFF2-40B4-BE49-F238E27FC236}">
                  <a16:creationId xmlns:a16="http://schemas.microsoft.com/office/drawing/2014/main" id="{A42721E4-5D12-459C-AC2E-7CE148AF9062}"/>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6" name="Freeform: Shape 95">
              <a:extLst>
                <a:ext uri="{FF2B5EF4-FFF2-40B4-BE49-F238E27FC236}">
                  <a16:creationId xmlns:a16="http://schemas.microsoft.com/office/drawing/2014/main" id="{8BF7D46B-3779-49D0-BCB4-F2DCE091958D}"/>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7" name="Freeform: Shape 96">
              <a:extLst>
                <a:ext uri="{FF2B5EF4-FFF2-40B4-BE49-F238E27FC236}">
                  <a16:creationId xmlns:a16="http://schemas.microsoft.com/office/drawing/2014/main" id="{634464F0-BD7F-4488-85F0-EC20C24BECAA}"/>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cxnSp>
          <p:nvCxnSpPr>
            <p:cNvPr id="98" name="Straight Connector 97">
              <a:extLst>
                <a:ext uri="{FF2B5EF4-FFF2-40B4-BE49-F238E27FC236}">
                  <a16:creationId xmlns:a16="http://schemas.microsoft.com/office/drawing/2014/main" id="{82B54541-0CDD-4724-8101-AABFF1207033}"/>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5070398-8D55-4EE2-8CA4-47428E2AF03F}"/>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166891-56D0-4EBC-B681-501401DEF9D4}"/>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13A87E3-D106-41FF-A8CD-C27DABF0103D}"/>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164477D-838D-4C70-ADD7-37AD79A844AA}"/>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2B193C0-8980-4BB2-8E91-7A1C9ABE0B6C}"/>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1A94AAA-1D98-4233-842E-2A2F52812358}"/>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21F2B43-A2DC-42F4-8EA4-A8A4DA6D6FA7}"/>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60F0923-6896-405D-AD16-F097448F3E3D}"/>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BC70D5B1-47D7-451F-B83A-973A26731A22}"/>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3FD9A464-81FE-4829-A1C5-5CCEE42448B3}"/>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F55CAB0-53A2-417F-9F66-C0437933E98B}"/>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47EE77-7495-47CB-BEC9-D5C742DF2B2C}"/>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A942184-696A-4A78-BB9D-3D619B990987}"/>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B5F4EE6-4D4C-4488-80DE-36C83D540765}"/>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D3A42E3-1ED2-4BBE-8B0B-CEA491522F0A}"/>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4162AD8-9037-4220-B19F-7B3A0F44E941}"/>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20FB70-03E4-4D7E-BA41-546EAAB33089}"/>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84D3C92-FDAE-47DB-9457-A9B216922E98}"/>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B5DF0860-265F-4ABC-9F65-0C1D385DAA19}"/>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D878D1D5-E6E5-4FA6-AF6E-95E8AF796777}"/>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1FF29A-4B39-4335-9BD5-ED902309BF79}"/>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3A82A803-5E70-4523-9F20-67F308765C7E}"/>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4208CB2-5882-4416-87C9-284BDAF3367A}"/>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D4116CD-6422-4E26-9703-D3F7C10FCD56}"/>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1AB3A35-E2FF-4178-896B-F08E77092825}"/>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79C539-DD6F-48AA-8F80-27BC682014AF}"/>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2784004E-3271-4D1C-B1EA-CA1E334E0D03}"/>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3657725E-FBF6-491D-9BA1-E6A9727F4F2D}"/>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1244567-76A7-47AF-9353-403D05D533F0}"/>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C47A2A-ED3B-4AD0-ACD5-F8ED92644229}"/>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3E01E5-F569-4020-BCB0-083537701AB0}"/>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1121A42-5912-44C8-B9A3-FDEC8EA70284}"/>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59B1DE7-25C8-4743-8284-FA656D339F55}"/>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26249F1-59FB-44FC-8AF9-D7F90AFBEE2C}"/>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E6D42779-D977-4405-A149-D8DE5B52134A}"/>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7EE8A2F-6AD9-4AE7-B04B-7892891F84AC}"/>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8F4A59A-16C3-4C3A-AB79-FE22721EA641}"/>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5CA3A6CC-1A49-42F6-A318-99D9224BDC91}"/>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2DC3484E-5EF8-49C4-B1F6-75C854D50C80}"/>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3461A54-E77E-414D-B7E0-7364070D9566}"/>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29C48517-171B-43FD-A41C-58C9B531BDB5}"/>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F429932A-1238-48FC-B171-20A3AA531D40}"/>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BED7651-AF04-41D4-9476-5A43476D85BB}"/>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5" name="main body box">
              <a:extLst>
                <a:ext uri="{FF2B5EF4-FFF2-40B4-BE49-F238E27FC236}">
                  <a16:creationId xmlns:a16="http://schemas.microsoft.com/office/drawing/2014/main" id="{100DE417-9DB9-4840-8370-B716FFA27760}"/>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pPr rtl="0"/>
              <a:endParaRPr lang="en-US" sz="1323">
                <a:solidFill>
                  <a:schemeClr val="tx1"/>
                </a:solidFill>
                <a:latin typeface="+mn-lt"/>
                <a:ea typeface="+mn-ea"/>
                <a:cs typeface="+mn-cs"/>
              </a:endParaRPr>
            </a:p>
          </p:txBody>
        </p:sp>
        <p:cxnSp>
          <p:nvCxnSpPr>
            <p:cNvPr id="146" name="Straight Connector 145">
              <a:extLst>
                <a:ext uri="{FF2B5EF4-FFF2-40B4-BE49-F238E27FC236}">
                  <a16:creationId xmlns:a16="http://schemas.microsoft.com/office/drawing/2014/main" id="{B93A1E2B-8C80-482F-83BE-384344D09839}"/>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147" name="Straight Connector 146">
              <a:extLst>
                <a:ext uri="{FF2B5EF4-FFF2-40B4-BE49-F238E27FC236}">
                  <a16:creationId xmlns:a16="http://schemas.microsoft.com/office/drawing/2014/main" id="{BEAB22C5-0A46-4041-9158-6DC76EA2F350}"/>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sp>
        <p:nvSpPr>
          <p:cNvPr id="4" name="Sticker" hidden="1">
            <a:extLst>
              <a:ext uri="{FF2B5EF4-FFF2-40B4-BE49-F238E27FC236}">
                <a16:creationId xmlns:a16="http://schemas.microsoft.com/office/drawing/2014/main" id="{F9BB011A-568C-4B05-AE57-EB000B2FD8BB}"/>
              </a:ext>
            </a:extLst>
          </p:cNvPr>
          <p:cNvSpPr txBox="1"/>
          <p:nvPr userDrawn="1"/>
        </p:nvSpPr>
        <p:spPr>
          <a:xfrm>
            <a:off x="554736" y="1289273"/>
            <a:ext cx="450444" cy="123111"/>
          </a:xfrm>
          <a:prstGeom prst="rect">
            <a:avLst/>
          </a:prstGeom>
          <a:noFill/>
          <a:ln w="6350">
            <a:noFill/>
            <a:miter lim="800000"/>
          </a:ln>
        </p:spPr>
        <p:txBody>
          <a:bodyPr vert="horz" wrap="none" lIns="0" tIns="0" rIns="0" bIns="0" rtlCol="0">
            <a:spAutoFit/>
          </a:bodyPr>
          <a:lstStyle>
            <a:defPPr>
              <a:defRPr lang="en-US"/>
            </a:defPPr>
            <a:lvl1pPr>
              <a:spcBef>
                <a:spcPts val="300"/>
              </a:spcBef>
              <a:spcAft>
                <a:spcPts val="300"/>
              </a:spcAft>
              <a:buNone/>
              <a:defRPr sz="800" b="1" cap="all" baseline="0"/>
            </a:lvl1pPr>
          </a:lstStyle>
          <a:p>
            <a:pPr lvl="0" rtl="0"/>
            <a:r>
              <a:rPr lang="en-US"/>
              <a:t>STICKER</a:t>
            </a:r>
          </a:p>
        </p:txBody>
      </p:sp>
      <p:sp>
        <p:nvSpPr>
          <p:cNvPr id="169" name="ACET" hidden="1">
            <a:extLst>
              <a:ext uri="{FF2B5EF4-FFF2-40B4-BE49-F238E27FC236}">
                <a16:creationId xmlns:a16="http://schemas.microsoft.com/office/drawing/2014/main" id="{62CF7362-20CB-4908-AFFE-D4E2B9A5DF3B}"/>
              </a:ext>
            </a:extLst>
          </p:cNvPr>
          <p:cNvSpPr txBox="1"/>
          <p:nvPr userDrawn="1">
            <p:custDataLst>
              <p:tags r:id="rId25"/>
            </p:custDataLst>
          </p:nvPr>
        </p:nvSpPr>
        <p:spPr>
          <a:xfrm>
            <a:off x="5987738" y="2170800"/>
            <a:ext cx="3049253" cy="56938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lvl="0" indent="0">
              <a:lnSpc>
                <a:spcPct val="100000"/>
              </a:lnSpc>
              <a:spcBef>
                <a:spcPts val="0"/>
              </a:spcBef>
              <a:spcAft>
                <a:spcPts val="600"/>
              </a:spcAft>
              <a:buFont typeface="Segoe UI" panose="020B0502040204020203" pitchFamily="34" charset="0"/>
              <a:buChar char="​"/>
              <a:defRPr sz="1600" b="1"/>
            </a:lvl1pPr>
            <a:lvl2pPr marL="228600" lvl="1" indent="-225425">
              <a:lnSpc>
                <a:spcPct val="100000"/>
              </a:lnSpc>
              <a:spcBef>
                <a:spcPts val="0"/>
              </a:spcBef>
              <a:spcAft>
                <a:spcPts val="300"/>
              </a:spcAft>
              <a:buSzPct val="110000"/>
              <a:buFont typeface="Wingdings" panose="05000000000000000000" pitchFamily="2" charset="2"/>
              <a:buChar char=""/>
              <a:defRPr sz="1600"/>
            </a:lvl2pPr>
            <a:lvl3pPr marL="442913" lvl="2" indent="-214313">
              <a:lnSpc>
                <a:spcPct val="100000"/>
              </a:lnSpc>
              <a:spcBef>
                <a:spcPts val="0"/>
              </a:spcBef>
              <a:spcAft>
                <a:spcPts val="300"/>
              </a:spcAft>
              <a:buSzPct val="110000"/>
              <a:buFont typeface="Arial" panose="020B0604020202020204" pitchFamily="34" charset="0"/>
              <a:buChar char="‒"/>
              <a:defRPr sz="1600"/>
            </a:lvl3pPr>
            <a:lvl4pPr marL="598488" lvl="3" indent="-152400">
              <a:lnSpc>
                <a:spcPct val="100000"/>
              </a:lnSpc>
              <a:spcBef>
                <a:spcPts val="0"/>
              </a:spcBef>
              <a:spcAft>
                <a:spcPts val="300"/>
              </a:spcAft>
              <a:buFont typeface="Arial" panose="020B0604020202020204" pitchFamily="34" charset="0"/>
              <a:buChar char="•"/>
              <a:defRPr sz="1600"/>
            </a:lvl4pPr>
            <a:lvl5pPr marL="817563" lvl="4" indent="-147638">
              <a:lnSpc>
                <a:spcPct val="100000"/>
              </a:lnSpc>
              <a:spcBef>
                <a:spcPts val="0"/>
              </a:spcBef>
              <a:spcAft>
                <a:spcPts val="300"/>
              </a:spcAft>
              <a:buSzPct val="100000"/>
              <a:buFont typeface="Arial" panose="020B0604020202020204" pitchFamily="34" charset="0"/>
              <a:buChar char="̶"/>
              <a:defRPr sz="160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Above Chart Exhibit Title</a:t>
            </a:r>
          </a:p>
          <a:p>
            <a:pPr lvl="0" rtl="0"/>
            <a:r>
              <a:rPr lang="en-US" b="0"/>
              <a:t>Unit of Measure</a:t>
            </a:r>
          </a:p>
        </p:txBody>
      </p:sp>
      <p:sp>
        <p:nvSpPr>
          <p:cNvPr id="5" name="Text Placeholder 4">
            <a:extLst>
              <a:ext uri="{FF2B5EF4-FFF2-40B4-BE49-F238E27FC236}">
                <a16:creationId xmlns:a16="http://schemas.microsoft.com/office/drawing/2014/main" id="{4C1F3293-4EFE-461D-940D-7EE66BAE31C5}"/>
              </a:ext>
            </a:extLst>
          </p:cNvPr>
          <p:cNvSpPr>
            <a:spLocks noGrp="1"/>
          </p:cNvSpPr>
          <p:nvPr>
            <p:ph type="body" idx="1"/>
          </p:nvPr>
        </p:nvSpPr>
        <p:spPr>
          <a:xfrm>
            <a:off x="554736" y="2170800"/>
            <a:ext cx="2484655" cy="1631216"/>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8" name="LegendLines" hidden="1">
            <a:extLst>
              <a:ext uri="{FF2B5EF4-FFF2-40B4-BE49-F238E27FC236}">
                <a16:creationId xmlns:a16="http://schemas.microsoft.com/office/drawing/2014/main" id="{64918A64-3AB6-5C90-29C7-FFF22C2B8923}"/>
              </a:ext>
            </a:extLst>
          </p:cNvPr>
          <p:cNvGrpSpPr/>
          <p:nvPr userDrawn="1"/>
        </p:nvGrpSpPr>
        <p:grpSpPr>
          <a:xfrm>
            <a:off x="10317304" y="3150223"/>
            <a:ext cx="1319960" cy="958286"/>
            <a:chOff x="10162879" y="3243772"/>
            <a:chExt cx="1319960" cy="958286"/>
          </a:xfrm>
        </p:grpSpPr>
        <p:sp>
          <p:nvSpPr>
            <p:cNvPr id="49" name="Legend1" hidden="1">
              <a:extLst>
                <a:ext uri="{FF2B5EF4-FFF2-40B4-BE49-F238E27FC236}">
                  <a16:creationId xmlns:a16="http://schemas.microsoft.com/office/drawing/2014/main" id="{25A44169-CCF4-FE74-8798-98E9DE207522}"/>
                </a:ext>
              </a:extLst>
            </p:cNvPr>
            <p:cNvSpPr txBox="1"/>
            <p:nvPr/>
          </p:nvSpPr>
          <p:spPr>
            <a:xfrm>
              <a:off x="10886522" y="324377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0" name="Legend2" hidden="1">
              <a:extLst>
                <a:ext uri="{FF2B5EF4-FFF2-40B4-BE49-F238E27FC236}">
                  <a16:creationId xmlns:a16="http://schemas.microsoft.com/office/drawing/2014/main" id="{A4220F9A-D55E-3473-CA40-319CC718A4FF}"/>
                </a:ext>
              </a:extLst>
            </p:cNvPr>
            <p:cNvSpPr txBox="1"/>
            <p:nvPr/>
          </p:nvSpPr>
          <p:spPr>
            <a:xfrm>
              <a:off x="10886522" y="3615193"/>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1" name="Legend3" hidden="1">
              <a:extLst>
                <a:ext uri="{FF2B5EF4-FFF2-40B4-BE49-F238E27FC236}">
                  <a16:creationId xmlns:a16="http://schemas.microsoft.com/office/drawing/2014/main" id="{8DAB127A-1F2E-8231-1CDF-7581866CA36D}"/>
                </a:ext>
              </a:extLst>
            </p:cNvPr>
            <p:cNvSpPr txBox="1"/>
            <p:nvPr/>
          </p:nvSpPr>
          <p:spPr>
            <a:xfrm>
              <a:off x="10886522" y="398661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2" name="LineLegend3" hidden="1">
              <a:extLst>
                <a:ext uri="{FF2B5EF4-FFF2-40B4-BE49-F238E27FC236}">
                  <a16:creationId xmlns:a16="http://schemas.microsoft.com/office/drawing/2014/main" id="{61E56A56-4821-8579-6B86-6144DFE300E3}"/>
                </a:ext>
              </a:extLst>
            </p:cNvPr>
            <p:cNvSpPr>
              <a:spLocks noChangeShapeType="1"/>
            </p:cNvSpPr>
            <p:nvPr/>
          </p:nvSpPr>
          <p:spPr bwMode="gray">
            <a:xfrm>
              <a:off x="10162879" y="4092784"/>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sp>
          <p:nvSpPr>
            <p:cNvPr id="53" name="LineLegend2" hidden="1">
              <a:extLst>
                <a:ext uri="{FF2B5EF4-FFF2-40B4-BE49-F238E27FC236}">
                  <a16:creationId xmlns:a16="http://schemas.microsoft.com/office/drawing/2014/main" id="{95F42112-E5D6-3EF0-F2DB-F136E9F16001}"/>
                </a:ext>
              </a:extLst>
            </p:cNvPr>
            <p:cNvSpPr>
              <a:spLocks noChangeShapeType="1"/>
            </p:cNvSpPr>
            <p:nvPr/>
          </p:nvSpPr>
          <p:spPr bwMode="gray">
            <a:xfrm>
              <a:off x="10162879" y="3719425"/>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sp>
          <p:nvSpPr>
            <p:cNvPr id="54" name="LineLegend1" hidden="1">
              <a:extLst>
                <a:ext uri="{FF2B5EF4-FFF2-40B4-BE49-F238E27FC236}">
                  <a16:creationId xmlns:a16="http://schemas.microsoft.com/office/drawing/2014/main" id="{F51B0EF8-6A44-92E4-51FF-7256B3D85A08}"/>
                </a:ext>
              </a:extLst>
            </p:cNvPr>
            <p:cNvSpPr>
              <a:spLocks noChangeShapeType="1"/>
            </p:cNvSpPr>
            <p:nvPr/>
          </p:nvSpPr>
          <p:spPr bwMode="gray">
            <a:xfrm>
              <a:off x="10162879" y="3351494"/>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grpSp>
      <p:grpSp>
        <p:nvGrpSpPr>
          <p:cNvPr id="55" name="LegendMoons" hidden="1">
            <a:extLst>
              <a:ext uri="{FF2B5EF4-FFF2-40B4-BE49-F238E27FC236}">
                <a16:creationId xmlns:a16="http://schemas.microsoft.com/office/drawing/2014/main" id="{F084FE4F-3DDA-D9DB-2737-A13FAC4874EF}"/>
              </a:ext>
            </a:extLst>
          </p:cNvPr>
          <p:cNvGrpSpPr/>
          <p:nvPr userDrawn="1"/>
        </p:nvGrpSpPr>
        <p:grpSpPr>
          <a:xfrm>
            <a:off x="10688315" y="1145373"/>
            <a:ext cx="948949" cy="1731859"/>
            <a:chOff x="7723680" y="1702457"/>
            <a:chExt cx="948949" cy="1731859"/>
          </a:xfrm>
        </p:grpSpPr>
        <p:sp>
          <p:nvSpPr>
            <p:cNvPr id="56" name="Legend1" hidden="1">
              <a:extLst>
                <a:ext uri="{FF2B5EF4-FFF2-40B4-BE49-F238E27FC236}">
                  <a16:creationId xmlns:a16="http://schemas.microsoft.com/office/drawing/2014/main" id="{49CC65DB-248E-E025-78F5-FAF51E14FC31}"/>
                </a:ext>
              </a:extLst>
            </p:cNvPr>
            <p:cNvSpPr txBox="1"/>
            <p:nvPr/>
          </p:nvSpPr>
          <p:spPr>
            <a:xfrm>
              <a:off x="8076312" y="1709816"/>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8" name="Legend2" hidden="1">
              <a:extLst>
                <a:ext uri="{FF2B5EF4-FFF2-40B4-BE49-F238E27FC236}">
                  <a16:creationId xmlns:a16="http://schemas.microsoft.com/office/drawing/2014/main" id="{CBEBC604-E98D-5571-53BB-FEDF1FB38FFF}"/>
                </a:ext>
              </a:extLst>
            </p:cNvPr>
            <p:cNvSpPr txBox="1"/>
            <p:nvPr/>
          </p:nvSpPr>
          <p:spPr>
            <a:xfrm>
              <a:off x="8076312" y="2085275"/>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3" name="Legend3" hidden="1">
              <a:extLst>
                <a:ext uri="{FF2B5EF4-FFF2-40B4-BE49-F238E27FC236}">
                  <a16:creationId xmlns:a16="http://schemas.microsoft.com/office/drawing/2014/main" id="{B863E78F-DDBB-F2AD-FED9-83322E1D0E82}"/>
                </a:ext>
              </a:extLst>
            </p:cNvPr>
            <p:cNvSpPr txBox="1"/>
            <p:nvPr/>
          </p:nvSpPr>
          <p:spPr>
            <a:xfrm>
              <a:off x="8076312" y="246073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4" name="Legend4" hidden="1">
              <a:extLst>
                <a:ext uri="{FF2B5EF4-FFF2-40B4-BE49-F238E27FC236}">
                  <a16:creationId xmlns:a16="http://schemas.microsoft.com/office/drawing/2014/main" id="{A8335EE6-E04F-F73C-C7EE-2D193C60A3DC}"/>
                </a:ext>
              </a:extLst>
            </p:cNvPr>
            <p:cNvSpPr txBox="1"/>
            <p:nvPr/>
          </p:nvSpPr>
          <p:spPr>
            <a:xfrm>
              <a:off x="8076312" y="2836193"/>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6" name="Legend5" hidden="1">
              <a:extLst>
                <a:ext uri="{FF2B5EF4-FFF2-40B4-BE49-F238E27FC236}">
                  <a16:creationId xmlns:a16="http://schemas.microsoft.com/office/drawing/2014/main" id="{F54755B9-CAD2-657F-04B7-710720F75816}"/>
                </a:ext>
              </a:extLst>
            </p:cNvPr>
            <p:cNvSpPr txBox="1"/>
            <p:nvPr/>
          </p:nvSpPr>
          <p:spPr>
            <a:xfrm>
              <a:off x="8076312" y="321165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grpSp>
          <p:nvGrpSpPr>
            <p:cNvPr id="148" name="MoonLegend1" hidden="1">
              <a:extLst>
                <a:ext uri="{FF2B5EF4-FFF2-40B4-BE49-F238E27FC236}">
                  <a16:creationId xmlns:a16="http://schemas.microsoft.com/office/drawing/2014/main" id="{138CD1F4-8727-A894-3C35-7FB6C0D386C0}"/>
                </a:ext>
              </a:extLst>
            </p:cNvPr>
            <p:cNvGrpSpPr>
              <a:grpSpLocks noChangeAspect="1"/>
            </p:cNvGrpSpPr>
            <p:nvPr>
              <p:custDataLst>
                <p:tags r:id="rId26"/>
              </p:custDataLst>
            </p:nvPr>
          </p:nvGrpSpPr>
          <p:grpSpPr>
            <a:xfrm>
              <a:off x="7723680" y="1702457"/>
              <a:ext cx="228600" cy="228600"/>
              <a:chOff x="762000" y="1270000"/>
              <a:chExt cx="254000" cy="254000"/>
            </a:xfrm>
          </p:grpSpPr>
          <p:sp>
            <p:nvSpPr>
              <p:cNvPr id="161" name="Oval 160" hidden="1">
                <a:extLst>
                  <a:ext uri="{FF2B5EF4-FFF2-40B4-BE49-F238E27FC236}">
                    <a16:creationId xmlns:a16="http://schemas.microsoft.com/office/drawing/2014/main" id="{FDCAEF8F-FD9A-A248-1793-48EB8F8A4F53}"/>
                  </a:ext>
                </a:extLst>
              </p:cNvPr>
              <p:cNvSpPr/>
              <p:nvPr>
                <p:custDataLst>
                  <p:tags r:id="rId39"/>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62" name="Arc 161" hidden="1">
                <a:extLst>
                  <a:ext uri="{FF2B5EF4-FFF2-40B4-BE49-F238E27FC236}">
                    <a16:creationId xmlns:a16="http://schemas.microsoft.com/office/drawing/2014/main" id="{8B2C2E22-680E-B2F5-9ED1-086219FF598A}"/>
                  </a:ext>
                </a:extLst>
              </p:cNvPr>
              <p:cNvSpPr/>
              <p:nvPr>
                <p:custDataLst>
                  <p:tags r:id="rId40"/>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49" name="MoonLegend2" hidden="1">
              <a:extLst>
                <a:ext uri="{FF2B5EF4-FFF2-40B4-BE49-F238E27FC236}">
                  <a16:creationId xmlns:a16="http://schemas.microsoft.com/office/drawing/2014/main" id="{EE093040-9EA6-2DFC-CEAC-F499B36862B8}"/>
                </a:ext>
              </a:extLst>
            </p:cNvPr>
            <p:cNvGrpSpPr>
              <a:grpSpLocks noChangeAspect="1"/>
            </p:cNvGrpSpPr>
            <p:nvPr>
              <p:custDataLst>
                <p:tags r:id="rId27"/>
              </p:custDataLst>
            </p:nvPr>
          </p:nvGrpSpPr>
          <p:grpSpPr>
            <a:xfrm>
              <a:off x="7723680" y="2078270"/>
              <a:ext cx="228600" cy="228600"/>
              <a:chOff x="762000" y="1270000"/>
              <a:chExt cx="254000" cy="254000"/>
            </a:xfrm>
          </p:grpSpPr>
          <p:sp>
            <p:nvSpPr>
              <p:cNvPr id="159" name="Oval 158" hidden="1">
                <a:extLst>
                  <a:ext uri="{FF2B5EF4-FFF2-40B4-BE49-F238E27FC236}">
                    <a16:creationId xmlns:a16="http://schemas.microsoft.com/office/drawing/2014/main" id="{1E91A022-5E04-6867-0E5F-4CE771BB9DD1}"/>
                  </a:ext>
                </a:extLst>
              </p:cNvPr>
              <p:cNvSpPr/>
              <p:nvPr>
                <p:custDataLst>
                  <p:tags r:id="rId37"/>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60" name="Arc 159" hidden="1">
                <a:extLst>
                  <a:ext uri="{FF2B5EF4-FFF2-40B4-BE49-F238E27FC236}">
                    <a16:creationId xmlns:a16="http://schemas.microsoft.com/office/drawing/2014/main" id="{2DF32E7A-C5EA-BEF8-A2F4-107C67482D53}"/>
                  </a:ext>
                </a:extLst>
              </p:cNvPr>
              <p:cNvSpPr/>
              <p:nvPr>
                <p:custDataLst>
                  <p:tags r:id="rId38"/>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0" name="MoonLegend3" hidden="1">
              <a:extLst>
                <a:ext uri="{FF2B5EF4-FFF2-40B4-BE49-F238E27FC236}">
                  <a16:creationId xmlns:a16="http://schemas.microsoft.com/office/drawing/2014/main" id="{70379F65-0EB7-264C-A6A8-93BE2C79BDD9}"/>
                </a:ext>
              </a:extLst>
            </p:cNvPr>
            <p:cNvGrpSpPr>
              <a:grpSpLocks noChangeAspect="1"/>
            </p:cNvGrpSpPr>
            <p:nvPr>
              <p:custDataLst>
                <p:tags r:id="rId28"/>
              </p:custDataLst>
            </p:nvPr>
          </p:nvGrpSpPr>
          <p:grpSpPr>
            <a:xfrm>
              <a:off x="7723680" y="2454085"/>
              <a:ext cx="228600" cy="228600"/>
              <a:chOff x="762000" y="1270000"/>
              <a:chExt cx="254000" cy="254000"/>
            </a:xfrm>
          </p:grpSpPr>
          <p:sp>
            <p:nvSpPr>
              <p:cNvPr id="157" name="Oval 156" hidden="1">
                <a:extLst>
                  <a:ext uri="{FF2B5EF4-FFF2-40B4-BE49-F238E27FC236}">
                    <a16:creationId xmlns:a16="http://schemas.microsoft.com/office/drawing/2014/main" id="{3D98D76C-6E34-4A5F-0B5D-EB94E567FFBA}"/>
                  </a:ext>
                </a:extLst>
              </p:cNvPr>
              <p:cNvSpPr/>
              <p:nvPr>
                <p:custDataLst>
                  <p:tags r:id="rId35"/>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8" name="Arc 157" hidden="1">
                <a:extLst>
                  <a:ext uri="{FF2B5EF4-FFF2-40B4-BE49-F238E27FC236}">
                    <a16:creationId xmlns:a16="http://schemas.microsoft.com/office/drawing/2014/main" id="{09CB63DA-B15E-22D4-F3C4-E5B883A3584E}"/>
                  </a:ext>
                </a:extLst>
              </p:cNvPr>
              <p:cNvSpPr/>
              <p:nvPr>
                <p:custDataLst>
                  <p:tags r:id="rId36"/>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1" name="MoonLegend4" hidden="1">
              <a:extLst>
                <a:ext uri="{FF2B5EF4-FFF2-40B4-BE49-F238E27FC236}">
                  <a16:creationId xmlns:a16="http://schemas.microsoft.com/office/drawing/2014/main" id="{C8E7794A-9D64-D120-3DE6-7CA78A372F22}"/>
                </a:ext>
              </a:extLst>
            </p:cNvPr>
            <p:cNvGrpSpPr>
              <a:grpSpLocks noChangeAspect="1"/>
            </p:cNvGrpSpPr>
            <p:nvPr>
              <p:custDataLst>
                <p:tags r:id="rId29"/>
              </p:custDataLst>
            </p:nvPr>
          </p:nvGrpSpPr>
          <p:grpSpPr>
            <a:xfrm>
              <a:off x="7723680" y="2829900"/>
              <a:ext cx="228600" cy="228600"/>
              <a:chOff x="762000" y="1270000"/>
              <a:chExt cx="254000" cy="254000"/>
            </a:xfrm>
          </p:grpSpPr>
          <p:sp>
            <p:nvSpPr>
              <p:cNvPr id="155" name="Oval 154" hidden="1">
                <a:extLst>
                  <a:ext uri="{FF2B5EF4-FFF2-40B4-BE49-F238E27FC236}">
                    <a16:creationId xmlns:a16="http://schemas.microsoft.com/office/drawing/2014/main" id="{1B414431-F319-A993-4448-87EB4DE51BD3}"/>
                  </a:ext>
                </a:extLst>
              </p:cNvPr>
              <p:cNvSpPr/>
              <p:nvPr>
                <p:custDataLst>
                  <p:tags r:id="rId33"/>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6" name="Arc 155" hidden="1">
                <a:extLst>
                  <a:ext uri="{FF2B5EF4-FFF2-40B4-BE49-F238E27FC236}">
                    <a16:creationId xmlns:a16="http://schemas.microsoft.com/office/drawing/2014/main" id="{5F7E47CF-7F91-B282-B223-16BF71469310}"/>
                  </a:ext>
                </a:extLst>
              </p:cNvPr>
              <p:cNvSpPr/>
              <p:nvPr>
                <p:custDataLst>
                  <p:tags r:id="rId34"/>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2" name="MoonLegend5" hidden="1">
              <a:extLst>
                <a:ext uri="{FF2B5EF4-FFF2-40B4-BE49-F238E27FC236}">
                  <a16:creationId xmlns:a16="http://schemas.microsoft.com/office/drawing/2014/main" id="{676D84B0-8E09-17A2-6045-B98CCCAC5AB4}"/>
                </a:ext>
              </a:extLst>
            </p:cNvPr>
            <p:cNvGrpSpPr>
              <a:grpSpLocks noChangeAspect="1"/>
            </p:cNvGrpSpPr>
            <p:nvPr>
              <p:custDataLst>
                <p:tags r:id="rId30"/>
              </p:custDataLst>
            </p:nvPr>
          </p:nvGrpSpPr>
          <p:grpSpPr>
            <a:xfrm>
              <a:off x="7723680" y="3205716"/>
              <a:ext cx="228600" cy="228600"/>
              <a:chOff x="762000" y="1270000"/>
              <a:chExt cx="254000" cy="254000"/>
            </a:xfrm>
          </p:grpSpPr>
          <p:sp>
            <p:nvSpPr>
              <p:cNvPr id="153" name="Oval 152" hidden="1">
                <a:extLst>
                  <a:ext uri="{FF2B5EF4-FFF2-40B4-BE49-F238E27FC236}">
                    <a16:creationId xmlns:a16="http://schemas.microsoft.com/office/drawing/2014/main" id="{B99609C1-CB47-4D28-790F-3F1FDCF1ADCD}"/>
                  </a:ext>
                </a:extLst>
              </p:cNvPr>
              <p:cNvSpPr/>
              <p:nvPr>
                <p:custDataLst>
                  <p:tags r:id="rId31"/>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4" name="Arc 153" hidden="1">
                <a:extLst>
                  <a:ext uri="{FF2B5EF4-FFF2-40B4-BE49-F238E27FC236}">
                    <a16:creationId xmlns:a16="http://schemas.microsoft.com/office/drawing/2014/main" id="{7DB8E183-0133-376B-CFB2-172FEAD71B84}"/>
                  </a:ext>
                </a:extLst>
              </p:cNvPr>
              <p:cNvSpPr/>
              <p:nvPr>
                <p:custDataLst>
                  <p:tags r:id="rId32"/>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grpSp>
        <p:nvGrpSpPr>
          <p:cNvPr id="163" name="LegendBoxes" hidden="1">
            <a:extLst>
              <a:ext uri="{FF2B5EF4-FFF2-40B4-BE49-F238E27FC236}">
                <a16:creationId xmlns:a16="http://schemas.microsoft.com/office/drawing/2014/main" id="{1A13AACA-5AF2-226F-6158-C6AB92264907}"/>
              </a:ext>
            </a:extLst>
          </p:cNvPr>
          <p:cNvGrpSpPr/>
          <p:nvPr userDrawn="1"/>
        </p:nvGrpSpPr>
        <p:grpSpPr>
          <a:xfrm>
            <a:off x="10714801" y="4381500"/>
            <a:ext cx="922463" cy="1717282"/>
            <a:chOff x="10652400" y="4322824"/>
            <a:chExt cx="922463" cy="1717282"/>
          </a:xfrm>
        </p:grpSpPr>
        <p:sp>
          <p:nvSpPr>
            <p:cNvPr id="164" name="RectangleLegend1" hidden="1">
              <a:extLst>
                <a:ext uri="{FF2B5EF4-FFF2-40B4-BE49-F238E27FC236}">
                  <a16:creationId xmlns:a16="http://schemas.microsoft.com/office/drawing/2014/main" id="{41F2EE7A-0476-F664-7AB0-328D527FF4BD}"/>
                </a:ext>
              </a:extLst>
            </p:cNvPr>
            <p:cNvSpPr/>
            <p:nvPr/>
          </p:nvSpPr>
          <p:spPr>
            <a:xfrm>
              <a:off x="10652400" y="4344182"/>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5" name="RectangleLegend2" hidden="1">
              <a:extLst>
                <a:ext uri="{FF2B5EF4-FFF2-40B4-BE49-F238E27FC236}">
                  <a16:creationId xmlns:a16="http://schemas.microsoft.com/office/drawing/2014/main" id="{580672D8-E523-337A-C592-53010D66195F}"/>
                </a:ext>
              </a:extLst>
            </p:cNvPr>
            <p:cNvSpPr/>
            <p:nvPr/>
          </p:nvSpPr>
          <p:spPr>
            <a:xfrm>
              <a:off x="10652400" y="4723680"/>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6" name="RectangleLegend3" hidden="1">
              <a:extLst>
                <a:ext uri="{FF2B5EF4-FFF2-40B4-BE49-F238E27FC236}">
                  <a16:creationId xmlns:a16="http://schemas.microsoft.com/office/drawing/2014/main" id="{21FA8535-5E02-472F-8CC9-E0700207A0AB}"/>
                </a:ext>
              </a:extLst>
            </p:cNvPr>
            <p:cNvSpPr/>
            <p:nvPr/>
          </p:nvSpPr>
          <p:spPr>
            <a:xfrm>
              <a:off x="10652400" y="5097276"/>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7" name="RectangleLegend4" hidden="1">
              <a:extLst>
                <a:ext uri="{FF2B5EF4-FFF2-40B4-BE49-F238E27FC236}">
                  <a16:creationId xmlns:a16="http://schemas.microsoft.com/office/drawing/2014/main" id="{BBD05B05-12C6-E7C6-7844-7E6C73E7B52E}"/>
                </a:ext>
              </a:extLst>
            </p:cNvPr>
            <p:cNvSpPr/>
            <p:nvPr/>
          </p:nvSpPr>
          <p:spPr>
            <a:xfrm>
              <a:off x="10652400" y="5470872"/>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8" name="RectangleLegend5" hidden="1">
              <a:extLst>
                <a:ext uri="{FF2B5EF4-FFF2-40B4-BE49-F238E27FC236}">
                  <a16:creationId xmlns:a16="http://schemas.microsoft.com/office/drawing/2014/main" id="{369C277A-4E4B-F4BE-D7B5-DBBFB93BC273}"/>
                </a:ext>
              </a:extLst>
            </p:cNvPr>
            <p:cNvSpPr/>
            <p:nvPr/>
          </p:nvSpPr>
          <p:spPr>
            <a:xfrm>
              <a:off x="10652400" y="5844468"/>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70" name="Legend1" hidden="1">
              <a:extLst>
                <a:ext uri="{FF2B5EF4-FFF2-40B4-BE49-F238E27FC236}">
                  <a16:creationId xmlns:a16="http://schemas.microsoft.com/office/drawing/2014/main" id="{A4C52E97-671C-5B02-6FFA-313EABB3124F}"/>
                </a:ext>
              </a:extLst>
            </p:cNvPr>
            <p:cNvSpPr txBox="1"/>
            <p:nvPr/>
          </p:nvSpPr>
          <p:spPr>
            <a:xfrm>
              <a:off x="10978546" y="432282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1" name="Legend2" hidden="1">
              <a:extLst>
                <a:ext uri="{FF2B5EF4-FFF2-40B4-BE49-F238E27FC236}">
                  <a16:creationId xmlns:a16="http://schemas.microsoft.com/office/drawing/2014/main" id="{43BC01E4-8FBD-41E3-5E2E-BAFE6183C6C7}"/>
                </a:ext>
              </a:extLst>
            </p:cNvPr>
            <p:cNvSpPr txBox="1"/>
            <p:nvPr/>
          </p:nvSpPr>
          <p:spPr>
            <a:xfrm>
              <a:off x="10978546" y="470232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2" name="Legend3" hidden="1">
              <a:extLst>
                <a:ext uri="{FF2B5EF4-FFF2-40B4-BE49-F238E27FC236}">
                  <a16:creationId xmlns:a16="http://schemas.microsoft.com/office/drawing/2014/main" id="{D638CAA9-1975-0C68-FAF0-97D1BC4745C4}"/>
                </a:ext>
              </a:extLst>
            </p:cNvPr>
            <p:cNvSpPr txBox="1"/>
            <p:nvPr/>
          </p:nvSpPr>
          <p:spPr>
            <a:xfrm>
              <a:off x="10978546" y="5081820"/>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3" name="Legend4" hidden="1">
              <a:extLst>
                <a:ext uri="{FF2B5EF4-FFF2-40B4-BE49-F238E27FC236}">
                  <a16:creationId xmlns:a16="http://schemas.microsoft.com/office/drawing/2014/main" id="{3D6999DB-11B8-414B-8557-5FAB9AEF5B9B}"/>
                </a:ext>
              </a:extLst>
            </p:cNvPr>
            <p:cNvSpPr txBox="1"/>
            <p:nvPr/>
          </p:nvSpPr>
          <p:spPr>
            <a:xfrm>
              <a:off x="10978546" y="5453241"/>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4" name="Legend5" hidden="1">
              <a:extLst>
                <a:ext uri="{FF2B5EF4-FFF2-40B4-BE49-F238E27FC236}">
                  <a16:creationId xmlns:a16="http://schemas.microsoft.com/office/drawing/2014/main" id="{89453F96-5F87-3470-96E8-3EAB95152A53}"/>
                </a:ext>
              </a:extLst>
            </p:cNvPr>
            <p:cNvSpPr txBox="1"/>
            <p:nvPr/>
          </p:nvSpPr>
          <p:spPr>
            <a:xfrm>
              <a:off x="10978545" y="582466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grpSp>
      <p:sp>
        <p:nvSpPr>
          <p:cNvPr id="9" name="Espaço Reservado para Número de Slide 5">
            <a:extLst>
              <a:ext uri="{FF2B5EF4-FFF2-40B4-BE49-F238E27FC236}">
                <a16:creationId xmlns:a16="http://schemas.microsoft.com/office/drawing/2014/main" id="{28D49E57-84FB-9EA0-3F66-44E9C025B2AF}"/>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7" name="Picture 6" descr="A black background with white text&#10;&#10;AI-generated content may be incorrect.">
            <a:extLst>
              <a:ext uri="{FF2B5EF4-FFF2-40B4-BE49-F238E27FC236}">
                <a16:creationId xmlns:a16="http://schemas.microsoft.com/office/drawing/2014/main" id="{58008A96-EA75-6D9A-C01A-AE7536FCC0A3}"/>
              </a:ext>
            </a:extLst>
          </p:cNvPr>
          <p:cNvPicPr>
            <a:picLocks noChangeAspect="1"/>
          </p:cNvPicPr>
          <p:nvPr userDrawn="1"/>
        </p:nvPicPr>
        <p:blipFill>
          <a:blip r:embed="rId44">
            <a:extLst>
              <a:ext uri="{28A0092B-C50C-407E-A947-70E740481C1C}">
                <a14:useLocalDpi xmlns:a14="http://schemas.microsoft.com/office/drawing/2010/main" val="0"/>
              </a:ext>
            </a:extLst>
          </a:blip>
          <a:srcRect b="17751"/>
          <a:stretch>
            <a:fillRect/>
          </a:stretch>
        </p:blipFill>
        <p:spPr>
          <a:xfrm>
            <a:off x="11188014" y="40957"/>
            <a:ext cx="927785" cy="235782"/>
          </a:xfrm>
          <a:prstGeom prst="rect">
            <a:avLst/>
          </a:prstGeom>
        </p:spPr>
      </p:pic>
    </p:spTree>
    <p:extLst>
      <p:ext uri="{BB962C8B-B14F-4D97-AF65-F5344CB8AC3E}">
        <p14:creationId xmlns:p14="http://schemas.microsoft.com/office/powerpoint/2010/main" val="2187581127"/>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 id="2147483674" r:id="rId13"/>
    <p:sldLayoutId id="2147483675" r:id="rId14"/>
    <p:sldLayoutId id="2147483676" r:id="rId15"/>
    <p:sldLayoutId id="2147483677" r:id="rId16"/>
    <p:sldLayoutId id="2147483790" r:id="rId17"/>
    <p:sldLayoutId id="2147483771" r:id="rId18"/>
    <p:sldLayoutId id="2147483772" r:id="rId19"/>
  </p:sldLayoutIdLst>
  <p:hf hdr="0" ftr="0" dt="0"/>
  <p:txStyles>
    <p:title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p:titleStyle>
    <p:body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68">
          <p15:clr>
            <a:srgbClr val="5ACBF0"/>
          </p15:clr>
        </p15:guide>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4BC40847-AF8B-4097-9A07-2349A751A051}"/>
              </a:ext>
            </a:extLst>
          </p:cNvPr>
          <p:cNvGraphicFramePr>
            <a:graphicFrameLocks/>
          </p:cNvGraphicFramePr>
          <p:nvPr userDrawn="1">
            <p:custDataLst>
              <p:tags r:id="rId19"/>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9" imgW="413" imgH="416" progId="TCLayout.ActiveDocument.1">
                  <p:embed/>
                </p:oleObj>
              </mc:Choice>
              <mc:Fallback>
                <p:oleObj name="think-cell Slide" r:id="rId39" imgW="413" imgH="416" progId="TCLayout.ActiveDocument.1">
                  <p:embed/>
                  <p:pic>
                    <p:nvPicPr>
                      <p:cNvPr id="3" name="Object 6" hidden="1">
                        <a:extLst>
                          <a:ext uri="{FF2B5EF4-FFF2-40B4-BE49-F238E27FC236}">
                            <a16:creationId xmlns:a16="http://schemas.microsoft.com/office/drawing/2014/main" id="{4BC40847-AF8B-4097-9A07-2349A751A051}"/>
                          </a:ext>
                        </a:extLst>
                      </p:cNvPr>
                      <p:cNvPicPr/>
                      <p:nvPr/>
                    </p:nvPicPr>
                    <p:blipFill>
                      <a:blip r:embed="rId4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15B28737-798E-48D4-BBDB-8EB35CB9FFFB}"/>
              </a:ext>
            </a:extLst>
          </p:cNvPr>
          <p:cNvSpPr/>
          <p:nvPr userDrawn="1">
            <p:custDataLst>
              <p:tags r:id="rId20"/>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6" name="4. Footnote" hidden="1">
            <a:extLst>
              <a:ext uri="{FF2B5EF4-FFF2-40B4-BE49-F238E27FC236}">
                <a16:creationId xmlns:a16="http://schemas.microsoft.com/office/drawing/2014/main" id="{772E4927-517C-4D61-9929-9FFDE5F31A03}"/>
              </a:ext>
            </a:extLst>
          </p:cNvPr>
          <p:cNvSpPr txBox="1"/>
          <p:nvPr userDrawn="1">
            <p:custDataLst>
              <p:tags r:id="rId21"/>
            </p:custDataLst>
          </p:nvPr>
        </p:nvSpPr>
        <p:spPr>
          <a:xfrm>
            <a:off x="553972" y="6278400"/>
            <a:ext cx="7278624" cy="123111"/>
          </a:xfrm>
          <a:prstGeom prst="rect">
            <a:avLst/>
          </a:prstGeom>
          <a:noFill/>
          <a:ln/>
          <a:extLst>
            <a:ext uri="{909E8E84-426E-40DD-AFC4-6F175D3DCCD1}">
              <a14:hiddenFill xmlns:a14="http://schemas.microsoft.com/office/drawing/2010/main">
                <a:solidFill>
                  <a:srgbClr val="FFFFFF"/>
                </a:solidFill>
              </a14:hiddenFill>
            </a:ext>
          </a:extLst>
        </p:spPr>
        <p:txBody>
          <a:bodyPr wrap="square" lIns="0" tIns="0" rIns="0" bIns="0" rtlCol="0" anchor="b" anchorCtr="0">
            <a:spAutoFit/>
          </a:bodyPr>
          <a:lstStyle>
            <a:defPPr>
              <a:defRPr lang="en-US"/>
            </a:defPPr>
            <a:lvl1pPr marL="203200" marR="0" lvl="0" indent="-212725" fontAlgn="auto">
              <a:lnSpc>
                <a:spcPct val="100000"/>
              </a:lnSpc>
              <a:spcBef>
                <a:spcPts val="0"/>
              </a:spcBef>
              <a:spcAft>
                <a:spcPts val="0"/>
              </a:spcAft>
              <a:buClrTx/>
              <a:buSzTx/>
              <a:buFontTx/>
              <a:buNone/>
              <a:tabLst/>
              <a:defRPr sz="800"/>
            </a:lvl1pPr>
          </a:lstStyle>
          <a:p>
            <a:pPr lvl="0" rtl="0"/>
            <a:r>
              <a:rPr lang="en-US"/>
              <a:t>Footnotes</a:t>
            </a:r>
          </a:p>
        </p:txBody>
      </p:sp>
      <p:sp>
        <p:nvSpPr>
          <p:cNvPr id="57" name="2. Slide Title">
            <a:extLst>
              <a:ext uri="{FF2B5EF4-FFF2-40B4-BE49-F238E27FC236}">
                <a16:creationId xmlns:a16="http://schemas.microsoft.com/office/drawing/2014/main" id="{98FF70AE-7EF6-4E5B-9FFE-B44C852C9FBA}"/>
              </a:ext>
            </a:extLst>
          </p:cNvPr>
          <p:cNvSpPr>
            <a:spLocks noGrp="1"/>
          </p:cNvSpPr>
          <p:nvPr>
            <p:ph type="title"/>
            <p:custDataLst>
              <p:tags r:id="rId22"/>
            </p:custDataLst>
          </p:nvPr>
        </p:nvSpPr>
        <p:spPr>
          <a:xfrm>
            <a:off x="554736" y="172212"/>
            <a:ext cx="11082528" cy="731520"/>
          </a:xfrm>
          <a:prstGeom prst="rect">
            <a:avLst/>
          </a:prstGeom>
        </p:spPr>
        <p:txBody>
          <a:bodyPr vert="horz" wrap="square" lIns="0" tIns="0" rIns="0" bIns="0" rtlCol="0" anchor="b" anchorCtr="0">
            <a:noAutofit/>
          </a:bodyPr>
          <a:lstStyle/>
          <a:p>
            <a:pPr lvl="0"/>
            <a:r>
              <a:rPr lang="en-US"/>
              <a:t>Click to edit Master title style</a:t>
            </a:r>
          </a:p>
        </p:txBody>
      </p:sp>
      <p:grpSp>
        <p:nvGrpSpPr>
          <p:cNvPr id="59" name="Grid" hidden="1">
            <a:extLst>
              <a:ext uri="{FF2B5EF4-FFF2-40B4-BE49-F238E27FC236}">
                <a16:creationId xmlns:a16="http://schemas.microsoft.com/office/drawing/2014/main" id="{D35250B8-D61E-4F1A-9ACD-6E1BB958B78E}"/>
              </a:ext>
            </a:extLst>
          </p:cNvPr>
          <p:cNvGrpSpPr/>
          <p:nvPr userDrawn="1"/>
        </p:nvGrpSpPr>
        <p:grpSpPr>
          <a:xfrm>
            <a:off x="0" y="0"/>
            <a:ext cx="12190476" cy="6858000"/>
            <a:chOff x="0" y="0"/>
            <a:chExt cx="12190476" cy="6858000"/>
          </a:xfrm>
        </p:grpSpPr>
        <p:sp>
          <p:nvSpPr>
            <p:cNvPr id="60" name="slide margin">
              <a:extLst>
                <a:ext uri="{FF2B5EF4-FFF2-40B4-BE49-F238E27FC236}">
                  <a16:creationId xmlns:a16="http://schemas.microsoft.com/office/drawing/2014/main" id="{B96EBE04-E01D-4922-8601-F1AD43DC4DA0}"/>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rtl="0"/>
              <a:endParaRPr lang="en-US">
                <a:solidFill>
                  <a:schemeClr val="tx1"/>
                </a:solidFill>
                <a:latin typeface="+mn-lt"/>
                <a:ea typeface="+mn-ea"/>
                <a:cs typeface="+mn-cs"/>
              </a:endParaRPr>
            </a:p>
          </p:txBody>
        </p:sp>
        <p:cxnSp>
          <p:nvCxnSpPr>
            <p:cNvPr id="61" name="Straight Connector 60">
              <a:extLst>
                <a:ext uri="{FF2B5EF4-FFF2-40B4-BE49-F238E27FC236}">
                  <a16:creationId xmlns:a16="http://schemas.microsoft.com/office/drawing/2014/main" id="{5CA037B0-2A91-4357-A969-80F65F949266}"/>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1BD7C67-EF90-4AA0-BA50-51299E7EEE4C}"/>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719564A-5227-44A7-ABC0-4C6BBC1E2D6F}"/>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D85D0C-74E8-4603-86B8-FCC481122CE8}"/>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7F8BF8BD-68B4-4717-8162-382FFCC9BC9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9DB0B65-FCD8-4DD7-833A-DEED6A420E2A}"/>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8151F3-D51F-4302-95BF-AE8E806F628D}"/>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35A6B330-5ACC-486B-8131-B7F5407825B2}"/>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A5DE7AD-CCFE-4A85-9421-C7CEA9F80DEC}"/>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E2A9A81-75D1-41A9-9821-54FC36E753C1}"/>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6FE52AA-2DD1-4D00-A984-41CDC38B2D7F}"/>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5C9FC50-7177-43E6-9E56-DC9A2E6B7E6E}"/>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73" name="Freeform: Shape 72">
              <a:extLst>
                <a:ext uri="{FF2B5EF4-FFF2-40B4-BE49-F238E27FC236}">
                  <a16:creationId xmlns:a16="http://schemas.microsoft.com/office/drawing/2014/main" id="{BC97F85A-62E2-4591-B8D0-4F068B177B5D}"/>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4" name="Freeform: Shape 73">
              <a:extLst>
                <a:ext uri="{FF2B5EF4-FFF2-40B4-BE49-F238E27FC236}">
                  <a16:creationId xmlns:a16="http://schemas.microsoft.com/office/drawing/2014/main" id="{7F4B967A-CF91-473D-8A35-2BE771F9F59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5" name="Freeform: Shape 74">
              <a:extLst>
                <a:ext uri="{FF2B5EF4-FFF2-40B4-BE49-F238E27FC236}">
                  <a16:creationId xmlns:a16="http://schemas.microsoft.com/office/drawing/2014/main" id="{5AC41621-77EA-4492-8E68-0BE34108294A}"/>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6" name="Freeform: Shape 75">
              <a:extLst>
                <a:ext uri="{FF2B5EF4-FFF2-40B4-BE49-F238E27FC236}">
                  <a16:creationId xmlns:a16="http://schemas.microsoft.com/office/drawing/2014/main" id="{31A06AD2-A9EA-45D9-B15C-089884A54107}"/>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7" name="Freeform: Shape 76">
              <a:extLst>
                <a:ext uri="{FF2B5EF4-FFF2-40B4-BE49-F238E27FC236}">
                  <a16:creationId xmlns:a16="http://schemas.microsoft.com/office/drawing/2014/main" id="{3A7B39CC-379F-4224-9E59-81B1690088A0}"/>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8" name="Freeform: Shape 77">
              <a:extLst>
                <a:ext uri="{FF2B5EF4-FFF2-40B4-BE49-F238E27FC236}">
                  <a16:creationId xmlns:a16="http://schemas.microsoft.com/office/drawing/2014/main" id="{F8002ACB-1459-4214-B28A-B38E8A1FF8A6}"/>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9" name="Freeform: Shape 78">
              <a:extLst>
                <a:ext uri="{FF2B5EF4-FFF2-40B4-BE49-F238E27FC236}">
                  <a16:creationId xmlns:a16="http://schemas.microsoft.com/office/drawing/2014/main" id="{71D59E94-AA3C-4DE0-8345-20C71667A205}"/>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0" name="Freeform: Shape 79">
              <a:extLst>
                <a:ext uri="{FF2B5EF4-FFF2-40B4-BE49-F238E27FC236}">
                  <a16:creationId xmlns:a16="http://schemas.microsoft.com/office/drawing/2014/main" id="{5805F09B-786C-43E4-8288-B1AAF94C8ADE}"/>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1" name="Freeform: Shape 80">
              <a:extLst>
                <a:ext uri="{FF2B5EF4-FFF2-40B4-BE49-F238E27FC236}">
                  <a16:creationId xmlns:a16="http://schemas.microsoft.com/office/drawing/2014/main" id="{5FB23B6E-567C-4896-8B32-DA4C452B4AE7}"/>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2" name="Freeform: Shape 81">
              <a:extLst>
                <a:ext uri="{FF2B5EF4-FFF2-40B4-BE49-F238E27FC236}">
                  <a16:creationId xmlns:a16="http://schemas.microsoft.com/office/drawing/2014/main" id="{9B792231-972E-4476-BAF2-761E10463BA8}"/>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3" name="Freeform: Shape 82">
              <a:extLst>
                <a:ext uri="{FF2B5EF4-FFF2-40B4-BE49-F238E27FC236}">
                  <a16:creationId xmlns:a16="http://schemas.microsoft.com/office/drawing/2014/main" id="{908370B7-3D11-4F78-B977-D8F0DE2694ED}"/>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4" name="Freeform: Shape 83">
              <a:extLst>
                <a:ext uri="{FF2B5EF4-FFF2-40B4-BE49-F238E27FC236}">
                  <a16:creationId xmlns:a16="http://schemas.microsoft.com/office/drawing/2014/main" id="{C11EA99D-D15D-43C2-BF4E-36554B346AB6}"/>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5" name="Freeform: Shape 84">
              <a:extLst>
                <a:ext uri="{FF2B5EF4-FFF2-40B4-BE49-F238E27FC236}">
                  <a16:creationId xmlns:a16="http://schemas.microsoft.com/office/drawing/2014/main" id="{3A72B2F6-0AFF-4E6E-AFFF-60767DB3FA63}"/>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6" name="Freeform: Shape 85">
              <a:extLst>
                <a:ext uri="{FF2B5EF4-FFF2-40B4-BE49-F238E27FC236}">
                  <a16:creationId xmlns:a16="http://schemas.microsoft.com/office/drawing/2014/main" id="{A68F8E74-3AE4-4AF9-9F36-63344C9076D2}"/>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7" name="Freeform: Shape 86">
              <a:extLst>
                <a:ext uri="{FF2B5EF4-FFF2-40B4-BE49-F238E27FC236}">
                  <a16:creationId xmlns:a16="http://schemas.microsoft.com/office/drawing/2014/main" id="{31D5F169-E1D4-48A3-AE5B-F5F1BEF2E7CF}"/>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8" name="Freeform: Shape 87">
              <a:extLst>
                <a:ext uri="{FF2B5EF4-FFF2-40B4-BE49-F238E27FC236}">
                  <a16:creationId xmlns:a16="http://schemas.microsoft.com/office/drawing/2014/main" id="{4230F928-F9B2-4955-9800-74DE09DCE6F2}"/>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9" name="Freeform: Shape 88">
              <a:extLst>
                <a:ext uri="{FF2B5EF4-FFF2-40B4-BE49-F238E27FC236}">
                  <a16:creationId xmlns:a16="http://schemas.microsoft.com/office/drawing/2014/main" id="{37C829A9-6808-4531-8C12-A84988E6DEE1}"/>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0" name="Freeform: Shape 89">
              <a:extLst>
                <a:ext uri="{FF2B5EF4-FFF2-40B4-BE49-F238E27FC236}">
                  <a16:creationId xmlns:a16="http://schemas.microsoft.com/office/drawing/2014/main" id="{7FA5964C-E9C5-4C2F-BD6E-47BAFB5B6D17}"/>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1" name="Freeform: Shape 90">
              <a:extLst>
                <a:ext uri="{FF2B5EF4-FFF2-40B4-BE49-F238E27FC236}">
                  <a16:creationId xmlns:a16="http://schemas.microsoft.com/office/drawing/2014/main" id="{3C168D8D-76CE-4BE5-BE95-79B96300EA3F}"/>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2" name="Freeform: Shape 91">
              <a:extLst>
                <a:ext uri="{FF2B5EF4-FFF2-40B4-BE49-F238E27FC236}">
                  <a16:creationId xmlns:a16="http://schemas.microsoft.com/office/drawing/2014/main" id="{6749465C-813A-45F9-8C3E-5D06C8584929}"/>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3" name="Freeform: Shape 92">
              <a:extLst>
                <a:ext uri="{FF2B5EF4-FFF2-40B4-BE49-F238E27FC236}">
                  <a16:creationId xmlns:a16="http://schemas.microsoft.com/office/drawing/2014/main" id="{53894C26-2473-4C24-B082-48DD1E92241C}"/>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4" name="Freeform: Shape 93">
              <a:extLst>
                <a:ext uri="{FF2B5EF4-FFF2-40B4-BE49-F238E27FC236}">
                  <a16:creationId xmlns:a16="http://schemas.microsoft.com/office/drawing/2014/main" id="{BFDA0320-8435-46CA-B1B3-5203F54A419F}"/>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5" name="Freeform: Shape 94">
              <a:extLst>
                <a:ext uri="{FF2B5EF4-FFF2-40B4-BE49-F238E27FC236}">
                  <a16:creationId xmlns:a16="http://schemas.microsoft.com/office/drawing/2014/main" id="{A42721E4-5D12-459C-AC2E-7CE148AF9062}"/>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6" name="Freeform: Shape 95">
              <a:extLst>
                <a:ext uri="{FF2B5EF4-FFF2-40B4-BE49-F238E27FC236}">
                  <a16:creationId xmlns:a16="http://schemas.microsoft.com/office/drawing/2014/main" id="{8BF7D46B-3779-49D0-BCB4-F2DCE091958D}"/>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7" name="Freeform: Shape 96">
              <a:extLst>
                <a:ext uri="{FF2B5EF4-FFF2-40B4-BE49-F238E27FC236}">
                  <a16:creationId xmlns:a16="http://schemas.microsoft.com/office/drawing/2014/main" id="{634464F0-BD7F-4488-85F0-EC20C24BECAA}"/>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cxnSp>
          <p:nvCxnSpPr>
            <p:cNvPr id="98" name="Straight Connector 97">
              <a:extLst>
                <a:ext uri="{FF2B5EF4-FFF2-40B4-BE49-F238E27FC236}">
                  <a16:creationId xmlns:a16="http://schemas.microsoft.com/office/drawing/2014/main" id="{82B54541-0CDD-4724-8101-AABFF1207033}"/>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5070398-8D55-4EE2-8CA4-47428E2AF03F}"/>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166891-56D0-4EBC-B681-501401DEF9D4}"/>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13A87E3-D106-41FF-A8CD-C27DABF0103D}"/>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164477D-838D-4C70-ADD7-37AD79A844AA}"/>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2B193C0-8980-4BB2-8E91-7A1C9ABE0B6C}"/>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1A94AAA-1D98-4233-842E-2A2F52812358}"/>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21F2B43-A2DC-42F4-8EA4-A8A4DA6D6FA7}"/>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60F0923-6896-405D-AD16-F097448F3E3D}"/>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BC70D5B1-47D7-451F-B83A-973A26731A22}"/>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3FD9A464-81FE-4829-A1C5-5CCEE42448B3}"/>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F55CAB0-53A2-417F-9F66-C0437933E98B}"/>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47EE77-7495-47CB-BEC9-D5C742DF2B2C}"/>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A942184-696A-4A78-BB9D-3D619B990987}"/>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B5F4EE6-4D4C-4488-80DE-36C83D540765}"/>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D3A42E3-1ED2-4BBE-8B0B-CEA491522F0A}"/>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4162AD8-9037-4220-B19F-7B3A0F44E941}"/>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20FB70-03E4-4D7E-BA41-546EAAB33089}"/>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84D3C92-FDAE-47DB-9457-A9B216922E98}"/>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B5DF0860-265F-4ABC-9F65-0C1D385DAA19}"/>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D878D1D5-E6E5-4FA6-AF6E-95E8AF796777}"/>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1FF29A-4B39-4335-9BD5-ED902309BF79}"/>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3A82A803-5E70-4523-9F20-67F308765C7E}"/>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4208CB2-5882-4416-87C9-284BDAF3367A}"/>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D4116CD-6422-4E26-9703-D3F7C10FCD56}"/>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1AB3A35-E2FF-4178-896B-F08E77092825}"/>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79C539-DD6F-48AA-8F80-27BC682014AF}"/>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2784004E-3271-4D1C-B1EA-CA1E334E0D03}"/>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3657725E-FBF6-491D-9BA1-E6A9727F4F2D}"/>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1244567-76A7-47AF-9353-403D05D533F0}"/>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C47A2A-ED3B-4AD0-ACD5-F8ED92644229}"/>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3E01E5-F569-4020-BCB0-083537701AB0}"/>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1121A42-5912-44C8-B9A3-FDEC8EA70284}"/>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59B1DE7-25C8-4743-8284-FA656D339F55}"/>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26249F1-59FB-44FC-8AF9-D7F90AFBEE2C}"/>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E6D42779-D977-4405-A149-D8DE5B52134A}"/>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7EE8A2F-6AD9-4AE7-B04B-7892891F84AC}"/>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8F4A59A-16C3-4C3A-AB79-FE22721EA641}"/>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5CA3A6CC-1A49-42F6-A318-99D9224BDC91}"/>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2DC3484E-5EF8-49C4-B1F6-75C854D50C80}"/>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3461A54-E77E-414D-B7E0-7364070D9566}"/>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29C48517-171B-43FD-A41C-58C9B531BDB5}"/>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F429932A-1238-48FC-B171-20A3AA531D40}"/>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BED7651-AF04-41D4-9476-5A43476D85BB}"/>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5" name="main body box">
              <a:extLst>
                <a:ext uri="{FF2B5EF4-FFF2-40B4-BE49-F238E27FC236}">
                  <a16:creationId xmlns:a16="http://schemas.microsoft.com/office/drawing/2014/main" id="{100DE417-9DB9-4840-8370-B716FFA27760}"/>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pPr rtl="0"/>
              <a:endParaRPr lang="en-US" sz="1323">
                <a:solidFill>
                  <a:schemeClr val="tx1"/>
                </a:solidFill>
                <a:latin typeface="+mn-lt"/>
                <a:ea typeface="+mn-ea"/>
                <a:cs typeface="+mn-cs"/>
              </a:endParaRPr>
            </a:p>
          </p:txBody>
        </p:sp>
        <p:cxnSp>
          <p:nvCxnSpPr>
            <p:cNvPr id="146" name="Straight Connector 145">
              <a:extLst>
                <a:ext uri="{FF2B5EF4-FFF2-40B4-BE49-F238E27FC236}">
                  <a16:creationId xmlns:a16="http://schemas.microsoft.com/office/drawing/2014/main" id="{B93A1E2B-8C80-482F-83BE-384344D09839}"/>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147" name="Straight Connector 146">
              <a:extLst>
                <a:ext uri="{FF2B5EF4-FFF2-40B4-BE49-F238E27FC236}">
                  <a16:creationId xmlns:a16="http://schemas.microsoft.com/office/drawing/2014/main" id="{BEAB22C5-0A46-4041-9158-6DC76EA2F350}"/>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sp>
        <p:nvSpPr>
          <p:cNvPr id="4" name="Sticker" hidden="1">
            <a:extLst>
              <a:ext uri="{FF2B5EF4-FFF2-40B4-BE49-F238E27FC236}">
                <a16:creationId xmlns:a16="http://schemas.microsoft.com/office/drawing/2014/main" id="{F9BB011A-568C-4B05-AE57-EB000B2FD8BB}"/>
              </a:ext>
            </a:extLst>
          </p:cNvPr>
          <p:cNvSpPr txBox="1"/>
          <p:nvPr userDrawn="1"/>
        </p:nvSpPr>
        <p:spPr>
          <a:xfrm>
            <a:off x="554736" y="1289273"/>
            <a:ext cx="450444" cy="123111"/>
          </a:xfrm>
          <a:prstGeom prst="rect">
            <a:avLst/>
          </a:prstGeom>
          <a:noFill/>
          <a:ln w="6350">
            <a:noFill/>
            <a:miter lim="800000"/>
          </a:ln>
        </p:spPr>
        <p:txBody>
          <a:bodyPr vert="horz" wrap="none" lIns="0" tIns="0" rIns="0" bIns="0" rtlCol="0">
            <a:spAutoFit/>
          </a:bodyPr>
          <a:lstStyle>
            <a:defPPr>
              <a:defRPr lang="en-US"/>
            </a:defPPr>
            <a:lvl1pPr>
              <a:spcBef>
                <a:spcPts val="300"/>
              </a:spcBef>
              <a:spcAft>
                <a:spcPts val="300"/>
              </a:spcAft>
              <a:buNone/>
              <a:defRPr sz="800" b="1" cap="all" baseline="0"/>
            </a:lvl1pPr>
          </a:lstStyle>
          <a:p>
            <a:pPr lvl="0" rtl="0"/>
            <a:r>
              <a:rPr lang="en-US"/>
              <a:t>STICKER</a:t>
            </a:r>
          </a:p>
        </p:txBody>
      </p:sp>
      <p:sp>
        <p:nvSpPr>
          <p:cNvPr id="169" name="ACET" hidden="1">
            <a:extLst>
              <a:ext uri="{FF2B5EF4-FFF2-40B4-BE49-F238E27FC236}">
                <a16:creationId xmlns:a16="http://schemas.microsoft.com/office/drawing/2014/main" id="{62CF7362-20CB-4908-AFFE-D4E2B9A5DF3B}"/>
              </a:ext>
            </a:extLst>
          </p:cNvPr>
          <p:cNvSpPr txBox="1"/>
          <p:nvPr userDrawn="1">
            <p:custDataLst>
              <p:tags r:id="rId23"/>
            </p:custDataLst>
          </p:nvPr>
        </p:nvSpPr>
        <p:spPr>
          <a:xfrm>
            <a:off x="5987738" y="2170800"/>
            <a:ext cx="3049253" cy="56938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lvl="0" indent="0">
              <a:lnSpc>
                <a:spcPct val="100000"/>
              </a:lnSpc>
              <a:spcBef>
                <a:spcPts val="0"/>
              </a:spcBef>
              <a:spcAft>
                <a:spcPts val="600"/>
              </a:spcAft>
              <a:buFont typeface="Segoe UI" panose="020B0502040204020203" pitchFamily="34" charset="0"/>
              <a:buChar char="​"/>
              <a:defRPr sz="1600" b="1"/>
            </a:lvl1pPr>
            <a:lvl2pPr marL="228600" lvl="1" indent="-225425">
              <a:lnSpc>
                <a:spcPct val="100000"/>
              </a:lnSpc>
              <a:spcBef>
                <a:spcPts val="0"/>
              </a:spcBef>
              <a:spcAft>
                <a:spcPts val="300"/>
              </a:spcAft>
              <a:buSzPct val="110000"/>
              <a:buFont typeface="Wingdings" panose="05000000000000000000" pitchFamily="2" charset="2"/>
              <a:buChar char=""/>
              <a:defRPr sz="1600"/>
            </a:lvl2pPr>
            <a:lvl3pPr marL="442913" lvl="2" indent="-214313">
              <a:lnSpc>
                <a:spcPct val="100000"/>
              </a:lnSpc>
              <a:spcBef>
                <a:spcPts val="0"/>
              </a:spcBef>
              <a:spcAft>
                <a:spcPts val="300"/>
              </a:spcAft>
              <a:buSzPct val="110000"/>
              <a:buFont typeface="Arial" panose="020B0604020202020204" pitchFamily="34" charset="0"/>
              <a:buChar char="‒"/>
              <a:defRPr sz="1600"/>
            </a:lvl3pPr>
            <a:lvl4pPr marL="598488" lvl="3" indent="-152400">
              <a:lnSpc>
                <a:spcPct val="100000"/>
              </a:lnSpc>
              <a:spcBef>
                <a:spcPts val="0"/>
              </a:spcBef>
              <a:spcAft>
                <a:spcPts val="300"/>
              </a:spcAft>
              <a:buFont typeface="Arial" panose="020B0604020202020204" pitchFamily="34" charset="0"/>
              <a:buChar char="•"/>
              <a:defRPr sz="1600"/>
            </a:lvl4pPr>
            <a:lvl5pPr marL="817563" lvl="4" indent="-147638">
              <a:lnSpc>
                <a:spcPct val="100000"/>
              </a:lnSpc>
              <a:spcBef>
                <a:spcPts val="0"/>
              </a:spcBef>
              <a:spcAft>
                <a:spcPts val="300"/>
              </a:spcAft>
              <a:buSzPct val="100000"/>
              <a:buFont typeface="Arial" panose="020B0604020202020204" pitchFamily="34" charset="0"/>
              <a:buChar char="̶"/>
              <a:defRPr sz="160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Above Chart Exhibit Title</a:t>
            </a:r>
          </a:p>
          <a:p>
            <a:pPr lvl="0" rtl="0"/>
            <a:r>
              <a:rPr lang="en-US" b="0"/>
              <a:t>Unit of Measure</a:t>
            </a:r>
          </a:p>
        </p:txBody>
      </p:sp>
      <p:sp>
        <p:nvSpPr>
          <p:cNvPr id="5" name="Text Placeholder 4">
            <a:extLst>
              <a:ext uri="{FF2B5EF4-FFF2-40B4-BE49-F238E27FC236}">
                <a16:creationId xmlns:a16="http://schemas.microsoft.com/office/drawing/2014/main" id="{4C1F3293-4EFE-461D-940D-7EE66BAE31C5}"/>
              </a:ext>
            </a:extLst>
          </p:cNvPr>
          <p:cNvSpPr>
            <a:spLocks noGrp="1"/>
          </p:cNvSpPr>
          <p:nvPr>
            <p:ph type="body" idx="1"/>
          </p:nvPr>
        </p:nvSpPr>
        <p:spPr>
          <a:xfrm>
            <a:off x="554736" y="2170800"/>
            <a:ext cx="2484655" cy="1631216"/>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8" name="LegendLines" hidden="1">
            <a:extLst>
              <a:ext uri="{FF2B5EF4-FFF2-40B4-BE49-F238E27FC236}">
                <a16:creationId xmlns:a16="http://schemas.microsoft.com/office/drawing/2014/main" id="{64918A64-3AB6-5C90-29C7-FFF22C2B8923}"/>
              </a:ext>
            </a:extLst>
          </p:cNvPr>
          <p:cNvGrpSpPr/>
          <p:nvPr userDrawn="1"/>
        </p:nvGrpSpPr>
        <p:grpSpPr>
          <a:xfrm>
            <a:off x="10317304" y="3150223"/>
            <a:ext cx="1319960" cy="958286"/>
            <a:chOff x="10162879" y="3243772"/>
            <a:chExt cx="1319960" cy="958286"/>
          </a:xfrm>
        </p:grpSpPr>
        <p:sp>
          <p:nvSpPr>
            <p:cNvPr id="49" name="Legend1" hidden="1">
              <a:extLst>
                <a:ext uri="{FF2B5EF4-FFF2-40B4-BE49-F238E27FC236}">
                  <a16:creationId xmlns:a16="http://schemas.microsoft.com/office/drawing/2014/main" id="{25A44169-CCF4-FE74-8798-98E9DE207522}"/>
                </a:ext>
              </a:extLst>
            </p:cNvPr>
            <p:cNvSpPr txBox="1"/>
            <p:nvPr/>
          </p:nvSpPr>
          <p:spPr>
            <a:xfrm>
              <a:off x="10886522" y="324377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0" name="Legend2" hidden="1">
              <a:extLst>
                <a:ext uri="{FF2B5EF4-FFF2-40B4-BE49-F238E27FC236}">
                  <a16:creationId xmlns:a16="http://schemas.microsoft.com/office/drawing/2014/main" id="{A4220F9A-D55E-3473-CA40-319CC718A4FF}"/>
                </a:ext>
              </a:extLst>
            </p:cNvPr>
            <p:cNvSpPr txBox="1"/>
            <p:nvPr/>
          </p:nvSpPr>
          <p:spPr>
            <a:xfrm>
              <a:off x="10886522" y="3615193"/>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1" name="Legend3" hidden="1">
              <a:extLst>
                <a:ext uri="{FF2B5EF4-FFF2-40B4-BE49-F238E27FC236}">
                  <a16:creationId xmlns:a16="http://schemas.microsoft.com/office/drawing/2014/main" id="{8DAB127A-1F2E-8231-1CDF-7581866CA36D}"/>
                </a:ext>
              </a:extLst>
            </p:cNvPr>
            <p:cNvSpPr txBox="1"/>
            <p:nvPr/>
          </p:nvSpPr>
          <p:spPr>
            <a:xfrm>
              <a:off x="10886522" y="398661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2" name="LineLegend3" hidden="1">
              <a:extLst>
                <a:ext uri="{FF2B5EF4-FFF2-40B4-BE49-F238E27FC236}">
                  <a16:creationId xmlns:a16="http://schemas.microsoft.com/office/drawing/2014/main" id="{61E56A56-4821-8579-6B86-6144DFE300E3}"/>
                </a:ext>
              </a:extLst>
            </p:cNvPr>
            <p:cNvSpPr>
              <a:spLocks noChangeShapeType="1"/>
            </p:cNvSpPr>
            <p:nvPr/>
          </p:nvSpPr>
          <p:spPr bwMode="gray">
            <a:xfrm>
              <a:off x="10162879" y="4092784"/>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sp>
          <p:nvSpPr>
            <p:cNvPr id="53" name="LineLegend2" hidden="1">
              <a:extLst>
                <a:ext uri="{FF2B5EF4-FFF2-40B4-BE49-F238E27FC236}">
                  <a16:creationId xmlns:a16="http://schemas.microsoft.com/office/drawing/2014/main" id="{95F42112-E5D6-3EF0-F2DB-F136E9F16001}"/>
                </a:ext>
              </a:extLst>
            </p:cNvPr>
            <p:cNvSpPr>
              <a:spLocks noChangeShapeType="1"/>
            </p:cNvSpPr>
            <p:nvPr/>
          </p:nvSpPr>
          <p:spPr bwMode="gray">
            <a:xfrm>
              <a:off x="10162879" y="3719425"/>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sp>
          <p:nvSpPr>
            <p:cNvPr id="54" name="LineLegend1" hidden="1">
              <a:extLst>
                <a:ext uri="{FF2B5EF4-FFF2-40B4-BE49-F238E27FC236}">
                  <a16:creationId xmlns:a16="http://schemas.microsoft.com/office/drawing/2014/main" id="{F51B0EF8-6A44-92E4-51FF-7256B3D85A08}"/>
                </a:ext>
              </a:extLst>
            </p:cNvPr>
            <p:cNvSpPr>
              <a:spLocks noChangeShapeType="1"/>
            </p:cNvSpPr>
            <p:nvPr/>
          </p:nvSpPr>
          <p:spPr bwMode="gray">
            <a:xfrm>
              <a:off x="10162879" y="3351494"/>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grpSp>
      <p:grpSp>
        <p:nvGrpSpPr>
          <p:cNvPr id="55" name="LegendMoons" hidden="1">
            <a:extLst>
              <a:ext uri="{FF2B5EF4-FFF2-40B4-BE49-F238E27FC236}">
                <a16:creationId xmlns:a16="http://schemas.microsoft.com/office/drawing/2014/main" id="{F084FE4F-3DDA-D9DB-2737-A13FAC4874EF}"/>
              </a:ext>
            </a:extLst>
          </p:cNvPr>
          <p:cNvGrpSpPr/>
          <p:nvPr userDrawn="1"/>
        </p:nvGrpSpPr>
        <p:grpSpPr>
          <a:xfrm>
            <a:off x="10688315" y="1145373"/>
            <a:ext cx="948949" cy="1731859"/>
            <a:chOff x="7723680" y="1702457"/>
            <a:chExt cx="948949" cy="1731859"/>
          </a:xfrm>
        </p:grpSpPr>
        <p:sp>
          <p:nvSpPr>
            <p:cNvPr id="56" name="Legend1" hidden="1">
              <a:extLst>
                <a:ext uri="{FF2B5EF4-FFF2-40B4-BE49-F238E27FC236}">
                  <a16:creationId xmlns:a16="http://schemas.microsoft.com/office/drawing/2014/main" id="{49CC65DB-248E-E025-78F5-FAF51E14FC31}"/>
                </a:ext>
              </a:extLst>
            </p:cNvPr>
            <p:cNvSpPr txBox="1"/>
            <p:nvPr/>
          </p:nvSpPr>
          <p:spPr>
            <a:xfrm>
              <a:off x="8076312" y="1709816"/>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8" name="Legend2" hidden="1">
              <a:extLst>
                <a:ext uri="{FF2B5EF4-FFF2-40B4-BE49-F238E27FC236}">
                  <a16:creationId xmlns:a16="http://schemas.microsoft.com/office/drawing/2014/main" id="{CBEBC604-E98D-5571-53BB-FEDF1FB38FFF}"/>
                </a:ext>
              </a:extLst>
            </p:cNvPr>
            <p:cNvSpPr txBox="1"/>
            <p:nvPr/>
          </p:nvSpPr>
          <p:spPr>
            <a:xfrm>
              <a:off x="8076312" y="2085275"/>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3" name="Legend3" hidden="1">
              <a:extLst>
                <a:ext uri="{FF2B5EF4-FFF2-40B4-BE49-F238E27FC236}">
                  <a16:creationId xmlns:a16="http://schemas.microsoft.com/office/drawing/2014/main" id="{B863E78F-DDBB-F2AD-FED9-83322E1D0E82}"/>
                </a:ext>
              </a:extLst>
            </p:cNvPr>
            <p:cNvSpPr txBox="1"/>
            <p:nvPr/>
          </p:nvSpPr>
          <p:spPr>
            <a:xfrm>
              <a:off x="8076312" y="246073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4" name="Legend4" hidden="1">
              <a:extLst>
                <a:ext uri="{FF2B5EF4-FFF2-40B4-BE49-F238E27FC236}">
                  <a16:creationId xmlns:a16="http://schemas.microsoft.com/office/drawing/2014/main" id="{A8335EE6-E04F-F73C-C7EE-2D193C60A3DC}"/>
                </a:ext>
              </a:extLst>
            </p:cNvPr>
            <p:cNvSpPr txBox="1"/>
            <p:nvPr/>
          </p:nvSpPr>
          <p:spPr>
            <a:xfrm>
              <a:off x="8076312" y="2836193"/>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6" name="Legend5" hidden="1">
              <a:extLst>
                <a:ext uri="{FF2B5EF4-FFF2-40B4-BE49-F238E27FC236}">
                  <a16:creationId xmlns:a16="http://schemas.microsoft.com/office/drawing/2014/main" id="{F54755B9-CAD2-657F-04B7-710720F75816}"/>
                </a:ext>
              </a:extLst>
            </p:cNvPr>
            <p:cNvSpPr txBox="1"/>
            <p:nvPr/>
          </p:nvSpPr>
          <p:spPr>
            <a:xfrm>
              <a:off x="8076312" y="321165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grpSp>
          <p:nvGrpSpPr>
            <p:cNvPr id="148" name="MoonLegend1" hidden="1">
              <a:extLst>
                <a:ext uri="{FF2B5EF4-FFF2-40B4-BE49-F238E27FC236}">
                  <a16:creationId xmlns:a16="http://schemas.microsoft.com/office/drawing/2014/main" id="{138CD1F4-8727-A894-3C35-7FB6C0D386C0}"/>
                </a:ext>
              </a:extLst>
            </p:cNvPr>
            <p:cNvGrpSpPr>
              <a:grpSpLocks noChangeAspect="1"/>
            </p:cNvGrpSpPr>
            <p:nvPr>
              <p:custDataLst>
                <p:tags r:id="rId24"/>
              </p:custDataLst>
            </p:nvPr>
          </p:nvGrpSpPr>
          <p:grpSpPr>
            <a:xfrm>
              <a:off x="7723680" y="1702457"/>
              <a:ext cx="228600" cy="228600"/>
              <a:chOff x="762000" y="1270000"/>
              <a:chExt cx="254000" cy="254000"/>
            </a:xfrm>
          </p:grpSpPr>
          <p:sp>
            <p:nvSpPr>
              <p:cNvPr id="161" name="Oval 160" hidden="1">
                <a:extLst>
                  <a:ext uri="{FF2B5EF4-FFF2-40B4-BE49-F238E27FC236}">
                    <a16:creationId xmlns:a16="http://schemas.microsoft.com/office/drawing/2014/main" id="{FDCAEF8F-FD9A-A248-1793-48EB8F8A4F53}"/>
                  </a:ext>
                </a:extLst>
              </p:cNvPr>
              <p:cNvSpPr/>
              <p:nvPr>
                <p:custDataLst>
                  <p:tags r:id="rId37"/>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62" name="Arc 161" hidden="1">
                <a:extLst>
                  <a:ext uri="{FF2B5EF4-FFF2-40B4-BE49-F238E27FC236}">
                    <a16:creationId xmlns:a16="http://schemas.microsoft.com/office/drawing/2014/main" id="{8B2C2E22-680E-B2F5-9ED1-086219FF598A}"/>
                  </a:ext>
                </a:extLst>
              </p:cNvPr>
              <p:cNvSpPr/>
              <p:nvPr>
                <p:custDataLst>
                  <p:tags r:id="rId38"/>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49" name="MoonLegend2" hidden="1">
              <a:extLst>
                <a:ext uri="{FF2B5EF4-FFF2-40B4-BE49-F238E27FC236}">
                  <a16:creationId xmlns:a16="http://schemas.microsoft.com/office/drawing/2014/main" id="{EE093040-9EA6-2DFC-CEAC-F499B36862B8}"/>
                </a:ext>
              </a:extLst>
            </p:cNvPr>
            <p:cNvGrpSpPr>
              <a:grpSpLocks noChangeAspect="1"/>
            </p:cNvGrpSpPr>
            <p:nvPr>
              <p:custDataLst>
                <p:tags r:id="rId25"/>
              </p:custDataLst>
            </p:nvPr>
          </p:nvGrpSpPr>
          <p:grpSpPr>
            <a:xfrm>
              <a:off x="7723680" y="2078270"/>
              <a:ext cx="228600" cy="228600"/>
              <a:chOff x="762000" y="1270000"/>
              <a:chExt cx="254000" cy="254000"/>
            </a:xfrm>
          </p:grpSpPr>
          <p:sp>
            <p:nvSpPr>
              <p:cNvPr id="159" name="Oval 158" hidden="1">
                <a:extLst>
                  <a:ext uri="{FF2B5EF4-FFF2-40B4-BE49-F238E27FC236}">
                    <a16:creationId xmlns:a16="http://schemas.microsoft.com/office/drawing/2014/main" id="{1E91A022-5E04-6867-0E5F-4CE771BB9DD1}"/>
                  </a:ext>
                </a:extLst>
              </p:cNvPr>
              <p:cNvSpPr/>
              <p:nvPr>
                <p:custDataLst>
                  <p:tags r:id="rId35"/>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60" name="Arc 159" hidden="1">
                <a:extLst>
                  <a:ext uri="{FF2B5EF4-FFF2-40B4-BE49-F238E27FC236}">
                    <a16:creationId xmlns:a16="http://schemas.microsoft.com/office/drawing/2014/main" id="{2DF32E7A-C5EA-BEF8-A2F4-107C67482D53}"/>
                  </a:ext>
                </a:extLst>
              </p:cNvPr>
              <p:cNvSpPr/>
              <p:nvPr>
                <p:custDataLst>
                  <p:tags r:id="rId36"/>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0" name="MoonLegend3" hidden="1">
              <a:extLst>
                <a:ext uri="{FF2B5EF4-FFF2-40B4-BE49-F238E27FC236}">
                  <a16:creationId xmlns:a16="http://schemas.microsoft.com/office/drawing/2014/main" id="{70379F65-0EB7-264C-A6A8-93BE2C79BDD9}"/>
                </a:ext>
              </a:extLst>
            </p:cNvPr>
            <p:cNvGrpSpPr>
              <a:grpSpLocks noChangeAspect="1"/>
            </p:cNvGrpSpPr>
            <p:nvPr>
              <p:custDataLst>
                <p:tags r:id="rId26"/>
              </p:custDataLst>
            </p:nvPr>
          </p:nvGrpSpPr>
          <p:grpSpPr>
            <a:xfrm>
              <a:off x="7723680" y="2454085"/>
              <a:ext cx="228600" cy="228600"/>
              <a:chOff x="762000" y="1270000"/>
              <a:chExt cx="254000" cy="254000"/>
            </a:xfrm>
          </p:grpSpPr>
          <p:sp>
            <p:nvSpPr>
              <p:cNvPr id="157" name="Oval 156" hidden="1">
                <a:extLst>
                  <a:ext uri="{FF2B5EF4-FFF2-40B4-BE49-F238E27FC236}">
                    <a16:creationId xmlns:a16="http://schemas.microsoft.com/office/drawing/2014/main" id="{3D98D76C-6E34-4A5F-0B5D-EB94E567FFBA}"/>
                  </a:ext>
                </a:extLst>
              </p:cNvPr>
              <p:cNvSpPr/>
              <p:nvPr>
                <p:custDataLst>
                  <p:tags r:id="rId33"/>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8" name="Arc 157" hidden="1">
                <a:extLst>
                  <a:ext uri="{FF2B5EF4-FFF2-40B4-BE49-F238E27FC236}">
                    <a16:creationId xmlns:a16="http://schemas.microsoft.com/office/drawing/2014/main" id="{09CB63DA-B15E-22D4-F3C4-E5B883A3584E}"/>
                  </a:ext>
                </a:extLst>
              </p:cNvPr>
              <p:cNvSpPr/>
              <p:nvPr>
                <p:custDataLst>
                  <p:tags r:id="rId34"/>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1" name="MoonLegend4" hidden="1">
              <a:extLst>
                <a:ext uri="{FF2B5EF4-FFF2-40B4-BE49-F238E27FC236}">
                  <a16:creationId xmlns:a16="http://schemas.microsoft.com/office/drawing/2014/main" id="{C8E7794A-9D64-D120-3DE6-7CA78A372F22}"/>
                </a:ext>
              </a:extLst>
            </p:cNvPr>
            <p:cNvGrpSpPr>
              <a:grpSpLocks noChangeAspect="1"/>
            </p:cNvGrpSpPr>
            <p:nvPr>
              <p:custDataLst>
                <p:tags r:id="rId27"/>
              </p:custDataLst>
            </p:nvPr>
          </p:nvGrpSpPr>
          <p:grpSpPr>
            <a:xfrm>
              <a:off x="7723680" y="2829900"/>
              <a:ext cx="228600" cy="228600"/>
              <a:chOff x="762000" y="1270000"/>
              <a:chExt cx="254000" cy="254000"/>
            </a:xfrm>
          </p:grpSpPr>
          <p:sp>
            <p:nvSpPr>
              <p:cNvPr id="155" name="Oval 154" hidden="1">
                <a:extLst>
                  <a:ext uri="{FF2B5EF4-FFF2-40B4-BE49-F238E27FC236}">
                    <a16:creationId xmlns:a16="http://schemas.microsoft.com/office/drawing/2014/main" id="{1B414431-F319-A993-4448-87EB4DE51BD3}"/>
                  </a:ext>
                </a:extLst>
              </p:cNvPr>
              <p:cNvSpPr/>
              <p:nvPr>
                <p:custDataLst>
                  <p:tags r:id="rId31"/>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6" name="Arc 155" hidden="1">
                <a:extLst>
                  <a:ext uri="{FF2B5EF4-FFF2-40B4-BE49-F238E27FC236}">
                    <a16:creationId xmlns:a16="http://schemas.microsoft.com/office/drawing/2014/main" id="{5F7E47CF-7F91-B282-B223-16BF71469310}"/>
                  </a:ext>
                </a:extLst>
              </p:cNvPr>
              <p:cNvSpPr/>
              <p:nvPr>
                <p:custDataLst>
                  <p:tags r:id="rId32"/>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2" name="MoonLegend5" hidden="1">
              <a:extLst>
                <a:ext uri="{FF2B5EF4-FFF2-40B4-BE49-F238E27FC236}">
                  <a16:creationId xmlns:a16="http://schemas.microsoft.com/office/drawing/2014/main" id="{676D84B0-8E09-17A2-6045-B98CCCAC5AB4}"/>
                </a:ext>
              </a:extLst>
            </p:cNvPr>
            <p:cNvGrpSpPr>
              <a:grpSpLocks noChangeAspect="1"/>
            </p:cNvGrpSpPr>
            <p:nvPr>
              <p:custDataLst>
                <p:tags r:id="rId28"/>
              </p:custDataLst>
            </p:nvPr>
          </p:nvGrpSpPr>
          <p:grpSpPr>
            <a:xfrm>
              <a:off x="7723680" y="3205716"/>
              <a:ext cx="228600" cy="228600"/>
              <a:chOff x="762000" y="1270000"/>
              <a:chExt cx="254000" cy="254000"/>
            </a:xfrm>
          </p:grpSpPr>
          <p:sp>
            <p:nvSpPr>
              <p:cNvPr id="153" name="Oval 152" hidden="1">
                <a:extLst>
                  <a:ext uri="{FF2B5EF4-FFF2-40B4-BE49-F238E27FC236}">
                    <a16:creationId xmlns:a16="http://schemas.microsoft.com/office/drawing/2014/main" id="{B99609C1-CB47-4D28-790F-3F1FDCF1ADCD}"/>
                  </a:ext>
                </a:extLst>
              </p:cNvPr>
              <p:cNvSpPr/>
              <p:nvPr>
                <p:custDataLst>
                  <p:tags r:id="rId29"/>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4" name="Arc 153" hidden="1">
                <a:extLst>
                  <a:ext uri="{FF2B5EF4-FFF2-40B4-BE49-F238E27FC236}">
                    <a16:creationId xmlns:a16="http://schemas.microsoft.com/office/drawing/2014/main" id="{7DB8E183-0133-376B-CFB2-172FEAD71B84}"/>
                  </a:ext>
                </a:extLst>
              </p:cNvPr>
              <p:cNvSpPr/>
              <p:nvPr>
                <p:custDataLst>
                  <p:tags r:id="rId30"/>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grpSp>
        <p:nvGrpSpPr>
          <p:cNvPr id="163" name="LegendBoxes" hidden="1">
            <a:extLst>
              <a:ext uri="{FF2B5EF4-FFF2-40B4-BE49-F238E27FC236}">
                <a16:creationId xmlns:a16="http://schemas.microsoft.com/office/drawing/2014/main" id="{1A13AACA-5AF2-226F-6158-C6AB92264907}"/>
              </a:ext>
            </a:extLst>
          </p:cNvPr>
          <p:cNvGrpSpPr/>
          <p:nvPr userDrawn="1"/>
        </p:nvGrpSpPr>
        <p:grpSpPr>
          <a:xfrm>
            <a:off x="10714801" y="4381500"/>
            <a:ext cx="922463" cy="1717282"/>
            <a:chOff x="10652400" y="4322824"/>
            <a:chExt cx="922463" cy="1717282"/>
          </a:xfrm>
        </p:grpSpPr>
        <p:sp>
          <p:nvSpPr>
            <p:cNvPr id="164" name="RectangleLegend1" hidden="1">
              <a:extLst>
                <a:ext uri="{FF2B5EF4-FFF2-40B4-BE49-F238E27FC236}">
                  <a16:creationId xmlns:a16="http://schemas.microsoft.com/office/drawing/2014/main" id="{41F2EE7A-0476-F664-7AB0-328D527FF4BD}"/>
                </a:ext>
              </a:extLst>
            </p:cNvPr>
            <p:cNvSpPr/>
            <p:nvPr/>
          </p:nvSpPr>
          <p:spPr>
            <a:xfrm>
              <a:off x="10652400" y="4344182"/>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5" name="RectangleLegend2" hidden="1">
              <a:extLst>
                <a:ext uri="{FF2B5EF4-FFF2-40B4-BE49-F238E27FC236}">
                  <a16:creationId xmlns:a16="http://schemas.microsoft.com/office/drawing/2014/main" id="{580672D8-E523-337A-C592-53010D66195F}"/>
                </a:ext>
              </a:extLst>
            </p:cNvPr>
            <p:cNvSpPr/>
            <p:nvPr/>
          </p:nvSpPr>
          <p:spPr>
            <a:xfrm>
              <a:off x="10652400" y="4723680"/>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6" name="RectangleLegend3" hidden="1">
              <a:extLst>
                <a:ext uri="{FF2B5EF4-FFF2-40B4-BE49-F238E27FC236}">
                  <a16:creationId xmlns:a16="http://schemas.microsoft.com/office/drawing/2014/main" id="{21FA8535-5E02-472F-8CC9-E0700207A0AB}"/>
                </a:ext>
              </a:extLst>
            </p:cNvPr>
            <p:cNvSpPr/>
            <p:nvPr/>
          </p:nvSpPr>
          <p:spPr>
            <a:xfrm>
              <a:off x="10652400" y="5097276"/>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7" name="RectangleLegend4" hidden="1">
              <a:extLst>
                <a:ext uri="{FF2B5EF4-FFF2-40B4-BE49-F238E27FC236}">
                  <a16:creationId xmlns:a16="http://schemas.microsoft.com/office/drawing/2014/main" id="{BBD05B05-12C6-E7C6-7844-7E6C73E7B52E}"/>
                </a:ext>
              </a:extLst>
            </p:cNvPr>
            <p:cNvSpPr/>
            <p:nvPr/>
          </p:nvSpPr>
          <p:spPr>
            <a:xfrm>
              <a:off x="10652400" y="5470872"/>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8" name="RectangleLegend5" hidden="1">
              <a:extLst>
                <a:ext uri="{FF2B5EF4-FFF2-40B4-BE49-F238E27FC236}">
                  <a16:creationId xmlns:a16="http://schemas.microsoft.com/office/drawing/2014/main" id="{369C277A-4E4B-F4BE-D7B5-DBBFB93BC273}"/>
                </a:ext>
              </a:extLst>
            </p:cNvPr>
            <p:cNvSpPr/>
            <p:nvPr/>
          </p:nvSpPr>
          <p:spPr>
            <a:xfrm>
              <a:off x="10652400" y="5844468"/>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70" name="Legend1" hidden="1">
              <a:extLst>
                <a:ext uri="{FF2B5EF4-FFF2-40B4-BE49-F238E27FC236}">
                  <a16:creationId xmlns:a16="http://schemas.microsoft.com/office/drawing/2014/main" id="{A4C52E97-671C-5B02-6FFA-313EABB3124F}"/>
                </a:ext>
              </a:extLst>
            </p:cNvPr>
            <p:cNvSpPr txBox="1"/>
            <p:nvPr/>
          </p:nvSpPr>
          <p:spPr>
            <a:xfrm>
              <a:off x="10978546" y="432282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1" name="Legend2" hidden="1">
              <a:extLst>
                <a:ext uri="{FF2B5EF4-FFF2-40B4-BE49-F238E27FC236}">
                  <a16:creationId xmlns:a16="http://schemas.microsoft.com/office/drawing/2014/main" id="{43BC01E4-8FBD-41E3-5E2E-BAFE6183C6C7}"/>
                </a:ext>
              </a:extLst>
            </p:cNvPr>
            <p:cNvSpPr txBox="1"/>
            <p:nvPr/>
          </p:nvSpPr>
          <p:spPr>
            <a:xfrm>
              <a:off x="10978546" y="470232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2" name="Legend3" hidden="1">
              <a:extLst>
                <a:ext uri="{FF2B5EF4-FFF2-40B4-BE49-F238E27FC236}">
                  <a16:creationId xmlns:a16="http://schemas.microsoft.com/office/drawing/2014/main" id="{D638CAA9-1975-0C68-FAF0-97D1BC4745C4}"/>
                </a:ext>
              </a:extLst>
            </p:cNvPr>
            <p:cNvSpPr txBox="1"/>
            <p:nvPr/>
          </p:nvSpPr>
          <p:spPr>
            <a:xfrm>
              <a:off x="10978546" y="5081820"/>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3" name="Legend4" hidden="1">
              <a:extLst>
                <a:ext uri="{FF2B5EF4-FFF2-40B4-BE49-F238E27FC236}">
                  <a16:creationId xmlns:a16="http://schemas.microsoft.com/office/drawing/2014/main" id="{3D6999DB-11B8-414B-8557-5FAB9AEF5B9B}"/>
                </a:ext>
              </a:extLst>
            </p:cNvPr>
            <p:cNvSpPr txBox="1"/>
            <p:nvPr/>
          </p:nvSpPr>
          <p:spPr>
            <a:xfrm>
              <a:off x="10978546" y="5453241"/>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4" name="Legend5" hidden="1">
              <a:extLst>
                <a:ext uri="{FF2B5EF4-FFF2-40B4-BE49-F238E27FC236}">
                  <a16:creationId xmlns:a16="http://schemas.microsoft.com/office/drawing/2014/main" id="{89453F96-5F87-3470-96E8-3EAB95152A53}"/>
                </a:ext>
              </a:extLst>
            </p:cNvPr>
            <p:cNvSpPr txBox="1"/>
            <p:nvPr/>
          </p:nvSpPr>
          <p:spPr>
            <a:xfrm>
              <a:off x="10978545" y="582466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grpSp>
      <p:pic>
        <p:nvPicPr>
          <p:cNvPr id="8" name="object 5">
            <a:extLst>
              <a:ext uri="{FF2B5EF4-FFF2-40B4-BE49-F238E27FC236}">
                <a16:creationId xmlns:a16="http://schemas.microsoft.com/office/drawing/2014/main" id="{631998A1-33D1-F377-72AF-E0FA6785D0D2}"/>
              </a:ext>
            </a:extLst>
          </p:cNvPr>
          <p:cNvPicPr/>
          <p:nvPr userDrawn="1"/>
        </p:nvPicPr>
        <p:blipFill>
          <a:blip r:embed="rId41" cstate="print"/>
          <a:stretch>
            <a:fillRect/>
          </a:stretch>
        </p:blipFill>
        <p:spPr>
          <a:xfrm>
            <a:off x="1" y="2650255"/>
            <a:ext cx="12191999" cy="4207742"/>
          </a:xfrm>
          <a:prstGeom prst="rect">
            <a:avLst/>
          </a:prstGeom>
        </p:spPr>
      </p:pic>
      <p:sp>
        <p:nvSpPr>
          <p:cNvPr id="9" name="Espaço Reservado para Número de Slide 5">
            <a:extLst>
              <a:ext uri="{FF2B5EF4-FFF2-40B4-BE49-F238E27FC236}">
                <a16:creationId xmlns:a16="http://schemas.microsoft.com/office/drawing/2014/main" id="{28D49E57-84FB-9EA0-3F66-44E9C025B2AF}"/>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7" name="Picture 6" descr="A black background with white text&#10;&#10;AI-generated content may be incorrect.">
            <a:extLst>
              <a:ext uri="{FF2B5EF4-FFF2-40B4-BE49-F238E27FC236}">
                <a16:creationId xmlns:a16="http://schemas.microsoft.com/office/drawing/2014/main" id="{F2AE4ADE-3CD0-42CB-3373-56EB7D031169}"/>
              </a:ext>
            </a:extLst>
          </p:cNvPr>
          <p:cNvPicPr>
            <a:picLocks noChangeAspect="1"/>
          </p:cNvPicPr>
          <p:nvPr userDrawn="1"/>
        </p:nvPicPr>
        <p:blipFill>
          <a:blip r:embed="rId42">
            <a:extLst>
              <a:ext uri="{28A0092B-C50C-407E-A947-70E740481C1C}">
                <a14:useLocalDpi xmlns:a14="http://schemas.microsoft.com/office/drawing/2010/main" val="0"/>
              </a:ext>
            </a:extLst>
          </a:blip>
          <a:srcRect b="17751"/>
          <a:stretch>
            <a:fillRect/>
          </a:stretch>
        </p:blipFill>
        <p:spPr>
          <a:xfrm>
            <a:off x="11188014" y="40957"/>
            <a:ext cx="927785" cy="235782"/>
          </a:xfrm>
          <a:prstGeom prst="rect">
            <a:avLst/>
          </a:prstGeom>
        </p:spPr>
      </p:pic>
    </p:spTree>
    <p:extLst>
      <p:ext uri="{BB962C8B-B14F-4D97-AF65-F5344CB8AC3E}">
        <p14:creationId xmlns:p14="http://schemas.microsoft.com/office/powerpoint/2010/main" val="2187581127"/>
      </p:ext>
    </p:extLst>
  </p:cSld>
  <p:clrMap bg1="lt1" tx1="dk1" bg2="lt2" tx2="dk2" accent1="accent1" accent2="accent2" accent3="accent3" accent4="accent4" accent5="accent5" accent6="accent6" hlink="hlink" folHlink="folHlink"/>
  <p:sldLayoutIdLst>
    <p:sldLayoutId id="2147483681" r:id="rId1"/>
    <p:sldLayoutId id="2147483682" r:id="rId2"/>
    <p:sldLayoutId id="2147483683" r:id="rId3"/>
    <p:sldLayoutId id="2147483684" r:id="rId4"/>
    <p:sldLayoutId id="2147483685" r:id="rId5"/>
    <p:sldLayoutId id="2147483686" r:id="rId6"/>
    <p:sldLayoutId id="2147483687" r:id="rId7"/>
    <p:sldLayoutId id="2147483688" r:id="rId8"/>
    <p:sldLayoutId id="2147483689" r:id="rId9"/>
    <p:sldLayoutId id="2147483690" r:id="rId10"/>
    <p:sldLayoutId id="2147483764" r:id="rId11"/>
    <p:sldLayoutId id="2147483765" r:id="rId12"/>
    <p:sldLayoutId id="2147483766" r:id="rId13"/>
    <p:sldLayoutId id="2147483767" r:id="rId14"/>
    <p:sldLayoutId id="2147483768" r:id="rId15"/>
    <p:sldLayoutId id="2147483769" r:id="rId16"/>
    <p:sldLayoutId id="2147483770" r:id="rId17"/>
  </p:sldLayoutIdLst>
  <p:hf hdr="0" ftr="0" dt="0"/>
  <p:txStyles>
    <p:title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p:titleStyle>
    <p:body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68">
          <p15:clr>
            <a:srgbClr val="5ACBF0"/>
          </p15:clr>
        </p15:guide>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4BC40847-AF8B-4097-9A07-2349A751A051}"/>
              </a:ext>
            </a:extLst>
          </p:cNvPr>
          <p:cNvGraphicFramePr>
            <a:graphicFrameLocks/>
          </p:cNvGraphicFramePr>
          <p:nvPr userDrawn="1">
            <p:custDataLst>
              <p:tags r:id="rId2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1" imgW="413" imgH="416" progId="TCLayout.ActiveDocument.1">
                  <p:embed/>
                </p:oleObj>
              </mc:Choice>
              <mc:Fallback>
                <p:oleObj name="think-cell Slide" r:id="rId41" imgW="413" imgH="416" progId="TCLayout.ActiveDocument.1">
                  <p:embed/>
                  <p:pic>
                    <p:nvPicPr>
                      <p:cNvPr id="3" name="Object 6" hidden="1">
                        <a:extLst>
                          <a:ext uri="{FF2B5EF4-FFF2-40B4-BE49-F238E27FC236}">
                            <a16:creationId xmlns:a16="http://schemas.microsoft.com/office/drawing/2014/main" id="{4BC40847-AF8B-4097-9A07-2349A751A051}"/>
                          </a:ext>
                        </a:extLst>
                      </p:cNvPr>
                      <p:cNvPicPr/>
                      <p:nvPr/>
                    </p:nvPicPr>
                    <p:blipFill>
                      <a:blip r:embed="rId42"/>
                      <a:stretch>
                        <a:fillRect/>
                      </a:stretch>
                    </p:blipFill>
                    <p:spPr>
                      <a:xfrm>
                        <a:off x="1588" y="1588"/>
                        <a:ext cx="1588" cy="1588"/>
                      </a:xfrm>
                      <a:prstGeom prst="rect">
                        <a:avLst/>
                      </a:prstGeom>
                    </p:spPr>
                  </p:pic>
                </p:oleObj>
              </mc:Fallback>
            </mc:AlternateContent>
          </a:graphicData>
        </a:graphic>
      </p:graphicFrame>
      <p:pic>
        <p:nvPicPr>
          <p:cNvPr id="8" name="object 5">
            <a:extLst>
              <a:ext uri="{FF2B5EF4-FFF2-40B4-BE49-F238E27FC236}">
                <a16:creationId xmlns:a16="http://schemas.microsoft.com/office/drawing/2014/main" id="{631998A1-33D1-F377-72AF-E0FA6785D0D2}"/>
              </a:ext>
            </a:extLst>
          </p:cNvPr>
          <p:cNvPicPr/>
          <p:nvPr userDrawn="1"/>
        </p:nvPicPr>
        <p:blipFill>
          <a:blip r:embed="rId43" cstate="print"/>
          <a:stretch>
            <a:fillRect/>
          </a:stretch>
        </p:blipFill>
        <p:spPr>
          <a:xfrm>
            <a:off x="0" y="2650255"/>
            <a:ext cx="12191999" cy="4207742"/>
          </a:xfrm>
          <a:prstGeom prst="rect">
            <a:avLst/>
          </a:prstGeom>
        </p:spPr>
      </p:pic>
      <p:sp>
        <p:nvSpPr>
          <p:cNvPr id="2" name="Rectangle 1" hidden="1">
            <a:extLst>
              <a:ext uri="{FF2B5EF4-FFF2-40B4-BE49-F238E27FC236}">
                <a16:creationId xmlns:a16="http://schemas.microsoft.com/office/drawing/2014/main" id="{15B28737-798E-48D4-BBDB-8EB35CB9FFFB}"/>
              </a:ext>
            </a:extLst>
          </p:cNvPr>
          <p:cNvSpPr/>
          <p:nvPr userDrawn="1">
            <p:custDataLst>
              <p:tags r:id="rId2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6" name="4. Footnote" hidden="1">
            <a:extLst>
              <a:ext uri="{FF2B5EF4-FFF2-40B4-BE49-F238E27FC236}">
                <a16:creationId xmlns:a16="http://schemas.microsoft.com/office/drawing/2014/main" id="{772E4927-517C-4D61-9929-9FFDE5F31A03}"/>
              </a:ext>
            </a:extLst>
          </p:cNvPr>
          <p:cNvSpPr txBox="1"/>
          <p:nvPr userDrawn="1">
            <p:custDataLst>
              <p:tags r:id="rId23"/>
            </p:custDataLst>
          </p:nvPr>
        </p:nvSpPr>
        <p:spPr>
          <a:xfrm>
            <a:off x="553972" y="6278400"/>
            <a:ext cx="7278624" cy="123111"/>
          </a:xfrm>
          <a:prstGeom prst="rect">
            <a:avLst/>
          </a:prstGeom>
          <a:noFill/>
          <a:ln/>
          <a:extLst>
            <a:ext uri="{909E8E84-426E-40DD-AFC4-6F175D3DCCD1}">
              <a14:hiddenFill xmlns:a14="http://schemas.microsoft.com/office/drawing/2010/main">
                <a:solidFill>
                  <a:srgbClr val="FFFFFF"/>
                </a:solidFill>
              </a14:hiddenFill>
            </a:ext>
          </a:extLst>
        </p:spPr>
        <p:txBody>
          <a:bodyPr wrap="square" lIns="0" tIns="0" rIns="0" bIns="0" rtlCol="0" anchor="b" anchorCtr="0">
            <a:spAutoFit/>
          </a:bodyPr>
          <a:lstStyle>
            <a:defPPr>
              <a:defRPr lang="en-US"/>
            </a:defPPr>
            <a:lvl1pPr marL="203200" marR="0" lvl="0" indent="-212725" fontAlgn="auto">
              <a:lnSpc>
                <a:spcPct val="100000"/>
              </a:lnSpc>
              <a:spcBef>
                <a:spcPts val="0"/>
              </a:spcBef>
              <a:spcAft>
                <a:spcPts val="0"/>
              </a:spcAft>
              <a:buClrTx/>
              <a:buSzTx/>
              <a:buFontTx/>
              <a:buNone/>
              <a:tabLst/>
              <a:defRPr sz="800"/>
            </a:lvl1pPr>
          </a:lstStyle>
          <a:p>
            <a:pPr lvl="0" rtl="0"/>
            <a:r>
              <a:rPr lang="en-US"/>
              <a:t>Footnotes</a:t>
            </a:r>
          </a:p>
        </p:txBody>
      </p:sp>
      <p:sp>
        <p:nvSpPr>
          <p:cNvPr id="57" name="2. Slide Title">
            <a:extLst>
              <a:ext uri="{FF2B5EF4-FFF2-40B4-BE49-F238E27FC236}">
                <a16:creationId xmlns:a16="http://schemas.microsoft.com/office/drawing/2014/main" id="{98FF70AE-7EF6-4E5B-9FFE-B44C852C9FBA}"/>
              </a:ext>
            </a:extLst>
          </p:cNvPr>
          <p:cNvSpPr>
            <a:spLocks noGrp="1"/>
          </p:cNvSpPr>
          <p:nvPr>
            <p:ph type="title"/>
            <p:custDataLst>
              <p:tags r:id="rId24"/>
            </p:custDataLst>
          </p:nvPr>
        </p:nvSpPr>
        <p:spPr>
          <a:xfrm>
            <a:off x="554736" y="172212"/>
            <a:ext cx="11082528" cy="731520"/>
          </a:xfrm>
          <a:prstGeom prst="rect">
            <a:avLst/>
          </a:prstGeom>
        </p:spPr>
        <p:txBody>
          <a:bodyPr vert="horz" wrap="square" lIns="0" tIns="0" rIns="0" bIns="0" rtlCol="0" anchor="b" anchorCtr="0">
            <a:noAutofit/>
          </a:bodyPr>
          <a:lstStyle/>
          <a:p>
            <a:pPr lvl="0"/>
            <a:r>
              <a:rPr lang="en-US"/>
              <a:t>Click to edit Master title style</a:t>
            </a:r>
          </a:p>
        </p:txBody>
      </p:sp>
      <p:grpSp>
        <p:nvGrpSpPr>
          <p:cNvPr id="59" name="Grid" hidden="1">
            <a:extLst>
              <a:ext uri="{FF2B5EF4-FFF2-40B4-BE49-F238E27FC236}">
                <a16:creationId xmlns:a16="http://schemas.microsoft.com/office/drawing/2014/main" id="{D35250B8-D61E-4F1A-9ACD-6E1BB958B78E}"/>
              </a:ext>
            </a:extLst>
          </p:cNvPr>
          <p:cNvGrpSpPr/>
          <p:nvPr userDrawn="1"/>
        </p:nvGrpSpPr>
        <p:grpSpPr>
          <a:xfrm>
            <a:off x="0" y="0"/>
            <a:ext cx="12190476" cy="6858000"/>
            <a:chOff x="0" y="0"/>
            <a:chExt cx="12190476" cy="6858000"/>
          </a:xfrm>
        </p:grpSpPr>
        <p:sp>
          <p:nvSpPr>
            <p:cNvPr id="60" name="slide margin">
              <a:extLst>
                <a:ext uri="{FF2B5EF4-FFF2-40B4-BE49-F238E27FC236}">
                  <a16:creationId xmlns:a16="http://schemas.microsoft.com/office/drawing/2014/main" id="{B96EBE04-E01D-4922-8601-F1AD43DC4DA0}"/>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rtl="0"/>
              <a:endParaRPr lang="en-US">
                <a:solidFill>
                  <a:schemeClr val="tx1"/>
                </a:solidFill>
                <a:latin typeface="+mn-lt"/>
                <a:ea typeface="+mn-ea"/>
                <a:cs typeface="+mn-cs"/>
              </a:endParaRPr>
            </a:p>
          </p:txBody>
        </p:sp>
        <p:cxnSp>
          <p:nvCxnSpPr>
            <p:cNvPr id="61" name="Straight Connector 60">
              <a:extLst>
                <a:ext uri="{FF2B5EF4-FFF2-40B4-BE49-F238E27FC236}">
                  <a16:creationId xmlns:a16="http://schemas.microsoft.com/office/drawing/2014/main" id="{5CA037B0-2A91-4357-A969-80F65F949266}"/>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1BD7C67-EF90-4AA0-BA50-51299E7EEE4C}"/>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719564A-5227-44A7-ABC0-4C6BBC1E2D6F}"/>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D85D0C-74E8-4603-86B8-FCC481122CE8}"/>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7F8BF8BD-68B4-4717-8162-382FFCC9BC9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9DB0B65-FCD8-4DD7-833A-DEED6A420E2A}"/>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8151F3-D51F-4302-95BF-AE8E806F628D}"/>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35A6B330-5ACC-486B-8131-B7F5407825B2}"/>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A5DE7AD-CCFE-4A85-9421-C7CEA9F80DEC}"/>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E2A9A81-75D1-41A9-9821-54FC36E753C1}"/>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6FE52AA-2DD1-4D00-A984-41CDC38B2D7F}"/>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5C9FC50-7177-43E6-9E56-DC9A2E6B7E6E}"/>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73" name="Freeform: Shape 72">
              <a:extLst>
                <a:ext uri="{FF2B5EF4-FFF2-40B4-BE49-F238E27FC236}">
                  <a16:creationId xmlns:a16="http://schemas.microsoft.com/office/drawing/2014/main" id="{BC97F85A-62E2-4591-B8D0-4F068B177B5D}"/>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4" name="Freeform: Shape 73">
              <a:extLst>
                <a:ext uri="{FF2B5EF4-FFF2-40B4-BE49-F238E27FC236}">
                  <a16:creationId xmlns:a16="http://schemas.microsoft.com/office/drawing/2014/main" id="{7F4B967A-CF91-473D-8A35-2BE771F9F59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5" name="Freeform: Shape 74">
              <a:extLst>
                <a:ext uri="{FF2B5EF4-FFF2-40B4-BE49-F238E27FC236}">
                  <a16:creationId xmlns:a16="http://schemas.microsoft.com/office/drawing/2014/main" id="{5AC41621-77EA-4492-8E68-0BE34108294A}"/>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6" name="Freeform: Shape 75">
              <a:extLst>
                <a:ext uri="{FF2B5EF4-FFF2-40B4-BE49-F238E27FC236}">
                  <a16:creationId xmlns:a16="http://schemas.microsoft.com/office/drawing/2014/main" id="{31A06AD2-A9EA-45D9-B15C-089884A54107}"/>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7" name="Freeform: Shape 76">
              <a:extLst>
                <a:ext uri="{FF2B5EF4-FFF2-40B4-BE49-F238E27FC236}">
                  <a16:creationId xmlns:a16="http://schemas.microsoft.com/office/drawing/2014/main" id="{3A7B39CC-379F-4224-9E59-81B1690088A0}"/>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8" name="Freeform: Shape 77">
              <a:extLst>
                <a:ext uri="{FF2B5EF4-FFF2-40B4-BE49-F238E27FC236}">
                  <a16:creationId xmlns:a16="http://schemas.microsoft.com/office/drawing/2014/main" id="{F8002ACB-1459-4214-B28A-B38E8A1FF8A6}"/>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9" name="Freeform: Shape 78">
              <a:extLst>
                <a:ext uri="{FF2B5EF4-FFF2-40B4-BE49-F238E27FC236}">
                  <a16:creationId xmlns:a16="http://schemas.microsoft.com/office/drawing/2014/main" id="{71D59E94-AA3C-4DE0-8345-20C71667A205}"/>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0" name="Freeform: Shape 79">
              <a:extLst>
                <a:ext uri="{FF2B5EF4-FFF2-40B4-BE49-F238E27FC236}">
                  <a16:creationId xmlns:a16="http://schemas.microsoft.com/office/drawing/2014/main" id="{5805F09B-786C-43E4-8288-B1AAF94C8ADE}"/>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1" name="Freeform: Shape 80">
              <a:extLst>
                <a:ext uri="{FF2B5EF4-FFF2-40B4-BE49-F238E27FC236}">
                  <a16:creationId xmlns:a16="http://schemas.microsoft.com/office/drawing/2014/main" id="{5FB23B6E-567C-4896-8B32-DA4C452B4AE7}"/>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2" name="Freeform: Shape 81">
              <a:extLst>
                <a:ext uri="{FF2B5EF4-FFF2-40B4-BE49-F238E27FC236}">
                  <a16:creationId xmlns:a16="http://schemas.microsoft.com/office/drawing/2014/main" id="{9B792231-972E-4476-BAF2-761E10463BA8}"/>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3" name="Freeform: Shape 82">
              <a:extLst>
                <a:ext uri="{FF2B5EF4-FFF2-40B4-BE49-F238E27FC236}">
                  <a16:creationId xmlns:a16="http://schemas.microsoft.com/office/drawing/2014/main" id="{908370B7-3D11-4F78-B977-D8F0DE2694ED}"/>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4" name="Freeform: Shape 83">
              <a:extLst>
                <a:ext uri="{FF2B5EF4-FFF2-40B4-BE49-F238E27FC236}">
                  <a16:creationId xmlns:a16="http://schemas.microsoft.com/office/drawing/2014/main" id="{C11EA99D-D15D-43C2-BF4E-36554B346AB6}"/>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5" name="Freeform: Shape 84">
              <a:extLst>
                <a:ext uri="{FF2B5EF4-FFF2-40B4-BE49-F238E27FC236}">
                  <a16:creationId xmlns:a16="http://schemas.microsoft.com/office/drawing/2014/main" id="{3A72B2F6-0AFF-4E6E-AFFF-60767DB3FA63}"/>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6" name="Freeform: Shape 85">
              <a:extLst>
                <a:ext uri="{FF2B5EF4-FFF2-40B4-BE49-F238E27FC236}">
                  <a16:creationId xmlns:a16="http://schemas.microsoft.com/office/drawing/2014/main" id="{A68F8E74-3AE4-4AF9-9F36-63344C9076D2}"/>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7" name="Freeform: Shape 86">
              <a:extLst>
                <a:ext uri="{FF2B5EF4-FFF2-40B4-BE49-F238E27FC236}">
                  <a16:creationId xmlns:a16="http://schemas.microsoft.com/office/drawing/2014/main" id="{31D5F169-E1D4-48A3-AE5B-F5F1BEF2E7CF}"/>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8" name="Freeform: Shape 87">
              <a:extLst>
                <a:ext uri="{FF2B5EF4-FFF2-40B4-BE49-F238E27FC236}">
                  <a16:creationId xmlns:a16="http://schemas.microsoft.com/office/drawing/2014/main" id="{4230F928-F9B2-4955-9800-74DE09DCE6F2}"/>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9" name="Freeform: Shape 88">
              <a:extLst>
                <a:ext uri="{FF2B5EF4-FFF2-40B4-BE49-F238E27FC236}">
                  <a16:creationId xmlns:a16="http://schemas.microsoft.com/office/drawing/2014/main" id="{37C829A9-6808-4531-8C12-A84988E6DEE1}"/>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0" name="Freeform: Shape 89">
              <a:extLst>
                <a:ext uri="{FF2B5EF4-FFF2-40B4-BE49-F238E27FC236}">
                  <a16:creationId xmlns:a16="http://schemas.microsoft.com/office/drawing/2014/main" id="{7FA5964C-E9C5-4C2F-BD6E-47BAFB5B6D17}"/>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1" name="Freeform: Shape 90">
              <a:extLst>
                <a:ext uri="{FF2B5EF4-FFF2-40B4-BE49-F238E27FC236}">
                  <a16:creationId xmlns:a16="http://schemas.microsoft.com/office/drawing/2014/main" id="{3C168D8D-76CE-4BE5-BE95-79B96300EA3F}"/>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2" name="Freeform: Shape 91">
              <a:extLst>
                <a:ext uri="{FF2B5EF4-FFF2-40B4-BE49-F238E27FC236}">
                  <a16:creationId xmlns:a16="http://schemas.microsoft.com/office/drawing/2014/main" id="{6749465C-813A-45F9-8C3E-5D06C8584929}"/>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3" name="Freeform: Shape 92">
              <a:extLst>
                <a:ext uri="{FF2B5EF4-FFF2-40B4-BE49-F238E27FC236}">
                  <a16:creationId xmlns:a16="http://schemas.microsoft.com/office/drawing/2014/main" id="{53894C26-2473-4C24-B082-48DD1E92241C}"/>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4" name="Freeform: Shape 93">
              <a:extLst>
                <a:ext uri="{FF2B5EF4-FFF2-40B4-BE49-F238E27FC236}">
                  <a16:creationId xmlns:a16="http://schemas.microsoft.com/office/drawing/2014/main" id="{BFDA0320-8435-46CA-B1B3-5203F54A419F}"/>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5" name="Freeform: Shape 94">
              <a:extLst>
                <a:ext uri="{FF2B5EF4-FFF2-40B4-BE49-F238E27FC236}">
                  <a16:creationId xmlns:a16="http://schemas.microsoft.com/office/drawing/2014/main" id="{A42721E4-5D12-459C-AC2E-7CE148AF9062}"/>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6" name="Freeform: Shape 95">
              <a:extLst>
                <a:ext uri="{FF2B5EF4-FFF2-40B4-BE49-F238E27FC236}">
                  <a16:creationId xmlns:a16="http://schemas.microsoft.com/office/drawing/2014/main" id="{8BF7D46B-3779-49D0-BCB4-F2DCE091958D}"/>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7" name="Freeform: Shape 96">
              <a:extLst>
                <a:ext uri="{FF2B5EF4-FFF2-40B4-BE49-F238E27FC236}">
                  <a16:creationId xmlns:a16="http://schemas.microsoft.com/office/drawing/2014/main" id="{634464F0-BD7F-4488-85F0-EC20C24BECAA}"/>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cxnSp>
          <p:nvCxnSpPr>
            <p:cNvPr id="98" name="Straight Connector 97">
              <a:extLst>
                <a:ext uri="{FF2B5EF4-FFF2-40B4-BE49-F238E27FC236}">
                  <a16:creationId xmlns:a16="http://schemas.microsoft.com/office/drawing/2014/main" id="{82B54541-0CDD-4724-8101-AABFF1207033}"/>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5070398-8D55-4EE2-8CA4-47428E2AF03F}"/>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166891-56D0-4EBC-B681-501401DEF9D4}"/>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13A87E3-D106-41FF-A8CD-C27DABF0103D}"/>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164477D-838D-4C70-ADD7-37AD79A844AA}"/>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2B193C0-8980-4BB2-8E91-7A1C9ABE0B6C}"/>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1A94AAA-1D98-4233-842E-2A2F52812358}"/>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21F2B43-A2DC-42F4-8EA4-A8A4DA6D6FA7}"/>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60F0923-6896-405D-AD16-F097448F3E3D}"/>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BC70D5B1-47D7-451F-B83A-973A26731A22}"/>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3FD9A464-81FE-4829-A1C5-5CCEE42448B3}"/>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F55CAB0-53A2-417F-9F66-C0437933E98B}"/>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47EE77-7495-47CB-BEC9-D5C742DF2B2C}"/>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A942184-696A-4A78-BB9D-3D619B990987}"/>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B5F4EE6-4D4C-4488-80DE-36C83D540765}"/>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D3A42E3-1ED2-4BBE-8B0B-CEA491522F0A}"/>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4162AD8-9037-4220-B19F-7B3A0F44E941}"/>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20FB70-03E4-4D7E-BA41-546EAAB33089}"/>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84D3C92-FDAE-47DB-9457-A9B216922E98}"/>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B5DF0860-265F-4ABC-9F65-0C1D385DAA19}"/>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D878D1D5-E6E5-4FA6-AF6E-95E8AF796777}"/>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1FF29A-4B39-4335-9BD5-ED902309BF79}"/>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3A82A803-5E70-4523-9F20-67F308765C7E}"/>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4208CB2-5882-4416-87C9-284BDAF3367A}"/>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D4116CD-6422-4E26-9703-D3F7C10FCD56}"/>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1AB3A35-E2FF-4178-896B-F08E77092825}"/>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79C539-DD6F-48AA-8F80-27BC682014AF}"/>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2784004E-3271-4D1C-B1EA-CA1E334E0D03}"/>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3657725E-FBF6-491D-9BA1-E6A9727F4F2D}"/>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1244567-76A7-47AF-9353-403D05D533F0}"/>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C47A2A-ED3B-4AD0-ACD5-F8ED92644229}"/>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3E01E5-F569-4020-BCB0-083537701AB0}"/>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1121A42-5912-44C8-B9A3-FDEC8EA70284}"/>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59B1DE7-25C8-4743-8284-FA656D339F55}"/>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26249F1-59FB-44FC-8AF9-D7F90AFBEE2C}"/>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E6D42779-D977-4405-A149-D8DE5B52134A}"/>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7EE8A2F-6AD9-4AE7-B04B-7892891F84AC}"/>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8F4A59A-16C3-4C3A-AB79-FE22721EA641}"/>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5CA3A6CC-1A49-42F6-A318-99D9224BDC91}"/>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2DC3484E-5EF8-49C4-B1F6-75C854D50C80}"/>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3461A54-E77E-414D-B7E0-7364070D9566}"/>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29C48517-171B-43FD-A41C-58C9B531BDB5}"/>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F429932A-1238-48FC-B171-20A3AA531D40}"/>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BED7651-AF04-41D4-9476-5A43476D85BB}"/>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5" name="main body box">
              <a:extLst>
                <a:ext uri="{FF2B5EF4-FFF2-40B4-BE49-F238E27FC236}">
                  <a16:creationId xmlns:a16="http://schemas.microsoft.com/office/drawing/2014/main" id="{100DE417-9DB9-4840-8370-B716FFA27760}"/>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pPr rtl="0"/>
              <a:endParaRPr lang="en-US" sz="1323">
                <a:solidFill>
                  <a:schemeClr val="tx1"/>
                </a:solidFill>
                <a:latin typeface="+mn-lt"/>
                <a:ea typeface="+mn-ea"/>
                <a:cs typeface="+mn-cs"/>
              </a:endParaRPr>
            </a:p>
          </p:txBody>
        </p:sp>
        <p:cxnSp>
          <p:nvCxnSpPr>
            <p:cNvPr id="146" name="Straight Connector 145">
              <a:extLst>
                <a:ext uri="{FF2B5EF4-FFF2-40B4-BE49-F238E27FC236}">
                  <a16:creationId xmlns:a16="http://schemas.microsoft.com/office/drawing/2014/main" id="{B93A1E2B-8C80-482F-83BE-384344D09839}"/>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147" name="Straight Connector 146">
              <a:extLst>
                <a:ext uri="{FF2B5EF4-FFF2-40B4-BE49-F238E27FC236}">
                  <a16:creationId xmlns:a16="http://schemas.microsoft.com/office/drawing/2014/main" id="{BEAB22C5-0A46-4041-9158-6DC76EA2F350}"/>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sp>
        <p:nvSpPr>
          <p:cNvPr id="4" name="Sticker" hidden="1">
            <a:extLst>
              <a:ext uri="{FF2B5EF4-FFF2-40B4-BE49-F238E27FC236}">
                <a16:creationId xmlns:a16="http://schemas.microsoft.com/office/drawing/2014/main" id="{F9BB011A-568C-4B05-AE57-EB000B2FD8BB}"/>
              </a:ext>
            </a:extLst>
          </p:cNvPr>
          <p:cNvSpPr txBox="1"/>
          <p:nvPr userDrawn="1"/>
        </p:nvSpPr>
        <p:spPr>
          <a:xfrm>
            <a:off x="554736" y="1289273"/>
            <a:ext cx="450444" cy="123111"/>
          </a:xfrm>
          <a:prstGeom prst="rect">
            <a:avLst/>
          </a:prstGeom>
          <a:noFill/>
          <a:ln w="6350">
            <a:noFill/>
            <a:miter lim="800000"/>
          </a:ln>
        </p:spPr>
        <p:txBody>
          <a:bodyPr vert="horz" wrap="none" lIns="0" tIns="0" rIns="0" bIns="0" rtlCol="0">
            <a:spAutoFit/>
          </a:bodyPr>
          <a:lstStyle>
            <a:defPPr>
              <a:defRPr lang="en-US"/>
            </a:defPPr>
            <a:lvl1pPr>
              <a:spcBef>
                <a:spcPts val="300"/>
              </a:spcBef>
              <a:spcAft>
                <a:spcPts val="300"/>
              </a:spcAft>
              <a:buNone/>
              <a:defRPr sz="800" b="1" cap="all" baseline="0"/>
            </a:lvl1pPr>
          </a:lstStyle>
          <a:p>
            <a:pPr lvl="0" rtl="0"/>
            <a:r>
              <a:rPr lang="en-US"/>
              <a:t>STICKER</a:t>
            </a:r>
          </a:p>
        </p:txBody>
      </p:sp>
      <p:sp>
        <p:nvSpPr>
          <p:cNvPr id="169" name="ACET" hidden="1">
            <a:extLst>
              <a:ext uri="{FF2B5EF4-FFF2-40B4-BE49-F238E27FC236}">
                <a16:creationId xmlns:a16="http://schemas.microsoft.com/office/drawing/2014/main" id="{62CF7362-20CB-4908-AFFE-D4E2B9A5DF3B}"/>
              </a:ext>
            </a:extLst>
          </p:cNvPr>
          <p:cNvSpPr txBox="1"/>
          <p:nvPr userDrawn="1">
            <p:custDataLst>
              <p:tags r:id="rId25"/>
            </p:custDataLst>
          </p:nvPr>
        </p:nvSpPr>
        <p:spPr>
          <a:xfrm>
            <a:off x="5987738" y="2170800"/>
            <a:ext cx="3049253" cy="56938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lvl="0" indent="0">
              <a:lnSpc>
                <a:spcPct val="100000"/>
              </a:lnSpc>
              <a:spcBef>
                <a:spcPts val="0"/>
              </a:spcBef>
              <a:spcAft>
                <a:spcPts val="600"/>
              </a:spcAft>
              <a:buFont typeface="Segoe UI" panose="020B0502040204020203" pitchFamily="34" charset="0"/>
              <a:buChar char="​"/>
              <a:defRPr sz="1600" b="1"/>
            </a:lvl1pPr>
            <a:lvl2pPr marL="228600" lvl="1" indent="-225425">
              <a:lnSpc>
                <a:spcPct val="100000"/>
              </a:lnSpc>
              <a:spcBef>
                <a:spcPts val="0"/>
              </a:spcBef>
              <a:spcAft>
                <a:spcPts val="300"/>
              </a:spcAft>
              <a:buSzPct val="110000"/>
              <a:buFont typeface="Wingdings" panose="05000000000000000000" pitchFamily="2" charset="2"/>
              <a:buChar char=""/>
              <a:defRPr sz="1600"/>
            </a:lvl2pPr>
            <a:lvl3pPr marL="442913" lvl="2" indent="-214313">
              <a:lnSpc>
                <a:spcPct val="100000"/>
              </a:lnSpc>
              <a:spcBef>
                <a:spcPts val="0"/>
              </a:spcBef>
              <a:spcAft>
                <a:spcPts val="300"/>
              </a:spcAft>
              <a:buSzPct val="110000"/>
              <a:buFont typeface="Arial" panose="020B0604020202020204" pitchFamily="34" charset="0"/>
              <a:buChar char="‒"/>
              <a:defRPr sz="1600"/>
            </a:lvl3pPr>
            <a:lvl4pPr marL="598488" lvl="3" indent="-152400">
              <a:lnSpc>
                <a:spcPct val="100000"/>
              </a:lnSpc>
              <a:spcBef>
                <a:spcPts val="0"/>
              </a:spcBef>
              <a:spcAft>
                <a:spcPts val="300"/>
              </a:spcAft>
              <a:buFont typeface="Arial" panose="020B0604020202020204" pitchFamily="34" charset="0"/>
              <a:buChar char="•"/>
              <a:defRPr sz="1600"/>
            </a:lvl4pPr>
            <a:lvl5pPr marL="817563" lvl="4" indent="-147638">
              <a:lnSpc>
                <a:spcPct val="100000"/>
              </a:lnSpc>
              <a:spcBef>
                <a:spcPts val="0"/>
              </a:spcBef>
              <a:spcAft>
                <a:spcPts val="300"/>
              </a:spcAft>
              <a:buSzPct val="100000"/>
              <a:buFont typeface="Arial" panose="020B0604020202020204" pitchFamily="34" charset="0"/>
              <a:buChar char="̶"/>
              <a:defRPr sz="160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Above Chart Exhibit Title</a:t>
            </a:r>
          </a:p>
          <a:p>
            <a:pPr lvl="0" rtl="0"/>
            <a:r>
              <a:rPr lang="en-US" b="0"/>
              <a:t>Unit of Measure</a:t>
            </a:r>
          </a:p>
        </p:txBody>
      </p:sp>
      <p:sp>
        <p:nvSpPr>
          <p:cNvPr id="5" name="Text Placeholder 4">
            <a:extLst>
              <a:ext uri="{FF2B5EF4-FFF2-40B4-BE49-F238E27FC236}">
                <a16:creationId xmlns:a16="http://schemas.microsoft.com/office/drawing/2014/main" id="{4C1F3293-4EFE-461D-940D-7EE66BAE31C5}"/>
              </a:ext>
            </a:extLst>
          </p:cNvPr>
          <p:cNvSpPr>
            <a:spLocks noGrp="1"/>
          </p:cNvSpPr>
          <p:nvPr>
            <p:ph type="body" idx="1"/>
          </p:nvPr>
        </p:nvSpPr>
        <p:spPr>
          <a:xfrm>
            <a:off x="554736" y="2170800"/>
            <a:ext cx="2484655" cy="1631216"/>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8" name="LegendLines" hidden="1">
            <a:extLst>
              <a:ext uri="{FF2B5EF4-FFF2-40B4-BE49-F238E27FC236}">
                <a16:creationId xmlns:a16="http://schemas.microsoft.com/office/drawing/2014/main" id="{64918A64-3AB6-5C90-29C7-FFF22C2B8923}"/>
              </a:ext>
            </a:extLst>
          </p:cNvPr>
          <p:cNvGrpSpPr/>
          <p:nvPr userDrawn="1"/>
        </p:nvGrpSpPr>
        <p:grpSpPr>
          <a:xfrm>
            <a:off x="10317304" y="3150223"/>
            <a:ext cx="1319960" cy="958286"/>
            <a:chOff x="10162879" y="3243772"/>
            <a:chExt cx="1319960" cy="958286"/>
          </a:xfrm>
        </p:grpSpPr>
        <p:sp>
          <p:nvSpPr>
            <p:cNvPr id="49" name="Legend1" hidden="1">
              <a:extLst>
                <a:ext uri="{FF2B5EF4-FFF2-40B4-BE49-F238E27FC236}">
                  <a16:creationId xmlns:a16="http://schemas.microsoft.com/office/drawing/2014/main" id="{25A44169-CCF4-FE74-8798-98E9DE207522}"/>
                </a:ext>
              </a:extLst>
            </p:cNvPr>
            <p:cNvSpPr txBox="1"/>
            <p:nvPr/>
          </p:nvSpPr>
          <p:spPr>
            <a:xfrm>
              <a:off x="10886522" y="324377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0" name="Legend2" hidden="1">
              <a:extLst>
                <a:ext uri="{FF2B5EF4-FFF2-40B4-BE49-F238E27FC236}">
                  <a16:creationId xmlns:a16="http://schemas.microsoft.com/office/drawing/2014/main" id="{A4220F9A-D55E-3473-CA40-319CC718A4FF}"/>
                </a:ext>
              </a:extLst>
            </p:cNvPr>
            <p:cNvSpPr txBox="1"/>
            <p:nvPr/>
          </p:nvSpPr>
          <p:spPr>
            <a:xfrm>
              <a:off x="10886522" y="3615193"/>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1" name="Legend3" hidden="1">
              <a:extLst>
                <a:ext uri="{FF2B5EF4-FFF2-40B4-BE49-F238E27FC236}">
                  <a16:creationId xmlns:a16="http://schemas.microsoft.com/office/drawing/2014/main" id="{8DAB127A-1F2E-8231-1CDF-7581866CA36D}"/>
                </a:ext>
              </a:extLst>
            </p:cNvPr>
            <p:cNvSpPr txBox="1"/>
            <p:nvPr/>
          </p:nvSpPr>
          <p:spPr>
            <a:xfrm>
              <a:off x="10886522" y="398661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2" name="LineLegend3" hidden="1">
              <a:extLst>
                <a:ext uri="{FF2B5EF4-FFF2-40B4-BE49-F238E27FC236}">
                  <a16:creationId xmlns:a16="http://schemas.microsoft.com/office/drawing/2014/main" id="{61E56A56-4821-8579-6B86-6144DFE300E3}"/>
                </a:ext>
              </a:extLst>
            </p:cNvPr>
            <p:cNvSpPr>
              <a:spLocks noChangeShapeType="1"/>
            </p:cNvSpPr>
            <p:nvPr/>
          </p:nvSpPr>
          <p:spPr bwMode="gray">
            <a:xfrm>
              <a:off x="10162879" y="4092784"/>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sp>
          <p:nvSpPr>
            <p:cNvPr id="53" name="LineLegend2" hidden="1">
              <a:extLst>
                <a:ext uri="{FF2B5EF4-FFF2-40B4-BE49-F238E27FC236}">
                  <a16:creationId xmlns:a16="http://schemas.microsoft.com/office/drawing/2014/main" id="{95F42112-E5D6-3EF0-F2DB-F136E9F16001}"/>
                </a:ext>
              </a:extLst>
            </p:cNvPr>
            <p:cNvSpPr>
              <a:spLocks noChangeShapeType="1"/>
            </p:cNvSpPr>
            <p:nvPr/>
          </p:nvSpPr>
          <p:spPr bwMode="gray">
            <a:xfrm>
              <a:off x="10162879" y="3719425"/>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sp>
          <p:nvSpPr>
            <p:cNvPr id="54" name="LineLegend1" hidden="1">
              <a:extLst>
                <a:ext uri="{FF2B5EF4-FFF2-40B4-BE49-F238E27FC236}">
                  <a16:creationId xmlns:a16="http://schemas.microsoft.com/office/drawing/2014/main" id="{F51B0EF8-6A44-92E4-51FF-7256B3D85A08}"/>
                </a:ext>
              </a:extLst>
            </p:cNvPr>
            <p:cNvSpPr>
              <a:spLocks noChangeShapeType="1"/>
            </p:cNvSpPr>
            <p:nvPr/>
          </p:nvSpPr>
          <p:spPr bwMode="gray">
            <a:xfrm>
              <a:off x="10162879" y="3351494"/>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grpSp>
      <p:grpSp>
        <p:nvGrpSpPr>
          <p:cNvPr id="55" name="LegendMoons" hidden="1">
            <a:extLst>
              <a:ext uri="{FF2B5EF4-FFF2-40B4-BE49-F238E27FC236}">
                <a16:creationId xmlns:a16="http://schemas.microsoft.com/office/drawing/2014/main" id="{F084FE4F-3DDA-D9DB-2737-A13FAC4874EF}"/>
              </a:ext>
            </a:extLst>
          </p:cNvPr>
          <p:cNvGrpSpPr/>
          <p:nvPr userDrawn="1"/>
        </p:nvGrpSpPr>
        <p:grpSpPr>
          <a:xfrm>
            <a:off x="10688315" y="1145373"/>
            <a:ext cx="948949" cy="1731859"/>
            <a:chOff x="7723680" y="1702457"/>
            <a:chExt cx="948949" cy="1731859"/>
          </a:xfrm>
        </p:grpSpPr>
        <p:sp>
          <p:nvSpPr>
            <p:cNvPr id="56" name="Legend1" hidden="1">
              <a:extLst>
                <a:ext uri="{FF2B5EF4-FFF2-40B4-BE49-F238E27FC236}">
                  <a16:creationId xmlns:a16="http://schemas.microsoft.com/office/drawing/2014/main" id="{49CC65DB-248E-E025-78F5-FAF51E14FC31}"/>
                </a:ext>
              </a:extLst>
            </p:cNvPr>
            <p:cNvSpPr txBox="1"/>
            <p:nvPr/>
          </p:nvSpPr>
          <p:spPr>
            <a:xfrm>
              <a:off x="8076312" y="1709816"/>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8" name="Legend2" hidden="1">
              <a:extLst>
                <a:ext uri="{FF2B5EF4-FFF2-40B4-BE49-F238E27FC236}">
                  <a16:creationId xmlns:a16="http://schemas.microsoft.com/office/drawing/2014/main" id="{CBEBC604-E98D-5571-53BB-FEDF1FB38FFF}"/>
                </a:ext>
              </a:extLst>
            </p:cNvPr>
            <p:cNvSpPr txBox="1"/>
            <p:nvPr/>
          </p:nvSpPr>
          <p:spPr>
            <a:xfrm>
              <a:off x="8076312" y="2085275"/>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3" name="Legend3" hidden="1">
              <a:extLst>
                <a:ext uri="{FF2B5EF4-FFF2-40B4-BE49-F238E27FC236}">
                  <a16:creationId xmlns:a16="http://schemas.microsoft.com/office/drawing/2014/main" id="{B863E78F-DDBB-F2AD-FED9-83322E1D0E82}"/>
                </a:ext>
              </a:extLst>
            </p:cNvPr>
            <p:cNvSpPr txBox="1"/>
            <p:nvPr/>
          </p:nvSpPr>
          <p:spPr>
            <a:xfrm>
              <a:off x="8076312" y="246073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4" name="Legend4" hidden="1">
              <a:extLst>
                <a:ext uri="{FF2B5EF4-FFF2-40B4-BE49-F238E27FC236}">
                  <a16:creationId xmlns:a16="http://schemas.microsoft.com/office/drawing/2014/main" id="{A8335EE6-E04F-F73C-C7EE-2D193C60A3DC}"/>
                </a:ext>
              </a:extLst>
            </p:cNvPr>
            <p:cNvSpPr txBox="1"/>
            <p:nvPr/>
          </p:nvSpPr>
          <p:spPr>
            <a:xfrm>
              <a:off x="8076312" y="2836193"/>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6" name="Legend5" hidden="1">
              <a:extLst>
                <a:ext uri="{FF2B5EF4-FFF2-40B4-BE49-F238E27FC236}">
                  <a16:creationId xmlns:a16="http://schemas.microsoft.com/office/drawing/2014/main" id="{F54755B9-CAD2-657F-04B7-710720F75816}"/>
                </a:ext>
              </a:extLst>
            </p:cNvPr>
            <p:cNvSpPr txBox="1"/>
            <p:nvPr/>
          </p:nvSpPr>
          <p:spPr>
            <a:xfrm>
              <a:off x="8076312" y="321165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grpSp>
          <p:nvGrpSpPr>
            <p:cNvPr id="148" name="MoonLegend1" hidden="1">
              <a:extLst>
                <a:ext uri="{FF2B5EF4-FFF2-40B4-BE49-F238E27FC236}">
                  <a16:creationId xmlns:a16="http://schemas.microsoft.com/office/drawing/2014/main" id="{138CD1F4-8727-A894-3C35-7FB6C0D386C0}"/>
                </a:ext>
              </a:extLst>
            </p:cNvPr>
            <p:cNvGrpSpPr>
              <a:grpSpLocks noChangeAspect="1"/>
            </p:cNvGrpSpPr>
            <p:nvPr>
              <p:custDataLst>
                <p:tags r:id="rId26"/>
              </p:custDataLst>
            </p:nvPr>
          </p:nvGrpSpPr>
          <p:grpSpPr>
            <a:xfrm>
              <a:off x="7723680" y="1702457"/>
              <a:ext cx="228600" cy="228600"/>
              <a:chOff x="762000" y="1270000"/>
              <a:chExt cx="254000" cy="254000"/>
            </a:xfrm>
          </p:grpSpPr>
          <p:sp>
            <p:nvSpPr>
              <p:cNvPr id="161" name="Oval 160" hidden="1">
                <a:extLst>
                  <a:ext uri="{FF2B5EF4-FFF2-40B4-BE49-F238E27FC236}">
                    <a16:creationId xmlns:a16="http://schemas.microsoft.com/office/drawing/2014/main" id="{FDCAEF8F-FD9A-A248-1793-48EB8F8A4F53}"/>
                  </a:ext>
                </a:extLst>
              </p:cNvPr>
              <p:cNvSpPr/>
              <p:nvPr>
                <p:custDataLst>
                  <p:tags r:id="rId39"/>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62" name="Arc 161" hidden="1">
                <a:extLst>
                  <a:ext uri="{FF2B5EF4-FFF2-40B4-BE49-F238E27FC236}">
                    <a16:creationId xmlns:a16="http://schemas.microsoft.com/office/drawing/2014/main" id="{8B2C2E22-680E-B2F5-9ED1-086219FF598A}"/>
                  </a:ext>
                </a:extLst>
              </p:cNvPr>
              <p:cNvSpPr/>
              <p:nvPr>
                <p:custDataLst>
                  <p:tags r:id="rId40"/>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49" name="MoonLegend2" hidden="1">
              <a:extLst>
                <a:ext uri="{FF2B5EF4-FFF2-40B4-BE49-F238E27FC236}">
                  <a16:creationId xmlns:a16="http://schemas.microsoft.com/office/drawing/2014/main" id="{EE093040-9EA6-2DFC-CEAC-F499B36862B8}"/>
                </a:ext>
              </a:extLst>
            </p:cNvPr>
            <p:cNvGrpSpPr>
              <a:grpSpLocks noChangeAspect="1"/>
            </p:cNvGrpSpPr>
            <p:nvPr>
              <p:custDataLst>
                <p:tags r:id="rId27"/>
              </p:custDataLst>
            </p:nvPr>
          </p:nvGrpSpPr>
          <p:grpSpPr>
            <a:xfrm>
              <a:off x="7723680" y="2078270"/>
              <a:ext cx="228600" cy="228600"/>
              <a:chOff x="762000" y="1270000"/>
              <a:chExt cx="254000" cy="254000"/>
            </a:xfrm>
          </p:grpSpPr>
          <p:sp>
            <p:nvSpPr>
              <p:cNvPr id="159" name="Oval 158" hidden="1">
                <a:extLst>
                  <a:ext uri="{FF2B5EF4-FFF2-40B4-BE49-F238E27FC236}">
                    <a16:creationId xmlns:a16="http://schemas.microsoft.com/office/drawing/2014/main" id="{1E91A022-5E04-6867-0E5F-4CE771BB9DD1}"/>
                  </a:ext>
                </a:extLst>
              </p:cNvPr>
              <p:cNvSpPr/>
              <p:nvPr>
                <p:custDataLst>
                  <p:tags r:id="rId37"/>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60" name="Arc 159" hidden="1">
                <a:extLst>
                  <a:ext uri="{FF2B5EF4-FFF2-40B4-BE49-F238E27FC236}">
                    <a16:creationId xmlns:a16="http://schemas.microsoft.com/office/drawing/2014/main" id="{2DF32E7A-C5EA-BEF8-A2F4-107C67482D53}"/>
                  </a:ext>
                </a:extLst>
              </p:cNvPr>
              <p:cNvSpPr/>
              <p:nvPr>
                <p:custDataLst>
                  <p:tags r:id="rId38"/>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0" name="MoonLegend3" hidden="1">
              <a:extLst>
                <a:ext uri="{FF2B5EF4-FFF2-40B4-BE49-F238E27FC236}">
                  <a16:creationId xmlns:a16="http://schemas.microsoft.com/office/drawing/2014/main" id="{70379F65-0EB7-264C-A6A8-93BE2C79BDD9}"/>
                </a:ext>
              </a:extLst>
            </p:cNvPr>
            <p:cNvGrpSpPr>
              <a:grpSpLocks noChangeAspect="1"/>
            </p:cNvGrpSpPr>
            <p:nvPr>
              <p:custDataLst>
                <p:tags r:id="rId28"/>
              </p:custDataLst>
            </p:nvPr>
          </p:nvGrpSpPr>
          <p:grpSpPr>
            <a:xfrm>
              <a:off x="7723680" y="2454085"/>
              <a:ext cx="228600" cy="228600"/>
              <a:chOff x="762000" y="1270000"/>
              <a:chExt cx="254000" cy="254000"/>
            </a:xfrm>
          </p:grpSpPr>
          <p:sp>
            <p:nvSpPr>
              <p:cNvPr id="157" name="Oval 156" hidden="1">
                <a:extLst>
                  <a:ext uri="{FF2B5EF4-FFF2-40B4-BE49-F238E27FC236}">
                    <a16:creationId xmlns:a16="http://schemas.microsoft.com/office/drawing/2014/main" id="{3D98D76C-6E34-4A5F-0B5D-EB94E567FFBA}"/>
                  </a:ext>
                </a:extLst>
              </p:cNvPr>
              <p:cNvSpPr/>
              <p:nvPr>
                <p:custDataLst>
                  <p:tags r:id="rId35"/>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8" name="Arc 157" hidden="1">
                <a:extLst>
                  <a:ext uri="{FF2B5EF4-FFF2-40B4-BE49-F238E27FC236}">
                    <a16:creationId xmlns:a16="http://schemas.microsoft.com/office/drawing/2014/main" id="{09CB63DA-B15E-22D4-F3C4-E5B883A3584E}"/>
                  </a:ext>
                </a:extLst>
              </p:cNvPr>
              <p:cNvSpPr/>
              <p:nvPr>
                <p:custDataLst>
                  <p:tags r:id="rId36"/>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1" name="MoonLegend4" hidden="1">
              <a:extLst>
                <a:ext uri="{FF2B5EF4-FFF2-40B4-BE49-F238E27FC236}">
                  <a16:creationId xmlns:a16="http://schemas.microsoft.com/office/drawing/2014/main" id="{C8E7794A-9D64-D120-3DE6-7CA78A372F22}"/>
                </a:ext>
              </a:extLst>
            </p:cNvPr>
            <p:cNvGrpSpPr>
              <a:grpSpLocks noChangeAspect="1"/>
            </p:cNvGrpSpPr>
            <p:nvPr>
              <p:custDataLst>
                <p:tags r:id="rId29"/>
              </p:custDataLst>
            </p:nvPr>
          </p:nvGrpSpPr>
          <p:grpSpPr>
            <a:xfrm>
              <a:off x="7723680" y="2829900"/>
              <a:ext cx="228600" cy="228600"/>
              <a:chOff x="762000" y="1270000"/>
              <a:chExt cx="254000" cy="254000"/>
            </a:xfrm>
          </p:grpSpPr>
          <p:sp>
            <p:nvSpPr>
              <p:cNvPr id="155" name="Oval 154" hidden="1">
                <a:extLst>
                  <a:ext uri="{FF2B5EF4-FFF2-40B4-BE49-F238E27FC236}">
                    <a16:creationId xmlns:a16="http://schemas.microsoft.com/office/drawing/2014/main" id="{1B414431-F319-A993-4448-87EB4DE51BD3}"/>
                  </a:ext>
                </a:extLst>
              </p:cNvPr>
              <p:cNvSpPr/>
              <p:nvPr>
                <p:custDataLst>
                  <p:tags r:id="rId33"/>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6" name="Arc 155" hidden="1">
                <a:extLst>
                  <a:ext uri="{FF2B5EF4-FFF2-40B4-BE49-F238E27FC236}">
                    <a16:creationId xmlns:a16="http://schemas.microsoft.com/office/drawing/2014/main" id="{5F7E47CF-7F91-B282-B223-16BF71469310}"/>
                  </a:ext>
                </a:extLst>
              </p:cNvPr>
              <p:cNvSpPr/>
              <p:nvPr>
                <p:custDataLst>
                  <p:tags r:id="rId34"/>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2" name="MoonLegend5" hidden="1">
              <a:extLst>
                <a:ext uri="{FF2B5EF4-FFF2-40B4-BE49-F238E27FC236}">
                  <a16:creationId xmlns:a16="http://schemas.microsoft.com/office/drawing/2014/main" id="{676D84B0-8E09-17A2-6045-B98CCCAC5AB4}"/>
                </a:ext>
              </a:extLst>
            </p:cNvPr>
            <p:cNvGrpSpPr>
              <a:grpSpLocks noChangeAspect="1"/>
            </p:cNvGrpSpPr>
            <p:nvPr>
              <p:custDataLst>
                <p:tags r:id="rId30"/>
              </p:custDataLst>
            </p:nvPr>
          </p:nvGrpSpPr>
          <p:grpSpPr>
            <a:xfrm>
              <a:off x="7723680" y="3205716"/>
              <a:ext cx="228600" cy="228600"/>
              <a:chOff x="762000" y="1270000"/>
              <a:chExt cx="254000" cy="254000"/>
            </a:xfrm>
          </p:grpSpPr>
          <p:sp>
            <p:nvSpPr>
              <p:cNvPr id="153" name="Oval 152" hidden="1">
                <a:extLst>
                  <a:ext uri="{FF2B5EF4-FFF2-40B4-BE49-F238E27FC236}">
                    <a16:creationId xmlns:a16="http://schemas.microsoft.com/office/drawing/2014/main" id="{B99609C1-CB47-4D28-790F-3F1FDCF1ADCD}"/>
                  </a:ext>
                </a:extLst>
              </p:cNvPr>
              <p:cNvSpPr/>
              <p:nvPr>
                <p:custDataLst>
                  <p:tags r:id="rId31"/>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4" name="Arc 153" hidden="1">
                <a:extLst>
                  <a:ext uri="{FF2B5EF4-FFF2-40B4-BE49-F238E27FC236}">
                    <a16:creationId xmlns:a16="http://schemas.microsoft.com/office/drawing/2014/main" id="{7DB8E183-0133-376B-CFB2-172FEAD71B84}"/>
                  </a:ext>
                </a:extLst>
              </p:cNvPr>
              <p:cNvSpPr/>
              <p:nvPr>
                <p:custDataLst>
                  <p:tags r:id="rId32"/>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grpSp>
        <p:nvGrpSpPr>
          <p:cNvPr id="163" name="LegendBoxes" hidden="1">
            <a:extLst>
              <a:ext uri="{FF2B5EF4-FFF2-40B4-BE49-F238E27FC236}">
                <a16:creationId xmlns:a16="http://schemas.microsoft.com/office/drawing/2014/main" id="{1A13AACA-5AF2-226F-6158-C6AB92264907}"/>
              </a:ext>
            </a:extLst>
          </p:cNvPr>
          <p:cNvGrpSpPr/>
          <p:nvPr userDrawn="1"/>
        </p:nvGrpSpPr>
        <p:grpSpPr>
          <a:xfrm>
            <a:off x="10714801" y="4381500"/>
            <a:ext cx="922463" cy="1717282"/>
            <a:chOff x="10652400" y="4322824"/>
            <a:chExt cx="922463" cy="1717282"/>
          </a:xfrm>
        </p:grpSpPr>
        <p:sp>
          <p:nvSpPr>
            <p:cNvPr id="164" name="RectangleLegend1" hidden="1">
              <a:extLst>
                <a:ext uri="{FF2B5EF4-FFF2-40B4-BE49-F238E27FC236}">
                  <a16:creationId xmlns:a16="http://schemas.microsoft.com/office/drawing/2014/main" id="{41F2EE7A-0476-F664-7AB0-328D527FF4BD}"/>
                </a:ext>
              </a:extLst>
            </p:cNvPr>
            <p:cNvSpPr/>
            <p:nvPr/>
          </p:nvSpPr>
          <p:spPr>
            <a:xfrm>
              <a:off x="10652400" y="4344182"/>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5" name="RectangleLegend2" hidden="1">
              <a:extLst>
                <a:ext uri="{FF2B5EF4-FFF2-40B4-BE49-F238E27FC236}">
                  <a16:creationId xmlns:a16="http://schemas.microsoft.com/office/drawing/2014/main" id="{580672D8-E523-337A-C592-53010D66195F}"/>
                </a:ext>
              </a:extLst>
            </p:cNvPr>
            <p:cNvSpPr/>
            <p:nvPr/>
          </p:nvSpPr>
          <p:spPr>
            <a:xfrm>
              <a:off x="10652400" y="4723680"/>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6" name="RectangleLegend3" hidden="1">
              <a:extLst>
                <a:ext uri="{FF2B5EF4-FFF2-40B4-BE49-F238E27FC236}">
                  <a16:creationId xmlns:a16="http://schemas.microsoft.com/office/drawing/2014/main" id="{21FA8535-5E02-472F-8CC9-E0700207A0AB}"/>
                </a:ext>
              </a:extLst>
            </p:cNvPr>
            <p:cNvSpPr/>
            <p:nvPr/>
          </p:nvSpPr>
          <p:spPr>
            <a:xfrm>
              <a:off x="10652400" y="5097276"/>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7" name="RectangleLegend4" hidden="1">
              <a:extLst>
                <a:ext uri="{FF2B5EF4-FFF2-40B4-BE49-F238E27FC236}">
                  <a16:creationId xmlns:a16="http://schemas.microsoft.com/office/drawing/2014/main" id="{BBD05B05-12C6-E7C6-7844-7E6C73E7B52E}"/>
                </a:ext>
              </a:extLst>
            </p:cNvPr>
            <p:cNvSpPr/>
            <p:nvPr/>
          </p:nvSpPr>
          <p:spPr>
            <a:xfrm>
              <a:off x="10652400" y="5470872"/>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8" name="RectangleLegend5" hidden="1">
              <a:extLst>
                <a:ext uri="{FF2B5EF4-FFF2-40B4-BE49-F238E27FC236}">
                  <a16:creationId xmlns:a16="http://schemas.microsoft.com/office/drawing/2014/main" id="{369C277A-4E4B-F4BE-D7B5-DBBFB93BC273}"/>
                </a:ext>
              </a:extLst>
            </p:cNvPr>
            <p:cNvSpPr/>
            <p:nvPr/>
          </p:nvSpPr>
          <p:spPr>
            <a:xfrm>
              <a:off x="10652400" y="5844468"/>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70" name="Legend1" hidden="1">
              <a:extLst>
                <a:ext uri="{FF2B5EF4-FFF2-40B4-BE49-F238E27FC236}">
                  <a16:creationId xmlns:a16="http://schemas.microsoft.com/office/drawing/2014/main" id="{A4C52E97-671C-5B02-6FFA-313EABB3124F}"/>
                </a:ext>
              </a:extLst>
            </p:cNvPr>
            <p:cNvSpPr txBox="1"/>
            <p:nvPr/>
          </p:nvSpPr>
          <p:spPr>
            <a:xfrm>
              <a:off x="10978546" y="432282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1" name="Legend2" hidden="1">
              <a:extLst>
                <a:ext uri="{FF2B5EF4-FFF2-40B4-BE49-F238E27FC236}">
                  <a16:creationId xmlns:a16="http://schemas.microsoft.com/office/drawing/2014/main" id="{43BC01E4-8FBD-41E3-5E2E-BAFE6183C6C7}"/>
                </a:ext>
              </a:extLst>
            </p:cNvPr>
            <p:cNvSpPr txBox="1"/>
            <p:nvPr/>
          </p:nvSpPr>
          <p:spPr>
            <a:xfrm>
              <a:off x="10978546" y="470232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2" name="Legend3" hidden="1">
              <a:extLst>
                <a:ext uri="{FF2B5EF4-FFF2-40B4-BE49-F238E27FC236}">
                  <a16:creationId xmlns:a16="http://schemas.microsoft.com/office/drawing/2014/main" id="{D638CAA9-1975-0C68-FAF0-97D1BC4745C4}"/>
                </a:ext>
              </a:extLst>
            </p:cNvPr>
            <p:cNvSpPr txBox="1"/>
            <p:nvPr/>
          </p:nvSpPr>
          <p:spPr>
            <a:xfrm>
              <a:off x="10978546" y="5081820"/>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3" name="Legend4" hidden="1">
              <a:extLst>
                <a:ext uri="{FF2B5EF4-FFF2-40B4-BE49-F238E27FC236}">
                  <a16:creationId xmlns:a16="http://schemas.microsoft.com/office/drawing/2014/main" id="{3D6999DB-11B8-414B-8557-5FAB9AEF5B9B}"/>
                </a:ext>
              </a:extLst>
            </p:cNvPr>
            <p:cNvSpPr txBox="1"/>
            <p:nvPr/>
          </p:nvSpPr>
          <p:spPr>
            <a:xfrm>
              <a:off x="10978546" y="5453241"/>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4" name="Legend5" hidden="1">
              <a:extLst>
                <a:ext uri="{FF2B5EF4-FFF2-40B4-BE49-F238E27FC236}">
                  <a16:creationId xmlns:a16="http://schemas.microsoft.com/office/drawing/2014/main" id="{89453F96-5F87-3470-96E8-3EAB95152A53}"/>
                </a:ext>
              </a:extLst>
            </p:cNvPr>
            <p:cNvSpPr txBox="1"/>
            <p:nvPr/>
          </p:nvSpPr>
          <p:spPr>
            <a:xfrm>
              <a:off x="10978545" y="582466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grpSp>
      <p:sp>
        <p:nvSpPr>
          <p:cNvPr id="9" name="Espaço Reservado para Número de Slide 5">
            <a:extLst>
              <a:ext uri="{FF2B5EF4-FFF2-40B4-BE49-F238E27FC236}">
                <a16:creationId xmlns:a16="http://schemas.microsoft.com/office/drawing/2014/main" id="{28D49E57-84FB-9EA0-3F66-44E9C025B2AF}"/>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pic>
        <p:nvPicPr>
          <p:cNvPr id="6" name="Picture 5" descr="A black background with white text&#10;&#10;AI-generated content may be incorrect.">
            <a:extLst>
              <a:ext uri="{FF2B5EF4-FFF2-40B4-BE49-F238E27FC236}">
                <a16:creationId xmlns:a16="http://schemas.microsoft.com/office/drawing/2014/main" id="{7C0314EC-3B61-0164-AA64-F20E301177B2}"/>
              </a:ext>
            </a:extLst>
          </p:cNvPr>
          <p:cNvPicPr>
            <a:picLocks noChangeAspect="1"/>
          </p:cNvPicPr>
          <p:nvPr userDrawn="1"/>
        </p:nvPicPr>
        <p:blipFill>
          <a:blip r:embed="rId44">
            <a:extLst>
              <a:ext uri="{28A0092B-C50C-407E-A947-70E740481C1C}">
                <a14:useLocalDpi xmlns:a14="http://schemas.microsoft.com/office/drawing/2010/main" val="0"/>
              </a:ext>
            </a:extLst>
          </a:blip>
          <a:srcRect b="17751"/>
          <a:stretch>
            <a:fillRect/>
          </a:stretch>
        </p:blipFill>
        <p:spPr>
          <a:xfrm>
            <a:off x="11188014" y="40957"/>
            <a:ext cx="927785" cy="235782"/>
          </a:xfrm>
          <a:prstGeom prst="rect">
            <a:avLst/>
          </a:prstGeom>
        </p:spPr>
      </p:pic>
    </p:spTree>
    <p:extLst>
      <p:ext uri="{BB962C8B-B14F-4D97-AF65-F5344CB8AC3E}">
        <p14:creationId xmlns:p14="http://schemas.microsoft.com/office/powerpoint/2010/main" val="696210155"/>
      </p:ext>
    </p:extLst>
  </p:cSld>
  <p:clrMap bg1="lt1" tx1="dk1" bg2="lt2" tx2="dk2" accent1="accent1" accent2="accent2" accent3="accent3" accent4="accent4" accent5="accent5" accent6="accent6" hlink="hlink" folHlink="folHlink"/>
  <p:sldLayoutIdLst>
    <p:sldLayoutId id="2147483692" r:id="rId1"/>
    <p:sldLayoutId id="2147483693" r:id="rId2"/>
    <p:sldLayoutId id="2147483694" r:id="rId3"/>
    <p:sldLayoutId id="2147483695" r:id="rId4"/>
    <p:sldLayoutId id="2147483696" r:id="rId5"/>
    <p:sldLayoutId id="2147483697" r:id="rId6"/>
    <p:sldLayoutId id="2147483698" r:id="rId7"/>
    <p:sldLayoutId id="2147483699" r:id="rId8"/>
    <p:sldLayoutId id="2147483700" r:id="rId9"/>
    <p:sldLayoutId id="2147483701" r:id="rId10"/>
    <p:sldLayoutId id="2147483702" r:id="rId11"/>
    <p:sldLayoutId id="2147483703" r:id="rId12"/>
    <p:sldLayoutId id="2147483704" r:id="rId13"/>
    <p:sldLayoutId id="2147483705" r:id="rId14"/>
    <p:sldLayoutId id="2147483706" r:id="rId15"/>
    <p:sldLayoutId id="2147483707" r:id="rId16"/>
    <p:sldLayoutId id="2147483708" r:id="rId17"/>
    <p:sldLayoutId id="2147483678" r:id="rId18"/>
    <p:sldLayoutId id="2147483679" r:id="rId19"/>
  </p:sldLayoutIdLst>
  <p:hf hdr="0" ftr="0" dt="0"/>
  <p:txStyles>
    <p:title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p:titleStyle>
    <p:body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68">
          <p15:clr>
            <a:srgbClr val="5ACBF0"/>
          </p15:clr>
        </p15:guide>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gradFill>
          <a:gsLst>
            <a:gs pos="0">
              <a:schemeClr val="accent1">
                <a:lumMod val="75000"/>
              </a:scheme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4BC40847-AF8B-4097-9A07-2349A751A051}"/>
              </a:ext>
            </a:extLst>
          </p:cNvPr>
          <p:cNvGraphicFramePr>
            <a:graphicFrameLocks/>
          </p:cNvGraphicFramePr>
          <p:nvPr userDrawn="1">
            <p:custDataLst>
              <p:tags r:id="rId18"/>
            </p:custDataLst>
            <p:extLst>
              <p:ext uri="{D42A27DB-BD31-4B8C-83A1-F6EECF244321}">
                <p14:modId xmlns:p14="http://schemas.microsoft.com/office/powerpoint/2010/main" val="30812180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9" imgW="413" imgH="416" progId="TCLayout.ActiveDocument.1">
                  <p:embed/>
                </p:oleObj>
              </mc:Choice>
              <mc:Fallback>
                <p:oleObj name="think-cell Slide" r:id="rId39" imgW="413" imgH="416" progId="TCLayout.ActiveDocument.1">
                  <p:embed/>
                  <p:pic>
                    <p:nvPicPr>
                      <p:cNvPr id="3" name="Object 2" hidden="1">
                        <a:extLst>
                          <a:ext uri="{FF2B5EF4-FFF2-40B4-BE49-F238E27FC236}">
                            <a16:creationId xmlns:a16="http://schemas.microsoft.com/office/drawing/2014/main" id="{4BC40847-AF8B-4097-9A07-2349A751A051}"/>
                          </a:ext>
                        </a:extLst>
                      </p:cNvPr>
                      <p:cNvPicPr/>
                      <p:nvPr/>
                    </p:nvPicPr>
                    <p:blipFill>
                      <a:blip r:embed="rId40"/>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A194173E-7BB3-47F4-8EAD-18BFC563F97A}"/>
              </a:ext>
            </a:extLst>
          </p:cNvPr>
          <p:cNvSpPr/>
          <p:nvPr userDrawn="1">
            <p:custDataLst>
              <p:tags r:id="rId19"/>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03" name="SlideLogoText" hidden="1">
            <a:extLst>
              <a:ext uri="{FF2B5EF4-FFF2-40B4-BE49-F238E27FC236}">
                <a16:creationId xmlns:a16="http://schemas.microsoft.com/office/drawing/2014/main" id="{69FC0062-74AE-4BDA-ACE7-D069B448DDBC}"/>
              </a:ext>
            </a:extLst>
          </p:cNvPr>
          <p:cNvSpPr txBox="1"/>
          <p:nvPr userDrawn="1">
            <p:custDataLst>
              <p:tags r:id="rId20"/>
            </p:custDataLst>
          </p:nvPr>
        </p:nvSpPr>
        <p:spPr>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6" name="4. Footnote" hidden="1">
            <a:extLst>
              <a:ext uri="{FF2B5EF4-FFF2-40B4-BE49-F238E27FC236}">
                <a16:creationId xmlns:a16="http://schemas.microsoft.com/office/drawing/2014/main" id="{772E4927-517C-4D61-9929-9FFDE5F31A03}"/>
              </a:ext>
            </a:extLst>
          </p:cNvPr>
          <p:cNvSpPr txBox="1"/>
          <p:nvPr userDrawn="1">
            <p:custDataLst>
              <p:tags r:id="rId21"/>
            </p:custDataLst>
          </p:nvPr>
        </p:nvSpPr>
        <p:spPr>
          <a:xfrm>
            <a:off x="553972" y="6279028"/>
            <a:ext cx="7278624" cy="12311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a:latin typeface="+mn-lt"/>
                <a:ea typeface="+mn-ea"/>
                <a:cs typeface="Arial" panose="020B0604020202020204" pitchFamily="34" charset="0"/>
              </a:rPr>
              <a:t>Footnotes</a:t>
            </a:r>
          </a:p>
        </p:txBody>
      </p:sp>
      <p:sp>
        <p:nvSpPr>
          <p:cNvPr id="57" name="2. Slide Title">
            <a:extLst>
              <a:ext uri="{FF2B5EF4-FFF2-40B4-BE49-F238E27FC236}">
                <a16:creationId xmlns:a16="http://schemas.microsoft.com/office/drawing/2014/main" id="{98FF70AE-7EF6-4E5B-9FFE-B44C852C9FBA}"/>
              </a:ext>
            </a:extLst>
          </p:cNvPr>
          <p:cNvSpPr>
            <a:spLocks noGrp="1"/>
          </p:cNvSpPr>
          <p:nvPr>
            <p:ph type="title"/>
            <p:custDataLst>
              <p:tags r:id="rId22"/>
            </p:custDataLst>
          </p:nvPr>
        </p:nvSpPr>
        <p:spPr>
          <a:xfrm>
            <a:off x="554736" y="172212"/>
            <a:ext cx="11082528" cy="731520"/>
          </a:xfrm>
          <a:prstGeom prst="rect">
            <a:avLst/>
          </a:prstGeom>
        </p:spPr>
        <p:txBody>
          <a:bodyPr vert="horz" wrap="square" lIns="0" tIns="0" rIns="0" bIns="0" rtlCol="0" anchor="b" anchorCtr="0">
            <a:noAutofit/>
          </a:bodyPr>
          <a:lstStyle/>
          <a:p>
            <a:r>
              <a:rPr lang="en-US"/>
              <a:t>Click to edit Master title style</a:t>
            </a:r>
          </a:p>
        </p:txBody>
      </p:sp>
      <p:sp>
        <p:nvSpPr>
          <p:cNvPr id="58" name="Text Placeholder 2">
            <a:extLst>
              <a:ext uri="{FF2B5EF4-FFF2-40B4-BE49-F238E27FC236}">
                <a16:creationId xmlns:a16="http://schemas.microsoft.com/office/drawing/2014/main" id="{192DB789-515B-4504-BE53-6445F2427687}"/>
              </a:ext>
            </a:extLst>
          </p:cNvPr>
          <p:cNvSpPr>
            <a:spLocks noGrp="1"/>
          </p:cNvSpPr>
          <p:nvPr>
            <p:ph type="body" idx="1"/>
          </p:nvPr>
        </p:nvSpPr>
        <p:spPr>
          <a:xfrm>
            <a:off x="554736" y="2171700"/>
            <a:ext cx="11082528" cy="252376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9" name="Grid" hidden="1">
            <a:extLst>
              <a:ext uri="{FF2B5EF4-FFF2-40B4-BE49-F238E27FC236}">
                <a16:creationId xmlns:a16="http://schemas.microsoft.com/office/drawing/2014/main" id="{D35250B8-D61E-4F1A-9ACD-6E1BB958B78E}"/>
              </a:ext>
            </a:extLst>
          </p:cNvPr>
          <p:cNvGrpSpPr/>
          <p:nvPr userDrawn="1">
            <p:custDataLst>
              <p:tags r:id="rId23"/>
            </p:custDataLst>
          </p:nvPr>
        </p:nvGrpSpPr>
        <p:grpSpPr>
          <a:xfrm>
            <a:off x="0" y="0"/>
            <a:ext cx="12190476" cy="6858000"/>
            <a:chOff x="0" y="0"/>
            <a:chExt cx="12190476" cy="6858000"/>
          </a:xfrm>
        </p:grpSpPr>
        <p:sp>
          <p:nvSpPr>
            <p:cNvPr id="60" name="slide margin">
              <a:extLst>
                <a:ext uri="{FF2B5EF4-FFF2-40B4-BE49-F238E27FC236}">
                  <a16:creationId xmlns:a16="http://schemas.microsoft.com/office/drawing/2014/main" id="{B96EBE04-E01D-4922-8601-F1AD43DC4DA0}"/>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rtl="0"/>
              <a:endParaRPr lang="en-US">
                <a:solidFill>
                  <a:schemeClr val="tx1"/>
                </a:solidFill>
                <a:latin typeface="+mn-lt"/>
              </a:endParaRPr>
            </a:p>
          </p:txBody>
        </p:sp>
        <p:cxnSp>
          <p:nvCxnSpPr>
            <p:cNvPr id="61" name="Straight Connector 60">
              <a:extLst>
                <a:ext uri="{FF2B5EF4-FFF2-40B4-BE49-F238E27FC236}">
                  <a16:creationId xmlns:a16="http://schemas.microsoft.com/office/drawing/2014/main" id="{5CA037B0-2A91-4357-A969-80F65F949266}"/>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1BD7C67-EF90-4AA0-BA50-51299E7EEE4C}"/>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719564A-5227-44A7-ABC0-4C6BBC1E2D6F}"/>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D85D0C-74E8-4603-86B8-FCC481122CE8}"/>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7F8BF8BD-68B4-4717-8162-382FFCC9BC9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9DB0B65-FCD8-4DD7-833A-DEED6A420E2A}"/>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8151F3-D51F-4302-95BF-AE8E806F628D}"/>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35A6B330-5ACC-486B-8131-B7F5407825B2}"/>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A5DE7AD-CCFE-4A85-9421-C7CEA9F80DEC}"/>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E2A9A81-75D1-41A9-9821-54FC36E753C1}"/>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6FE52AA-2DD1-4D00-A984-41CDC38B2D7F}"/>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5C9FC50-7177-43E6-9E56-DC9A2E6B7E6E}"/>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73" name="Freeform: Shape 72">
              <a:extLst>
                <a:ext uri="{FF2B5EF4-FFF2-40B4-BE49-F238E27FC236}">
                  <a16:creationId xmlns:a16="http://schemas.microsoft.com/office/drawing/2014/main" id="{BC97F85A-62E2-4591-B8D0-4F068B177B5D}"/>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4" name="Freeform: Shape 73">
              <a:extLst>
                <a:ext uri="{FF2B5EF4-FFF2-40B4-BE49-F238E27FC236}">
                  <a16:creationId xmlns:a16="http://schemas.microsoft.com/office/drawing/2014/main" id="{7F4B967A-CF91-473D-8A35-2BE771F9F59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5" name="Freeform: Shape 74">
              <a:extLst>
                <a:ext uri="{FF2B5EF4-FFF2-40B4-BE49-F238E27FC236}">
                  <a16:creationId xmlns:a16="http://schemas.microsoft.com/office/drawing/2014/main" id="{5AC41621-77EA-4492-8E68-0BE34108294A}"/>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6" name="Freeform: Shape 75">
              <a:extLst>
                <a:ext uri="{FF2B5EF4-FFF2-40B4-BE49-F238E27FC236}">
                  <a16:creationId xmlns:a16="http://schemas.microsoft.com/office/drawing/2014/main" id="{31A06AD2-A9EA-45D9-B15C-089884A54107}"/>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7" name="Freeform: Shape 76">
              <a:extLst>
                <a:ext uri="{FF2B5EF4-FFF2-40B4-BE49-F238E27FC236}">
                  <a16:creationId xmlns:a16="http://schemas.microsoft.com/office/drawing/2014/main" id="{3A7B39CC-379F-4224-9E59-81B1690088A0}"/>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8" name="Freeform: Shape 77">
              <a:extLst>
                <a:ext uri="{FF2B5EF4-FFF2-40B4-BE49-F238E27FC236}">
                  <a16:creationId xmlns:a16="http://schemas.microsoft.com/office/drawing/2014/main" id="{F8002ACB-1459-4214-B28A-B38E8A1FF8A6}"/>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9" name="Freeform: Shape 78">
              <a:extLst>
                <a:ext uri="{FF2B5EF4-FFF2-40B4-BE49-F238E27FC236}">
                  <a16:creationId xmlns:a16="http://schemas.microsoft.com/office/drawing/2014/main" id="{71D59E94-AA3C-4DE0-8345-20C71667A205}"/>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0" name="Freeform: Shape 79">
              <a:extLst>
                <a:ext uri="{FF2B5EF4-FFF2-40B4-BE49-F238E27FC236}">
                  <a16:creationId xmlns:a16="http://schemas.microsoft.com/office/drawing/2014/main" id="{5805F09B-786C-43E4-8288-B1AAF94C8ADE}"/>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1" name="Freeform: Shape 80">
              <a:extLst>
                <a:ext uri="{FF2B5EF4-FFF2-40B4-BE49-F238E27FC236}">
                  <a16:creationId xmlns:a16="http://schemas.microsoft.com/office/drawing/2014/main" id="{5FB23B6E-567C-4896-8B32-DA4C452B4AE7}"/>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2" name="Freeform: Shape 81">
              <a:extLst>
                <a:ext uri="{FF2B5EF4-FFF2-40B4-BE49-F238E27FC236}">
                  <a16:creationId xmlns:a16="http://schemas.microsoft.com/office/drawing/2014/main" id="{9B792231-972E-4476-BAF2-761E10463BA8}"/>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3" name="Freeform: Shape 82">
              <a:extLst>
                <a:ext uri="{FF2B5EF4-FFF2-40B4-BE49-F238E27FC236}">
                  <a16:creationId xmlns:a16="http://schemas.microsoft.com/office/drawing/2014/main" id="{908370B7-3D11-4F78-B977-D8F0DE2694ED}"/>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4" name="Freeform: Shape 83">
              <a:extLst>
                <a:ext uri="{FF2B5EF4-FFF2-40B4-BE49-F238E27FC236}">
                  <a16:creationId xmlns:a16="http://schemas.microsoft.com/office/drawing/2014/main" id="{C11EA99D-D15D-43C2-BF4E-36554B346AB6}"/>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5" name="Freeform: Shape 84">
              <a:extLst>
                <a:ext uri="{FF2B5EF4-FFF2-40B4-BE49-F238E27FC236}">
                  <a16:creationId xmlns:a16="http://schemas.microsoft.com/office/drawing/2014/main" id="{3A72B2F6-0AFF-4E6E-AFFF-60767DB3FA63}"/>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6" name="Freeform: Shape 85">
              <a:extLst>
                <a:ext uri="{FF2B5EF4-FFF2-40B4-BE49-F238E27FC236}">
                  <a16:creationId xmlns:a16="http://schemas.microsoft.com/office/drawing/2014/main" id="{A68F8E74-3AE4-4AF9-9F36-63344C9076D2}"/>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7" name="Freeform: Shape 86">
              <a:extLst>
                <a:ext uri="{FF2B5EF4-FFF2-40B4-BE49-F238E27FC236}">
                  <a16:creationId xmlns:a16="http://schemas.microsoft.com/office/drawing/2014/main" id="{31D5F169-E1D4-48A3-AE5B-F5F1BEF2E7CF}"/>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8" name="Freeform: Shape 87">
              <a:extLst>
                <a:ext uri="{FF2B5EF4-FFF2-40B4-BE49-F238E27FC236}">
                  <a16:creationId xmlns:a16="http://schemas.microsoft.com/office/drawing/2014/main" id="{4230F928-F9B2-4955-9800-74DE09DCE6F2}"/>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9" name="Freeform: Shape 88">
              <a:extLst>
                <a:ext uri="{FF2B5EF4-FFF2-40B4-BE49-F238E27FC236}">
                  <a16:creationId xmlns:a16="http://schemas.microsoft.com/office/drawing/2014/main" id="{37C829A9-6808-4531-8C12-A84988E6DEE1}"/>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0" name="Freeform: Shape 89">
              <a:extLst>
                <a:ext uri="{FF2B5EF4-FFF2-40B4-BE49-F238E27FC236}">
                  <a16:creationId xmlns:a16="http://schemas.microsoft.com/office/drawing/2014/main" id="{7FA5964C-E9C5-4C2F-BD6E-47BAFB5B6D17}"/>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1" name="Freeform: Shape 90">
              <a:extLst>
                <a:ext uri="{FF2B5EF4-FFF2-40B4-BE49-F238E27FC236}">
                  <a16:creationId xmlns:a16="http://schemas.microsoft.com/office/drawing/2014/main" id="{3C168D8D-76CE-4BE5-BE95-79B96300EA3F}"/>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2" name="Freeform: Shape 91">
              <a:extLst>
                <a:ext uri="{FF2B5EF4-FFF2-40B4-BE49-F238E27FC236}">
                  <a16:creationId xmlns:a16="http://schemas.microsoft.com/office/drawing/2014/main" id="{6749465C-813A-45F9-8C3E-5D06C8584929}"/>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3" name="Freeform: Shape 92">
              <a:extLst>
                <a:ext uri="{FF2B5EF4-FFF2-40B4-BE49-F238E27FC236}">
                  <a16:creationId xmlns:a16="http://schemas.microsoft.com/office/drawing/2014/main" id="{53894C26-2473-4C24-B082-48DD1E92241C}"/>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4" name="Freeform: Shape 93">
              <a:extLst>
                <a:ext uri="{FF2B5EF4-FFF2-40B4-BE49-F238E27FC236}">
                  <a16:creationId xmlns:a16="http://schemas.microsoft.com/office/drawing/2014/main" id="{BFDA0320-8435-46CA-B1B3-5203F54A419F}"/>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5" name="Freeform: Shape 94">
              <a:extLst>
                <a:ext uri="{FF2B5EF4-FFF2-40B4-BE49-F238E27FC236}">
                  <a16:creationId xmlns:a16="http://schemas.microsoft.com/office/drawing/2014/main" id="{A42721E4-5D12-459C-AC2E-7CE148AF9062}"/>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6" name="Freeform: Shape 95">
              <a:extLst>
                <a:ext uri="{FF2B5EF4-FFF2-40B4-BE49-F238E27FC236}">
                  <a16:creationId xmlns:a16="http://schemas.microsoft.com/office/drawing/2014/main" id="{8BF7D46B-3779-49D0-BCB4-F2DCE091958D}"/>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7" name="Freeform: Shape 96">
              <a:extLst>
                <a:ext uri="{FF2B5EF4-FFF2-40B4-BE49-F238E27FC236}">
                  <a16:creationId xmlns:a16="http://schemas.microsoft.com/office/drawing/2014/main" id="{634464F0-BD7F-4488-85F0-EC20C24BECAA}"/>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cxnSp>
          <p:nvCxnSpPr>
            <p:cNvPr id="98" name="Straight Connector 97">
              <a:extLst>
                <a:ext uri="{FF2B5EF4-FFF2-40B4-BE49-F238E27FC236}">
                  <a16:creationId xmlns:a16="http://schemas.microsoft.com/office/drawing/2014/main" id="{82B54541-0CDD-4724-8101-AABFF1207033}"/>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5070398-8D55-4EE2-8CA4-47428E2AF03F}"/>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166891-56D0-4EBC-B681-501401DEF9D4}"/>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13A87E3-D106-41FF-A8CD-C27DABF0103D}"/>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164477D-838D-4C70-ADD7-37AD79A844AA}"/>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2B193C0-8980-4BB2-8E91-7A1C9ABE0B6C}"/>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1A94AAA-1D98-4233-842E-2A2F52812358}"/>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21F2B43-A2DC-42F4-8EA4-A8A4DA6D6FA7}"/>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60F0923-6896-405D-AD16-F097448F3E3D}"/>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BC70D5B1-47D7-451F-B83A-973A26731A22}"/>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3FD9A464-81FE-4829-A1C5-5CCEE42448B3}"/>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F55CAB0-53A2-417F-9F66-C0437933E98B}"/>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47EE77-7495-47CB-BEC9-D5C742DF2B2C}"/>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A942184-696A-4A78-BB9D-3D619B990987}"/>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B5F4EE6-4D4C-4488-80DE-36C83D540765}"/>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D3A42E3-1ED2-4BBE-8B0B-CEA491522F0A}"/>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4162AD8-9037-4220-B19F-7B3A0F44E941}"/>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20FB70-03E4-4D7E-BA41-546EAAB33089}"/>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84D3C92-FDAE-47DB-9457-A9B216922E98}"/>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B5DF0860-265F-4ABC-9F65-0C1D385DAA19}"/>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D878D1D5-E6E5-4FA6-AF6E-95E8AF796777}"/>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1FF29A-4B39-4335-9BD5-ED902309BF79}"/>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3A82A803-5E70-4523-9F20-67F308765C7E}"/>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4208CB2-5882-4416-87C9-284BDAF3367A}"/>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D4116CD-6422-4E26-9703-D3F7C10FCD56}"/>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1AB3A35-E2FF-4178-896B-F08E77092825}"/>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79C539-DD6F-48AA-8F80-27BC682014AF}"/>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2784004E-3271-4D1C-B1EA-CA1E334E0D03}"/>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3657725E-FBF6-491D-9BA1-E6A9727F4F2D}"/>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1244567-76A7-47AF-9353-403D05D533F0}"/>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C47A2A-ED3B-4AD0-ACD5-F8ED92644229}"/>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3E01E5-F569-4020-BCB0-083537701AB0}"/>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1121A42-5912-44C8-B9A3-FDEC8EA70284}"/>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59B1DE7-25C8-4743-8284-FA656D339F55}"/>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26249F1-59FB-44FC-8AF9-D7F90AFBEE2C}"/>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E6D42779-D977-4405-A149-D8DE5B52134A}"/>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7EE8A2F-6AD9-4AE7-B04B-7892891F84AC}"/>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8F4A59A-16C3-4C3A-AB79-FE22721EA641}"/>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5CA3A6CC-1A49-42F6-A318-99D9224BDC91}"/>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2DC3484E-5EF8-49C4-B1F6-75C854D50C80}"/>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3461A54-E77E-414D-B7E0-7364070D9566}"/>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29C48517-171B-43FD-A41C-58C9B531BDB5}"/>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F429932A-1238-48FC-B171-20A3AA531D40}"/>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BED7651-AF04-41D4-9476-5A43476D85BB}"/>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5" name="main body box">
              <a:extLst>
                <a:ext uri="{FF2B5EF4-FFF2-40B4-BE49-F238E27FC236}">
                  <a16:creationId xmlns:a16="http://schemas.microsoft.com/office/drawing/2014/main" id="{100DE417-9DB9-4840-8370-B716FFA27760}"/>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pPr rtl="0"/>
              <a:endParaRPr lang="en-US" sz="1323">
                <a:solidFill>
                  <a:schemeClr val="tx1"/>
                </a:solidFill>
                <a:latin typeface="+mn-lt"/>
              </a:endParaRPr>
            </a:p>
          </p:txBody>
        </p:sp>
        <p:cxnSp>
          <p:nvCxnSpPr>
            <p:cNvPr id="146" name="Straight Connector 145">
              <a:extLst>
                <a:ext uri="{FF2B5EF4-FFF2-40B4-BE49-F238E27FC236}">
                  <a16:creationId xmlns:a16="http://schemas.microsoft.com/office/drawing/2014/main" id="{B93A1E2B-8C80-482F-83BE-384344D09839}"/>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147" name="Straight Connector 146">
              <a:extLst>
                <a:ext uri="{FF2B5EF4-FFF2-40B4-BE49-F238E27FC236}">
                  <a16:creationId xmlns:a16="http://schemas.microsoft.com/office/drawing/2014/main" id="{BEAB22C5-0A46-4041-9158-6DC76EA2F350}"/>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grpSp>
        <p:nvGrpSpPr>
          <p:cNvPr id="187" name="LegendBoxes" hidden="1">
            <a:extLst>
              <a:ext uri="{FF2B5EF4-FFF2-40B4-BE49-F238E27FC236}">
                <a16:creationId xmlns:a16="http://schemas.microsoft.com/office/drawing/2014/main" id="{5048A9C9-0655-49B2-A283-6A54678F321B}"/>
              </a:ext>
            </a:extLst>
          </p:cNvPr>
          <p:cNvGrpSpPr/>
          <p:nvPr userDrawn="1"/>
        </p:nvGrpSpPr>
        <p:grpSpPr>
          <a:xfrm>
            <a:off x="10728000" y="4323600"/>
            <a:ext cx="984864" cy="1717282"/>
            <a:chOff x="9585951" y="2980105"/>
            <a:chExt cx="984864" cy="1717282"/>
          </a:xfrm>
        </p:grpSpPr>
        <p:sp>
          <p:nvSpPr>
            <p:cNvPr id="188" name="RectangleLegend1">
              <a:extLst>
                <a:ext uri="{FF2B5EF4-FFF2-40B4-BE49-F238E27FC236}">
                  <a16:creationId xmlns:a16="http://schemas.microsoft.com/office/drawing/2014/main" id="{8F219674-AEDF-41A7-B3C3-07BD8D165776}"/>
                </a:ext>
              </a:extLst>
            </p:cNvPr>
            <p:cNvSpPr/>
            <p:nvPr/>
          </p:nvSpPr>
          <p:spPr>
            <a:xfrm>
              <a:off x="9585951" y="3001463"/>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89" name="RectangleLegend2">
              <a:extLst>
                <a:ext uri="{FF2B5EF4-FFF2-40B4-BE49-F238E27FC236}">
                  <a16:creationId xmlns:a16="http://schemas.microsoft.com/office/drawing/2014/main" id="{76884974-3CCD-4F11-B109-02708F18B04E}"/>
                </a:ext>
              </a:extLst>
            </p:cNvPr>
            <p:cNvSpPr/>
            <p:nvPr/>
          </p:nvSpPr>
          <p:spPr>
            <a:xfrm>
              <a:off x="9585951" y="3380961"/>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90" name="RectangleLegend3">
              <a:extLst>
                <a:ext uri="{FF2B5EF4-FFF2-40B4-BE49-F238E27FC236}">
                  <a16:creationId xmlns:a16="http://schemas.microsoft.com/office/drawing/2014/main" id="{D440B2EC-6FE5-4259-BA11-DC2E3B68E637}"/>
                </a:ext>
              </a:extLst>
            </p:cNvPr>
            <p:cNvSpPr/>
            <p:nvPr/>
          </p:nvSpPr>
          <p:spPr>
            <a:xfrm>
              <a:off x="9585951" y="3754557"/>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91" name="RectangleLegend4">
              <a:extLst>
                <a:ext uri="{FF2B5EF4-FFF2-40B4-BE49-F238E27FC236}">
                  <a16:creationId xmlns:a16="http://schemas.microsoft.com/office/drawing/2014/main" id="{52FE9D34-332E-47CD-94B8-12A069181C03}"/>
                </a:ext>
              </a:extLst>
            </p:cNvPr>
            <p:cNvSpPr/>
            <p:nvPr/>
          </p:nvSpPr>
          <p:spPr>
            <a:xfrm>
              <a:off x="9585951" y="4128153"/>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92" name="RectangleLegend5">
              <a:extLst>
                <a:ext uri="{FF2B5EF4-FFF2-40B4-BE49-F238E27FC236}">
                  <a16:creationId xmlns:a16="http://schemas.microsoft.com/office/drawing/2014/main" id="{1D6EA8D9-42BE-4743-876B-1050D1436021}"/>
                </a:ext>
              </a:extLst>
            </p:cNvPr>
            <p:cNvSpPr/>
            <p:nvPr/>
          </p:nvSpPr>
          <p:spPr>
            <a:xfrm>
              <a:off x="9585951" y="4501749"/>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93" name="Legend1">
              <a:extLst>
                <a:ext uri="{FF2B5EF4-FFF2-40B4-BE49-F238E27FC236}">
                  <a16:creationId xmlns:a16="http://schemas.microsoft.com/office/drawing/2014/main" id="{50F3208A-D1A9-4DEE-B968-1381D0DE88E8}"/>
                </a:ext>
              </a:extLst>
            </p:cNvPr>
            <p:cNvSpPr txBox="1"/>
            <p:nvPr/>
          </p:nvSpPr>
          <p:spPr>
            <a:xfrm>
              <a:off x="9912097" y="2980105"/>
              <a:ext cx="658718"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94" name="Legend2">
              <a:extLst>
                <a:ext uri="{FF2B5EF4-FFF2-40B4-BE49-F238E27FC236}">
                  <a16:creationId xmlns:a16="http://schemas.microsoft.com/office/drawing/2014/main" id="{69AC8C80-52E4-4497-A147-009E23FB42A5}"/>
                </a:ext>
              </a:extLst>
            </p:cNvPr>
            <p:cNvSpPr txBox="1"/>
            <p:nvPr/>
          </p:nvSpPr>
          <p:spPr>
            <a:xfrm>
              <a:off x="9912097" y="3359603"/>
              <a:ext cx="658718"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95" name="Legend3">
              <a:extLst>
                <a:ext uri="{FF2B5EF4-FFF2-40B4-BE49-F238E27FC236}">
                  <a16:creationId xmlns:a16="http://schemas.microsoft.com/office/drawing/2014/main" id="{218BEB5C-C19E-451D-B538-56A492CF74C6}"/>
                </a:ext>
              </a:extLst>
            </p:cNvPr>
            <p:cNvSpPr txBox="1"/>
            <p:nvPr/>
          </p:nvSpPr>
          <p:spPr>
            <a:xfrm>
              <a:off x="9912097" y="3739101"/>
              <a:ext cx="658718"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96" name="Legend4">
              <a:extLst>
                <a:ext uri="{FF2B5EF4-FFF2-40B4-BE49-F238E27FC236}">
                  <a16:creationId xmlns:a16="http://schemas.microsoft.com/office/drawing/2014/main" id="{B77C1590-32D9-4A52-8AF0-454D06E80BF2}"/>
                </a:ext>
              </a:extLst>
            </p:cNvPr>
            <p:cNvSpPr txBox="1"/>
            <p:nvPr/>
          </p:nvSpPr>
          <p:spPr>
            <a:xfrm>
              <a:off x="9912097" y="4110522"/>
              <a:ext cx="658718"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97" name="Legend5">
              <a:extLst>
                <a:ext uri="{FF2B5EF4-FFF2-40B4-BE49-F238E27FC236}">
                  <a16:creationId xmlns:a16="http://schemas.microsoft.com/office/drawing/2014/main" id="{A40A9DB6-E1B2-47A6-8B66-4FCDC31DD600}"/>
                </a:ext>
              </a:extLst>
            </p:cNvPr>
            <p:cNvSpPr txBox="1"/>
            <p:nvPr/>
          </p:nvSpPr>
          <p:spPr>
            <a:xfrm>
              <a:off x="9912097" y="4481943"/>
              <a:ext cx="653111"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grpSp>
      <p:grpSp>
        <p:nvGrpSpPr>
          <p:cNvPr id="148" name="LegendMoons" hidden="1">
            <a:extLst>
              <a:ext uri="{FF2B5EF4-FFF2-40B4-BE49-F238E27FC236}">
                <a16:creationId xmlns:a16="http://schemas.microsoft.com/office/drawing/2014/main" id="{DDFB4BFF-188C-450D-B4D3-DF8BD2DB3D7F}"/>
              </a:ext>
            </a:extLst>
          </p:cNvPr>
          <p:cNvGrpSpPr/>
          <p:nvPr userDrawn="1"/>
        </p:nvGrpSpPr>
        <p:grpSpPr>
          <a:xfrm>
            <a:off x="10692000" y="1339200"/>
            <a:ext cx="1023616" cy="1731859"/>
            <a:chOff x="7723680" y="1702457"/>
            <a:chExt cx="1023616" cy="1731859"/>
          </a:xfrm>
        </p:grpSpPr>
        <p:sp>
          <p:nvSpPr>
            <p:cNvPr id="149" name="Legend1">
              <a:extLst>
                <a:ext uri="{FF2B5EF4-FFF2-40B4-BE49-F238E27FC236}">
                  <a16:creationId xmlns:a16="http://schemas.microsoft.com/office/drawing/2014/main" id="{66D8D147-F2B4-4250-9C41-767555E14320}"/>
                </a:ext>
              </a:extLst>
            </p:cNvPr>
            <p:cNvSpPr txBox="1"/>
            <p:nvPr/>
          </p:nvSpPr>
          <p:spPr>
            <a:xfrm>
              <a:off x="8076312" y="1709816"/>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50" name="Legend2">
              <a:extLst>
                <a:ext uri="{FF2B5EF4-FFF2-40B4-BE49-F238E27FC236}">
                  <a16:creationId xmlns:a16="http://schemas.microsoft.com/office/drawing/2014/main" id="{E9DCC6EC-92E6-47D0-B23D-94365AC17441}"/>
                </a:ext>
              </a:extLst>
            </p:cNvPr>
            <p:cNvSpPr txBox="1"/>
            <p:nvPr/>
          </p:nvSpPr>
          <p:spPr>
            <a:xfrm>
              <a:off x="8076312" y="2085275"/>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51" name="Legend3">
              <a:extLst>
                <a:ext uri="{FF2B5EF4-FFF2-40B4-BE49-F238E27FC236}">
                  <a16:creationId xmlns:a16="http://schemas.microsoft.com/office/drawing/2014/main" id="{8451F4C0-E484-44FD-B923-EE0B1E1D1274}"/>
                </a:ext>
              </a:extLst>
            </p:cNvPr>
            <p:cNvSpPr txBox="1"/>
            <p:nvPr/>
          </p:nvSpPr>
          <p:spPr>
            <a:xfrm>
              <a:off x="8076312" y="2460734"/>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52" name="Legend4">
              <a:extLst>
                <a:ext uri="{FF2B5EF4-FFF2-40B4-BE49-F238E27FC236}">
                  <a16:creationId xmlns:a16="http://schemas.microsoft.com/office/drawing/2014/main" id="{508A2D78-9A17-4FB2-A405-02E4BB25DD6C}"/>
                </a:ext>
              </a:extLst>
            </p:cNvPr>
            <p:cNvSpPr txBox="1"/>
            <p:nvPr/>
          </p:nvSpPr>
          <p:spPr>
            <a:xfrm>
              <a:off x="8076312" y="2836193"/>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53" name="Legend5">
              <a:extLst>
                <a:ext uri="{FF2B5EF4-FFF2-40B4-BE49-F238E27FC236}">
                  <a16:creationId xmlns:a16="http://schemas.microsoft.com/office/drawing/2014/main" id="{CF32E1C9-EF64-41BC-8B8E-B7FED880E653}"/>
                </a:ext>
              </a:extLst>
            </p:cNvPr>
            <p:cNvSpPr txBox="1"/>
            <p:nvPr/>
          </p:nvSpPr>
          <p:spPr>
            <a:xfrm>
              <a:off x="8076312" y="3211654"/>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grpSp>
          <p:nvGrpSpPr>
            <p:cNvPr id="154" name="MoonLegend1">
              <a:extLst>
                <a:ext uri="{FF2B5EF4-FFF2-40B4-BE49-F238E27FC236}">
                  <a16:creationId xmlns:a16="http://schemas.microsoft.com/office/drawing/2014/main" id="{496CCEDB-0BDA-47D9-9BA4-03BD59D6EEC2}"/>
                </a:ext>
              </a:extLst>
            </p:cNvPr>
            <p:cNvGrpSpPr>
              <a:grpSpLocks noChangeAspect="1"/>
            </p:cNvGrpSpPr>
            <p:nvPr>
              <p:custDataLst>
                <p:tags r:id="rId24"/>
              </p:custDataLst>
            </p:nvPr>
          </p:nvGrpSpPr>
          <p:grpSpPr>
            <a:xfrm>
              <a:off x="7723680" y="1702457"/>
              <a:ext cx="228600" cy="228600"/>
              <a:chOff x="762000" y="1270000"/>
              <a:chExt cx="254000" cy="254000"/>
            </a:xfrm>
          </p:grpSpPr>
          <p:sp>
            <p:nvSpPr>
              <p:cNvPr id="167" name="Oval 166">
                <a:extLst>
                  <a:ext uri="{FF2B5EF4-FFF2-40B4-BE49-F238E27FC236}">
                    <a16:creationId xmlns:a16="http://schemas.microsoft.com/office/drawing/2014/main" id="{F21E8F0F-ACA9-405E-8484-3FE9B6124FFD}"/>
                  </a:ext>
                </a:extLst>
              </p:cNvPr>
              <p:cNvSpPr/>
              <p:nvPr>
                <p:custDataLst>
                  <p:tags r:id="rId37"/>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8" name="Arc 167" hidden="1">
                <a:extLst>
                  <a:ext uri="{FF2B5EF4-FFF2-40B4-BE49-F238E27FC236}">
                    <a16:creationId xmlns:a16="http://schemas.microsoft.com/office/drawing/2014/main" id="{315D8D40-04AC-475B-AFC0-F08E492D131D}"/>
                  </a:ext>
                </a:extLst>
              </p:cNvPr>
              <p:cNvSpPr/>
              <p:nvPr>
                <p:custDataLst>
                  <p:tags r:id="rId38"/>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nvGrpSpPr>
            <p:cNvPr id="155" name="MoonLegend2">
              <a:extLst>
                <a:ext uri="{FF2B5EF4-FFF2-40B4-BE49-F238E27FC236}">
                  <a16:creationId xmlns:a16="http://schemas.microsoft.com/office/drawing/2014/main" id="{BCF3BE62-91BA-488B-84C7-3FE20CFBDB9A}"/>
                </a:ext>
              </a:extLst>
            </p:cNvPr>
            <p:cNvGrpSpPr>
              <a:grpSpLocks noChangeAspect="1"/>
            </p:cNvGrpSpPr>
            <p:nvPr>
              <p:custDataLst>
                <p:tags r:id="rId25"/>
              </p:custDataLst>
            </p:nvPr>
          </p:nvGrpSpPr>
          <p:grpSpPr>
            <a:xfrm>
              <a:off x="7723680" y="2078270"/>
              <a:ext cx="228600" cy="228600"/>
              <a:chOff x="762000" y="1270000"/>
              <a:chExt cx="254000" cy="254000"/>
            </a:xfrm>
          </p:grpSpPr>
          <p:sp>
            <p:nvSpPr>
              <p:cNvPr id="165" name="Oval 164">
                <a:extLst>
                  <a:ext uri="{FF2B5EF4-FFF2-40B4-BE49-F238E27FC236}">
                    <a16:creationId xmlns:a16="http://schemas.microsoft.com/office/drawing/2014/main" id="{D27FF75E-C9E0-4D28-8F47-85C2D2EE375F}"/>
                  </a:ext>
                </a:extLst>
              </p:cNvPr>
              <p:cNvSpPr/>
              <p:nvPr>
                <p:custDataLst>
                  <p:tags r:id="rId35"/>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6" name="Arc 165">
                <a:extLst>
                  <a:ext uri="{FF2B5EF4-FFF2-40B4-BE49-F238E27FC236}">
                    <a16:creationId xmlns:a16="http://schemas.microsoft.com/office/drawing/2014/main" id="{BDC4F596-0330-4D95-8A02-83794DACDB00}"/>
                  </a:ext>
                </a:extLst>
              </p:cNvPr>
              <p:cNvSpPr/>
              <p:nvPr>
                <p:custDataLst>
                  <p:tags r:id="rId36"/>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nvGrpSpPr>
            <p:cNvPr id="156" name="MoonLegend3">
              <a:extLst>
                <a:ext uri="{FF2B5EF4-FFF2-40B4-BE49-F238E27FC236}">
                  <a16:creationId xmlns:a16="http://schemas.microsoft.com/office/drawing/2014/main" id="{E4482EDB-85E9-4926-9441-26A85880E202}"/>
                </a:ext>
              </a:extLst>
            </p:cNvPr>
            <p:cNvGrpSpPr>
              <a:grpSpLocks noChangeAspect="1"/>
            </p:cNvGrpSpPr>
            <p:nvPr>
              <p:custDataLst>
                <p:tags r:id="rId26"/>
              </p:custDataLst>
            </p:nvPr>
          </p:nvGrpSpPr>
          <p:grpSpPr>
            <a:xfrm>
              <a:off x="7723680" y="2454085"/>
              <a:ext cx="228600" cy="228600"/>
              <a:chOff x="762000" y="1270000"/>
              <a:chExt cx="254000" cy="254000"/>
            </a:xfrm>
          </p:grpSpPr>
          <p:sp>
            <p:nvSpPr>
              <p:cNvPr id="163" name="Oval 162">
                <a:extLst>
                  <a:ext uri="{FF2B5EF4-FFF2-40B4-BE49-F238E27FC236}">
                    <a16:creationId xmlns:a16="http://schemas.microsoft.com/office/drawing/2014/main" id="{6B270099-CB45-46A3-8BC6-ADF0FABD3567}"/>
                  </a:ext>
                </a:extLst>
              </p:cNvPr>
              <p:cNvSpPr/>
              <p:nvPr>
                <p:custDataLst>
                  <p:tags r:id="rId33"/>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4" name="Arc 163">
                <a:extLst>
                  <a:ext uri="{FF2B5EF4-FFF2-40B4-BE49-F238E27FC236}">
                    <a16:creationId xmlns:a16="http://schemas.microsoft.com/office/drawing/2014/main" id="{4D910DDA-12F5-450E-85C1-CD98B4A9EE80}"/>
                  </a:ext>
                </a:extLst>
              </p:cNvPr>
              <p:cNvSpPr/>
              <p:nvPr>
                <p:custDataLst>
                  <p:tags r:id="rId34"/>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nvGrpSpPr>
            <p:cNvPr id="157" name="MoonLegend4">
              <a:extLst>
                <a:ext uri="{FF2B5EF4-FFF2-40B4-BE49-F238E27FC236}">
                  <a16:creationId xmlns:a16="http://schemas.microsoft.com/office/drawing/2014/main" id="{2606D4D9-DA1B-4BEB-8CC9-41FDA33CC5A0}"/>
                </a:ext>
              </a:extLst>
            </p:cNvPr>
            <p:cNvGrpSpPr>
              <a:grpSpLocks noChangeAspect="1"/>
            </p:cNvGrpSpPr>
            <p:nvPr>
              <p:custDataLst>
                <p:tags r:id="rId27"/>
              </p:custDataLst>
            </p:nvPr>
          </p:nvGrpSpPr>
          <p:grpSpPr>
            <a:xfrm>
              <a:off x="7723680" y="2829900"/>
              <a:ext cx="228600" cy="228600"/>
              <a:chOff x="762000" y="1270000"/>
              <a:chExt cx="254000" cy="254000"/>
            </a:xfrm>
          </p:grpSpPr>
          <p:sp>
            <p:nvSpPr>
              <p:cNvPr id="161" name="Oval 160">
                <a:extLst>
                  <a:ext uri="{FF2B5EF4-FFF2-40B4-BE49-F238E27FC236}">
                    <a16:creationId xmlns:a16="http://schemas.microsoft.com/office/drawing/2014/main" id="{81477097-8655-4968-A993-EA579ADDDBCF}"/>
                  </a:ext>
                </a:extLst>
              </p:cNvPr>
              <p:cNvSpPr/>
              <p:nvPr>
                <p:custDataLst>
                  <p:tags r:id="rId31"/>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2" name="Arc 161">
                <a:extLst>
                  <a:ext uri="{FF2B5EF4-FFF2-40B4-BE49-F238E27FC236}">
                    <a16:creationId xmlns:a16="http://schemas.microsoft.com/office/drawing/2014/main" id="{EAFFF099-23A4-4400-9308-28EB2E760A74}"/>
                  </a:ext>
                </a:extLst>
              </p:cNvPr>
              <p:cNvSpPr/>
              <p:nvPr>
                <p:custDataLst>
                  <p:tags r:id="rId32"/>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nvGrpSpPr>
            <p:cNvPr id="158" name="MoonLegend5">
              <a:extLst>
                <a:ext uri="{FF2B5EF4-FFF2-40B4-BE49-F238E27FC236}">
                  <a16:creationId xmlns:a16="http://schemas.microsoft.com/office/drawing/2014/main" id="{157F392C-3A22-465F-B4F0-A7E9FD7A01A1}"/>
                </a:ext>
              </a:extLst>
            </p:cNvPr>
            <p:cNvGrpSpPr>
              <a:grpSpLocks noChangeAspect="1"/>
            </p:cNvGrpSpPr>
            <p:nvPr>
              <p:custDataLst>
                <p:tags r:id="rId28"/>
              </p:custDataLst>
            </p:nvPr>
          </p:nvGrpSpPr>
          <p:grpSpPr>
            <a:xfrm>
              <a:off x="7723680" y="3205716"/>
              <a:ext cx="228600" cy="228600"/>
              <a:chOff x="762000" y="1270000"/>
              <a:chExt cx="254000" cy="254000"/>
            </a:xfrm>
          </p:grpSpPr>
          <p:sp>
            <p:nvSpPr>
              <p:cNvPr id="159" name="Oval 158">
                <a:extLst>
                  <a:ext uri="{FF2B5EF4-FFF2-40B4-BE49-F238E27FC236}">
                    <a16:creationId xmlns:a16="http://schemas.microsoft.com/office/drawing/2014/main" id="{BE9440E9-0BAB-4509-A556-8A80E9683FAB}"/>
                  </a:ext>
                </a:extLst>
              </p:cNvPr>
              <p:cNvSpPr/>
              <p:nvPr>
                <p:custDataLst>
                  <p:tags r:id="rId29"/>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0" name="Arc 159">
                <a:extLst>
                  <a:ext uri="{FF2B5EF4-FFF2-40B4-BE49-F238E27FC236}">
                    <a16:creationId xmlns:a16="http://schemas.microsoft.com/office/drawing/2014/main" id="{CA6DB424-2E98-4F1D-87A4-EE09FA805687}"/>
                  </a:ext>
                </a:extLst>
              </p:cNvPr>
              <p:cNvSpPr/>
              <p:nvPr>
                <p:custDataLst>
                  <p:tags r:id="rId30"/>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grpSp>
        <p:nvGrpSpPr>
          <p:cNvPr id="169" name="Sticker" hidden="1">
            <a:extLst>
              <a:ext uri="{FF2B5EF4-FFF2-40B4-BE49-F238E27FC236}">
                <a16:creationId xmlns:a16="http://schemas.microsoft.com/office/drawing/2014/main" id="{2FA9271D-5EE0-4D66-9FDF-E4D1535949E8}"/>
              </a:ext>
            </a:extLst>
          </p:cNvPr>
          <p:cNvGrpSpPr>
            <a:grpSpLocks noChangeAspect="1"/>
          </p:cNvGrpSpPr>
          <p:nvPr userDrawn="1"/>
        </p:nvGrpSpPr>
        <p:grpSpPr bwMode="gray">
          <a:xfrm>
            <a:off x="558192" y="1289273"/>
            <a:ext cx="429605" cy="156997"/>
            <a:chOff x="8456447" y="272180"/>
            <a:chExt cx="322188" cy="156966"/>
          </a:xfrm>
        </p:grpSpPr>
        <p:sp>
          <p:nvSpPr>
            <p:cNvPr id="170" name="StickerRectangle">
              <a:extLst>
                <a:ext uri="{FF2B5EF4-FFF2-40B4-BE49-F238E27FC236}">
                  <a16:creationId xmlns:a16="http://schemas.microsoft.com/office/drawing/2014/main" id="{27342EFB-A6AF-4379-A9C9-4F8DD97D160E}"/>
                </a:ext>
              </a:extLst>
            </p:cNvPr>
            <p:cNvSpPr>
              <a:spLocks noChangeArrowheads="1"/>
            </p:cNvSpPr>
            <p:nvPr userDrawn="1"/>
          </p:nvSpPr>
          <p:spPr bwMode="gray">
            <a:xfrm>
              <a:off x="8456447" y="272180"/>
              <a:ext cx="322188" cy="156966"/>
            </a:xfrm>
            <a:prstGeom prst="leftRightArrow">
              <a:avLst>
                <a:gd name="adj1" fmla="val 100000"/>
                <a:gd name="adj2" fmla="val 0"/>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18288" anchor="t" anchorCtr="0">
              <a:spAutoFit/>
            </a:bodyPr>
            <a:lstStyle/>
            <a:p>
              <a:pPr algn="l" defTabSz="1193860" rtl="0">
                <a:buClr>
                  <a:schemeClr val="tx2"/>
                </a:buClr>
              </a:pPr>
              <a:r>
                <a:rPr lang="en-US" sz="900" b="1" spc="50">
                  <a:ln w="3175">
                    <a:noFill/>
                  </a:ln>
                  <a:solidFill>
                    <a:schemeClr val="tx1"/>
                  </a:solidFill>
                </a:rPr>
                <a:t>Sticker</a:t>
              </a:r>
              <a:endParaRPr lang="en-US" sz="800" baseline="0">
                <a:solidFill>
                  <a:schemeClr val="tx1"/>
                </a:solidFill>
                <a:latin typeface="+mn-lt"/>
                <a:ea typeface="+mn-ea"/>
              </a:endParaRPr>
            </a:p>
          </p:txBody>
        </p:sp>
        <p:cxnSp>
          <p:nvCxnSpPr>
            <p:cNvPr id="171" name="StickerUnderline">
              <a:extLst>
                <a:ext uri="{FF2B5EF4-FFF2-40B4-BE49-F238E27FC236}">
                  <a16:creationId xmlns:a16="http://schemas.microsoft.com/office/drawing/2014/main" id="{AC518518-EC41-445B-B558-9DBD24A778EA}"/>
                </a:ext>
              </a:extLst>
            </p:cNvPr>
            <p:cNvCxnSpPr>
              <a:cxnSpLocks noChangeShapeType="1"/>
              <a:stCxn id="170" idx="4"/>
              <a:endCxn id="170" idx="6"/>
            </p:cNvCxnSpPr>
            <p:nvPr/>
          </p:nvCxnSpPr>
          <p:spPr bwMode="gray">
            <a:xfrm>
              <a:off x="8456447" y="429146"/>
              <a:ext cx="322188" cy="0"/>
            </a:xfrm>
            <a:prstGeom prst="straightConnector1">
              <a:avLst/>
            </a:prstGeom>
            <a:noFill/>
            <a:ln w="4191">
              <a:solidFill>
                <a:schemeClr val="tx1"/>
              </a:solidFill>
              <a:round/>
              <a:headEnd/>
              <a:tailEnd/>
            </a:ln>
            <a:extLst>
              <a:ext uri="{909E8E84-426E-40DD-AFC4-6F175D3DCCD1}">
                <a14:hiddenFill xmlns:a14="http://schemas.microsoft.com/office/drawing/2010/main">
                  <a:noFill/>
                </a14:hiddenFill>
              </a:ext>
            </a:extLst>
          </p:spPr>
        </p:cxnSp>
      </p:grpSp>
      <p:grpSp>
        <p:nvGrpSpPr>
          <p:cNvPr id="179" name="LegendLines" hidden="1">
            <a:extLst>
              <a:ext uri="{FF2B5EF4-FFF2-40B4-BE49-F238E27FC236}">
                <a16:creationId xmlns:a16="http://schemas.microsoft.com/office/drawing/2014/main" id="{BA3F11B7-574B-46B5-AA05-051B7C0195CA}"/>
              </a:ext>
            </a:extLst>
          </p:cNvPr>
          <p:cNvGrpSpPr/>
          <p:nvPr userDrawn="1"/>
        </p:nvGrpSpPr>
        <p:grpSpPr>
          <a:xfrm>
            <a:off x="10440000" y="3243600"/>
            <a:ext cx="1269335" cy="958286"/>
            <a:chOff x="4372690" y="3739101"/>
            <a:chExt cx="1269335" cy="958286"/>
          </a:xfrm>
        </p:grpSpPr>
        <p:sp>
          <p:nvSpPr>
            <p:cNvPr id="180" name="Legend1">
              <a:extLst>
                <a:ext uri="{FF2B5EF4-FFF2-40B4-BE49-F238E27FC236}">
                  <a16:creationId xmlns:a16="http://schemas.microsoft.com/office/drawing/2014/main" id="{A89F3277-B9B0-4605-94B5-1A0F3CF3FD94}"/>
                </a:ext>
              </a:extLst>
            </p:cNvPr>
            <p:cNvSpPr txBox="1"/>
            <p:nvPr/>
          </p:nvSpPr>
          <p:spPr>
            <a:xfrm>
              <a:off x="4988914" y="3739101"/>
              <a:ext cx="653111"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81" name="Legend2">
              <a:extLst>
                <a:ext uri="{FF2B5EF4-FFF2-40B4-BE49-F238E27FC236}">
                  <a16:creationId xmlns:a16="http://schemas.microsoft.com/office/drawing/2014/main" id="{728FD0F6-6F17-4DBC-A433-275600325C11}"/>
                </a:ext>
              </a:extLst>
            </p:cNvPr>
            <p:cNvSpPr txBox="1"/>
            <p:nvPr/>
          </p:nvSpPr>
          <p:spPr>
            <a:xfrm>
              <a:off x="4988914" y="4110522"/>
              <a:ext cx="653111"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82" name="Legend3">
              <a:extLst>
                <a:ext uri="{FF2B5EF4-FFF2-40B4-BE49-F238E27FC236}">
                  <a16:creationId xmlns:a16="http://schemas.microsoft.com/office/drawing/2014/main" id="{824D0AAE-0E8B-4539-A5E0-724A7C2C5FB7}"/>
                </a:ext>
              </a:extLst>
            </p:cNvPr>
            <p:cNvSpPr txBox="1"/>
            <p:nvPr/>
          </p:nvSpPr>
          <p:spPr>
            <a:xfrm>
              <a:off x="4988914" y="4481943"/>
              <a:ext cx="653111"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83" name="LineLegend3">
              <a:extLst>
                <a:ext uri="{FF2B5EF4-FFF2-40B4-BE49-F238E27FC236}">
                  <a16:creationId xmlns:a16="http://schemas.microsoft.com/office/drawing/2014/main" id="{15B966CE-74A4-42D7-84D1-50EE1BD807B7}"/>
                </a:ext>
              </a:extLst>
            </p:cNvPr>
            <p:cNvSpPr>
              <a:spLocks noChangeShapeType="1"/>
            </p:cNvSpPr>
            <p:nvPr/>
          </p:nvSpPr>
          <p:spPr bwMode="gray">
            <a:xfrm>
              <a:off x="4372690" y="4588113"/>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rtl="0"/>
              <a:endParaRPr lang="en-US" baseline="0">
                <a:latin typeface="+mn-lt"/>
                <a:ea typeface="+mn-ea"/>
              </a:endParaRPr>
            </a:p>
          </p:txBody>
        </p:sp>
        <p:sp>
          <p:nvSpPr>
            <p:cNvPr id="184" name="LineLegend2">
              <a:extLst>
                <a:ext uri="{FF2B5EF4-FFF2-40B4-BE49-F238E27FC236}">
                  <a16:creationId xmlns:a16="http://schemas.microsoft.com/office/drawing/2014/main" id="{4AD11E2E-205C-4B89-BD31-DA18921C3385}"/>
                </a:ext>
              </a:extLst>
            </p:cNvPr>
            <p:cNvSpPr>
              <a:spLocks noChangeShapeType="1"/>
            </p:cNvSpPr>
            <p:nvPr/>
          </p:nvSpPr>
          <p:spPr bwMode="gray">
            <a:xfrm>
              <a:off x="4372690" y="4214754"/>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rtl="0"/>
              <a:endParaRPr lang="en-US" baseline="0">
                <a:latin typeface="+mn-lt"/>
                <a:ea typeface="+mn-ea"/>
              </a:endParaRPr>
            </a:p>
          </p:txBody>
        </p:sp>
        <p:sp>
          <p:nvSpPr>
            <p:cNvPr id="185" name="LineLegend1">
              <a:extLst>
                <a:ext uri="{FF2B5EF4-FFF2-40B4-BE49-F238E27FC236}">
                  <a16:creationId xmlns:a16="http://schemas.microsoft.com/office/drawing/2014/main" id="{393D5D55-EAFF-4EBE-B2CF-AF057C324E68}"/>
                </a:ext>
              </a:extLst>
            </p:cNvPr>
            <p:cNvSpPr>
              <a:spLocks noChangeShapeType="1"/>
            </p:cNvSpPr>
            <p:nvPr/>
          </p:nvSpPr>
          <p:spPr bwMode="gray">
            <a:xfrm>
              <a:off x="4372690" y="3846823"/>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rtl="0"/>
              <a:endParaRPr lang="en-US" baseline="0">
                <a:latin typeface="+mn-lt"/>
                <a:ea typeface="+mn-ea"/>
              </a:endParaRPr>
            </a:p>
          </p:txBody>
        </p:sp>
      </p:grpSp>
    </p:spTree>
    <p:extLst>
      <p:ext uri="{BB962C8B-B14F-4D97-AF65-F5344CB8AC3E}">
        <p14:creationId xmlns:p14="http://schemas.microsoft.com/office/powerpoint/2010/main" val="3982854717"/>
      </p:ext>
    </p:extLst>
  </p:cSld>
  <p:clrMap bg1="lt1" tx1="dk1" bg2="lt2" tx2="dk2" accent1="accent1" accent2="accent2" accent3="accent3" accent4="accent4" accent5="accent5" accent6="accent6" hlink="hlink" folHlink="folHlink"/>
  <p:sldLayoutIdLst>
    <p:sldLayoutId id="2147483774" r:id="rId1"/>
    <p:sldLayoutId id="2147483775" r:id="rId2"/>
    <p:sldLayoutId id="2147483776" r:id="rId3"/>
    <p:sldLayoutId id="2147483777" r:id="rId4"/>
    <p:sldLayoutId id="2147483778" r:id="rId5"/>
    <p:sldLayoutId id="2147483779" r:id="rId6"/>
    <p:sldLayoutId id="2147483780" r:id="rId7"/>
    <p:sldLayoutId id="2147483781" r:id="rId8"/>
    <p:sldLayoutId id="2147483782" r:id="rId9"/>
    <p:sldLayoutId id="2147483783" r:id="rId10"/>
    <p:sldLayoutId id="2147483784" r:id="rId11"/>
    <p:sldLayoutId id="2147483785" r:id="rId12"/>
    <p:sldLayoutId id="2147483786" r:id="rId13"/>
    <p:sldLayoutId id="2147483787" r:id="rId14"/>
    <p:sldLayoutId id="2147483788" r:id="rId15"/>
    <p:sldLayoutId id="2147483789" r:id="rId16"/>
  </p:sldLayoutIdLst>
  <p:hf hdr="0" ftr="0" dt="0"/>
  <p:txStyles>
    <p:titleStyle>
      <a:lvl1pPr algn="l" defTabSz="914400" rtl="0" eaLnBrk="1" latinLnBrk="0" hangingPunct="1">
        <a:lnSpc>
          <a:spcPct val="93000"/>
        </a:lnSpc>
        <a:spcBef>
          <a:spcPct val="0"/>
        </a:spcBef>
        <a:buNone/>
        <a:defRPr sz="2500" b="1" kern="1200" spc="0" baseline="0">
          <a:ln w="6350" cap="flat">
            <a:noFill/>
            <a:miter lim="800000"/>
          </a:ln>
          <a:solidFill>
            <a:schemeClr val="accent4"/>
          </a:solidFill>
          <a:latin typeface="Lato Light" panose="020F0502020204030203" pitchFamily="34" charset="0"/>
          <a:ea typeface="Lato Light" panose="020F0502020204030203" pitchFamily="34" charset="0"/>
          <a:cs typeface="Lato Light" panose="020F0502020204030203" pitchFamily="34" charset="0"/>
        </a:defRPr>
      </a:lvl1pPr>
    </p:titleStyle>
    <p:body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68">
          <p15:clr>
            <a:srgbClr val="5ACBF0"/>
          </p15:clr>
        </p15:guide>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4BC40847-AF8B-4097-9A07-2349A751A051}"/>
              </a:ext>
            </a:extLst>
          </p:cNvPr>
          <p:cNvGraphicFramePr>
            <a:graphicFrameLocks/>
          </p:cNvGraphicFramePr>
          <p:nvPr userDrawn="1">
            <p:custDataLst>
              <p:tags r:id="rId22"/>
            </p:custDataLst>
            <p:extLst>
              <p:ext uri="{D42A27DB-BD31-4B8C-83A1-F6EECF244321}">
                <p14:modId xmlns:p14="http://schemas.microsoft.com/office/powerpoint/2010/main" val="279692250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2" imgW="413" imgH="416" progId="TCLayout.ActiveDocument.1">
                  <p:embed/>
                </p:oleObj>
              </mc:Choice>
              <mc:Fallback>
                <p:oleObj name="think-cell Slide" r:id="rId42" imgW="413" imgH="416" progId="TCLayout.ActiveDocument.1">
                  <p:embed/>
                  <p:pic>
                    <p:nvPicPr>
                      <p:cNvPr id="3" name="Object 6" hidden="1">
                        <a:extLst>
                          <a:ext uri="{FF2B5EF4-FFF2-40B4-BE49-F238E27FC236}">
                            <a16:creationId xmlns:a16="http://schemas.microsoft.com/office/drawing/2014/main" id="{4BC40847-AF8B-4097-9A07-2349A751A051}"/>
                          </a:ext>
                        </a:extLst>
                      </p:cNvPr>
                      <p:cNvPicPr/>
                      <p:nvPr/>
                    </p:nvPicPr>
                    <p:blipFill>
                      <a:blip r:embed="rId43"/>
                      <a:stretch>
                        <a:fillRect/>
                      </a:stretch>
                    </p:blipFill>
                    <p:spPr>
                      <a:xfrm>
                        <a:off x="1588" y="1588"/>
                        <a:ext cx="1588" cy="1588"/>
                      </a:xfrm>
                      <a:prstGeom prst="rect">
                        <a:avLst/>
                      </a:prstGeom>
                    </p:spPr>
                  </p:pic>
                </p:oleObj>
              </mc:Fallback>
            </mc:AlternateContent>
          </a:graphicData>
        </a:graphic>
      </p:graphicFrame>
      <p:pic>
        <p:nvPicPr>
          <p:cNvPr id="8" name="object 5">
            <a:extLst>
              <a:ext uri="{FF2B5EF4-FFF2-40B4-BE49-F238E27FC236}">
                <a16:creationId xmlns:a16="http://schemas.microsoft.com/office/drawing/2014/main" id="{631998A1-33D1-F377-72AF-E0FA6785D0D2}"/>
              </a:ext>
            </a:extLst>
          </p:cNvPr>
          <p:cNvPicPr/>
          <p:nvPr userDrawn="1"/>
        </p:nvPicPr>
        <p:blipFill>
          <a:blip r:embed="rId44" cstate="print"/>
          <a:stretch>
            <a:fillRect/>
          </a:stretch>
        </p:blipFill>
        <p:spPr>
          <a:xfrm>
            <a:off x="0" y="2650255"/>
            <a:ext cx="12191999" cy="4207742"/>
          </a:xfrm>
          <a:prstGeom prst="rect">
            <a:avLst/>
          </a:prstGeom>
        </p:spPr>
      </p:pic>
      <p:sp>
        <p:nvSpPr>
          <p:cNvPr id="2" name="Rectangle 1" hidden="1">
            <a:extLst>
              <a:ext uri="{FF2B5EF4-FFF2-40B4-BE49-F238E27FC236}">
                <a16:creationId xmlns:a16="http://schemas.microsoft.com/office/drawing/2014/main" id="{15B28737-798E-48D4-BBDB-8EB35CB9FFFB}"/>
              </a:ext>
            </a:extLst>
          </p:cNvPr>
          <p:cNvSpPr/>
          <p:nvPr userDrawn="1">
            <p:custDataLst>
              <p:tags r:id="rId23"/>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16" name="4. Footnote" hidden="1">
            <a:extLst>
              <a:ext uri="{FF2B5EF4-FFF2-40B4-BE49-F238E27FC236}">
                <a16:creationId xmlns:a16="http://schemas.microsoft.com/office/drawing/2014/main" id="{772E4927-517C-4D61-9929-9FFDE5F31A03}"/>
              </a:ext>
            </a:extLst>
          </p:cNvPr>
          <p:cNvSpPr txBox="1"/>
          <p:nvPr userDrawn="1">
            <p:custDataLst>
              <p:tags r:id="rId24"/>
            </p:custDataLst>
          </p:nvPr>
        </p:nvSpPr>
        <p:spPr>
          <a:xfrm>
            <a:off x="553972" y="6278400"/>
            <a:ext cx="7278624" cy="123111"/>
          </a:xfrm>
          <a:prstGeom prst="rect">
            <a:avLst/>
          </a:prstGeom>
          <a:noFill/>
          <a:ln/>
          <a:extLst>
            <a:ext uri="{909E8E84-426E-40DD-AFC4-6F175D3DCCD1}">
              <a14:hiddenFill xmlns:a14="http://schemas.microsoft.com/office/drawing/2010/main">
                <a:solidFill>
                  <a:srgbClr val="FFFFFF"/>
                </a:solidFill>
              </a14:hiddenFill>
            </a:ext>
          </a:extLst>
        </p:spPr>
        <p:txBody>
          <a:bodyPr wrap="square" lIns="0" tIns="0" rIns="0" bIns="0" rtlCol="0" anchor="b" anchorCtr="0">
            <a:spAutoFit/>
          </a:bodyPr>
          <a:lstStyle>
            <a:defPPr>
              <a:defRPr lang="en-US"/>
            </a:defPPr>
            <a:lvl1pPr marL="203200" marR="0" lvl="0" indent="-212725" fontAlgn="auto">
              <a:lnSpc>
                <a:spcPct val="100000"/>
              </a:lnSpc>
              <a:spcBef>
                <a:spcPts val="0"/>
              </a:spcBef>
              <a:spcAft>
                <a:spcPts val="0"/>
              </a:spcAft>
              <a:buClrTx/>
              <a:buSzTx/>
              <a:buFontTx/>
              <a:buNone/>
              <a:tabLst/>
              <a:defRPr sz="800"/>
            </a:lvl1pPr>
          </a:lstStyle>
          <a:p>
            <a:pPr lvl="0" rtl="0"/>
            <a:r>
              <a:rPr lang="en-US"/>
              <a:t>Footnotes</a:t>
            </a:r>
          </a:p>
        </p:txBody>
      </p:sp>
      <p:sp>
        <p:nvSpPr>
          <p:cNvPr id="57" name="2. Slide Title">
            <a:extLst>
              <a:ext uri="{FF2B5EF4-FFF2-40B4-BE49-F238E27FC236}">
                <a16:creationId xmlns:a16="http://schemas.microsoft.com/office/drawing/2014/main" id="{98FF70AE-7EF6-4E5B-9FFE-B44C852C9FBA}"/>
              </a:ext>
            </a:extLst>
          </p:cNvPr>
          <p:cNvSpPr>
            <a:spLocks noGrp="1"/>
          </p:cNvSpPr>
          <p:nvPr>
            <p:ph type="title"/>
            <p:custDataLst>
              <p:tags r:id="rId25"/>
            </p:custDataLst>
          </p:nvPr>
        </p:nvSpPr>
        <p:spPr>
          <a:xfrm>
            <a:off x="554736" y="172212"/>
            <a:ext cx="11082528" cy="731520"/>
          </a:xfrm>
          <a:prstGeom prst="rect">
            <a:avLst/>
          </a:prstGeom>
        </p:spPr>
        <p:txBody>
          <a:bodyPr vert="horz" wrap="square" lIns="0" tIns="0" rIns="0" bIns="0" rtlCol="0" anchor="b" anchorCtr="0">
            <a:noAutofit/>
          </a:bodyPr>
          <a:lstStyle/>
          <a:p>
            <a:pPr lvl="0"/>
            <a:r>
              <a:rPr lang="en-US"/>
              <a:t>Click to edit Master title style</a:t>
            </a:r>
          </a:p>
        </p:txBody>
      </p:sp>
      <p:grpSp>
        <p:nvGrpSpPr>
          <p:cNvPr id="59" name="Grid" hidden="1">
            <a:extLst>
              <a:ext uri="{FF2B5EF4-FFF2-40B4-BE49-F238E27FC236}">
                <a16:creationId xmlns:a16="http://schemas.microsoft.com/office/drawing/2014/main" id="{D35250B8-D61E-4F1A-9ACD-6E1BB958B78E}"/>
              </a:ext>
            </a:extLst>
          </p:cNvPr>
          <p:cNvGrpSpPr/>
          <p:nvPr userDrawn="1"/>
        </p:nvGrpSpPr>
        <p:grpSpPr>
          <a:xfrm>
            <a:off x="0" y="0"/>
            <a:ext cx="12190476" cy="6858000"/>
            <a:chOff x="0" y="0"/>
            <a:chExt cx="12190476" cy="6858000"/>
          </a:xfrm>
        </p:grpSpPr>
        <p:sp>
          <p:nvSpPr>
            <p:cNvPr id="60" name="slide margin">
              <a:extLst>
                <a:ext uri="{FF2B5EF4-FFF2-40B4-BE49-F238E27FC236}">
                  <a16:creationId xmlns:a16="http://schemas.microsoft.com/office/drawing/2014/main" id="{B96EBE04-E01D-4922-8601-F1AD43DC4DA0}"/>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rtl="0"/>
              <a:endParaRPr lang="en-US">
                <a:solidFill>
                  <a:schemeClr val="tx1"/>
                </a:solidFill>
                <a:latin typeface="+mn-lt"/>
                <a:ea typeface="+mn-ea"/>
                <a:cs typeface="+mn-cs"/>
              </a:endParaRPr>
            </a:p>
          </p:txBody>
        </p:sp>
        <p:cxnSp>
          <p:nvCxnSpPr>
            <p:cNvPr id="61" name="Straight Connector 60">
              <a:extLst>
                <a:ext uri="{FF2B5EF4-FFF2-40B4-BE49-F238E27FC236}">
                  <a16:creationId xmlns:a16="http://schemas.microsoft.com/office/drawing/2014/main" id="{5CA037B0-2A91-4357-A969-80F65F949266}"/>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1BD7C67-EF90-4AA0-BA50-51299E7EEE4C}"/>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719564A-5227-44A7-ABC0-4C6BBC1E2D6F}"/>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D85D0C-74E8-4603-86B8-FCC481122CE8}"/>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7F8BF8BD-68B4-4717-8162-382FFCC9BC9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9DB0B65-FCD8-4DD7-833A-DEED6A420E2A}"/>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8151F3-D51F-4302-95BF-AE8E806F628D}"/>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35A6B330-5ACC-486B-8131-B7F5407825B2}"/>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A5DE7AD-CCFE-4A85-9421-C7CEA9F80DEC}"/>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E2A9A81-75D1-41A9-9821-54FC36E753C1}"/>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6FE52AA-2DD1-4D00-A984-41CDC38B2D7F}"/>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5C9FC50-7177-43E6-9E56-DC9A2E6B7E6E}"/>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73" name="Freeform: Shape 72">
              <a:extLst>
                <a:ext uri="{FF2B5EF4-FFF2-40B4-BE49-F238E27FC236}">
                  <a16:creationId xmlns:a16="http://schemas.microsoft.com/office/drawing/2014/main" id="{BC97F85A-62E2-4591-B8D0-4F068B177B5D}"/>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4" name="Freeform: Shape 73">
              <a:extLst>
                <a:ext uri="{FF2B5EF4-FFF2-40B4-BE49-F238E27FC236}">
                  <a16:creationId xmlns:a16="http://schemas.microsoft.com/office/drawing/2014/main" id="{7F4B967A-CF91-473D-8A35-2BE771F9F59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5" name="Freeform: Shape 74">
              <a:extLst>
                <a:ext uri="{FF2B5EF4-FFF2-40B4-BE49-F238E27FC236}">
                  <a16:creationId xmlns:a16="http://schemas.microsoft.com/office/drawing/2014/main" id="{5AC41621-77EA-4492-8E68-0BE34108294A}"/>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6" name="Freeform: Shape 75">
              <a:extLst>
                <a:ext uri="{FF2B5EF4-FFF2-40B4-BE49-F238E27FC236}">
                  <a16:creationId xmlns:a16="http://schemas.microsoft.com/office/drawing/2014/main" id="{31A06AD2-A9EA-45D9-B15C-089884A54107}"/>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7" name="Freeform: Shape 76">
              <a:extLst>
                <a:ext uri="{FF2B5EF4-FFF2-40B4-BE49-F238E27FC236}">
                  <a16:creationId xmlns:a16="http://schemas.microsoft.com/office/drawing/2014/main" id="{3A7B39CC-379F-4224-9E59-81B1690088A0}"/>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8" name="Freeform: Shape 77">
              <a:extLst>
                <a:ext uri="{FF2B5EF4-FFF2-40B4-BE49-F238E27FC236}">
                  <a16:creationId xmlns:a16="http://schemas.microsoft.com/office/drawing/2014/main" id="{F8002ACB-1459-4214-B28A-B38E8A1FF8A6}"/>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9" name="Freeform: Shape 78">
              <a:extLst>
                <a:ext uri="{FF2B5EF4-FFF2-40B4-BE49-F238E27FC236}">
                  <a16:creationId xmlns:a16="http://schemas.microsoft.com/office/drawing/2014/main" id="{71D59E94-AA3C-4DE0-8345-20C71667A205}"/>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0" name="Freeform: Shape 79">
              <a:extLst>
                <a:ext uri="{FF2B5EF4-FFF2-40B4-BE49-F238E27FC236}">
                  <a16:creationId xmlns:a16="http://schemas.microsoft.com/office/drawing/2014/main" id="{5805F09B-786C-43E4-8288-B1AAF94C8ADE}"/>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1" name="Freeform: Shape 80">
              <a:extLst>
                <a:ext uri="{FF2B5EF4-FFF2-40B4-BE49-F238E27FC236}">
                  <a16:creationId xmlns:a16="http://schemas.microsoft.com/office/drawing/2014/main" id="{5FB23B6E-567C-4896-8B32-DA4C452B4AE7}"/>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2" name="Freeform: Shape 81">
              <a:extLst>
                <a:ext uri="{FF2B5EF4-FFF2-40B4-BE49-F238E27FC236}">
                  <a16:creationId xmlns:a16="http://schemas.microsoft.com/office/drawing/2014/main" id="{9B792231-972E-4476-BAF2-761E10463BA8}"/>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3" name="Freeform: Shape 82">
              <a:extLst>
                <a:ext uri="{FF2B5EF4-FFF2-40B4-BE49-F238E27FC236}">
                  <a16:creationId xmlns:a16="http://schemas.microsoft.com/office/drawing/2014/main" id="{908370B7-3D11-4F78-B977-D8F0DE2694ED}"/>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4" name="Freeform: Shape 83">
              <a:extLst>
                <a:ext uri="{FF2B5EF4-FFF2-40B4-BE49-F238E27FC236}">
                  <a16:creationId xmlns:a16="http://schemas.microsoft.com/office/drawing/2014/main" id="{C11EA99D-D15D-43C2-BF4E-36554B346AB6}"/>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5" name="Freeform: Shape 84">
              <a:extLst>
                <a:ext uri="{FF2B5EF4-FFF2-40B4-BE49-F238E27FC236}">
                  <a16:creationId xmlns:a16="http://schemas.microsoft.com/office/drawing/2014/main" id="{3A72B2F6-0AFF-4E6E-AFFF-60767DB3FA63}"/>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6" name="Freeform: Shape 85">
              <a:extLst>
                <a:ext uri="{FF2B5EF4-FFF2-40B4-BE49-F238E27FC236}">
                  <a16:creationId xmlns:a16="http://schemas.microsoft.com/office/drawing/2014/main" id="{A68F8E74-3AE4-4AF9-9F36-63344C9076D2}"/>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7" name="Freeform: Shape 86">
              <a:extLst>
                <a:ext uri="{FF2B5EF4-FFF2-40B4-BE49-F238E27FC236}">
                  <a16:creationId xmlns:a16="http://schemas.microsoft.com/office/drawing/2014/main" id="{31D5F169-E1D4-48A3-AE5B-F5F1BEF2E7CF}"/>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8" name="Freeform: Shape 87">
              <a:extLst>
                <a:ext uri="{FF2B5EF4-FFF2-40B4-BE49-F238E27FC236}">
                  <a16:creationId xmlns:a16="http://schemas.microsoft.com/office/drawing/2014/main" id="{4230F928-F9B2-4955-9800-74DE09DCE6F2}"/>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9" name="Freeform: Shape 88">
              <a:extLst>
                <a:ext uri="{FF2B5EF4-FFF2-40B4-BE49-F238E27FC236}">
                  <a16:creationId xmlns:a16="http://schemas.microsoft.com/office/drawing/2014/main" id="{37C829A9-6808-4531-8C12-A84988E6DEE1}"/>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0" name="Freeform: Shape 89">
              <a:extLst>
                <a:ext uri="{FF2B5EF4-FFF2-40B4-BE49-F238E27FC236}">
                  <a16:creationId xmlns:a16="http://schemas.microsoft.com/office/drawing/2014/main" id="{7FA5964C-E9C5-4C2F-BD6E-47BAFB5B6D17}"/>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1" name="Freeform: Shape 90">
              <a:extLst>
                <a:ext uri="{FF2B5EF4-FFF2-40B4-BE49-F238E27FC236}">
                  <a16:creationId xmlns:a16="http://schemas.microsoft.com/office/drawing/2014/main" id="{3C168D8D-76CE-4BE5-BE95-79B96300EA3F}"/>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2" name="Freeform: Shape 91">
              <a:extLst>
                <a:ext uri="{FF2B5EF4-FFF2-40B4-BE49-F238E27FC236}">
                  <a16:creationId xmlns:a16="http://schemas.microsoft.com/office/drawing/2014/main" id="{6749465C-813A-45F9-8C3E-5D06C8584929}"/>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3" name="Freeform: Shape 92">
              <a:extLst>
                <a:ext uri="{FF2B5EF4-FFF2-40B4-BE49-F238E27FC236}">
                  <a16:creationId xmlns:a16="http://schemas.microsoft.com/office/drawing/2014/main" id="{53894C26-2473-4C24-B082-48DD1E92241C}"/>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4" name="Freeform: Shape 93">
              <a:extLst>
                <a:ext uri="{FF2B5EF4-FFF2-40B4-BE49-F238E27FC236}">
                  <a16:creationId xmlns:a16="http://schemas.microsoft.com/office/drawing/2014/main" id="{BFDA0320-8435-46CA-B1B3-5203F54A419F}"/>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5" name="Freeform: Shape 94">
              <a:extLst>
                <a:ext uri="{FF2B5EF4-FFF2-40B4-BE49-F238E27FC236}">
                  <a16:creationId xmlns:a16="http://schemas.microsoft.com/office/drawing/2014/main" id="{A42721E4-5D12-459C-AC2E-7CE148AF9062}"/>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6" name="Freeform: Shape 95">
              <a:extLst>
                <a:ext uri="{FF2B5EF4-FFF2-40B4-BE49-F238E27FC236}">
                  <a16:creationId xmlns:a16="http://schemas.microsoft.com/office/drawing/2014/main" id="{8BF7D46B-3779-49D0-BCB4-F2DCE091958D}"/>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7" name="Freeform: Shape 96">
              <a:extLst>
                <a:ext uri="{FF2B5EF4-FFF2-40B4-BE49-F238E27FC236}">
                  <a16:creationId xmlns:a16="http://schemas.microsoft.com/office/drawing/2014/main" id="{634464F0-BD7F-4488-85F0-EC20C24BECAA}"/>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cxnSp>
          <p:nvCxnSpPr>
            <p:cNvPr id="98" name="Straight Connector 97">
              <a:extLst>
                <a:ext uri="{FF2B5EF4-FFF2-40B4-BE49-F238E27FC236}">
                  <a16:creationId xmlns:a16="http://schemas.microsoft.com/office/drawing/2014/main" id="{82B54541-0CDD-4724-8101-AABFF1207033}"/>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5070398-8D55-4EE2-8CA4-47428E2AF03F}"/>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166891-56D0-4EBC-B681-501401DEF9D4}"/>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13A87E3-D106-41FF-A8CD-C27DABF0103D}"/>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164477D-838D-4C70-ADD7-37AD79A844AA}"/>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2B193C0-8980-4BB2-8E91-7A1C9ABE0B6C}"/>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1A94AAA-1D98-4233-842E-2A2F52812358}"/>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21F2B43-A2DC-42F4-8EA4-A8A4DA6D6FA7}"/>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60F0923-6896-405D-AD16-F097448F3E3D}"/>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BC70D5B1-47D7-451F-B83A-973A26731A22}"/>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3FD9A464-81FE-4829-A1C5-5CCEE42448B3}"/>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F55CAB0-53A2-417F-9F66-C0437933E98B}"/>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47EE77-7495-47CB-BEC9-D5C742DF2B2C}"/>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A942184-696A-4A78-BB9D-3D619B990987}"/>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B5F4EE6-4D4C-4488-80DE-36C83D540765}"/>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D3A42E3-1ED2-4BBE-8B0B-CEA491522F0A}"/>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4162AD8-9037-4220-B19F-7B3A0F44E941}"/>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20FB70-03E4-4D7E-BA41-546EAAB33089}"/>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84D3C92-FDAE-47DB-9457-A9B216922E98}"/>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B5DF0860-265F-4ABC-9F65-0C1D385DAA19}"/>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D878D1D5-E6E5-4FA6-AF6E-95E8AF796777}"/>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1FF29A-4B39-4335-9BD5-ED902309BF79}"/>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3A82A803-5E70-4523-9F20-67F308765C7E}"/>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4208CB2-5882-4416-87C9-284BDAF3367A}"/>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D4116CD-6422-4E26-9703-D3F7C10FCD56}"/>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1AB3A35-E2FF-4178-896B-F08E77092825}"/>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79C539-DD6F-48AA-8F80-27BC682014AF}"/>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2784004E-3271-4D1C-B1EA-CA1E334E0D03}"/>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3657725E-FBF6-491D-9BA1-E6A9727F4F2D}"/>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1244567-76A7-47AF-9353-403D05D533F0}"/>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C47A2A-ED3B-4AD0-ACD5-F8ED92644229}"/>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3E01E5-F569-4020-BCB0-083537701AB0}"/>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1121A42-5912-44C8-B9A3-FDEC8EA70284}"/>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59B1DE7-25C8-4743-8284-FA656D339F55}"/>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26249F1-59FB-44FC-8AF9-D7F90AFBEE2C}"/>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E6D42779-D977-4405-A149-D8DE5B52134A}"/>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7EE8A2F-6AD9-4AE7-B04B-7892891F84AC}"/>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8F4A59A-16C3-4C3A-AB79-FE22721EA641}"/>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5CA3A6CC-1A49-42F6-A318-99D9224BDC91}"/>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2DC3484E-5EF8-49C4-B1F6-75C854D50C80}"/>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3461A54-E77E-414D-B7E0-7364070D9566}"/>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29C48517-171B-43FD-A41C-58C9B531BDB5}"/>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F429932A-1238-48FC-B171-20A3AA531D40}"/>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BED7651-AF04-41D4-9476-5A43476D85BB}"/>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5" name="main body box">
              <a:extLst>
                <a:ext uri="{FF2B5EF4-FFF2-40B4-BE49-F238E27FC236}">
                  <a16:creationId xmlns:a16="http://schemas.microsoft.com/office/drawing/2014/main" id="{100DE417-9DB9-4840-8370-B716FFA27760}"/>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pPr rtl="0"/>
              <a:endParaRPr lang="en-US" sz="1323">
                <a:solidFill>
                  <a:schemeClr val="tx1"/>
                </a:solidFill>
                <a:latin typeface="+mn-lt"/>
                <a:ea typeface="+mn-ea"/>
                <a:cs typeface="+mn-cs"/>
              </a:endParaRPr>
            </a:p>
          </p:txBody>
        </p:sp>
        <p:cxnSp>
          <p:nvCxnSpPr>
            <p:cNvPr id="146" name="Straight Connector 145">
              <a:extLst>
                <a:ext uri="{FF2B5EF4-FFF2-40B4-BE49-F238E27FC236}">
                  <a16:creationId xmlns:a16="http://schemas.microsoft.com/office/drawing/2014/main" id="{B93A1E2B-8C80-482F-83BE-384344D09839}"/>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147" name="Straight Connector 146">
              <a:extLst>
                <a:ext uri="{FF2B5EF4-FFF2-40B4-BE49-F238E27FC236}">
                  <a16:creationId xmlns:a16="http://schemas.microsoft.com/office/drawing/2014/main" id="{BEAB22C5-0A46-4041-9158-6DC76EA2F350}"/>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sp>
        <p:nvSpPr>
          <p:cNvPr id="4" name="Sticker" hidden="1">
            <a:extLst>
              <a:ext uri="{FF2B5EF4-FFF2-40B4-BE49-F238E27FC236}">
                <a16:creationId xmlns:a16="http://schemas.microsoft.com/office/drawing/2014/main" id="{F9BB011A-568C-4B05-AE57-EB000B2FD8BB}"/>
              </a:ext>
            </a:extLst>
          </p:cNvPr>
          <p:cNvSpPr txBox="1"/>
          <p:nvPr userDrawn="1"/>
        </p:nvSpPr>
        <p:spPr>
          <a:xfrm>
            <a:off x="554736" y="1289273"/>
            <a:ext cx="450444" cy="123111"/>
          </a:xfrm>
          <a:prstGeom prst="rect">
            <a:avLst/>
          </a:prstGeom>
          <a:noFill/>
          <a:ln w="6350">
            <a:noFill/>
            <a:miter lim="800000"/>
          </a:ln>
        </p:spPr>
        <p:txBody>
          <a:bodyPr vert="horz" wrap="none" lIns="0" tIns="0" rIns="0" bIns="0" rtlCol="0">
            <a:spAutoFit/>
          </a:bodyPr>
          <a:lstStyle>
            <a:defPPr>
              <a:defRPr lang="en-US"/>
            </a:defPPr>
            <a:lvl1pPr>
              <a:spcBef>
                <a:spcPts val="300"/>
              </a:spcBef>
              <a:spcAft>
                <a:spcPts val="300"/>
              </a:spcAft>
              <a:buNone/>
              <a:defRPr sz="800" b="1" cap="all" baseline="0"/>
            </a:lvl1pPr>
          </a:lstStyle>
          <a:p>
            <a:pPr lvl="0" rtl="0"/>
            <a:r>
              <a:rPr lang="en-US"/>
              <a:t>STICKER</a:t>
            </a:r>
          </a:p>
        </p:txBody>
      </p:sp>
      <p:sp>
        <p:nvSpPr>
          <p:cNvPr id="169" name="ACET" hidden="1">
            <a:extLst>
              <a:ext uri="{FF2B5EF4-FFF2-40B4-BE49-F238E27FC236}">
                <a16:creationId xmlns:a16="http://schemas.microsoft.com/office/drawing/2014/main" id="{62CF7362-20CB-4908-AFFE-D4E2B9A5DF3B}"/>
              </a:ext>
            </a:extLst>
          </p:cNvPr>
          <p:cNvSpPr txBox="1"/>
          <p:nvPr userDrawn="1">
            <p:custDataLst>
              <p:tags r:id="rId26"/>
            </p:custDataLst>
          </p:nvPr>
        </p:nvSpPr>
        <p:spPr>
          <a:xfrm>
            <a:off x="5987738" y="2170800"/>
            <a:ext cx="3049253" cy="56938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lvl="0" indent="0">
              <a:lnSpc>
                <a:spcPct val="100000"/>
              </a:lnSpc>
              <a:spcBef>
                <a:spcPts val="0"/>
              </a:spcBef>
              <a:spcAft>
                <a:spcPts val="600"/>
              </a:spcAft>
              <a:buFont typeface="Segoe UI" panose="020B0502040204020203" pitchFamily="34" charset="0"/>
              <a:buChar char="​"/>
              <a:defRPr sz="1600" b="1"/>
            </a:lvl1pPr>
            <a:lvl2pPr marL="228600" lvl="1" indent="-225425">
              <a:lnSpc>
                <a:spcPct val="100000"/>
              </a:lnSpc>
              <a:spcBef>
                <a:spcPts val="0"/>
              </a:spcBef>
              <a:spcAft>
                <a:spcPts val="300"/>
              </a:spcAft>
              <a:buSzPct val="110000"/>
              <a:buFont typeface="Wingdings" panose="05000000000000000000" pitchFamily="2" charset="2"/>
              <a:buChar char=""/>
              <a:defRPr sz="1600"/>
            </a:lvl2pPr>
            <a:lvl3pPr marL="442913" lvl="2" indent="-214313">
              <a:lnSpc>
                <a:spcPct val="100000"/>
              </a:lnSpc>
              <a:spcBef>
                <a:spcPts val="0"/>
              </a:spcBef>
              <a:spcAft>
                <a:spcPts val="300"/>
              </a:spcAft>
              <a:buSzPct val="110000"/>
              <a:buFont typeface="Arial" panose="020B0604020202020204" pitchFamily="34" charset="0"/>
              <a:buChar char="‒"/>
              <a:defRPr sz="1600"/>
            </a:lvl3pPr>
            <a:lvl4pPr marL="598488" lvl="3" indent="-152400">
              <a:lnSpc>
                <a:spcPct val="100000"/>
              </a:lnSpc>
              <a:spcBef>
                <a:spcPts val="0"/>
              </a:spcBef>
              <a:spcAft>
                <a:spcPts val="300"/>
              </a:spcAft>
              <a:buFont typeface="Arial" panose="020B0604020202020204" pitchFamily="34" charset="0"/>
              <a:buChar char="•"/>
              <a:defRPr sz="1600"/>
            </a:lvl4pPr>
            <a:lvl5pPr marL="817563" lvl="4" indent="-147638">
              <a:lnSpc>
                <a:spcPct val="100000"/>
              </a:lnSpc>
              <a:spcBef>
                <a:spcPts val="0"/>
              </a:spcBef>
              <a:spcAft>
                <a:spcPts val="300"/>
              </a:spcAft>
              <a:buSzPct val="100000"/>
              <a:buFont typeface="Arial" panose="020B0604020202020204" pitchFamily="34" charset="0"/>
              <a:buChar char="̶"/>
              <a:defRPr sz="160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t>Above Chart Exhibit Title</a:t>
            </a:r>
          </a:p>
          <a:p>
            <a:pPr lvl="0" rtl="0"/>
            <a:r>
              <a:rPr lang="en-US" b="0"/>
              <a:t>Unit of Measure</a:t>
            </a:r>
          </a:p>
        </p:txBody>
      </p:sp>
      <p:sp>
        <p:nvSpPr>
          <p:cNvPr id="5" name="Text Placeholder 4">
            <a:extLst>
              <a:ext uri="{FF2B5EF4-FFF2-40B4-BE49-F238E27FC236}">
                <a16:creationId xmlns:a16="http://schemas.microsoft.com/office/drawing/2014/main" id="{4C1F3293-4EFE-461D-940D-7EE66BAE31C5}"/>
              </a:ext>
            </a:extLst>
          </p:cNvPr>
          <p:cNvSpPr>
            <a:spLocks noGrp="1"/>
          </p:cNvSpPr>
          <p:nvPr>
            <p:ph type="body" idx="1"/>
          </p:nvPr>
        </p:nvSpPr>
        <p:spPr>
          <a:xfrm>
            <a:off x="554736" y="2170800"/>
            <a:ext cx="2484655" cy="1631216"/>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8" name="LegendLines" hidden="1">
            <a:extLst>
              <a:ext uri="{FF2B5EF4-FFF2-40B4-BE49-F238E27FC236}">
                <a16:creationId xmlns:a16="http://schemas.microsoft.com/office/drawing/2014/main" id="{64918A64-3AB6-5C90-29C7-FFF22C2B8923}"/>
              </a:ext>
            </a:extLst>
          </p:cNvPr>
          <p:cNvGrpSpPr/>
          <p:nvPr userDrawn="1"/>
        </p:nvGrpSpPr>
        <p:grpSpPr>
          <a:xfrm>
            <a:off x="10317304" y="3150223"/>
            <a:ext cx="1319960" cy="958286"/>
            <a:chOff x="10162879" y="3243772"/>
            <a:chExt cx="1319960" cy="958286"/>
          </a:xfrm>
        </p:grpSpPr>
        <p:sp>
          <p:nvSpPr>
            <p:cNvPr id="49" name="Legend1" hidden="1">
              <a:extLst>
                <a:ext uri="{FF2B5EF4-FFF2-40B4-BE49-F238E27FC236}">
                  <a16:creationId xmlns:a16="http://schemas.microsoft.com/office/drawing/2014/main" id="{25A44169-CCF4-FE74-8798-98E9DE207522}"/>
                </a:ext>
              </a:extLst>
            </p:cNvPr>
            <p:cNvSpPr txBox="1"/>
            <p:nvPr/>
          </p:nvSpPr>
          <p:spPr>
            <a:xfrm>
              <a:off x="10886522" y="324377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0" name="Legend2" hidden="1">
              <a:extLst>
                <a:ext uri="{FF2B5EF4-FFF2-40B4-BE49-F238E27FC236}">
                  <a16:creationId xmlns:a16="http://schemas.microsoft.com/office/drawing/2014/main" id="{A4220F9A-D55E-3473-CA40-319CC718A4FF}"/>
                </a:ext>
              </a:extLst>
            </p:cNvPr>
            <p:cNvSpPr txBox="1"/>
            <p:nvPr/>
          </p:nvSpPr>
          <p:spPr>
            <a:xfrm>
              <a:off x="10886522" y="3615193"/>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1" name="Legend3" hidden="1">
              <a:extLst>
                <a:ext uri="{FF2B5EF4-FFF2-40B4-BE49-F238E27FC236}">
                  <a16:creationId xmlns:a16="http://schemas.microsoft.com/office/drawing/2014/main" id="{8DAB127A-1F2E-8231-1CDF-7581866CA36D}"/>
                </a:ext>
              </a:extLst>
            </p:cNvPr>
            <p:cNvSpPr txBox="1"/>
            <p:nvPr/>
          </p:nvSpPr>
          <p:spPr>
            <a:xfrm>
              <a:off x="10886522" y="398661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2" name="LineLegend3" hidden="1">
              <a:extLst>
                <a:ext uri="{FF2B5EF4-FFF2-40B4-BE49-F238E27FC236}">
                  <a16:creationId xmlns:a16="http://schemas.microsoft.com/office/drawing/2014/main" id="{61E56A56-4821-8579-6B86-6144DFE300E3}"/>
                </a:ext>
              </a:extLst>
            </p:cNvPr>
            <p:cNvSpPr>
              <a:spLocks noChangeShapeType="1"/>
            </p:cNvSpPr>
            <p:nvPr/>
          </p:nvSpPr>
          <p:spPr bwMode="gray">
            <a:xfrm>
              <a:off x="10162879" y="4092784"/>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sp>
          <p:nvSpPr>
            <p:cNvPr id="53" name="LineLegend2" hidden="1">
              <a:extLst>
                <a:ext uri="{FF2B5EF4-FFF2-40B4-BE49-F238E27FC236}">
                  <a16:creationId xmlns:a16="http://schemas.microsoft.com/office/drawing/2014/main" id="{95F42112-E5D6-3EF0-F2DB-F136E9F16001}"/>
                </a:ext>
              </a:extLst>
            </p:cNvPr>
            <p:cNvSpPr>
              <a:spLocks noChangeShapeType="1"/>
            </p:cNvSpPr>
            <p:nvPr/>
          </p:nvSpPr>
          <p:spPr bwMode="gray">
            <a:xfrm>
              <a:off x="10162879" y="3719425"/>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sp>
          <p:nvSpPr>
            <p:cNvPr id="54" name="LineLegend1" hidden="1">
              <a:extLst>
                <a:ext uri="{FF2B5EF4-FFF2-40B4-BE49-F238E27FC236}">
                  <a16:creationId xmlns:a16="http://schemas.microsoft.com/office/drawing/2014/main" id="{F51B0EF8-6A44-92E4-51FF-7256B3D85A08}"/>
                </a:ext>
              </a:extLst>
            </p:cNvPr>
            <p:cNvSpPr>
              <a:spLocks noChangeShapeType="1"/>
            </p:cNvSpPr>
            <p:nvPr/>
          </p:nvSpPr>
          <p:spPr bwMode="gray">
            <a:xfrm>
              <a:off x="10162879" y="3351494"/>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p>
          </p:txBody>
        </p:sp>
      </p:grpSp>
      <p:grpSp>
        <p:nvGrpSpPr>
          <p:cNvPr id="55" name="LegendMoons" hidden="1">
            <a:extLst>
              <a:ext uri="{FF2B5EF4-FFF2-40B4-BE49-F238E27FC236}">
                <a16:creationId xmlns:a16="http://schemas.microsoft.com/office/drawing/2014/main" id="{F084FE4F-3DDA-D9DB-2737-A13FAC4874EF}"/>
              </a:ext>
            </a:extLst>
          </p:cNvPr>
          <p:cNvGrpSpPr/>
          <p:nvPr userDrawn="1"/>
        </p:nvGrpSpPr>
        <p:grpSpPr>
          <a:xfrm>
            <a:off x="10688315" y="1145373"/>
            <a:ext cx="948949" cy="1731859"/>
            <a:chOff x="7723680" y="1702457"/>
            <a:chExt cx="948949" cy="1731859"/>
          </a:xfrm>
        </p:grpSpPr>
        <p:sp>
          <p:nvSpPr>
            <p:cNvPr id="56" name="Legend1" hidden="1">
              <a:extLst>
                <a:ext uri="{FF2B5EF4-FFF2-40B4-BE49-F238E27FC236}">
                  <a16:creationId xmlns:a16="http://schemas.microsoft.com/office/drawing/2014/main" id="{49CC65DB-248E-E025-78F5-FAF51E14FC31}"/>
                </a:ext>
              </a:extLst>
            </p:cNvPr>
            <p:cNvSpPr txBox="1"/>
            <p:nvPr/>
          </p:nvSpPr>
          <p:spPr>
            <a:xfrm>
              <a:off x="8076312" y="1709816"/>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58" name="Legend2" hidden="1">
              <a:extLst>
                <a:ext uri="{FF2B5EF4-FFF2-40B4-BE49-F238E27FC236}">
                  <a16:creationId xmlns:a16="http://schemas.microsoft.com/office/drawing/2014/main" id="{CBEBC604-E98D-5571-53BB-FEDF1FB38FFF}"/>
                </a:ext>
              </a:extLst>
            </p:cNvPr>
            <p:cNvSpPr txBox="1"/>
            <p:nvPr/>
          </p:nvSpPr>
          <p:spPr>
            <a:xfrm>
              <a:off x="8076312" y="2085275"/>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3" name="Legend3" hidden="1">
              <a:extLst>
                <a:ext uri="{FF2B5EF4-FFF2-40B4-BE49-F238E27FC236}">
                  <a16:creationId xmlns:a16="http://schemas.microsoft.com/office/drawing/2014/main" id="{B863E78F-DDBB-F2AD-FED9-83322E1D0E82}"/>
                </a:ext>
              </a:extLst>
            </p:cNvPr>
            <p:cNvSpPr txBox="1"/>
            <p:nvPr/>
          </p:nvSpPr>
          <p:spPr>
            <a:xfrm>
              <a:off x="8076312" y="246073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4" name="Legend4" hidden="1">
              <a:extLst>
                <a:ext uri="{FF2B5EF4-FFF2-40B4-BE49-F238E27FC236}">
                  <a16:creationId xmlns:a16="http://schemas.microsoft.com/office/drawing/2014/main" id="{A8335EE6-E04F-F73C-C7EE-2D193C60A3DC}"/>
                </a:ext>
              </a:extLst>
            </p:cNvPr>
            <p:cNvSpPr txBox="1"/>
            <p:nvPr/>
          </p:nvSpPr>
          <p:spPr>
            <a:xfrm>
              <a:off x="8076312" y="2836193"/>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06" name="Legend5" hidden="1">
              <a:extLst>
                <a:ext uri="{FF2B5EF4-FFF2-40B4-BE49-F238E27FC236}">
                  <a16:creationId xmlns:a16="http://schemas.microsoft.com/office/drawing/2014/main" id="{F54755B9-CAD2-657F-04B7-710720F75816}"/>
                </a:ext>
              </a:extLst>
            </p:cNvPr>
            <p:cNvSpPr txBox="1"/>
            <p:nvPr/>
          </p:nvSpPr>
          <p:spPr>
            <a:xfrm>
              <a:off x="8076312" y="321165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grpSp>
          <p:nvGrpSpPr>
            <p:cNvPr id="148" name="MoonLegend1" hidden="1">
              <a:extLst>
                <a:ext uri="{FF2B5EF4-FFF2-40B4-BE49-F238E27FC236}">
                  <a16:creationId xmlns:a16="http://schemas.microsoft.com/office/drawing/2014/main" id="{138CD1F4-8727-A894-3C35-7FB6C0D386C0}"/>
                </a:ext>
              </a:extLst>
            </p:cNvPr>
            <p:cNvGrpSpPr>
              <a:grpSpLocks noChangeAspect="1"/>
            </p:cNvGrpSpPr>
            <p:nvPr>
              <p:custDataLst>
                <p:tags r:id="rId27"/>
              </p:custDataLst>
            </p:nvPr>
          </p:nvGrpSpPr>
          <p:grpSpPr>
            <a:xfrm>
              <a:off x="7723680" y="1702457"/>
              <a:ext cx="228600" cy="228600"/>
              <a:chOff x="762000" y="1270000"/>
              <a:chExt cx="254000" cy="254000"/>
            </a:xfrm>
          </p:grpSpPr>
          <p:sp>
            <p:nvSpPr>
              <p:cNvPr id="161" name="Oval 160" hidden="1">
                <a:extLst>
                  <a:ext uri="{FF2B5EF4-FFF2-40B4-BE49-F238E27FC236}">
                    <a16:creationId xmlns:a16="http://schemas.microsoft.com/office/drawing/2014/main" id="{FDCAEF8F-FD9A-A248-1793-48EB8F8A4F53}"/>
                  </a:ext>
                </a:extLst>
              </p:cNvPr>
              <p:cNvSpPr/>
              <p:nvPr>
                <p:custDataLst>
                  <p:tags r:id="rId40"/>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62" name="Arc 161" hidden="1">
                <a:extLst>
                  <a:ext uri="{FF2B5EF4-FFF2-40B4-BE49-F238E27FC236}">
                    <a16:creationId xmlns:a16="http://schemas.microsoft.com/office/drawing/2014/main" id="{8B2C2E22-680E-B2F5-9ED1-086219FF598A}"/>
                  </a:ext>
                </a:extLst>
              </p:cNvPr>
              <p:cNvSpPr/>
              <p:nvPr>
                <p:custDataLst>
                  <p:tags r:id="rId41"/>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49" name="MoonLegend2" hidden="1">
              <a:extLst>
                <a:ext uri="{FF2B5EF4-FFF2-40B4-BE49-F238E27FC236}">
                  <a16:creationId xmlns:a16="http://schemas.microsoft.com/office/drawing/2014/main" id="{EE093040-9EA6-2DFC-CEAC-F499B36862B8}"/>
                </a:ext>
              </a:extLst>
            </p:cNvPr>
            <p:cNvGrpSpPr>
              <a:grpSpLocks noChangeAspect="1"/>
            </p:cNvGrpSpPr>
            <p:nvPr>
              <p:custDataLst>
                <p:tags r:id="rId28"/>
              </p:custDataLst>
            </p:nvPr>
          </p:nvGrpSpPr>
          <p:grpSpPr>
            <a:xfrm>
              <a:off x="7723680" y="2078270"/>
              <a:ext cx="228600" cy="228600"/>
              <a:chOff x="762000" y="1270000"/>
              <a:chExt cx="254000" cy="254000"/>
            </a:xfrm>
          </p:grpSpPr>
          <p:sp>
            <p:nvSpPr>
              <p:cNvPr id="159" name="Oval 158" hidden="1">
                <a:extLst>
                  <a:ext uri="{FF2B5EF4-FFF2-40B4-BE49-F238E27FC236}">
                    <a16:creationId xmlns:a16="http://schemas.microsoft.com/office/drawing/2014/main" id="{1E91A022-5E04-6867-0E5F-4CE771BB9DD1}"/>
                  </a:ext>
                </a:extLst>
              </p:cNvPr>
              <p:cNvSpPr/>
              <p:nvPr>
                <p:custDataLst>
                  <p:tags r:id="rId38"/>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60" name="Arc 159" hidden="1">
                <a:extLst>
                  <a:ext uri="{FF2B5EF4-FFF2-40B4-BE49-F238E27FC236}">
                    <a16:creationId xmlns:a16="http://schemas.microsoft.com/office/drawing/2014/main" id="{2DF32E7A-C5EA-BEF8-A2F4-107C67482D53}"/>
                  </a:ext>
                </a:extLst>
              </p:cNvPr>
              <p:cNvSpPr/>
              <p:nvPr>
                <p:custDataLst>
                  <p:tags r:id="rId39"/>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0" name="MoonLegend3" hidden="1">
              <a:extLst>
                <a:ext uri="{FF2B5EF4-FFF2-40B4-BE49-F238E27FC236}">
                  <a16:creationId xmlns:a16="http://schemas.microsoft.com/office/drawing/2014/main" id="{70379F65-0EB7-264C-A6A8-93BE2C79BDD9}"/>
                </a:ext>
              </a:extLst>
            </p:cNvPr>
            <p:cNvGrpSpPr>
              <a:grpSpLocks noChangeAspect="1"/>
            </p:cNvGrpSpPr>
            <p:nvPr>
              <p:custDataLst>
                <p:tags r:id="rId29"/>
              </p:custDataLst>
            </p:nvPr>
          </p:nvGrpSpPr>
          <p:grpSpPr>
            <a:xfrm>
              <a:off x="7723680" y="2454085"/>
              <a:ext cx="228600" cy="228600"/>
              <a:chOff x="762000" y="1270000"/>
              <a:chExt cx="254000" cy="254000"/>
            </a:xfrm>
          </p:grpSpPr>
          <p:sp>
            <p:nvSpPr>
              <p:cNvPr id="157" name="Oval 156" hidden="1">
                <a:extLst>
                  <a:ext uri="{FF2B5EF4-FFF2-40B4-BE49-F238E27FC236}">
                    <a16:creationId xmlns:a16="http://schemas.microsoft.com/office/drawing/2014/main" id="{3D98D76C-6E34-4A5F-0B5D-EB94E567FFBA}"/>
                  </a:ext>
                </a:extLst>
              </p:cNvPr>
              <p:cNvSpPr/>
              <p:nvPr>
                <p:custDataLst>
                  <p:tags r:id="rId36"/>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8" name="Arc 157" hidden="1">
                <a:extLst>
                  <a:ext uri="{FF2B5EF4-FFF2-40B4-BE49-F238E27FC236}">
                    <a16:creationId xmlns:a16="http://schemas.microsoft.com/office/drawing/2014/main" id="{09CB63DA-B15E-22D4-F3C4-E5B883A3584E}"/>
                  </a:ext>
                </a:extLst>
              </p:cNvPr>
              <p:cNvSpPr/>
              <p:nvPr>
                <p:custDataLst>
                  <p:tags r:id="rId37"/>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1" name="MoonLegend4" hidden="1">
              <a:extLst>
                <a:ext uri="{FF2B5EF4-FFF2-40B4-BE49-F238E27FC236}">
                  <a16:creationId xmlns:a16="http://schemas.microsoft.com/office/drawing/2014/main" id="{C8E7794A-9D64-D120-3DE6-7CA78A372F22}"/>
                </a:ext>
              </a:extLst>
            </p:cNvPr>
            <p:cNvGrpSpPr>
              <a:grpSpLocks noChangeAspect="1"/>
            </p:cNvGrpSpPr>
            <p:nvPr>
              <p:custDataLst>
                <p:tags r:id="rId30"/>
              </p:custDataLst>
            </p:nvPr>
          </p:nvGrpSpPr>
          <p:grpSpPr>
            <a:xfrm>
              <a:off x="7723680" y="2829900"/>
              <a:ext cx="228600" cy="228600"/>
              <a:chOff x="762000" y="1270000"/>
              <a:chExt cx="254000" cy="254000"/>
            </a:xfrm>
          </p:grpSpPr>
          <p:sp>
            <p:nvSpPr>
              <p:cNvPr id="155" name="Oval 154" hidden="1">
                <a:extLst>
                  <a:ext uri="{FF2B5EF4-FFF2-40B4-BE49-F238E27FC236}">
                    <a16:creationId xmlns:a16="http://schemas.microsoft.com/office/drawing/2014/main" id="{1B414431-F319-A993-4448-87EB4DE51BD3}"/>
                  </a:ext>
                </a:extLst>
              </p:cNvPr>
              <p:cNvSpPr/>
              <p:nvPr>
                <p:custDataLst>
                  <p:tags r:id="rId34"/>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6" name="Arc 155" hidden="1">
                <a:extLst>
                  <a:ext uri="{FF2B5EF4-FFF2-40B4-BE49-F238E27FC236}">
                    <a16:creationId xmlns:a16="http://schemas.microsoft.com/office/drawing/2014/main" id="{5F7E47CF-7F91-B282-B223-16BF71469310}"/>
                  </a:ext>
                </a:extLst>
              </p:cNvPr>
              <p:cNvSpPr/>
              <p:nvPr>
                <p:custDataLst>
                  <p:tags r:id="rId35"/>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nvGrpSpPr>
            <p:cNvPr id="152" name="MoonLegend5" hidden="1">
              <a:extLst>
                <a:ext uri="{FF2B5EF4-FFF2-40B4-BE49-F238E27FC236}">
                  <a16:creationId xmlns:a16="http://schemas.microsoft.com/office/drawing/2014/main" id="{676D84B0-8E09-17A2-6045-B98CCCAC5AB4}"/>
                </a:ext>
              </a:extLst>
            </p:cNvPr>
            <p:cNvGrpSpPr>
              <a:grpSpLocks noChangeAspect="1"/>
            </p:cNvGrpSpPr>
            <p:nvPr>
              <p:custDataLst>
                <p:tags r:id="rId31"/>
              </p:custDataLst>
            </p:nvPr>
          </p:nvGrpSpPr>
          <p:grpSpPr>
            <a:xfrm>
              <a:off x="7723680" y="3205716"/>
              <a:ext cx="228600" cy="228600"/>
              <a:chOff x="762000" y="1270000"/>
              <a:chExt cx="254000" cy="254000"/>
            </a:xfrm>
          </p:grpSpPr>
          <p:sp>
            <p:nvSpPr>
              <p:cNvPr id="153" name="Oval 152" hidden="1">
                <a:extLst>
                  <a:ext uri="{FF2B5EF4-FFF2-40B4-BE49-F238E27FC236}">
                    <a16:creationId xmlns:a16="http://schemas.microsoft.com/office/drawing/2014/main" id="{B99609C1-CB47-4D28-790F-3F1FDCF1ADCD}"/>
                  </a:ext>
                </a:extLst>
              </p:cNvPr>
              <p:cNvSpPr/>
              <p:nvPr>
                <p:custDataLst>
                  <p:tags r:id="rId32"/>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endParaRPr>
              </a:p>
            </p:txBody>
          </p:sp>
          <p:sp>
            <p:nvSpPr>
              <p:cNvPr id="154" name="Arc 153" hidden="1">
                <a:extLst>
                  <a:ext uri="{FF2B5EF4-FFF2-40B4-BE49-F238E27FC236}">
                    <a16:creationId xmlns:a16="http://schemas.microsoft.com/office/drawing/2014/main" id="{7DB8E183-0133-376B-CFB2-172FEAD71B84}"/>
                  </a:ext>
                </a:extLst>
              </p:cNvPr>
              <p:cNvSpPr/>
              <p:nvPr>
                <p:custDataLst>
                  <p:tags r:id="rId33"/>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p>
            </p:txBody>
          </p:sp>
        </p:grpSp>
      </p:grpSp>
      <p:grpSp>
        <p:nvGrpSpPr>
          <p:cNvPr id="163" name="LegendBoxes" hidden="1">
            <a:extLst>
              <a:ext uri="{FF2B5EF4-FFF2-40B4-BE49-F238E27FC236}">
                <a16:creationId xmlns:a16="http://schemas.microsoft.com/office/drawing/2014/main" id="{1A13AACA-5AF2-226F-6158-C6AB92264907}"/>
              </a:ext>
            </a:extLst>
          </p:cNvPr>
          <p:cNvGrpSpPr/>
          <p:nvPr userDrawn="1"/>
        </p:nvGrpSpPr>
        <p:grpSpPr>
          <a:xfrm>
            <a:off x="10714801" y="4381500"/>
            <a:ext cx="922463" cy="1717282"/>
            <a:chOff x="10652400" y="4322824"/>
            <a:chExt cx="922463" cy="1717282"/>
          </a:xfrm>
        </p:grpSpPr>
        <p:sp>
          <p:nvSpPr>
            <p:cNvPr id="164" name="RectangleLegend1" hidden="1">
              <a:extLst>
                <a:ext uri="{FF2B5EF4-FFF2-40B4-BE49-F238E27FC236}">
                  <a16:creationId xmlns:a16="http://schemas.microsoft.com/office/drawing/2014/main" id="{41F2EE7A-0476-F664-7AB0-328D527FF4BD}"/>
                </a:ext>
              </a:extLst>
            </p:cNvPr>
            <p:cNvSpPr/>
            <p:nvPr/>
          </p:nvSpPr>
          <p:spPr>
            <a:xfrm>
              <a:off x="10652400" y="4344182"/>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5" name="RectangleLegend2" hidden="1">
              <a:extLst>
                <a:ext uri="{FF2B5EF4-FFF2-40B4-BE49-F238E27FC236}">
                  <a16:creationId xmlns:a16="http://schemas.microsoft.com/office/drawing/2014/main" id="{580672D8-E523-337A-C592-53010D66195F}"/>
                </a:ext>
              </a:extLst>
            </p:cNvPr>
            <p:cNvSpPr/>
            <p:nvPr/>
          </p:nvSpPr>
          <p:spPr>
            <a:xfrm>
              <a:off x="10652400" y="4723680"/>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6" name="RectangleLegend3" hidden="1">
              <a:extLst>
                <a:ext uri="{FF2B5EF4-FFF2-40B4-BE49-F238E27FC236}">
                  <a16:creationId xmlns:a16="http://schemas.microsoft.com/office/drawing/2014/main" id="{21FA8535-5E02-472F-8CC9-E0700207A0AB}"/>
                </a:ext>
              </a:extLst>
            </p:cNvPr>
            <p:cNvSpPr/>
            <p:nvPr/>
          </p:nvSpPr>
          <p:spPr>
            <a:xfrm>
              <a:off x="10652400" y="5097276"/>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7" name="RectangleLegend4" hidden="1">
              <a:extLst>
                <a:ext uri="{FF2B5EF4-FFF2-40B4-BE49-F238E27FC236}">
                  <a16:creationId xmlns:a16="http://schemas.microsoft.com/office/drawing/2014/main" id="{BBD05B05-12C6-E7C6-7844-7E6C73E7B52E}"/>
                </a:ext>
              </a:extLst>
            </p:cNvPr>
            <p:cNvSpPr/>
            <p:nvPr/>
          </p:nvSpPr>
          <p:spPr>
            <a:xfrm>
              <a:off x="10652400" y="5470872"/>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68" name="RectangleLegend5" hidden="1">
              <a:extLst>
                <a:ext uri="{FF2B5EF4-FFF2-40B4-BE49-F238E27FC236}">
                  <a16:creationId xmlns:a16="http://schemas.microsoft.com/office/drawing/2014/main" id="{369C277A-4E4B-F4BE-D7B5-DBBFB93BC273}"/>
                </a:ext>
              </a:extLst>
            </p:cNvPr>
            <p:cNvSpPr/>
            <p:nvPr/>
          </p:nvSpPr>
          <p:spPr>
            <a:xfrm>
              <a:off x="10652400" y="5844468"/>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70" name="Legend1" hidden="1">
              <a:extLst>
                <a:ext uri="{FF2B5EF4-FFF2-40B4-BE49-F238E27FC236}">
                  <a16:creationId xmlns:a16="http://schemas.microsoft.com/office/drawing/2014/main" id="{A4C52E97-671C-5B02-6FFA-313EABB3124F}"/>
                </a:ext>
              </a:extLst>
            </p:cNvPr>
            <p:cNvSpPr txBox="1"/>
            <p:nvPr/>
          </p:nvSpPr>
          <p:spPr>
            <a:xfrm>
              <a:off x="10978546" y="4322824"/>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1" name="Legend2" hidden="1">
              <a:extLst>
                <a:ext uri="{FF2B5EF4-FFF2-40B4-BE49-F238E27FC236}">
                  <a16:creationId xmlns:a16="http://schemas.microsoft.com/office/drawing/2014/main" id="{43BC01E4-8FBD-41E3-5E2E-BAFE6183C6C7}"/>
                </a:ext>
              </a:extLst>
            </p:cNvPr>
            <p:cNvSpPr txBox="1"/>
            <p:nvPr/>
          </p:nvSpPr>
          <p:spPr>
            <a:xfrm>
              <a:off x="10978546" y="470232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2" name="Legend3" hidden="1">
              <a:extLst>
                <a:ext uri="{FF2B5EF4-FFF2-40B4-BE49-F238E27FC236}">
                  <a16:creationId xmlns:a16="http://schemas.microsoft.com/office/drawing/2014/main" id="{D638CAA9-1975-0C68-FAF0-97D1BC4745C4}"/>
                </a:ext>
              </a:extLst>
            </p:cNvPr>
            <p:cNvSpPr txBox="1"/>
            <p:nvPr/>
          </p:nvSpPr>
          <p:spPr>
            <a:xfrm>
              <a:off x="10978546" y="5081820"/>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3" name="Legend4" hidden="1">
              <a:extLst>
                <a:ext uri="{FF2B5EF4-FFF2-40B4-BE49-F238E27FC236}">
                  <a16:creationId xmlns:a16="http://schemas.microsoft.com/office/drawing/2014/main" id="{3D6999DB-11B8-414B-8557-5FAB9AEF5B9B}"/>
                </a:ext>
              </a:extLst>
            </p:cNvPr>
            <p:cNvSpPr txBox="1"/>
            <p:nvPr/>
          </p:nvSpPr>
          <p:spPr>
            <a:xfrm>
              <a:off x="10978546" y="5453241"/>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sp>
          <p:nvSpPr>
            <p:cNvPr id="174" name="Legend5" hidden="1">
              <a:extLst>
                <a:ext uri="{FF2B5EF4-FFF2-40B4-BE49-F238E27FC236}">
                  <a16:creationId xmlns:a16="http://schemas.microsoft.com/office/drawing/2014/main" id="{89453F96-5F87-3470-96E8-3EAB95152A53}"/>
                </a:ext>
              </a:extLst>
            </p:cNvPr>
            <p:cNvSpPr txBox="1"/>
            <p:nvPr/>
          </p:nvSpPr>
          <p:spPr>
            <a:xfrm>
              <a:off x="10978545" y="5824662"/>
              <a:ext cx="5963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t>Legend</a:t>
              </a:r>
            </a:p>
          </p:txBody>
        </p:sp>
      </p:grpSp>
      <p:sp>
        <p:nvSpPr>
          <p:cNvPr id="9" name="Espaço Reservado para Número de Slide 5">
            <a:extLst>
              <a:ext uri="{FF2B5EF4-FFF2-40B4-BE49-F238E27FC236}">
                <a16:creationId xmlns:a16="http://schemas.microsoft.com/office/drawing/2014/main" id="{28D49E57-84FB-9EA0-3F66-44E9C025B2AF}"/>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fld id="{9B14BDE4-840A-4586-B946-2B3474FE743E}" type="slidenum">
              <a:rPr lang="en-US" smtClean="0"/>
              <a:pPr/>
              <a:t>‹#›</a:t>
            </a:fld>
            <a:endParaRPr lang="en-US"/>
          </a:p>
        </p:txBody>
      </p:sp>
      <p:grpSp>
        <p:nvGrpSpPr>
          <p:cNvPr id="6" name="Group 5">
            <a:extLst>
              <a:ext uri="{FF2B5EF4-FFF2-40B4-BE49-F238E27FC236}">
                <a16:creationId xmlns:a16="http://schemas.microsoft.com/office/drawing/2014/main" id="{CEC3902F-7BA3-C94C-9689-C91C42768AEB}"/>
              </a:ext>
            </a:extLst>
          </p:cNvPr>
          <p:cNvGrpSpPr/>
          <p:nvPr userDrawn="1"/>
        </p:nvGrpSpPr>
        <p:grpSpPr>
          <a:xfrm>
            <a:off x="-460920" y="279546"/>
            <a:ext cx="338328" cy="6397662"/>
            <a:chOff x="-460920" y="279546"/>
            <a:chExt cx="338328" cy="6397662"/>
          </a:xfrm>
        </p:grpSpPr>
        <p:sp>
          <p:nvSpPr>
            <p:cNvPr id="7" name="Google Shape;139;p2">
              <a:extLst>
                <a:ext uri="{FF2B5EF4-FFF2-40B4-BE49-F238E27FC236}">
                  <a16:creationId xmlns:a16="http://schemas.microsoft.com/office/drawing/2014/main" id="{29497578-F997-2D93-1A2B-1DBCEE224573}"/>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0" name="Google Shape;140;p2">
              <a:extLst>
                <a:ext uri="{FF2B5EF4-FFF2-40B4-BE49-F238E27FC236}">
                  <a16:creationId xmlns:a16="http://schemas.microsoft.com/office/drawing/2014/main" id="{430D5700-E896-3842-3636-5647091C5EB7}"/>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1" name="Google Shape;141;p2">
              <a:extLst>
                <a:ext uri="{FF2B5EF4-FFF2-40B4-BE49-F238E27FC236}">
                  <a16:creationId xmlns:a16="http://schemas.microsoft.com/office/drawing/2014/main" id="{A8C8B12C-62D9-AD93-D0CB-1D21149F843C}"/>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2" name="Google Shape;142;p2">
              <a:extLst>
                <a:ext uri="{FF2B5EF4-FFF2-40B4-BE49-F238E27FC236}">
                  <a16:creationId xmlns:a16="http://schemas.microsoft.com/office/drawing/2014/main" id="{7CB9EE57-9002-8599-F6A2-31E3DB980D4C}"/>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3" name="Google Shape;143;p2">
              <a:extLst>
                <a:ext uri="{FF2B5EF4-FFF2-40B4-BE49-F238E27FC236}">
                  <a16:creationId xmlns:a16="http://schemas.microsoft.com/office/drawing/2014/main" id="{3AFE5043-C1F4-9B3F-05E2-23893A83AA52}"/>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4" name="Google Shape;144;p2">
              <a:extLst>
                <a:ext uri="{FF2B5EF4-FFF2-40B4-BE49-F238E27FC236}">
                  <a16:creationId xmlns:a16="http://schemas.microsoft.com/office/drawing/2014/main" id="{7A13AC7D-CB62-8707-07C1-EC0E79BB8E06}"/>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19" name="Google Shape;145;p2">
              <a:extLst>
                <a:ext uri="{FF2B5EF4-FFF2-40B4-BE49-F238E27FC236}">
                  <a16:creationId xmlns:a16="http://schemas.microsoft.com/office/drawing/2014/main" id="{E8690FB6-6411-EB4A-6FBC-F1C81FCAF7BC}"/>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0" name="Google Shape;146;p2">
              <a:extLst>
                <a:ext uri="{FF2B5EF4-FFF2-40B4-BE49-F238E27FC236}">
                  <a16:creationId xmlns:a16="http://schemas.microsoft.com/office/drawing/2014/main" id="{9F52095A-F58F-0C72-FE19-4353892E656E}"/>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1" name="Google Shape;147;p2">
              <a:extLst>
                <a:ext uri="{FF2B5EF4-FFF2-40B4-BE49-F238E27FC236}">
                  <a16:creationId xmlns:a16="http://schemas.microsoft.com/office/drawing/2014/main" id="{AE7CC3AB-B781-F07C-C556-6371E0AE46D6}"/>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2" name="Google Shape;148;p2">
              <a:extLst>
                <a:ext uri="{FF2B5EF4-FFF2-40B4-BE49-F238E27FC236}">
                  <a16:creationId xmlns:a16="http://schemas.microsoft.com/office/drawing/2014/main" id="{0DFAC143-D50F-0FBF-0479-EB83FF7F7EBB}"/>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3" name="Google Shape;149;p2">
              <a:extLst>
                <a:ext uri="{FF2B5EF4-FFF2-40B4-BE49-F238E27FC236}">
                  <a16:creationId xmlns:a16="http://schemas.microsoft.com/office/drawing/2014/main" id="{2B38A214-8141-D553-319F-05C967ECE474}"/>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 name="Google Shape;151;p2">
              <a:extLst>
                <a:ext uri="{FF2B5EF4-FFF2-40B4-BE49-F238E27FC236}">
                  <a16:creationId xmlns:a16="http://schemas.microsoft.com/office/drawing/2014/main" id="{D95043EA-BA6F-C9D5-CA6A-4411EBCD8C73}"/>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5" name="Google Shape;147;p2">
              <a:extLst>
                <a:ext uri="{FF2B5EF4-FFF2-40B4-BE49-F238E27FC236}">
                  <a16:creationId xmlns:a16="http://schemas.microsoft.com/office/drawing/2014/main" id="{E32720D8-3700-BDF1-169C-9D4D32D5E8A4}"/>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800" b="0" i="0" u="none" strike="noStrike" kern="1200" cap="none" spc="0" normalizeH="0" baseline="0" noProof="0">
                <a:ln>
                  <a:noFill/>
                </a:ln>
                <a:solidFill>
                  <a:srgbClr val="FFFFFF"/>
                </a:solidFill>
                <a:effectLst/>
                <a:uLnTx/>
                <a:uFillTx/>
                <a:latin typeface="Arial"/>
                <a:ea typeface="Arial"/>
                <a:cs typeface="Arial"/>
                <a:sym typeface="Arial"/>
              </a:endParaRPr>
            </a:p>
          </p:txBody>
        </p:sp>
      </p:grpSp>
      <p:pic>
        <p:nvPicPr>
          <p:cNvPr id="15" name="Picture 14" descr="A black background with white text&#10;&#10;AI-generated content may be incorrect.">
            <a:extLst>
              <a:ext uri="{FF2B5EF4-FFF2-40B4-BE49-F238E27FC236}">
                <a16:creationId xmlns:a16="http://schemas.microsoft.com/office/drawing/2014/main" id="{C2B7BC1D-A09C-BA5C-8199-BC6EB3E37561}"/>
              </a:ext>
            </a:extLst>
          </p:cNvPr>
          <p:cNvPicPr>
            <a:picLocks noChangeAspect="1"/>
          </p:cNvPicPr>
          <p:nvPr userDrawn="1"/>
        </p:nvPicPr>
        <p:blipFill>
          <a:blip r:embed="rId45">
            <a:extLst>
              <a:ext uri="{28A0092B-C50C-407E-A947-70E740481C1C}">
                <a14:useLocalDpi xmlns:a14="http://schemas.microsoft.com/office/drawing/2010/main" val="0"/>
              </a:ext>
            </a:extLst>
          </a:blip>
          <a:srcRect b="17751"/>
          <a:stretch>
            <a:fillRect/>
          </a:stretch>
        </p:blipFill>
        <p:spPr>
          <a:xfrm>
            <a:off x="11188014" y="40957"/>
            <a:ext cx="927785" cy="235782"/>
          </a:xfrm>
          <a:prstGeom prst="rect">
            <a:avLst/>
          </a:prstGeom>
        </p:spPr>
      </p:pic>
    </p:spTree>
    <p:extLst>
      <p:ext uri="{BB962C8B-B14F-4D97-AF65-F5344CB8AC3E}">
        <p14:creationId xmlns:p14="http://schemas.microsoft.com/office/powerpoint/2010/main" val="4085815238"/>
      </p:ext>
    </p:extLst>
  </p:cSld>
  <p:clrMap bg1="lt1" tx1="dk1" bg2="lt2" tx2="dk2" accent1="accent1" accent2="accent2" accent3="accent3" accent4="accent4" accent5="accent5" accent6="accent6" hlink="hlink" folHlink="folHlink"/>
  <p:sldLayoutIdLst>
    <p:sldLayoutId id="2147483795" r:id="rId1"/>
    <p:sldLayoutId id="2147483796" r:id="rId2"/>
    <p:sldLayoutId id="2147483797" r:id="rId3"/>
    <p:sldLayoutId id="2147483798" r:id="rId4"/>
    <p:sldLayoutId id="2147483799" r:id="rId5"/>
    <p:sldLayoutId id="2147483800" r:id="rId6"/>
    <p:sldLayoutId id="2147483801" r:id="rId7"/>
    <p:sldLayoutId id="2147483802" r:id="rId8"/>
    <p:sldLayoutId id="2147483803" r:id="rId9"/>
    <p:sldLayoutId id="2147483804" r:id="rId10"/>
    <p:sldLayoutId id="2147483805" r:id="rId11"/>
    <p:sldLayoutId id="2147483806" r:id="rId12"/>
    <p:sldLayoutId id="2147483807" r:id="rId13"/>
    <p:sldLayoutId id="2147483808" r:id="rId14"/>
    <p:sldLayoutId id="2147483809" r:id="rId15"/>
    <p:sldLayoutId id="2147483810" r:id="rId16"/>
    <p:sldLayoutId id="2147483811" r:id="rId17"/>
    <p:sldLayoutId id="2147483812" r:id="rId18"/>
    <p:sldLayoutId id="2147483813" r:id="rId19"/>
    <p:sldLayoutId id="2147483814" r:id="rId20"/>
  </p:sldLayoutIdLst>
  <p:hf hdr="0" ftr="0" dt="0"/>
  <p:txStyles>
    <p:title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p:titleStyle>
    <p:body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68">
          <p15:clr>
            <a:srgbClr val="5ACBF0"/>
          </p15:clr>
        </p15:guide>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4BC40847-AF8B-4097-9A07-2349A751A051}"/>
              </a:ext>
            </a:extLst>
          </p:cNvPr>
          <p:cNvGraphicFramePr>
            <a:graphicFrameLocks/>
          </p:cNvGraphicFramePr>
          <p:nvPr userDrawn="1">
            <p:custDataLst>
              <p:tags r:id="rId20"/>
            </p:custDataLst>
            <p:extLst>
              <p:ext uri="{D42A27DB-BD31-4B8C-83A1-F6EECF244321}">
                <p14:modId xmlns:p14="http://schemas.microsoft.com/office/powerpoint/2010/main" val="405368833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0" imgW="413" imgH="416" progId="TCLayout.ActiveDocument.1">
                  <p:embed/>
                </p:oleObj>
              </mc:Choice>
              <mc:Fallback>
                <p:oleObj name="think-cell Slide" r:id="rId40" imgW="413" imgH="416" progId="TCLayout.ActiveDocument.1">
                  <p:embed/>
                  <p:pic>
                    <p:nvPicPr>
                      <p:cNvPr id="3" name="Object 6" hidden="1">
                        <a:extLst>
                          <a:ext uri="{FF2B5EF4-FFF2-40B4-BE49-F238E27FC236}">
                            <a16:creationId xmlns:a16="http://schemas.microsoft.com/office/drawing/2014/main" id="{4BC40847-AF8B-4097-9A07-2349A751A051}"/>
                          </a:ext>
                        </a:extLst>
                      </p:cNvPr>
                      <p:cNvPicPr/>
                      <p:nvPr/>
                    </p:nvPicPr>
                    <p:blipFill>
                      <a:blip r:embed="rId41"/>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15B28737-798E-48D4-BBDB-8EB35CB9FFFB}"/>
              </a:ext>
            </a:extLst>
          </p:cNvPr>
          <p:cNvSpPr/>
          <p:nvPr userDrawn="1">
            <p:custDataLst>
              <p:tags r:id="rId21"/>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 name="4. Footnote" hidden="1">
            <a:extLst>
              <a:ext uri="{FF2B5EF4-FFF2-40B4-BE49-F238E27FC236}">
                <a16:creationId xmlns:a16="http://schemas.microsoft.com/office/drawing/2014/main" id="{772E4927-517C-4D61-9929-9FFDE5F31A03}"/>
              </a:ext>
            </a:extLst>
          </p:cNvPr>
          <p:cNvSpPr txBox="1"/>
          <p:nvPr userDrawn="1">
            <p:custDataLst>
              <p:tags r:id="rId22"/>
            </p:custDataLst>
          </p:nvPr>
        </p:nvSpPr>
        <p:spPr>
          <a:xfrm>
            <a:off x="553972" y="6278400"/>
            <a:ext cx="7278624" cy="123111"/>
          </a:xfrm>
          <a:prstGeom prst="rect">
            <a:avLst/>
          </a:prstGeom>
          <a:noFill/>
          <a:ln/>
          <a:extLst>
            <a:ext uri="{909E8E84-426E-40DD-AFC4-6F175D3DCCD1}">
              <a14:hiddenFill xmlns:a14="http://schemas.microsoft.com/office/drawing/2010/main">
                <a:solidFill>
                  <a:srgbClr val="FFFFFF"/>
                </a:solidFill>
              </a14:hiddenFill>
            </a:ext>
          </a:extLst>
        </p:spPr>
        <p:txBody>
          <a:bodyPr wrap="square" lIns="0" tIns="0" rIns="0" bIns="0" rtlCol="0" anchor="b" anchorCtr="0">
            <a:spAutoFit/>
          </a:bodyPr>
          <a:lstStyle>
            <a:defPPr>
              <a:defRPr lang="en-US"/>
            </a:defPPr>
            <a:lvl1pPr marL="203200" marR="0" lvl="0" indent="-212725" fontAlgn="auto">
              <a:lnSpc>
                <a:spcPct val="100000"/>
              </a:lnSpc>
              <a:spcBef>
                <a:spcPts val="0"/>
              </a:spcBef>
              <a:spcAft>
                <a:spcPts val="0"/>
              </a:spcAft>
              <a:buClrTx/>
              <a:buSzTx/>
              <a:buFontTx/>
              <a:buNone/>
              <a:tabLst/>
              <a:defRPr sz="800"/>
            </a:lvl1pPr>
          </a:lstStyle>
          <a:p>
            <a:pPr lvl="0" rtl="0"/>
            <a:r>
              <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Footnotes</a:t>
            </a:r>
          </a:p>
        </p:txBody>
      </p:sp>
      <p:sp>
        <p:nvSpPr>
          <p:cNvPr id="57" name="2. Slide Title">
            <a:extLst>
              <a:ext uri="{FF2B5EF4-FFF2-40B4-BE49-F238E27FC236}">
                <a16:creationId xmlns:a16="http://schemas.microsoft.com/office/drawing/2014/main" id="{98FF70AE-7EF6-4E5B-9FFE-B44C852C9FBA}"/>
              </a:ext>
            </a:extLst>
          </p:cNvPr>
          <p:cNvSpPr>
            <a:spLocks noGrp="1"/>
          </p:cNvSpPr>
          <p:nvPr>
            <p:ph type="title"/>
            <p:custDataLst>
              <p:tags r:id="rId23"/>
            </p:custDataLst>
          </p:nvPr>
        </p:nvSpPr>
        <p:spPr>
          <a:xfrm>
            <a:off x="554736" y="172212"/>
            <a:ext cx="11082528" cy="731520"/>
          </a:xfrm>
          <a:prstGeom prst="rect">
            <a:avLst/>
          </a:prstGeom>
        </p:spPr>
        <p:txBody>
          <a:bodyPr vert="horz" wrap="square" lIns="0" tIns="0" rIns="0" bIns="0" rtlCol="0" anchor="b" anchorCtr="0">
            <a:noAutofit/>
          </a:bodyPr>
          <a:lstStyle/>
          <a:p>
            <a:pPr lvl="0"/>
            <a:r>
              <a:rPr lang="en-US"/>
              <a:t>Click to edit Master title style</a:t>
            </a:r>
          </a:p>
        </p:txBody>
      </p:sp>
      <p:grpSp>
        <p:nvGrpSpPr>
          <p:cNvPr id="59" name="Grid" hidden="1">
            <a:extLst>
              <a:ext uri="{FF2B5EF4-FFF2-40B4-BE49-F238E27FC236}">
                <a16:creationId xmlns:a16="http://schemas.microsoft.com/office/drawing/2014/main" id="{D35250B8-D61E-4F1A-9ACD-6E1BB958B78E}"/>
              </a:ext>
            </a:extLst>
          </p:cNvPr>
          <p:cNvGrpSpPr/>
          <p:nvPr userDrawn="1"/>
        </p:nvGrpSpPr>
        <p:grpSpPr>
          <a:xfrm>
            <a:off x="0" y="0"/>
            <a:ext cx="12190476" cy="6858000"/>
            <a:chOff x="0" y="0"/>
            <a:chExt cx="12190476" cy="6858000"/>
          </a:xfrm>
        </p:grpSpPr>
        <p:sp>
          <p:nvSpPr>
            <p:cNvPr id="60" name="slide margin">
              <a:extLst>
                <a:ext uri="{FF2B5EF4-FFF2-40B4-BE49-F238E27FC236}">
                  <a16:creationId xmlns:a16="http://schemas.microsoft.com/office/drawing/2014/main" id="{B96EBE04-E01D-4922-8601-F1AD43DC4DA0}"/>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rtl="0"/>
              <a:endParaRPr lang="en-US">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61" name="Straight Connector 60">
              <a:extLst>
                <a:ext uri="{FF2B5EF4-FFF2-40B4-BE49-F238E27FC236}">
                  <a16:creationId xmlns:a16="http://schemas.microsoft.com/office/drawing/2014/main" id="{5CA037B0-2A91-4357-A969-80F65F949266}"/>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1BD7C67-EF90-4AA0-BA50-51299E7EEE4C}"/>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719564A-5227-44A7-ABC0-4C6BBC1E2D6F}"/>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D85D0C-74E8-4603-86B8-FCC481122CE8}"/>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7F8BF8BD-68B4-4717-8162-382FFCC9BC9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9DB0B65-FCD8-4DD7-833A-DEED6A420E2A}"/>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8151F3-D51F-4302-95BF-AE8E806F628D}"/>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35A6B330-5ACC-486B-8131-B7F5407825B2}"/>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A5DE7AD-CCFE-4A85-9421-C7CEA9F80DEC}"/>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E2A9A81-75D1-41A9-9821-54FC36E753C1}"/>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6FE52AA-2DD1-4D00-A984-41CDC38B2D7F}"/>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5C9FC50-7177-43E6-9E56-DC9A2E6B7E6E}"/>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73" name="Freeform: Shape 72">
              <a:extLst>
                <a:ext uri="{FF2B5EF4-FFF2-40B4-BE49-F238E27FC236}">
                  <a16:creationId xmlns:a16="http://schemas.microsoft.com/office/drawing/2014/main" id="{BC97F85A-62E2-4591-B8D0-4F068B177B5D}"/>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4" name="Freeform: Shape 73">
              <a:extLst>
                <a:ext uri="{FF2B5EF4-FFF2-40B4-BE49-F238E27FC236}">
                  <a16:creationId xmlns:a16="http://schemas.microsoft.com/office/drawing/2014/main" id="{7F4B967A-CF91-473D-8A35-2BE771F9F59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5" name="Freeform: Shape 74">
              <a:extLst>
                <a:ext uri="{FF2B5EF4-FFF2-40B4-BE49-F238E27FC236}">
                  <a16:creationId xmlns:a16="http://schemas.microsoft.com/office/drawing/2014/main" id="{5AC41621-77EA-4492-8E68-0BE34108294A}"/>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6" name="Freeform: Shape 75">
              <a:extLst>
                <a:ext uri="{FF2B5EF4-FFF2-40B4-BE49-F238E27FC236}">
                  <a16:creationId xmlns:a16="http://schemas.microsoft.com/office/drawing/2014/main" id="{31A06AD2-A9EA-45D9-B15C-089884A54107}"/>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7" name="Freeform: Shape 76">
              <a:extLst>
                <a:ext uri="{FF2B5EF4-FFF2-40B4-BE49-F238E27FC236}">
                  <a16:creationId xmlns:a16="http://schemas.microsoft.com/office/drawing/2014/main" id="{3A7B39CC-379F-4224-9E59-81B1690088A0}"/>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8" name="Freeform: Shape 77">
              <a:extLst>
                <a:ext uri="{FF2B5EF4-FFF2-40B4-BE49-F238E27FC236}">
                  <a16:creationId xmlns:a16="http://schemas.microsoft.com/office/drawing/2014/main" id="{F8002ACB-1459-4214-B28A-B38E8A1FF8A6}"/>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9" name="Freeform: Shape 78">
              <a:extLst>
                <a:ext uri="{FF2B5EF4-FFF2-40B4-BE49-F238E27FC236}">
                  <a16:creationId xmlns:a16="http://schemas.microsoft.com/office/drawing/2014/main" id="{71D59E94-AA3C-4DE0-8345-20C71667A205}"/>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0" name="Freeform: Shape 79">
              <a:extLst>
                <a:ext uri="{FF2B5EF4-FFF2-40B4-BE49-F238E27FC236}">
                  <a16:creationId xmlns:a16="http://schemas.microsoft.com/office/drawing/2014/main" id="{5805F09B-786C-43E4-8288-B1AAF94C8ADE}"/>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1" name="Freeform: Shape 80">
              <a:extLst>
                <a:ext uri="{FF2B5EF4-FFF2-40B4-BE49-F238E27FC236}">
                  <a16:creationId xmlns:a16="http://schemas.microsoft.com/office/drawing/2014/main" id="{5FB23B6E-567C-4896-8B32-DA4C452B4AE7}"/>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2" name="Freeform: Shape 81">
              <a:extLst>
                <a:ext uri="{FF2B5EF4-FFF2-40B4-BE49-F238E27FC236}">
                  <a16:creationId xmlns:a16="http://schemas.microsoft.com/office/drawing/2014/main" id="{9B792231-972E-4476-BAF2-761E10463BA8}"/>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3" name="Freeform: Shape 82">
              <a:extLst>
                <a:ext uri="{FF2B5EF4-FFF2-40B4-BE49-F238E27FC236}">
                  <a16:creationId xmlns:a16="http://schemas.microsoft.com/office/drawing/2014/main" id="{908370B7-3D11-4F78-B977-D8F0DE2694ED}"/>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4" name="Freeform: Shape 83">
              <a:extLst>
                <a:ext uri="{FF2B5EF4-FFF2-40B4-BE49-F238E27FC236}">
                  <a16:creationId xmlns:a16="http://schemas.microsoft.com/office/drawing/2014/main" id="{C11EA99D-D15D-43C2-BF4E-36554B346AB6}"/>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5" name="Freeform: Shape 84">
              <a:extLst>
                <a:ext uri="{FF2B5EF4-FFF2-40B4-BE49-F238E27FC236}">
                  <a16:creationId xmlns:a16="http://schemas.microsoft.com/office/drawing/2014/main" id="{3A72B2F6-0AFF-4E6E-AFFF-60767DB3FA63}"/>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6" name="Freeform: Shape 85">
              <a:extLst>
                <a:ext uri="{FF2B5EF4-FFF2-40B4-BE49-F238E27FC236}">
                  <a16:creationId xmlns:a16="http://schemas.microsoft.com/office/drawing/2014/main" id="{A68F8E74-3AE4-4AF9-9F36-63344C9076D2}"/>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7" name="Freeform: Shape 86">
              <a:extLst>
                <a:ext uri="{FF2B5EF4-FFF2-40B4-BE49-F238E27FC236}">
                  <a16:creationId xmlns:a16="http://schemas.microsoft.com/office/drawing/2014/main" id="{31D5F169-E1D4-48A3-AE5B-F5F1BEF2E7CF}"/>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8" name="Freeform: Shape 87">
              <a:extLst>
                <a:ext uri="{FF2B5EF4-FFF2-40B4-BE49-F238E27FC236}">
                  <a16:creationId xmlns:a16="http://schemas.microsoft.com/office/drawing/2014/main" id="{4230F928-F9B2-4955-9800-74DE09DCE6F2}"/>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9" name="Freeform: Shape 88">
              <a:extLst>
                <a:ext uri="{FF2B5EF4-FFF2-40B4-BE49-F238E27FC236}">
                  <a16:creationId xmlns:a16="http://schemas.microsoft.com/office/drawing/2014/main" id="{37C829A9-6808-4531-8C12-A84988E6DEE1}"/>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0" name="Freeform: Shape 89">
              <a:extLst>
                <a:ext uri="{FF2B5EF4-FFF2-40B4-BE49-F238E27FC236}">
                  <a16:creationId xmlns:a16="http://schemas.microsoft.com/office/drawing/2014/main" id="{7FA5964C-E9C5-4C2F-BD6E-47BAFB5B6D17}"/>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1" name="Freeform: Shape 90">
              <a:extLst>
                <a:ext uri="{FF2B5EF4-FFF2-40B4-BE49-F238E27FC236}">
                  <a16:creationId xmlns:a16="http://schemas.microsoft.com/office/drawing/2014/main" id="{3C168D8D-76CE-4BE5-BE95-79B96300EA3F}"/>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2" name="Freeform: Shape 91">
              <a:extLst>
                <a:ext uri="{FF2B5EF4-FFF2-40B4-BE49-F238E27FC236}">
                  <a16:creationId xmlns:a16="http://schemas.microsoft.com/office/drawing/2014/main" id="{6749465C-813A-45F9-8C3E-5D06C8584929}"/>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3" name="Freeform: Shape 92">
              <a:extLst>
                <a:ext uri="{FF2B5EF4-FFF2-40B4-BE49-F238E27FC236}">
                  <a16:creationId xmlns:a16="http://schemas.microsoft.com/office/drawing/2014/main" id="{53894C26-2473-4C24-B082-48DD1E92241C}"/>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4" name="Freeform: Shape 93">
              <a:extLst>
                <a:ext uri="{FF2B5EF4-FFF2-40B4-BE49-F238E27FC236}">
                  <a16:creationId xmlns:a16="http://schemas.microsoft.com/office/drawing/2014/main" id="{BFDA0320-8435-46CA-B1B3-5203F54A419F}"/>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5" name="Freeform: Shape 94">
              <a:extLst>
                <a:ext uri="{FF2B5EF4-FFF2-40B4-BE49-F238E27FC236}">
                  <a16:creationId xmlns:a16="http://schemas.microsoft.com/office/drawing/2014/main" id="{A42721E4-5D12-459C-AC2E-7CE148AF9062}"/>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6" name="Freeform: Shape 95">
              <a:extLst>
                <a:ext uri="{FF2B5EF4-FFF2-40B4-BE49-F238E27FC236}">
                  <a16:creationId xmlns:a16="http://schemas.microsoft.com/office/drawing/2014/main" id="{8BF7D46B-3779-49D0-BCB4-F2DCE091958D}"/>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7" name="Freeform: Shape 96">
              <a:extLst>
                <a:ext uri="{FF2B5EF4-FFF2-40B4-BE49-F238E27FC236}">
                  <a16:creationId xmlns:a16="http://schemas.microsoft.com/office/drawing/2014/main" id="{634464F0-BD7F-4488-85F0-EC20C24BECAA}"/>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98" name="Straight Connector 97">
              <a:extLst>
                <a:ext uri="{FF2B5EF4-FFF2-40B4-BE49-F238E27FC236}">
                  <a16:creationId xmlns:a16="http://schemas.microsoft.com/office/drawing/2014/main" id="{82B54541-0CDD-4724-8101-AABFF1207033}"/>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5070398-8D55-4EE2-8CA4-47428E2AF03F}"/>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166891-56D0-4EBC-B681-501401DEF9D4}"/>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13A87E3-D106-41FF-A8CD-C27DABF0103D}"/>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164477D-838D-4C70-ADD7-37AD79A844AA}"/>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2B193C0-8980-4BB2-8E91-7A1C9ABE0B6C}"/>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1A94AAA-1D98-4233-842E-2A2F52812358}"/>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21F2B43-A2DC-42F4-8EA4-A8A4DA6D6FA7}"/>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60F0923-6896-405D-AD16-F097448F3E3D}"/>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BC70D5B1-47D7-451F-B83A-973A26731A22}"/>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3FD9A464-81FE-4829-A1C5-5CCEE42448B3}"/>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F55CAB0-53A2-417F-9F66-C0437933E98B}"/>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47EE77-7495-47CB-BEC9-D5C742DF2B2C}"/>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A942184-696A-4A78-BB9D-3D619B990987}"/>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B5F4EE6-4D4C-4488-80DE-36C83D540765}"/>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D3A42E3-1ED2-4BBE-8B0B-CEA491522F0A}"/>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4162AD8-9037-4220-B19F-7B3A0F44E941}"/>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20FB70-03E4-4D7E-BA41-546EAAB33089}"/>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84D3C92-FDAE-47DB-9457-A9B216922E98}"/>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B5DF0860-265F-4ABC-9F65-0C1D385DAA19}"/>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D878D1D5-E6E5-4FA6-AF6E-95E8AF796777}"/>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1FF29A-4B39-4335-9BD5-ED902309BF79}"/>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3A82A803-5E70-4523-9F20-67F308765C7E}"/>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4208CB2-5882-4416-87C9-284BDAF3367A}"/>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D4116CD-6422-4E26-9703-D3F7C10FCD56}"/>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1AB3A35-E2FF-4178-896B-F08E77092825}"/>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79C539-DD6F-48AA-8F80-27BC682014AF}"/>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2784004E-3271-4D1C-B1EA-CA1E334E0D03}"/>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3657725E-FBF6-491D-9BA1-E6A9727F4F2D}"/>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1244567-76A7-47AF-9353-403D05D533F0}"/>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C47A2A-ED3B-4AD0-ACD5-F8ED92644229}"/>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3E01E5-F569-4020-BCB0-083537701AB0}"/>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1121A42-5912-44C8-B9A3-FDEC8EA70284}"/>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59B1DE7-25C8-4743-8284-FA656D339F55}"/>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26249F1-59FB-44FC-8AF9-D7F90AFBEE2C}"/>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E6D42779-D977-4405-A149-D8DE5B52134A}"/>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7EE8A2F-6AD9-4AE7-B04B-7892891F84AC}"/>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8F4A59A-16C3-4C3A-AB79-FE22721EA641}"/>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5CA3A6CC-1A49-42F6-A318-99D9224BDC91}"/>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2DC3484E-5EF8-49C4-B1F6-75C854D50C80}"/>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3461A54-E77E-414D-B7E0-7364070D9566}"/>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29C48517-171B-43FD-A41C-58C9B531BDB5}"/>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F429932A-1238-48FC-B171-20A3AA531D40}"/>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BED7651-AF04-41D4-9476-5A43476D85BB}"/>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5" name="main body box">
              <a:extLst>
                <a:ext uri="{FF2B5EF4-FFF2-40B4-BE49-F238E27FC236}">
                  <a16:creationId xmlns:a16="http://schemas.microsoft.com/office/drawing/2014/main" id="{100DE417-9DB9-4840-8370-B716FFA27760}"/>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pPr rtl="0"/>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146" name="Straight Connector 145">
              <a:extLst>
                <a:ext uri="{FF2B5EF4-FFF2-40B4-BE49-F238E27FC236}">
                  <a16:creationId xmlns:a16="http://schemas.microsoft.com/office/drawing/2014/main" id="{B93A1E2B-8C80-482F-83BE-384344D09839}"/>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147" name="Straight Connector 146">
              <a:extLst>
                <a:ext uri="{FF2B5EF4-FFF2-40B4-BE49-F238E27FC236}">
                  <a16:creationId xmlns:a16="http://schemas.microsoft.com/office/drawing/2014/main" id="{BEAB22C5-0A46-4041-9158-6DC76EA2F350}"/>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sp>
        <p:nvSpPr>
          <p:cNvPr id="4" name="Sticker" hidden="1">
            <a:extLst>
              <a:ext uri="{FF2B5EF4-FFF2-40B4-BE49-F238E27FC236}">
                <a16:creationId xmlns:a16="http://schemas.microsoft.com/office/drawing/2014/main" id="{F9BB011A-568C-4B05-AE57-EB000B2FD8BB}"/>
              </a:ext>
            </a:extLst>
          </p:cNvPr>
          <p:cNvSpPr txBox="1"/>
          <p:nvPr userDrawn="1"/>
        </p:nvSpPr>
        <p:spPr>
          <a:xfrm>
            <a:off x="554736" y="1289273"/>
            <a:ext cx="344646" cy="123111"/>
          </a:xfrm>
          <a:prstGeom prst="rect">
            <a:avLst/>
          </a:prstGeom>
          <a:noFill/>
          <a:ln w="6350">
            <a:noFill/>
            <a:miter lim="800000"/>
          </a:ln>
        </p:spPr>
        <p:txBody>
          <a:bodyPr vert="horz" wrap="none" lIns="0" tIns="0" rIns="0" bIns="0" rtlCol="0">
            <a:spAutoFit/>
          </a:bodyPr>
          <a:lstStyle>
            <a:defPPr>
              <a:defRPr lang="en-US"/>
            </a:defPPr>
            <a:lvl1pPr>
              <a:spcBef>
                <a:spcPts val="300"/>
              </a:spcBef>
              <a:spcAft>
                <a:spcPts val="300"/>
              </a:spcAft>
              <a:buNone/>
              <a:defRPr sz="800" b="1" cap="all" baseline="0"/>
            </a:lvl1pPr>
          </a:lstStyle>
          <a:p>
            <a:pPr lvl="0" rtl="0"/>
            <a:r>
              <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STICKER</a:t>
            </a:r>
          </a:p>
        </p:txBody>
      </p:sp>
      <p:sp>
        <p:nvSpPr>
          <p:cNvPr id="169" name="ACET" hidden="1">
            <a:extLst>
              <a:ext uri="{FF2B5EF4-FFF2-40B4-BE49-F238E27FC236}">
                <a16:creationId xmlns:a16="http://schemas.microsoft.com/office/drawing/2014/main" id="{62CF7362-20CB-4908-AFFE-D4E2B9A5DF3B}"/>
              </a:ext>
            </a:extLst>
          </p:cNvPr>
          <p:cNvSpPr txBox="1"/>
          <p:nvPr userDrawn="1">
            <p:custDataLst>
              <p:tags r:id="rId24"/>
            </p:custDataLst>
          </p:nvPr>
        </p:nvSpPr>
        <p:spPr>
          <a:xfrm>
            <a:off x="5987738" y="2170800"/>
            <a:ext cx="3049253" cy="56938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lvl="0" indent="0">
              <a:lnSpc>
                <a:spcPct val="100000"/>
              </a:lnSpc>
              <a:spcBef>
                <a:spcPts val="0"/>
              </a:spcBef>
              <a:spcAft>
                <a:spcPts val="600"/>
              </a:spcAft>
              <a:buFont typeface="Segoe UI" panose="020B0502040204020203" pitchFamily="34" charset="0"/>
              <a:buChar char="​"/>
              <a:defRPr sz="1600" b="1"/>
            </a:lvl1pPr>
            <a:lvl2pPr marL="228600" lvl="1" indent="-225425">
              <a:lnSpc>
                <a:spcPct val="100000"/>
              </a:lnSpc>
              <a:spcBef>
                <a:spcPts val="0"/>
              </a:spcBef>
              <a:spcAft>
                <a:spcPts val="300"/>
              </a:spcAft>
              <a:buSzPct val="110000"/>
              <a:buFont typeface="Wingdings" panose="05000000000000000000" pitchFamily="2" charset="2"/>
              <a:buChar char=""/>
              <a:defRPr sz="1600"/>
            </a:lvl2pPr>
            <a:lvl3pPr marL="442913" lvl="2" indent="-214313">
              <a:lnSpc>
                <a:spcPct val="100000"/>
              </a:lnSpc>
              <a:spcBef>
                <a:spcPts val="0"/>
              </a:spcBef>
              <a:spcAft>
                <a:spcPts val="300"/>
              </a:spcAft>
              <a:buSzPct val="110000"/>
              <a:buFont typeface="Arial" panose="020B0604020202020204" pitchFamily="34" charset="0"/>
              <a:buChar char="‒"/>
              <a:defRPr sz="1600"/>
            </a:lvl3pPr>
            <a:lvl4pPr marL="598488" lvl="3" indent="-152400">
              <a:lnSpc>
                <a:spcPct val="100000"/>
              </a:lnSpc>
              <a:spcBef>
                <a:spcPts val="0"/>
              </a:spcBef>
              <a:spcAft>
                <a:spcPts val="300"/>
              </a:spcAft>
              <a:buFont typeface="Arial" panose="020B0604020202020204" pitchFamily="34" charset="0"/>
              <a:buChar char="•"/>
              <a:defRPr sz="1600"/>
            </a:lvl4pPr>
            <a:lvl5pPr marL="817563" lvl="4" indent="-147638">
              <a:lnSpc>
                <a:spcPct val="100000"/>
              </a:lnSpc>
              <a:spcBef>
                <a:spcPts val="0"/>
              </a:spcBef>
              <a:spcAft>
                <a:spcPts val="300"/>
              </a:spcAft>
              <a:buSzPct val="100000"/>
              <a:buFont typeface="Arial" panose="020B0604020202020204" pitchFamily="34" charset="0"/>
              <a:buChar char="̶"/>
              <a:defRPr sz="160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rtl="0"/>
            <a:r>
              <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Above Chart Exhibit Title</a:t>
            </a:r>
          </a:p>
          <a:p>
            <a:pPr lvl="0" rtl="0"/>
            <a:r>
              <a:rPr lang="en-US" b="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Unit of Measure</a:t>
            </a:r>
          </a:p>
        </p:txBody>
      </p:sp>
      <p:sp>
        <p:nvSpPr>
          <p:cNvPr id="5" name="Text Placeholder 4">
            <a:extLst>
              <a:ext uri="{FF2B5EF4-FFF2-40B4-BE49-F238E27FC236}">
                <a16:creationId xmlns:a16="http://schemas.microsoft.com/office/drawing/2014/main" id="{4C1F3293-4EFE-461D-940D-7EE66BAE31C5}"/>
              </a:ext>
            </a:extLst>
          </p:cNvPr>
          <p:cNvSpPr>
            <a:spLocks noGrp="1"/>
          </p:cNvSpPr>
          <p:nvPr>
            <p:ph type="body" idx="1"/>
          </p:nvPr>
        </p:nvSpPr>
        <p:spPr>
          <a:xfrm>
            <a:off x="554736" y="2170800"/>
            <a:ext cx="2484655" cy="1384995"/>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8" name="LegendLines" hidden="1">
            <a:extLst>
              <a:ext uri="{FF2B5EF4-FFF2-40B4-BE49-F238E27FC236}">
                <a16:creationId xmlns:a16="http://schemas.microsoft.com/office/drawing/2014/main" id="{64918A64-3AB6-5C90-29C7-FFF22C2B8923}"/>
              </a:ext>
            </a:extLst>
          </p:cNvPr>
          <p:cNvGrpSpPr/>
          <p:nvPr userDrawn="1"/>
        </p:nvGrpSpPr>
        <p:grpSpPr>
          <a:xfrm>
            <a:off x="10317304" y="3150223"/>
            <a:ext cx="1251160" cy="958286"/>
            <a:chOff x="10162879" y="3243772"/>
            <a:chExt cx="1251160" cy="958286"/>
          </a:xfrm>
        </p:grpSpPr>
        <p:sp>
          <p:nvSpPr>
            <p:cNvPr id="49" name="Legend1" hidden="1">
              <a:extLst>
                <a:ext uri="{FF2B5EF4-FFF2-40B4-BE49-F238E27FC236}">
                  <a16:creationId xmlns:a16="http://schemas.microsoft.com/office/drawing/2014/main" id="{25A44169-CCF4-FE74-8798-98E9DE207522}"/>
                </a:ext>
              </a:extLst>
            </p:cNvPr>
            <p:cNvSpPr txBox="1"/>
            <p:nvPr/>
          </p:nvSpPr>
          <p:spPr>
            <a:xfrm>
              <a:off x="10886522" y="3243772"/>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50" name="Legend2" hidden="1">
              <a:extLst>
                <a:ext uri="{FF2B5EF4-FFF2-40B4-BE49-F238E27FC236}">
                  <a16:creationId xmlns:a16="http://schemas.microsoft.com/office/drawing/2014/main" id="{A4220F9A-D55E-3473-CA40-319CC718A4FF}"/>
                </a:ext>
              </a:extLst>
            </p:cNvPr>
            <p:cNvSpPr txBox="1"/>
            <p:nvPr/>
          </p:nvSpPr>
          <p:spPr>
            <a:xfrm>
              <a:off x="10886522" y="3615193"/>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51" name="Legend3" hidden="1">
              <a:extLst>
                <a:ext uri="{FF2B5EF4-FFF2-40B4-BE49-F238E27FC236}">
                  <a16:creationId xmlns:a16="http://schemas.microsoft.com/office/drawing/2014/main" id="{8DAB127A-1F2E-8231-1CDF-7581866CA36D}"/>
                </a:ext>
              </a:extLst>
            </p:cNvPr>
            <p:cNvSpPr txBox="1"/>
            <p:nvPr/>
          </p:nvSpPr>
          <p:spPr>
            <a:xfrm>
              <a:off x="10886522" y="3986614"/>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52" name="LineLegend3" hidden="1">
              <a:extLst>
                <a:ext uri="{FF2B5EF4-FFF2-40B4-BE49-F238E27FC236}">
                  <a16:creationId xmlns:a16="http://schemas.microsoft.com/office/drawing/2014/main" id="{61E56A56-4821-8579-6B86-6144DFE300E3}"/>
                </a:ext>
              </a:extLst>
            </p:cNvPr>
            <p:cNvSpPr>
              <a:spLocks noChangeShapeType="1"/>
            </p:cNvSpPr>
            <p:nvPr/>
          </p:nvSpPr>
          <p:spPr bwMode="gray">
            <a:xfrm>
              <a:off x="10162879" y="4092784"/>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53" name="LineLegend2" hidden="1">
              <a:extLst>
                <a:ext uri="{FF2B5EF4-FFF2-40B4-BE49-F238E27FC236}">
                  <a16:creationId xmlns:a16="http://schemas.microsoft.com/office/drawing/2014/main" id="{95F42112-E5D6-3EF0-F2DB-F136E9F16001}"/>
                </a:ext>
              </a:extLst>
            </p:cNvPr>
            <p:cNvSpPr>
              <a:spLocks noChangeShapeType="1"/>
            </p:cNvSpPr>
            <p:nvPr/>
          </p:nvSpPr>
          <p:spPr bwMode="gray">
            <a:xfrm>
              <a:off x="10162879" y="3719425"/>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54" name="LineLegend1" hidden="1">
              <a:extLst>
                <a:ext uri="{FF2B5EF4-FFF2-40B4-BE49-F238E27FC236}">
                  <a16:creationId xmlns:a16="http://schemas.microsoft.com/office/drawing/2014/main" id="{F51B0EF8-6A44-92E4-51FF-7256B3D85A08}"/>
                </a:ext>
              </a:extLst>
            </p:cNvPr>
            <p:cNvSpPr>
              <a:spLocks noChangeShapeType="1"/>
            </p:cNvSpPr>
            <p:nvPr/>
          </p:nvSpPr>
          <p:spPr bwMode="gray">
            <a:xfrm>
              <a:off x="10162879" y="3351494"/>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rtl="0"/>
              <a:endParaRPr lang="en-US" sz="1400" baseline="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55" name="LegendMoons" hidden="1">
            <a:extLst>
              <a:ext uri="{FF2B5EF4-FFF2-40B4-BE49-F238E27FC236}">
                <a16:creationId xmlns:a16="http://schemas.microsoft.com/office/drawing/2014/main" id="{F084FE4F-3DDA-D9DB-2737-A13FAC4874EF}"/>
              </a:ext>
            </a:extLst>
          </p:cNvPr>
          <p:cNvGrpSpPr/>
          <p:nvPr userDrawn="1"/>
        </p:nvGrpSpPr>
        <p:grpSpPr>
          <a:xfrm>
            <a:off x="10688315" y="1145373"/>
            <a:ext cx="880149" cy="1731859"/>
            <a:chOff x="7723680" y="1702457"/>
            <a:chExt cx="880149" cy="1731859"/>
          </a:xfrm>
        </p:grpSpPr>
        <p:sp>
          <p:nvSpPr>
            <p:cNvPr id="56" name="Legend1" hidden="1">
              <a:extLst>
                <a:ext uri="{FF2B5EF4-FFF2-40B4-BE49-F238E27FC236}">
                  <a16:creationId xmlns:a16="http://schemas.microsoft.com/office/drawing/2014/main" id="{49CC65DB-248E-E025-78F5-FAF51E14FC31}"/>
                </a:ext>
              </a:extLst>
            </p:cNvPr>
            <p:cNvSpPr txBox="1"/>
            <p:nvPr/>
          </p:nvSpPr>
          <p:spPr>
            <a:xfrm>
              <a:off x="8076312" y="1709816"/>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58" name="Legend2" hidden="1">
              <a:extLst>
                <a:ext uri="{FF2B5EF4-FFF2-40B4-BE49-F238E27FC236}">
                  <a16:creationId xmlns:a16="http://schemas.microsoft.com/office/drawing/2014/main" id="{CBEBC604-E98D-5571-53BB-FEDF1FB38FFF}"/>
                </a:ext>
              </a:extLst>
            </p:cNvPr>
            <p:cNvSpPr txBox="1"/>
            <p:nvPr/>
          </p:nvSpPr>
          <p:spPr>
            <a:xfrm>
              <a:off x="8076312" y="2085275"/>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03" name="Legend3" hidden="1">
              <a:extLst>
                <a:ext uri="{FF2B5EF4-FFF2-40B4-BE49-F238E27FC236}">
                  <a16:creationId xmlns:a16="http://schemas.microsoft.com/office/drawing/2014/main" id="{B863E78F-DDBB-F2AD-FED9-83322E1D0E82}"/>
                </a:ext>
              </a:extLst>
            </p:cNvPr>
            <p:cNvSpPr txBox="1"/>
            <p:nvPr/>
          </p:nvSpPr>
          <p:spPr>
            <a:xfrm>
              <a:off x="8076312" y="2460734"/>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04" name="Legend4" hidden="1">
              <a:extLst>
                <a:ext uri="{FF2B5EF4-FFF2-40B4-BE49-F238E27FC236}">
                  <a16:creationId xmlns:a16="http://schemas.microsoft.com/office/drawing/2014/main" id="{A8335EE6-E04F-F73C-C7EE-2D193C60A3DC}"/>
                </a:ext>
              </a:extLst>
            </p:cNvPr>
            <p:cNvSpPr txBox="1"/>
            <p:nvPr/>
          </p:nvSpPr>
          <p:spPr>
            <a:xfrm>
              <a:off x="8076312" y="2836193"/>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06" name="Legend5" hidden="1">
              <a:extLst>
                <a:ext uri="{FF2B5EF4-FFF2-40B4-BE49-F238E27FC236}">
                  <a16:creationId xmlns:a16="http://schemas.microsoft.com/office/drawing/2014/main" id="{F54755B9-CAD2-657F-04B7-710720F75816}"/>
                </a:ext>
              </a:extLst>
            </p:cNvPr>
            <p:cNvSpPr txBox="1"/>
            <p:nvPr/>
          </p:nvSpPr>
          <p:spPr>
            <a:xfrm>
              <a:off x="8076312" y="3211654"/>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grpSp>
          <p:nvGrpSpPr>
            <p:cNvPr id="148" name="MoonLegend1" hidden="1">
              <a:extLst>
                <a:ext uri="{FF2B5EF4-FFF2-40B4-BE49-F238E27FC236}">
                  <a16:creationId xmlns:a16="http://schemas.microsoft.com/office/drawing/2014/main" id="{138CD1F4-8727-A894-3C35-7FB6C0D386C0}"/>
                </a:ext>
              </a:extLst>
            </p:cNvPr>
            <p:cNvGrpSpPr>
              <a:grpSpLocks noChangeAspect="1"/>
            </p:cNvGrpSpPr>
            <p:nvPr>
              <p:custDataLst>
                <p:tags r:id="rId25"/>
              </p:custDataLst>
            </p:nvPr>
          </p:nvGrpSpPr>
          <p:grpSpPr>
            <a:xfrm>
              <a:off x="7723680" y="1702457"/>
              <a:ext cx="228600" cy="228600"/>
              <a:chOff x="762000" y="1270000"/>
              <a:chExt cx="254000" cy="254000"/>
            </a:xfrm>
          </p:grpSpPr>
          <p:sp>
            <p:nvSpPr>
              <p:cNvPr id="161" name="Oval 160" hidden="1">
                <a:extLst>
                  <a:ext uri="{FF2B5EF4-FFF2-40B4-BE49-F238E27FC236}">
                    <a16:creationId xmlns:a16="http://schemas.microsoft.com/office/drawing/2014/main" id="{FDCAEF8F-FD9A-A248-1793-48EB8F8A4F53}"/>
                  </a:ext>
                </a:extLst>
              </p:cNvPr>
              <p:cNvSpPr/>
              <p:nvPr>
                <p:custDataLst>
                  <p:tags r:id="rId38"/>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2" name="Arc 161" hidden="1">
                <a:extLst>
                  <a:ext uri="{FF2B5EF4-FFF2-40B4-BE49-F238E27FC236}">
                    <a16:creationId xmlns:a16="http://schemas.microsoft.com/office/drawing/2014/main" id="{8B2C2E22-680E-B2F5-9ED1-086219FF598A}"/>
                  </a:ext>
                </a:extLst>
              </p:cNvPr>
              <p:cNvSpPr/>
              <p:nvPr>
                <p:custDataLst>
                  <p:tags r:id="rId39"/>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149" name="MoonLegend2" hidden="1">
              <a:extLst>
                <a:ext uri="{FF2B5EF4-FFF2-40B4-BE49-F238E27FC236}">
                  <a16:creationId xmlns:a16="http://schemas.microsoft.com/office/drawing/2014/main" id="{EE093040-9EA6-2DFC-CEAC-F499B36862B8}"/>
                </a:ext>
              </a:extLst>
            </p:cNvPr>
            <p:cNvGrpSpPr>
              <a:grpSpLocks noChangeAspect="1"/>
            </p:cNvGrpSpPr>
            <p:nvPr>
              <p:custDataLst>
                <p:tags r:id="rId26"/>
              </p:custDataLst>
            </p:nvPr>
          </p:nvGrpSpPr>
          <p:grpSpPr>
            <a:xfrm>
              <a:off x="7723680" y="2078270"/>
              <a:ext cx="228600" cy="228600"/>
              <a:chOff x="762000" y="1270000"/>
              <a:chExt cx="254000" cy="254000"/>
            </a:xfrm>
          </p:grpSpPr>
          <p:sp>
            <p:nvSpPr>
              <p:cNvPr id="159" name="Oval 158" hidden="1">
                <a:extLst>
                  <a:ext uri="{FF2B5EF4-FFF2-40B4-BE49-F238E27FC236}">
                    <a16:creationId xmlns:a16="http://schemas.microsoft.com/office/drawing/2014/main" id="{1E91A022-5E04-6867-0E5F-4CE771BB9DD1}"/>
                  </a:ext>
                </a:extLst>
              </p:cNvPr>
              <p:cNvSpPr/>
              <p:nvPr>
                <p:custDataLst>
                  <p:tags r:id="rId36"/>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0" name="Arc 159" hidden="1">
                <a:extLst>
                  <a:ext uri="{FF2B5EF4-FFF2-40B4-BE49-F238E27FC236}">
                    <a16:creationId xmlns:a16="http://schemas.microsoft.com/office/drawing/2014/main" id="{2DF32E7A-C5EA-BEF8-A2F4-107C67482D53}"/>
                  </a:ext>
                </a:extLst>
              </p:cNvPr>
              <p:cNvSpPr/>
              <p:nvPr>
                <p:custDataLst>
                  <p:tags r:id="rId37"/>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150" name="MoonLegend3" hidden="1">
              <a:extLst>
                <a:ext uri="{FF2B5EF4-FFF2-40B4-BE49-F238E27FC236}">
                  <a16:creationId xmlns:a16="http://schemas.microsoft.com/office/drawing/2014/main" id="{70379F65-0EB7-264C-A6A8-93BE2C79BDD9}"/>
                </a:ext>
              </a:extLst>
            </p:cNvPr>
            <p:cNvGrpSpPr>
              <a:grpSpLocks noChangeAspect="1"/>
            </p:cNvGrpSpPr>
            <p:nvPr>
              <p:custDataLst>
                <p:tags r:id="rId27"/>
              </p:custDataLst>
            </p:nvPr>
          </p:nvGrpSpPr>
          <p:grpSpPr>
            <a:xfrm>
              <a:off x="7723680" y="2454085"/>
              <a:ext cx="228600" cy="228600"/>
              <a:chOff x="762000" y="1270000"/>
              <a:chExt cx="254000" cy="254000"/>
            </a:xfrm>
          </p:grpSpPr>
          <p:sp>
            <p:nvSpPr>
              <p:cNvPr id="157" name="Oval 156" hidden="1">
                <a:extLst>
                  <a:ext uri="{FF2B5EF4-FFF2-40B4-BE49-F238E27FC236}">
                    <a16:creationId xmlns:a16="http://schemas.microsoft.com/office/drawing/2014/main" id="{3D98D76C-6E34-4A5F-0B5D-EB94E567FFBA}"/>
                  </a:ext>
                </a:extLst>
              </p:cNvPr>
              <p:cNvSpPr/>
              <p:nvPr>
                <p:custDataLst>
                  <p:tags r:id="rId34"/>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58" name="Arc 157" hidden="1">
                <a:extLst>
                  <a:ext uri="{FF2B5EF4-FFF2-40B4-BE49-F238E27FC236}">
                    <a16:creationId xmlns:a16="http://schemas.microsoft.com/office/drawing/2014/main" id="{09CB63DA-B15E-22D4-F3C4-E5B883A3584E}"/>
                  </a:ext>
                </a:extLst>
              </p:cNvPr>
              <p:cNvSpPr/>
              <p:nvPr>
                <p:custDataLst>
                  <p:tags r:id="rId35"/>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151" name="MoonLegend4" hidden="1">
              <a:extLst>
                <a:ext uri="{FF2B5EF4-FFF2-40B4-BE49-F238E27FC236}">
                  <a16:creationId xmlns:a16="http://schemas.microsoft.com/office/drawing/2014/main" id="{C8E7794A-9D64-D120-3DE6-7CA78A372F22}"/>
                </a:ext>
              </a:extLst>
            </p:cNvPr>
            <p:cNvGrpSpPr>
              <a:grpSpLocks noChangeAspect="1"/>
            </p:cNvGrpSpPr>
            <p:nvPr>
              <p:custDataLst>
                <p:tags r:id="rId28"/>
              </p:custDataLst>
            </p:nvPr>
          </p:nvGrpSpPr>
          <p:grpSpPr>
            <a:xfrm>
              <a:off x="7723680" y="2829900"/>
              <a:ext cx="228600" cy="228600"/>
              <a:chOff x="762000" y="1270000"/>
              <a:chExt cx="254000" cy="254000"/>
            </a:xfrm>
          </p:grpSpPr>
          <p:sp>
            <p:nvSpPr>
              <p:cNvPr id="155" name="Oval 154" hidden="1">
                <a:extLst>
                  <a:ext uri="{FF2B5EF4-FFF2-40B4-BE49-F238E27FC236}">
                    <a16:creationId xmlns:a16="http://schemas.microsoft.com/office/drawing/2014/main" id="{1B414431-F319-A993-4448-87EB4DE51BD3}"/>
                  </a:ext>
                </a:extLst>
              </p:cNvPr>
              <p:cNvSpPr/>
              <p:nvPr>
                <p:custDataLst>
                  <p:tags r:id="rId32"/>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56" name="Arc 155" hidden="1">
                <a:extLst>
                  <a:ext uri="{FF2B5EF4-FFF2-40B4-BE49-F238E27FC236}">
                    <a16:creationId xmlns:a16="http://schemas.microsoft.com/office/drawing/2014/main" id="{5F7E47CF-7F91-B282-B223-16BF71469310}"/>
                  </a:ext>
                </a:extLst>
              </p:cNvPr>
              <p:cNvSpPr/>
              <p:nvPr>
                <p:custDataLst>
                  <p:tags r:id="rId33"/>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152" name="MoonLegend5" hidden="1">
              <a:extLst>
                <a:ext uri="{FF2B5EF4-FFF2-40B4-BE49-F238E27FC236}">
                  <a16:creationId xmlns:a16="http://schemas.microsoft.com/office/drawing/2014/main" id="{676D84B0-8E09-17A2-6045-B98CCCAC5AB4}"/>
                </a:ext>
              </a:extLst>
            </p:cNvPr>
            <p:cNvGrpSpPr>
              <a:grpSpLocks noChangeAspect="1"/>
            </p:cNvGrpSpPr>
            <p:nvPr>
              <p:custDataLst>
                <p:tags r:id="rId29"/>
              </p:custDataLst>
            </p:nvPr>
          </p:nvGrpSpPr>
          <p:grpSpPr>
            <a:xfrm>
              <a:off x="7723680" y="3205716"/>
              <a:ext cx="228600" cy="228600"/>
              <a:chOff x="762000" y="1270000"/>
              <a:chExt cx="254000" cy="254000"/>
            </a:xfrm>
          </p:grpSpPr>
          <p:sp>
            <p:nvSpPr>
              <p:cNvPr id="153" name="Oval 152" hidden="1">
                <a:extLst>
                  <a:ext uri="{FF2B5EF4-FFF2-40B4-BE49-F238E27FC236}">
                    <a16:creationId xmlns:a16="http://schemas.microsoft.com/office/drawing/2014/main" id="{B99609C1-CB47-4D28-790F-3F1FDCF1ADCD}"/>
                  </a:ext>
                </a:extLst>
              </p:cNvPr>
              <p:cNvSpPr/>
              <p:nvPr>
                <p:custDataLst>
                  <p:tags r:id="rId30"/>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54" name="Arc 153" hidden="1">
                <a:extLst>
                  <a:ext uri="{FF2B5EF4-FFF2-40B4-BE49-F238E27FC236}">
                    <a16:creationId xmlns:a16="http://schemas.microsoft.com/office/drawing/2014/main" id="{7DB8E183-0133-376B-CFB2-172FEAD71B84}"/>
                  </a:ext>
                </a:extLst>
              </p:cNvPr>
              <p:cNvSpPr/>
              <p:nvPr>
                <p:custDataLst>
                  <p:tags r:id="rId31"/>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grpSp>
        <p:nvGrpSpPr>
          <p:cNvPr id="163" name="LegendBoxes" hidden="1">
            <a:extLst>
              <a:ext uri="{FF2B5EF4-FFF2-40B4-BE49-F238E27FC236}">
                <a16:creationId xmlns:a16="http://schemas.microsoft.com/office/drawing/2014/main" id="{1A13AACA-5AF2-226F-6158-C6AB92264907}"/>
              </a:ext>
            </a:extLst>
          </p:cNvPr>
          <p:cNvGrpSpPr/>
          <p:nvPr userDrawn="1"/>
        </p:nvGrpSpPr>
        <p:grpSpPr>
          <a:xfrm>
            <a:off x="10714801" y="4381500"/>
            <a:ext cx="853663" cy="1717282"/>
            <a:chOff x="10652400" y="4322824"/>
            <a:chExt cx="853663" cy="1717282"/>
          </a:xfrm>
        </p:grpSpPr>
        <p:sp>
          <p:nvSpPr>
            <p:cNvPr id="164" name="RectangleLegend1" hidden="1">
              <a:extLst>
                <a:ext uri="{FF2B5EF4-FFF2-40B4-BE49-F238E27FC236}">
                  <a16:creationId xmlns:a16="http://schemas.microsoft.com/office/drawing/2014/main" id="{41F2EE7A-0476-F664-7AB0-328D527FF4BD}"/>
                </a:ext>
              </a:extLst>
            </p:cNvPr>
            <p:cNvSpPr/>
            <p:nvPr/>
          </p:nvSpPr>
          <p:spPr>
            <a:xfrm>
              <a:off x="10652400" y="4344182"/>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5" name="RectangleLegend2" hidden="1">
              <a:extLst>
                <a:ext uri="{FF2B5EF4-FFF2-40B4-BE49-F238E27FC236}">
                  <a16:creationId xmlns:a16="http://schemas.microsoft.com/office/drawing/2014/main" id="{580672D8-E523-337A-C592-53010D66195F}"/>
                </a:ext>
              </a:extLst>
            </p:cNvPr>
            <p:cNvSpPr/>
            <p:nvPr/>
          </p:nvSpPr>
          <p:spPr>
            <a:xfrm>
              <a:off x="10652400" y="4723680"/>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6" name="RectangleLegend3" hidden="1">
              <a:extLst>
                <a:ext uri="{FF2B5EF4-FFF2-40B4-BE49-F238E27FC236}">
                  <a16:creationId xmlns:a16="http://schemas.microsoft.com/office/drawing/2014/main" id="{21FA8535-5E02-472F-8CC9-E0700207A0AB}"/>
                </a:ext>
              </a:extLst>
            </p:cNvPr>
            <p:cNvSpPr/>
            <p:nvPr/>
          </p:nvSpPr>
          <p:spPr>
            <a:xfrm>
              <a:off x="10652400" y="5097276"/>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7" name="RectangleLegend4" hidden="1">
              <a:extLst>
                <a:ext uri="{FF2B5EF4-FFF2-40B4-BE49-F238E27FC236}">
                  <a16:creationId xmlns:a16="http://schemas.microsoft.com/office/drawing/2014/main" id="{BBD05B05-12C6-E7C6-7844-7E6C73E7B52E}"/>
                </a:ext>
              </a:extLst>
            </p:cNvPr>
            <p:cNvSpPr/>
            <p:nvPr/>
          </p:nvSpPr>
          <p:spPr>
            <a:xfrm>
              <a:off x="10652400" y="5470872"/>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8" name="RectangleLegend5" hidden="1">
              <a:extLst>
                <a:ext uri="{FF2B5EF4-FFF2-40B4-BE49-F238E27FC236}">
                  <a16:creationId xmlns:a16="http://schemas.microsoft.com/office/drawing/2014/main" id="{369C277A-4E4B-F4BE-D7B5-DBBFB93BC273}"/>
                </a:ext>
              </a:extLst>
            </p:cNvPr>
            <p:cNvSpPr/>
            <p:nvPr/>
          </p:nvSpPr>
          <p:spPr>
            <a:xfrm>
              <a:off x="10652400" y="5844468"/>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70" name="Legend1" hidden="1">
              <a:extLst>
                <a:ext uri="{FF2B5EF4-FFF2-40B4-BE49-F238E27FC236}">
                  <a16:creationId xmlns:a16="http://schemas.microsoft.com/office/drawing/2014/main" id="{A4C52E97-671C-5B02-6FFA-313EABB3124F}"/>
                </a:ext>
              </a:extLst>
            </p:cNvPr>
            <p:cNvSpPr txBox="1"/>
            <p:nvPr/>
          </p:nvSpPr>
          <p:spPr>
            <a:xfrm>
              <a:off x="10978546" y="4322824"/>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71" name="Legend2" hidden="1">
              <a:extLst>
                <a:ext uri="{FF2B5EF4-FFF2-40B4-BE49-F238E27FC236}">
                  <a16:creationId xmlns:a16="http://schemas.microsoft.com/office/drawing/2014/main" id="{43BC01E4-8FBD-41E3-5E2E-BAFE6183C6C7}"/>
                </a:ext>
              </a:extLst>
            </p:cNvPr>
            <p:cNvSpPr txBox="1"/>
            <p:nvPr/>
          </p:nvSpPr>
          <p:spPr>
            <a:xfrm>
              <a:off x="10978546" y="4702322"/>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72" name="Legend3" hidden="1">
              <a:extLst>
                <a:ext uri="{FF2B5EF4-FFF2-40B4-BE49-F238E27FC236}">
                  <a16:creationId xmlns:a16="http://schemas.microsoft.com/office/drawing/2014/main" id="{D638CAA9-1975-0C68-FAF0-97D1BC4745C4}"/>
                </a:ext>
              </a:extLst>
            </p:cNvPr>
            <p:cNvSpPr txBox="1"/>
            <p:nvPr/>
          </p:nvSpPr>
          <p:spPr>
            <a:xfrm>
              <a:off x="10978546" y="5081820"/>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73" name="Legend4" hidden="1">
              <a:extLst>
                <a:ext uri="{FF2B5EF4-FFF2-40B4-BE49-F238E27FC236}">
                  <a16:creationId xmlns:a16="http://schemas.microsoft.com/office/drawing/2014/main" id="{3D6999DB-11B8-414B-8557-5FAB9AEF5B9B}"/>
                </a:ext>
              </a:extLst>
            </p:cNvPr>
            <p:cNvSpPr txBox="1"/>
            <p:nvPr/>
          </p:nvSpPr>
          <p:spPr>
            <a:xfrm>
              <a:off x="10978546" y="5453241"/>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74" name="Legend5" hidden="1">
              <a:extLst>
                <a:ext uri="{FF2B5EF4-FFF2-40B4-BE49-F238E27FC236}">
                  <a16:creationId xmlns:a16="http://schemas.microsoft.com/office/drawing/2014/main" id="{89453F96-5F87-3470-96E8-3EAB95152A53}"/>
                </a:ext>
              </a:extLst>
            </p:cNvPr>
            <p:cNvSpPr txBox="1"/>
            <p:nvPr/>
          </p:nvSpPr>
          <p:spPr>
            <a:xfrm>
              <a:off x="10978545" y="5824662"/>
              <a:ext cx="527517" cy="215444"/>
            </a:xfrm>
            <a:prstGeom prst="rect">
              <a:avLst/>
            </a:prstGeom>
            <a:noFill/>
            <a:ln>
              <a:noFill/>
              <a:miter lim="800000"/>
            </a:ln>
          </p:spPr>
          <p:txBody>
            <a:bodyPr wrap="none" lIns="0" tIns="0" rIns="0" bIns="0" rtlCol="0" anchor="ctr" anchorCtr="0">
              <a:spAutoFit/>
            </a:bodyPr>
            <a:lstStyle/>
            <a:p>
              <a:pPr rtl="0">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grpSp>
      <p:sp>
        <p:nvSpPr>
          <p:cNvPr id="9" name="Espaço Reservado para Número de Slide 5">
            <a:extLst>
              <a:ext uri="{FF2B5EF4-FFF2-40B4-BE49-F238E27FC236}">
                <a16:creationId xmlns:a16="http://schemas.microsoft.com/office/drawing/2014/main" id="{28D49E57-84FB-9EA0-3F66-44E9C025B2AF}"/>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9B14BDE4-840A-4586-B946-2B3474FE743E}" type="slidenum">
              <a:rPr lang="en-US" smtClean="0"/>
              <a:pPr/>
              <a:t>‹#›</a:t>
            </a:fld>
            <a:endParaRPr lang="en-US"/>
          </a:p>
        </p:txBody>
      </p:sp>
      <p:pic>
        <p:nvPicPr>
          <p:cNvPr id="7" name="Picture 6" descr="A black background with white text&#10;&#10;AI-generated content may be incorrect.">
            <a:extLst>
              <a:ext uri="{FF2B5EF4-FFF2-40B4-BE49-F238E27FC236}">
                <a16:creationId xmlns:a16="http://schemas.microsoft.com/office/drawing/2014/main" id="{8CE233AD-9F8A-D297-4EB2-741F8E5FDC72}"/>
              </a:ext>
            </a:extLst>
          </p:cNvPr>
          <p:cNvPicPr>
            <a:picLocks noChangeAspect="1"/>
          </p:cNvPicPr>
          <p:nvPr userDrawn="1"/>
        </p:nvPicPr>
        <p:blipFill>
          <a:blip r:embed="rId42">
            <a:extLst>
              <a:ext uri="{28A0092B-C50C-407E-A947-70E740481C1C}">
                <a14:useLocalDpi xmlns:a14="http://schemas.microsoft.com/office/drawing/2010/main" val="0"/>
              </a:ext>
            </a:extLst>
          </a:blip>
          <a:srcRect b="17751"/>
          <a:stretch>
            <a:fillRect/>
          </a:stretch>
        </p:blipFill>
        <p:spPr>
          <a:xfrm>
            <a:off x="11188014" y="40957"/>
            <a:ext cx="927785" cy="235782"/>
          </a:xfrm>
          <a:prstGeom prst="rect">
            <a:avLst/>
          </a:prstGeom>
        </p:spPr>
      </p:pic>
    </p:spTree>
    <p:extLst>
      <p:ext uri="{BB962C8B-B14F-4D97-AF65-F5344CB8AC3E}">
        <p14:creationId xmlns:p14="http://schemas.microsoft.com/office/powerpoint/2010/main" val="522310388"/>
      </p:ext>
    </p:extLst>
  </p:cSld>
  <p:clrMap bg1="lt1" tx1="dk1" bg2="lt2" tx2="dk2" accent1="accent1" accent2="accent2" accent3="accent3" accent4="accent4" accent5="accent5" accent6="accent6" hlink="hlink" folHlink="folHlink"/>
  <p:sldLayoutIdLst>
    <p:sldLayoutId id="2147483816" r:id="rId1"/>
    <p:sldLayoutId id="2147483817" r:id="rId2"/>
    <p:sldLayoutId id="2147483818" r:id="rId3"/>
    <p:sldLayoutId id="2147483819" r:id="rId4"/>
    <p:sldLayoutId id="2147483820" r:id="rId5"/>
    <p:sldLayoutId id="2147483821" r:id="rId6"/>
    <p:sldLayoutId id="2147483822" r:id="rId7"/>
    <p:sldLayoutId id="2147483823" r:id="rId8"/>
    <p:sldLayoutId id="2147483824" r:id="rId9"/>
    <p:sldLayoutId id="2147483825" r:id="rId10"/>
    <p:sldLayoutId id="2147483826" r:id="rId11"/>
    <p:sldLayoutId id="2147483827" r:id="rId12"/>
    <p:sldLayoutId id="2147483828" r:id="rId13"/>
    <p:sldLayoutId id="2147483829" r:id="rId14"/>
    <p:sldLayoutId id="2147483830" r:id="rId15"/>
    <p:sldLayoutId id="2147483831" r:id="rId16"/>
    <p:sldLayoutId id="2147483832" r:id="rId17"/>
    <p:sldLayoutId id="2147483833" r:id="rId18"/>
  </p:sldLayoutIdLst>
  <p:hf hdr="0" ftr="0" dt="0"/>
  <p:txStyles>
    <p:title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p:titleStyle>
    <p:body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68">
          <p15:clr>
            <a:srgbClr val="5ACBF0"/>
          </p15:clr>
        </p15:guide>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gradFill>
          <a:gsLst>
            <a:gs pos="0">
              <a:schemeClr val="accent1">
                <a:lumMod val="75000"/>
              </a:scheme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4BC40847-AF8B-4097-9A07-2349A751A051}"/>
              </a:ext>
            </a:extLst>
          </p:cNvPr>
          <p:cNvGraphicFramePr>
            <a:graphicFrameLocks noChangeAspect="1"/>
          </p:cNvGraphicFramePr>
          <p:nvPr userDrawn="1">
            <p:custDataLst>
              <p:tags r:id="rId16"/>
            </p:custDataLst>
            <p:extLst>
              <p:ext uri="{D42A27DB-BD31-4B8C-83A1-F6EECF244321}">
                <p14:modId xmlns:p14="http://schemas.microsoft.com/office/powerpoint/2010/main" val="30812180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8" imgW="413" imgH="416" progId="TCLayout.ActiveDocument.1">
                  <p:embed/>
                </p:oleObj>
              </mc:Choice>
              <mc:Fallback>
                <p:oleObj name="think-cell Slide" r:id="rId38" imgW="413" imgH="416" progId="TCLayout.ActiveDocument.1">
                  <p:embed/>
                  <p:pic>
                    <p:nvPicPr>
                      <p:cNvPr id="3" name="Object 2" hidden="1">
                        <a:extLst>
                          <a:ext uri="{FF2B5EF4-FFF2-40B4-BE49-F238E27FC236}">
                            <a16:creationId xmlns:a16="http://schemas.microsoft.com/office/drawing/2014/main" id="{4BC40847-AF8B-4097-9A07-2349A751A051}"/>
                          </a:ext>
                        </a:extLst>
                      </p:cNvPr>
                      <p:cNvPicPr/>
                      <p:nvPr/>
                    </p:nvPicPr>
                    <p:blipFill>
                      <a:blip r:embed="rId3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A194173E-7BB3-47F4-8EAD-18BFC563F97A}"/>
              </a:ext>
            </a:extLst>
          </p:cNvPr>
          <p:cNvSpPr/>
          <p:nvPr userDrawn="1">
            <p:custDataLst>
              <p:tags r:id="rId17"/>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03" name="SlideLogoText" hidden="1">
            <a:extLst>
              <a:ext uri="{FF2B5EF4-FFF2-40B4-BE49-F238E27FC236}">
                <a16:creationId xmlns:a16="http://schemas.microsoft.com/office/drawing/2014/main" id="{69FC0062-74AE-4BDA-ACE7-D069B448DDBC}"/>
              </a:ext>
            </a:extLst>
          </p:cNvPr>
          <p:cNvSpPr txBox="1"/>
          <p:nvPr userDrawn="1">
            <p:custDataLst>
              <p:tags r:id="rId18"/>
            </p:custDataLst>
          </p:nvPr>
        </p:nvSpPr>
        <p:spPr>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mn-lt"/>
              <a:ea typeface="+mn-ea"/>
              <a:cs typeface="Arial" panose="020B0604020202020204" pitchFamily="34" charset="0"/>
            </a:endParaRPr>
          </a:p>
        </p:txBody>
      </p:sp>
      <p:sp>
        <p:nvSpPr>
          <p:cNvPr id="16" name="4. Footnote" hidden="1">
            <a:extLst>
              <a:ext uri="{FF2B5EF4-FFF2-40B4-BE49-F238E27FC236}">
                <a16:creationId xmlns:a16="http://schemas.microsoft.com/office/drawing/2014/main" id="{772E4927-517C-4D61-9929-9FFDE5F31A03}"/>
              </a:ext>
            </a:extLst>
          </p:cNvPr>
          <p:cNvSpPr txBox="1"/>
          <p:nvPr userDrawn="1">
            <p:custDataLst>
              <p:tags r:id="rId19"/>
            </p:custDataLst>
          </p:nvPr>
        </p:nvSpPr>
        <p:spPr>
          <a:xfrm>
            <a:off x="553972" y="6279028"/>
            <a:ext cx="7278624" cy="12311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a:latin typeface="+mn-lt"/>
                <a:ea typeface="+mn-ea"/>
                <a:cs typeface="Arial" panose="020B0604020202020204" pitchFamily="34" charset="0"/>
              </a:rPr>
              <a:t>Footnotes</a:t>
            </a:r>
          </a:p>
        </p:txBody>
      </p:sp>
      <p:sp>
        <p:nvSpPr>
          <p:cNvPr id="57" name="2. Slide Title">
            <a:extLst>
              <a:ext uri="{FF2B5EF4-FFF2-40B4-BE49-F238E27FC236}">
                <a16:creationId xmlns:a16="http://schemas.microsoft.com/office/drawing/2014/main" id="{98FF70AE-7EF6-4E5B-9FFE-B44C852C9FBA}"/>
              </a:ext>
            </a:extLst>
          </p:cNvPr>
          <p:cNvSpPr>
            <a:spLocks noGrp="1"/>
          </p:cNvSpPr>
          <p:nvPr>
            <p:ph type="title"/>
            <p:custDataLst>
              <p:tags r:id="rId20"/>
            </p:custDataLst>
          </p:nvPr>
        </p:nvSpPr>
        <p:spPr>
          <a:xfrm>
            <a:off x="554736" y="172212"/>
            <a:ext cx="11082528" cy="731520"/>
          </a:xfrm>
          <a:prstGeom prst="rect">
            <a:avLst/>
          </a:prstGeom>
        </p:spPr>
        <p:txBody>
          <a:bodyPr vert="horz" wrap="square" lIns="0" tIns="0" rIns="0" bIns="0" rtlCol="0" anchor="b" anchorCtr="0">
            <a:noAutofit/>
          </a:bodyPr>
          <a:lstStyle/>
          <a:p>
            <a:r>
              <a:rPr lang="en-US"/>
              <a:t>Click to edit Master title style</a:t>
            </a:r>
          </a:p>
        </p:txBody>
      </p:sp>
      <p:sp>
        <p:nvSpPr>
          <p:cNvPr id="58" name="Text Placeholder 2">
            <a:extLst>
              <a:ext uri="{FF2B5EF4-FFF2-40B4-BE49-F238E27FC236}">
                <a16:creationId xmlns:a16="http://schemas.microsoft.com/office/drawing/2014/main" id="{192DB789-515B-4504-BE53-6445F2427687}"/>
              </a:ext>
            </a:extLst>
          </p:cNvPr>
          <p:cNvSpPr>
            <a:spLocks noGrp="1"/>
          </p:cNvSpPr>
          <p:nvPr>
            <p:ph type="body" idx="1"/>
          </p:nvPr>
        </p:nvSpPr>
        <p:spPr>
          <a:xfrm>
            <a:off x="554736" y="2171700"/>
            <a:ext cx="11082528" cy="252376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9" name="Grid" hidden="1">
            <a:extLst>
              <a:ext uri="{FF2B5EF4-FFF2-40B4-BE49-F238E27FC236}">
                <a16:creationId xmlns:a16="http://schemas.microsoft.com/office/drawing/2014/main" id="{D35250B8-D61E-4F1A-9ACD-6E1BB958B78E}"/>
              </a:ext>
            </a:extLst>
          </p:cNvPr>
          <p:cNvGrpSpPr/>
          <p:nvPr userDrawn="1">
            <p:custDataLst>
              <p:tags r:id="rId21"/>
            </p:custDataLst>
          </p:nvPr>
        </p:nvGrpSpPr>
        <p:grpSpPr>
          <a:xfrm>
            <a:off x="0" y="0"/>
            <a:ext cx="12190476" cy="6858000"/>
            <a:chOff x="0" y="0"/>
            <a:chExt cx="12190476" cy="6858000"/>
          </a:xfrm>
        </p:grpSpPr>
        <p:sp>
          <p:nvSpPr>
            <p:cNvPr id="60" name="slide margin">
              <a:extLst>
                <a:ext uri="{FF2B5EF4-FFF2-40B4-BE49-F238E27FC236}">
                  <a16:creationId xmlns:a16="http://schemas.microsoft.com/office/drawing/2014/main" id="{B96EBE04-E01D-4922-8601-F1AD43DC4DA0}"/>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rtl="0"/>
              <a:endParaRPr lang="en-US">
                <a:solidFill>
                  <a:schemeClr val="tx1"/>
                </a:solidFill>
                <a:latin typeface="+mn-lt"/>
              </a:endParaRPr>
            </a:p>
          </p:txBody>
        </p:sp>
        <p:cxnSp>
          <p:nvCxnSpPr>
            <p:cNvPr id="61" name="Straight Connector 60">
              <a:extLst>
                <a:ext uri="{FF2B5EF4-FFF2-40B4-BE49-F238E27FC236}">
                  <a16:creationId xmlns:a16="http://schemas.microsoft.com/office/drawing/2014/main" id="{5CA037B0-2A91-4357-A969-80F65F949266}"/>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1BD7C67-EF90-4AA0-BA50-51299E7EEE4C}"/>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719564A-5227-44A7-ABC0-4C6BBC1E2D6F}"/>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D85D0C-74E8-4603-86B8-FCC481122CE8}"/>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7F8BF8BD-68B4-4717-8162-382FFCC9BC9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9DB0B65-FCD8-4DD7-833A-DEED6A420E2A}"/>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8151F3-D51F-4302-95BF-AE8E806F628D}"/>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35A6B330-5ACC-486B-8131-B7F5407825B2}"/>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A5DE7AD-CCFE-4A85-9421-C7CEA9F80DEC}"/>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E2A9A81-75D1-41A9-9821-54FC36E753C1}"/>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6FE52AA-2DD1-4D00-A984-41CDC38B2D7F}"/>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5C9FC50-7177-43E6-9E56-DC9A2E6B7E6E}"/>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73" name="Freeform: Shape 72">
              <a:extLst>
                <a:ext uri="{FF2B5EF4-FFF2-40B4-BE49-F238E27FC236}">
                  <a16:creationId xmlns:a16="http://schemas.microsoft.com/office/drawing/2014/main" id="{BC97F85A-62E2-4591-B8D0-4F068B177B5D}"/>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4" name="Freeform: Shape 73">
              <a:extLst>
                <a:ext uri="{FF2B5EF4-FFF2-40B4-BE49-F238E27FC236}">
                  <a16:creationId xmlns:a16="http://schemas.microsoft.com/office/drawing/2014/main" id="{7F4B967A-CF91-473D-8A35-2BE771F9F59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5" name="Freeform: Shape 74">
              <a:extLst>
                <a:ext uri="{FF2B5EF4-FFF2-40B4-BE49-F238E27FC236}">
                  <a16:creationId xmlns:a16="http://schemas.microsoft.com/office/drawing/2014/main" id="{5AC41621-77EA-4492-8E68-0BE34108294A}"/>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6" name="Freeform: Shape 75">
              <a:extLst>
                <a:ext uri="{FF2B5EF4-FFF2-40B4-BE49-F238E27FC236}">
                  <a16:creationId xmlns:a16="http://schemas.microsoft.com/office/drawing/2014/main" id="{31A06AD2-A9EA-45D9-B15C-089884A54107}"/>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7" name="Freeform: Shape 76">
              <a:extLst>
                <a:ext uri="{FF2B5EF4-FFF2-40B4-BE49-F238E27FC236}">
                  <a16:creationId xmlns:a16="http://schemas.microsoft.com/office/drawing/2014/main" id="{3A7B39CC-379F-4224-9E59-81B1690088A0}"/>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8" name="Freeform: Shape 77">
              <a:extLst>
                <a:ext uri="{FF2B5EF4-FFF2-40B4-BE49-F238E27FC236}">
                  <a16:creationId xmlns:a16="http://schemas.microsoft.com/office/drawing/2014/main" id="{F8002ACB-1459-4214-B28A-B38E8A1FF8A6}"/>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79" name="Freeform: Shape 78">
              <a:extLst>
                <a:ext uri="{FF2B5EF4-FFF2-40B4-BE49-F238E27FC236}">
                  <a16:creationId xmlns:a16="http://schemas.microsoft.com/office/drawing/2014/main" id="{71D59E94-AA3C-4DE0-8345-20C71667A205}"/>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0" name="Freeform: Shape 79">
              <a:extLst>
                <a:ext uri="{FF2B5EF4-FFF2-40B4-BE49-F238E27FC236}">
                  <a16:creationId xmlns:a16="http://schemas.microsoft.com/office/drawing/2014/main" id="{5805F09B-786C-43E4-8288-B1AAF94C8ADE}"/>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1" name="Freeform: Shape 80">
              <a:extLst>
                <a:ext uri="{FF2B5EF4-FFF2-40B4-BE49-F238E27FC236}">
                  <a16:creationId xmlns:a16="http://schemas.microsoft.com/office/drawing/2014/main" id="{5FB23B6E-567C-4896-8B32-DA4C452B4AE7}"/>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2" name="Freeform: Shape 81">
              <a:extLst>
                <a:ext uri="{FF2B5EF4-FFF2-40B4-BE49-F238E27FC236}">
                  <a16:creationId xmlns:a16="http://schemas.microsoft.com/office/drawing/2014/main" id="{9B792231-972E-4476-BAF2-761E10463BA8}"/>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3" name="Freeform: Shape 82">
              <a:extLst>
                <a:ext uri="{FF2B5EF4-FFF2-40B4-BE49-F238E27FC236}">
                  <a16:creationId xmlns:a16="http://schemas.microsoft.com/office/drawing/2014/main" id="{908370B7-3D11-4F78-B977-D8F0DE2694ED}"/>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4" name="Freeform: Shape 83">
              <a:extLst>
                <a:ext uri="{FF2B5EF4-FFF2-40B4-BE49-F238E27FC236}">
                  <a16:creationId xmlns:a16="http://schemas.microsoft.com/office/drawing/2014/main" id="{C11EA99D-D15D-43C2-BF4E-36554B346AB6}"/>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5" name="Freeform: Shape 84">
              <a:extLst>
                <a:ext uri="{FF2B5EF4-FFF2-40B4-BE49-F238E27FC236}">
                  <a16:creationId xmlns:a16="http://schemas.microsoft.com/office/drawing/2014/main" id="{3A72B2F6-0AFF-4E6E-AFFF-60767DB3FA63}"/>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6" name="Freeform: Shape 85">
              <a:extLst>
                <a:ext uri="{FF2B5EF4-FFF2-40B4-BE49-F238E27FC236}">
                  <a16:creationId xmlns:a16="http://schemas.microsoft.com/office/drawing/2014/main" id="{A68F8E74-3AE4-4AF9-9F36-63344C9076D2}"/>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7" name="Freeform: Shape 86">
              <a:extLst>
                <a:ext uri="{FF2B5EF4-FFF2-40B4-BE49-F238E27FC236}">
                  <a16:creationId xmlns:a16="http://schemas.microsoft.com/office/drawing/2014/main" id="{31D5F169-E1D4-48A3-AE5B-F5F1BEF2E7CF}"/>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8" name="Freeform: Shape 87">
              <a:extLst>
                <a:ext uri="{FF2B5EF4-FFF2-40B4-BE49-F238E27FC236}">
                  <a16:creationId xmlns:a16="http://schemas.microsoft.com/office/drawing/2014/main" id="{4230F928-F9B2-4955-9800-74DE09DCE6F2}"/>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89" name="Freeform: Shape 88">
              <a:extLst>
                <a:ext uri="{FF2B5EF4-FFF2-40B4-BE49-F238E27FC236}">
                  <a16:creationId xmlns:a16="http://schemas.microsoft.com/office/drawing/2014/main" id="{37C829A9-6808-4531-8C12-A84988E6DEE1}"/>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0" name="Freeform: Shape 89">
              <a:extLst>
                <a:ext uri="{FF2B5EF4-FFF2-40B4-BE49-F238E27FC236}">
                  <a16:creationId xmlns:a16="http://schemas.microsoft.com/office/drawing/2014/main" id="{7FA5964C-E9C5-4C2F-BD6E-47BAFB5B6D17}"/>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1" name="Freeform: Shape 90">
              <a:extLst>
                <a:ext uri="{FF2B5EF4-FFF2-40B4-BE49-F238E27FC236}">
                  <a16:creationId xmlns:a16="http://schemas.microsoft.com/office/drawing/2014/main" id="{3C168D8D-76CE-4BE5-BE95-79B96300EA3F}"/>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2" name="Freeform: Shape 91">
              <a:extLst>
                <a:ext uri="{FF2B5EF4-FFF2-40B4-BE49-F238E27FC236}">
                  <a16:creationId xmlns:a16="http://schemas.microsoft.com/office/drawing/2014/main" id="{6749465C-813A-45F9-8C3E-5D06C8584929}"/>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3" name="Freeform: Shape 92">
              <a:extLst>
                <a:ext uri="{FF2B5EF4-FFF2-40B4-BE49-F238E27FC236}">
                  <a16:creationId xmlns:a16="http://schemas.microsoft.com/office/drawing/2014/main" id="{53894C26-2473-4C24-B082-48DD1E92241C}"/>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4" name="Freeform: Shape 93">
              <a:extLst>
                <a:ext uri="{FF2B5EF4-FFF2-40B4-BE49-F238E27FC236}">
                  <a16:creationId xmlns:a16="http://schemas.microsoft.com/office/drawing/2014/main" id="{BFDA0320-8435-46CA-B1B3-5203F54A419F}"/>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5" name="Freeform: Shape 94">
              <a:extLst>
                <a:ext uri="{FF2B5EF4-FFF2-40B4-BE49-F238E27FC236}">
                  <a16:creationId xmlns:a16="http://schemas.microsoft.com/office/drawing/2014/main" id="{A42721E4-5D12-459C-AC2E-7CE148AF9062}"/>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6" name="Freeform: Shape 95">
              <a:extLst>
                <a:ext uri="{FF2B5EF4-FFF2-40B4-BE49-F238E27FC236}">
                  <a16:creationId xmlns:a16="http://schemas.microsoft.com/office/drawing/2014/main" id="{8BF7D46B-3779-49D0-BCB4-F2DCE091958D}"/>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sp>
          <p:nvSpPr>
            <p:cNvPr id="97" name="Freeform: Shape 96">
              <a:extLst>
                <a:ext uri="{FF2B5EF4-FFF2-40B4-BE49-F238E27FC236}">
                  <a16:creationId xmlns:a16="http://schemas.microsoft.com/office/drawing/2014/main" id="{634464F0-BD7F-4488-85F0-EC20C24BECAA}"/>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ndParaRPr>
            </a:p>
          </p:txBody>
        </p:sp>
        <p:cxnSp>
          <p:nvCxnSpPr>
            <p:cNvPr id="98" name="Straight Connector 97">
              <a:extLst>
                <a:ext uri="{FF2B5EF4-FFF2-40B4-BE49-F238E27FC236}">
                  <a16:creationId xmlns:a16="http://schemas.microsoft.com/office/drawing/2014/main" id="{82B54541-0CDD-4724-8101-AABFF1207033}"/>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5070398-8D55-4EE2-8CA4-47428E2AF03F}"/>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166891-56D0-4EBC-B681-501401DEF9D4}"/>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13A87E3-D106-41FF-A8CD-C27DABF0103D}"/>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164477D-838D-4C70-ADD7-37AD79A844AA}"/>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2B193C0-8980-4BB2-8E91-7A1C9ABE0B6C}"/>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1A94AAA-1D98-4233-842E-2A2F52812358}"/>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21F2B43-A2DC-42F4-8EA4-A8A4DA6D6FA7}"/>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60F0923-6896-405D-AD16-F097448F3E3D}"/>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BC70D5B1-47D7-451F-B83A-973A26731A22}"/>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3FD9A464-81FE-4829-A1C5-5CCEE42448B3}"/>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F55CAB0-53A2-417F-9F66-C0437933E98B}"/>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47EE77-7495-47CB-BEC9-D5C742DF2B2C}"/>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A942184-696A-4A78-BB9D-3D619B990987}"/>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B5F4EE6-4D4C-4488-80DE-36C83D540765}"/>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D3A42E3-1ED2-4BBE-8B0B-CEA491522F0A}"/>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4162AD8-9037-4220-B19F-7B3A0F44E941}"/>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20FB70-03E4-4D7E-BA41-546EAAB33089}"/>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84D3C92-FDAE-47DB-9457-A9B216922E98}"/>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B5DF0860-265F-4ABC-9F65-0C1D385DAA19}"/>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D878D1D5-E6E5-4FA6-AF6E-95E8AF796777}"/>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1FF29A-4B39-4335-9BD5-ED902309BF79}"/>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3A82A803-5E70-4523-9F20-67F308765C7E}"/>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4208CB2-5882-4416-87C9-284BDAF3367A}"/>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D4116CD-6422-4E26-9703-D3F7C10FCD56}"/>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1AB3A35-E2FF-4178-896B-F08E77092825}"/>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79C539-DD6F-48AA-8F80-27BC682014AF}"/>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2784004E-3271-4D1C-B1EA-CA1E334E0D03}"/>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3657725E-FBF6-491D-9BA1-E6A9727F4F2D}"/>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1244567-76A7-47AF-9353-403D05D533F0}"/>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C47A2A-ED3B-4AD0-ACD5-F8ED92644229}"/>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3E01E5-F569-4020-BCB0-083537701AB0}"/>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1121A42-5912-44C8-B9A3-FDEC8EA70284}"/>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59B1DE7-25C8-4743-8284-FA656D339F55}"/>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26249F1-59FB-44FC-8AF9-D7F90AFBEE2C}"/>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E6D42779-D977-4405-A149-D8DE5B52134A}"/>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7EE8A2F-6AD9-4AE7-B04B-7892891F84AC}"/>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8F4A59A-16C3-4C3A-AB79-FE22721EA641}"/>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5CA3A6CC-1A49-42F6-A318-99D9224BDC91}"/>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2DC3484E-5EF8-49C4-B1F6-75C854D50C80}"/>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3461A54-E77E-414D-B7E0-7364070D9566}"/>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29C48517-171B-43FD-A41C-58C9B531BDB5}"/>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F429932A-1238-48FC-B171-20A3AA531D40}"/>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BED7651-AF04-41D4-9476-5A43476D85BB}"/>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5" name="main body box">
              <a:extLst>
                <a:ext uri="{FF2B5EF4-FFF2-40B4-BE49-F238E27FC236}">
                  <a16:creationId xmlns:a16="http://schemas.microsoft.com/office/drawing/2014/main" id="{100DE417-9DB9-4840-8370-B716FFA27760}"/>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pPr rtl="0"/>
              <a:endParaRPr lang="en-US" sz="1323">
                <a:solidFill>
                  <a:schemeClr val="tx1"/>
                </a:solidFill>
                <a:latin typeface="+mn-lt"/>
              </a:endParaRPr>
            </a:p>
          </p:txBody>
        </p:sp>
        <p:cxnSp>
          <p:nvCxnSpPr>
            <p:cNvPr id="146" name="Straight Connector 145">
              <a:extLst>
                <a:ext uri="{FF2B5EF4-FFF2-40B4-BE49-F238E27FC236}">
                  <a16:creationId xmlns:a16="http://schemas.microsoft.com/office/drawing/2014/main" id="{B93A1E2B-8C80-482F-83BE-384344D09839}"/>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147" name="Straight Connector 146">
              <a:extLst>
                <a:ext uri="{FF2B5EF4-FFF2-40B4-BE49-F238E27FC236}">
                  <a16:creationId xmlns:a16="http://schemas.microsoft.com/office/drawing/2014/main" id="{BEAB22C5-0A46-4041-9158-6DC76EA2F350}"/>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grpSp>
        <p:nvGrpSpPr>
          <p:cNvPr id="187" name="LegendBoxes" hidden="1">
            <a:extLst>
              <a:ext uri="{FF2B5EF4-FFF2-40B4-BE49-F238E27FC236}">
                <a16:creationId xmlns:a16="http://schemas.microsoft.com/office/drawing/2014/main" id="{5048A9C9-0655-49B2-A283-6A54678F321B}"/>
              </a:ext>
            </a:extLst>
          </p:cNvPr>
          <p:cNvGrpSpPr/>
          <p:nvPr userDrawn="1"/>
        </p:nvGrpSpPr>
        <p:grpSpPr>
          <a:xfrm>
            <a:off x="10728000" y="4323600"/>
            <a:ext cx="984864" cy="1717282"/>
            <a:chOff x="9585951" y="2980105"/>
            <a:chExt cx="984864" cy="1717282"/>
          </a:xfrm>
        </p:grpSpPr>
        <p:sp>
          <p:nvSpPr>
            <p:cNvPr id="188" name="RectangleLegend1">
              <a:extLst>
                <a:ext uri="{FF2B5EF4-FFF2-40B4-BE49-F238E27FC236}">
                  <a16:creationId xmlns:a16="http://schemas.microsoft.com/office/drawing/2014/main" id="{8F219674-AEDF-41A7-B3C3-07BD8D165776}"/>
                </a:ext>
              </a:extLst>
            </p:cNvPr>
            <p:cNvSpPr/>
            <p:nvPr/>
          </p:nvSpPr>
          <p:spPr>
            <a:xfrm>
              <a:off x="9585951" y="3001463"/>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89" name="RectangleLegend2">
              <a:extLst>
                <a:ext uri="{FF2B5EF4-FFF2-40B4-BE49-F238E27FC236}">
                  <a16:creationId xmlns:a16="http://schemas.microsoft.com/office/drawing/2014/main" id="{76884974-3CCD-4F11-B109-02708F18B04E}"/>
                </a:ext>
              </a:extLst>
            </p:cNvPr>
            <p:cNvSpPr/>
            <p:nvPr/>
          </p:nvSpPr>
          <p:spPr>
            <a:xfrm>
              <a:off x="9585951" y="3380961"/>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90" name="RectangleLegend3">
              <a:extLst>
                <a:ext uri="{FF2B5EF4-FFF2-40B4-BE49-F238E27FC236}">
                  <a16:creationId xmlns:a16="http://schemas.microsoft.com/office/drawing/2014/main" id="{D440B2EC-6FE5-4259-BA11-DC2E3B68E637}"/>
                </a:ext>
              </a:extLst>
            </p:cNvPr>
            <p:cNvSpPr/>
            <p:nvPr/>
          </p:nvSpPr>
          <p:spPr>
            <a:xfrm>
              <a:off x="9585951" y="3754557"/>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91" name="RectangleLegend4">
              <a:extLst>
                <a:ext uri="{FF2B5EF4-FFF2-40B4-BE49-F238E27FC236}">
                  <a16:creationId xmlns:a16="http://schemas.microsoft.com/office/drawing/2014/main" id="{52FE9D34-332E-47CD-94B8-12A069181C03}"/>
                </a:ext>
              </a:extLst>
            </p:cNvPr>
            <p:cNvSpPr/>
            <p:nvPr/>
          </p:nvSpPr>
          <p:spPr>
            <a:xfrm>
              <a:off x="9585951" y="4128153"/>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92" name="RectangleLegend5">
              <a:extLst>
                <a:ext uri="{FF2B5EF4-FFF2-40B4-BE49-F238E27FC236}">
                  <a16:creationId xmlns:a16="http://schemas.microsoft.com/office/drawing/2014/main" id="{1D6EA8D9-42BE-4743-876B-1050D1436021}"/>
                </a:ext>
              </a:extLst>
            </p:cNvPr>
            <p:cNvSpPr/>
            <p:nvPr/>
          </p:nvSpPr>
          <p:spPr>
            <a:xfrm>
              <a:off x="9585951" y="4501749"/>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rtl="0"/>
              <a:endParaRPr lang="en-US" sz="1400">
                <a:solidFill>
                  <a:schemeClr val="tx1"/>
                </a:solidFill>
              </a:endParaRPr>
            </a:p>
          </p:txBody>
        </p:sp>
        <p:sp>
          <p:nvSpPr>
            <p:cNvPr id="193" name="Legend1">
              <a:extLst>
                <a:ext uri="{FF2B5EF4-FFF2-40B4-BE49-F238E27FC236}">
                  <a16:creationId xmlns:a16="http://schemas.microsoft.com/office/drawing/2014/main" id="{50F3208A-D1A9-4DEE-B968-1381D0DE88E8}"/>
                </a:ext>
              </a:extLst>
            </p:cNvPr>
            <p:cNvSpPr txBox="1"/>
            <p:nvPr/>
          </p:nvSpPr>
          <p:spPr>
            <a:xfrm>
              <a:off x="9912097" y="2980105"/>
              <a:ext cx="658718"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94" name="Legend2">
              <a:extLst>
                <a:ext uri="{FF2B5EF4-FFF2-40B4-BE49-F238E27FC236}">
                  <a16:creationId xmlns:a16="http://schemas.microsoft.com/office/drawing/2014/main" id="{69AC8C80-52E4-4497-A147-009E23FB42A5}"/>
                </a:ext>
              </a:extLst>
            </p:cNvPr>
            <p:cNvSpPr txBox="1"/>
            <p:nvPr/>
          </p:nvSpPr>
          <p:spPr>
            <a:xfrm>
              <a:off x="9912097" y="3359603"/>
              <a:ext cx="658718"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95" name="Legend3">
              <a:extLst>
                <a:ext uri="{FF2B5EF4-FFF2-40B4-BE49-F238E27FC236}">
                  <a16:creationId xmlns:a16="http://schemas.microsoft.com/office/drawing/2014/main" id="{218BEB5C-C19E-451D-B538-56A492CF74C6}"/>
                </a:ext>
              </a:extLst>
            </p:cNvPr>
            <p:cNvSpPr txBox="1"/>
            <p:nvPr/>
          </p:nvSpPr>
          <p:spPr>
            <a:xfrm>
              <a:off x="9912097" y="3739101"/>
              <a:ext cx="658718"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96" name="Legend4">
              <a:extLst>
                <a:ext uri="{FF2B5EF4-FFF2-40B4-BE49-F238E27FC236}">
                  <a16:creationId xmlns:a16="http://schemas.microsoft.com/office/drawing/2014/main" id="{B77C1590-32D9-4A52-8AF0-454D06E80BF2}"/>
                </a:ext>
              </a:extLst>
            </p:cNvPr>
            <p:cNvSpPr txBox="1"/>
            <p:nvPr/>
          </p:nvSpPr>
          <p:spPr>
            <a:xfrm>
              <a:off x="9912097" y="4110522"/>
              <a:ext cx="658718"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97" name="Legend5">
              <a:extLst>
                <a:ext uri="{FF2B5EF4-FFF2-40B4-BE49-F238E27FC236}">
                  <a16:creationId xmlns:a16="http://schemas.microsoft.com/office/drawing/2014/main" id="{A40A9DB6-E1B2-47A6-8B66-4FCDC31DD600}"/>
                </a:ext>
              </a:extLst>
            </p:cNvPr>
            <p:cNvSpPr txBox="1"/>
            <p:nvPr/>
          </p:nvSpPr>
          <p:spPr>
            <a:xfrm>
              <a:off x="9912097" y="4481943"/>
              <a:ext cx="653111"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grpSp>
      <p:grpSp>
        <p:nvGrpSpPr>
          <p:cNvPr id="148" name="LegendMoons" hidden="1">
            <a:extLst>
              <a:ext uri="{FF2B5EF4-FFF2-40B4-BE49-F238E27FC236}">
                <a16:creationId xmlns:a16="http://schemas.microsoft.com/office/drawing/2014/main" id="{DDFB4BFF-188C-450D-B4D3-DF8BD2DB3D7F}"/>
              </a:ext>
            </a:extLst>
          </p:cNvPr>
          <p:cNvGrpSpPr/>
          <p:nvPr userDrawn="1"/>
        </p:nvGrpSpPr>
        <p:grpSpPr>
          <a:xfrm>
            <a:off x="10692000" y="1339200"/>
            <a:ext cx="1023616" cy="1731859"/>
            <a:chOff x="7723680" y="1702457"/>
            <a:chExt cx="1023616" cy="1731859"/>
          </a:xfrm>
        </p:grpSpPr>
        <p:sp>
          <p:nvSpPr>
            <p:cNvPr id="149" name="Legend1">
              <a:extLst>
                <a:ext uri="{FF2B5EF4-FFF2-40B4-BE49-F238E27FC236}">
                  <a16:creationId xmlns:a16="http://schemas.microsoft.com/office/drawing/2014/main" id="{66D8D147-F2B4-4250-9C41-767555E14320}"/>
                </a:ext>
              </a:extLst>
            </p:cNvPr>
            <p:cNvSpPr txBox="1"/>
            <p:nvPr/>
          </p:nvSpPr>
          <p:spPr>
            <a:xfrm>
              <a:off x="8076312" y="1709816"/>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50" name="Legend2">
              <a:extLst>
                <a:ext uri="{FF2B5EF4-FFF2-40B4-BE49-F238E27FC236}">
                  <a16:creationId xmlns:a16="http://schemas.microsoft.com/office/drawing/2014/main" id="{E9DCC6EC-92E6-47D0-B23D-94365AC17441}"/>
                </a:ext>
              </a:extLst>
            </p:cNvPr>
            <p:cNvSpPr txBox="1"/>
            <p:nvPr/>
          </p:nvSpPr>
          <p:spPr>
            <a:xfrm>
              <a:off x="8076312" y="2085275"/>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51" name="Legend3">
              <a:extLst>
                <a:ext uri="{FF2B5EF4-FFF2-40B4-BE49-F238E27FC236}">
                  <a16:creationId xmlns:a16="http://schemas.microsoft.com/office/drawing/2014/main" id="{8451F4C0-E484-44FD-B923-EE0B1E1D1274}"/>
                </a:ext>
              </a:extLst>
            </p:cNvPr>
            <p:cNvSpPr txBox="1"/>
            <p:nvPr/>
          </p:nvSpPr>
          <p:spPr>
            <a:xfrm>
              <a:off x="8076312" y="2460734"/>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52" name="Legend4">
              <a:extLst>
                <a:ext uri="{FF2B5EF4-FFF2-40B4-BE49-F238E27FC236}">
                  <a16:creationId xmlns:a16="http://schemas.microsoft.com/office/drawing/2014/main" id="{508A2D78-9A17-4FB2-A405-02E4BB25DD6C}"/>
                </a:ext>
              </a:extLst>
            </p:cNvPr>
            <p:cNvSpPr txBox="1"/>
            <p:nvPr/>
          </p:nvSpPr>
          <p:spPr>
            <a:xfrm>
              <a:off x="8076312" y="2836193"/>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53" name="Legend5">
              <a:extLst>
                <a:ext uri="{FF2B5EF4-FFF2-40B4-BE49-F238E27FC236}">
                  <a16:creationId xmlns:a16="http://schemas.microsoft.com/office/drawing/2014/main" id="{CF32E1C9-EF64-41BC-8B8E-B7FED880E653}"/>
                </a:ext>
              </a:extLst>
            </p:cNvPr>
            <p:cNvSpPr txBox="1"/>
            <p:nvPr/>
          </p:nvSpPr>
          <p:spPr>
            <a:xfrm>
              <a:off x="8076312" y="3211654"/>
              <a:ext cx="670984"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grpSp>
          <p:nvGrpSpPr>
            <p:cNvPr id="154" name="MoonLegend1">
              <a:extLst>
                <a:ext uri="{FF2B5EF4-FFF2-40B4-BE49-F238E27FC236}">
                  <a16:creationId xmlns:a16="http://schemas.microsoft.com/office/drawing/2014/main" id="{496CCEDB-0BDA-47D9-9BA4-03BD59D6EEC2}"/>
                </a:ext>
              </a:extLst>
            </p:cNvPr>
            <p:cNvGrpSpPr>
              <a:grpSpLocks noChangeAspect="1"/>
            </p:cNvGrpSpPr>
            <p:nvPr>
              <p:custDataLst>
                <p:tags r:id="rId23"/>
              </p:custDataLst>
            </p:nvPr>
          </p:nvGrpSpPr>
          <p:grpSpPr>
            <a:xfrm>
              <a:off x="7723680" y="1702457"/>
              <a:ext cx="228600" cy="228600"/>
              <a:chOff x="762000" y="1270000"/>
              <a:chExt cx="254000" cy="254000"/>
            </a:xfrm>
          </p:grpSpPr>
          <p:sp>
            <p:nvSpPr>
              <p:cNvPr id="167" name="Oval 166">
                <a:extLst>
                  <a:ext uri="{FF2B5EF4-FFF2-40B4-BE49-F238E27FC236}">
                    <a16:creationId xmlns:a16="http://schemas.microsoft.com/office/drawing/2014/main" id="{F21E8F0F-ACA9-405E-8484-3FE9B6124FFD}"/>
                  </a:ext>
                </a:extLst>
              </p:cNvPr>
              <p:cNvSpPr/>
              <p:nvPr>
                <p:custDataLst>
                  <p:tags r:id="rId36"/>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8" name="Arc 167" hidden="1">
                <a:extLst>
                  <a:ext uri="{FF2B5EF4-FFF2-40B4-BE49-F238E27FC236}">
                    <a16:creationId xmlns:a16="http://schemas.microsoft.com/office/drawing/2014/main" id="{315D8D40-04AC-475B-AFC0-F08E492D131D}"/>
                  </a:ext>
                </a:extLst>
              </p:cNvPr>
              <p:cNvSpPr/>
              <p:nvPr>
                <p:custDataLst>
                  <p:tags r:id="rId37"/>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nvGrpSpPr>
            <p:cNvPr id="155" name="MoonLegend2">
              <a:extLst>
                <a:ext uri="{FF2B5EF4-FFF2-40B4-BE49-F238E27FC236}">
                  <a16:creationId xmlns:a16="http://schemas.microsoft.com/office/drawing/2014/main" id="{BCF3BE62-91BA-488B-84C7-3FE20CFBDB9A}"/>
                </a:ext>
              </a:extLst>
            </p:cNvPr>
            <p:cNvGrpSpPr>
              <a:grpSpLocks noChangeAspect="1"/>
            </p:cNvGrpSpPr>
            <p:nvPr>
              <p:custDataLst>
                <p:tags r:id="rId24"/>
              </p:custDataLst>
            </p:nvPr>
          </p:nvGrpSpPr>
          <p:grpSpPr>
            <a:xfrm>
              <a:off x="7723680" y="2078270"/>
              <a:ext cx="228600" cy="228600"/>
              <a:chOff x="762000" y="1270000"/>
              <a:chExt cx="254000" cy="254000"/>
            </a:xfrm>
          </p:grpSpPr>
          <p:sp>
            <p:nvSpPr>
              <p:cNvPr id="165" name="Oval 164">
                <a:extLst>
                  <a:ext uri="{FF2B5EF4-FFF2-40B4-BE49-F238E27FC236}">
                    <a16:creationId xmlns:a16="http://schemas.microsoft.com/office/drawing/2014/main" id="{D27FF75E-C9E0-4D28-8F47-85C2D2EE375F}"/>
                  </a:ext>
                </a:extLst>
              </p:cNvPr>
              <p:cNvSpPr/>
              <p:nvPr>
                <p:custDataLst>
                  <p:tags r:id="rId34"/>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6" name="Arc 165">
                <a:extLst>
                  <a:ext uri="{FF2B5EF4-FFF2-40B4-BE49-F238E27FC236}">
                    <a16:creationId xmlns:a16="http://schemas.microsoft.com/office/drawing/2014/main" id="{BDC4F596-0330-4D95-8A02-83794DACDB00}"/>
                  </a:ext>
                </a:extLst>
              </p:cNvPr>
              <p:cNvSpPr/>
              <p:nvPr>
                <p:custDataLst>
                  <p:tags r:id="rId35"/>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nvGrpSpPr>
            <p:cNvPr id="156" name="MoonLegend3">
              <a:extLst>
                <a:ext uri="{FF2B5EF4-FFF2-40B4-BE49-F238E27FC236}">
                  <a16:creationId xmlns:a16="http://schemas.microsoft.com/office/drawing/2014/main" id="{E4482EDB-85E9-4926-9441-26A85880E202}"/>
                </a:ext>
              </a:extLst>
            </p:cNvPr>
            <p:cNvGrpSpPr>
              <a:grpSpLocks noChangeAspect="1"/>
            </p:cNvGrpSpPr>
            <p:nvPr>
              <p:custDataLst>
                <p:tags r:id="rId25"/>
              </p:custDataLst>
            </p:nvPr>
          </p:nvGrpSpPr>
          <p:grpSpPr>
            <a:xfrm>
              <a:off x="7723680" y="2454085"/>
              <a:ext cx="228600" cy="228600"/>
              <a:chOff x="762000" y="1270000"/>
              <a:chExt cx="254000" cy="254000"/>
            </a:xfrm>
          </p:grpSpPr>
          <p:sp>
            <p:nvSpPr>
              <p:cNvPr id="163" name="Oval 162">
                <a:extLst>
                  <a:ext uri="{FF2B5EF4-FFF2-40B4-BE49-F238E27FC236}">
                    <a16:creationId xmlns:a16="http://schemas.microsoft.com/office/drawing/2014/main" id="{6B270099-CB45-46A3-8BC6-ADF0FABD3567}"/>
                  </a:ext>
                </a:extLst>
              </p:cNvPr>
              <p:cNvSpPr/>
              <p:nvPr>
                <p:custDataLst>
                  <p:tags r:id="rId32"/>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4" name="Arc 163">
                <a:extLst>
                  <a:ext uri="{FF2B5EF4-FFF2-40B4-BE49-F238E27FC236}">
                    <a16:creationId xmlns:a16="http://schemas.microsoft.com/office/drawing/2014/main" id="{4D910DDA-12F5-450E-85C1-CD98B4A9EE80}"/>
                  </a:ext>
                </a:extLst>
              </p:cNvPr>
              <p:cNvSpPr/>
              <p:nvPr>
                <p:custDataLst>
                  <p:tags r:id="rId33"/>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nvGrpSpPr>
            <p:cNvPr id="157" name="MoonLegend4">
              <a:extLst>
                <a:ext uri="{FF2B5EF4-FFF2-40B4-BE49-F238E27FC236}">
                  <a16:creationId xmlns:a16="http://schemas.microsoft.com/office/drawing/2014/main" id="{2606D4D9-DA1B-4BEB-8CC9-41FDA33CC5A0}"/>
                </a:ext>
              </a:extLst>
            </p:cNvPr>
            <p:cNvGrpSpPr>
              <a:grpSpLocks noChangeAspect="1"/>
            </p:cNvGrpSpPr>
            <p:nvPr>
              <p:custDataLst>
                <p:tags r:id="rId26"/>
              </p:custDataLst>
            </p:nvPr>
          </p:nvGrpSpPr>
          <p:grpSpPr>
            <a:xfrm>
              <a:off x="7723680" y="2829900"/>
              <a:ext cx="228600" cy="228600"/>
              <a:chOff x="762000" y="1270000"/>
              <a:chExt cx="254000" cy="254000"/>
            </a:xfrm>
          </p:grpSpPr>
          <p:sp>
            <p:nvSpPr>
              <p:cNvPr id="161" name="Oval 160">
                <a:extLst>
                  <a:ext uri="{FF2B5EF4-FFF2-40B4-BE49-F238E27FC236}">
                    <a16:creationId xmlns:a16="http://schemas.microsoft.com/office/drawing/2014/main" id="{81477097-8655-4968-A993-EA579ADDDBCF}"/>
                  </a:ext>
                </a:extLst>
              </p:cNvPr>
              <p:cNvSpPr/>
              <p:nvPr>
                <p:custDataLst>
                  <p:tags r:id="rId30"/>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2" name="Arc 161">
                <a:extLst>
                  <a:ext uri="{FF2B5EF4-FFF2-40B4-BE49-F238E27FC236}">
                    <a16:creationId xmlns:a16="http://schemas.microsoft.com/office/drawing/2014/main" id="{EAFFF099-23A4-4400-9308-28EB2E760A74}"/>
                  </a:ext>
                </a:extLst>
              </p:cNvPr>
              <p:cNvSpPr/>
              <p:nvPr>
                <p:custDataLst>
                  <p:tags r:id="rId31"/>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nvGrpSpPr>
            <p:cNvPr id="158" name="MoonLegend5">
              <a:extLst>
                <a:ext uri="{FF2B5EF4-FFF2-40B4-BE49-F238E27FC236}">
                  <a16:creationId xmlns:a16="http://schemas.microsoft.com/office/drawing/2014/main" id="{157F392C-3A22-465F-B4F0-A7E9FD7A01A1}"/>
                </a:ext>
              </a:extLst>
            </p:cNvPr>
            <p:cNvGrpSpPr>
              <a:grpSpLocks noChangeAspect="1"/>
            </p:cNvGrpSpPr>
            <p:nvPr>
              <p:custDataLst>
                <p:tags r:id="rId27"/>
              </p:custDataLst>
            </p:nvPr>
          </p:nvGrpSpPr>
          <p:grpSpPr>
            <a:xfrm>
              <a:off x="7723680" y="3205716"/>
              <a:ext cx="228600" cy="228600"/>
              <a:chOff x="762000" y="1270000"/>
              <a:chExt cx="254000" cy="254000"/>
            </a:xfrm>
          </p:grpSpPr>
          <p:sp>
            <p:nvSpPr>
              <p:cNvPr id="159" name="Oval 158">
                <a:extLst>
                  <a:ext uri="{FF2B5EF4-FFF2-40B4-BE49-F238E27FC236}">
                    <a16:creationId xmlns:a16="http://schemas.microsoft.com/office/drawing/2014/main" id="{BE9440E9-0BAB-4509-A556-8A80E9683FAB}"/>
                  </a:ext>
                </a:extLst>
              </p:cNvPr>
              <p:cNvSpPr/>
              <p:nvPr>
                <p:custDataLst>
                  <p:tags r:id="rId28"/>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solidFill>
                    <a:schemeClr val="tx1"/>
                  </a:solidFill>
                </a:endParaRPr>
              </a:p>
            </p:txBody>
          </p:sp>
          <p:sp>
            <p:nvSpPr>
              <p:cNvPr id="160" name="Arc 159">
                <a:extLst>
                  <a:ext uri="{FF2B5EF4-FFF2-40B4-BE49-F238E27FC236}">
                    <a16:creationId xmlns:a16="http://schemas.microsoft.com/office/drawing/2014/main" id="{CA6DB424-2E98-4F1D-87A4-EE09FA805687}"/>
                  </a:ext>
                </a:extLst>
              </p:cNvPr>
              <p:cNvSpPr/>
              <p:nvPr>
                <p:custDataLst>
                  <p:tags r:id="rId29"/>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rtl="0"/>
                <a:endParaRPr lang="en-US"/>
              </a:p>
            </p:txBody>
          </p:sp>
        </p:grpSp>
      </p:grpSp>
      <p:grpSp>
        <p:nvGrpSpPr>
          <p:cNvPr id="169" name="Sticker" hidden="1">
            <a:extLst>
              <a:ext uri="{FF2B5EF4-FFF2-40B4-BE49-F238E27FC236}">
                <a16:creationId xmlns:a16="http://schemas.microsoft.com/office/drawing/2014/main" id="{2FA9271D-5EE0-4D66-9FDF-E4D1535949E8}"/>
              </a:ext>
            </a:extLst>
          </p:cNvPr>
          <p:cNvGrpSpPr>
            <a:grpSpLocks noChangeAspect="1"/>
          </p:cNvGrpSpPr>
          <p:nvPr userDrawn="1"/>
        </p:nvGrpSpPr>
        <p:grpSpPr bwMode="gray">
          <a:xfrm>
            <a:off x="558192" y="1289273"/>
            <a:ext cx="429605" cy="156997"/>
            <a:chOff x="8456447" y="272180"/>
            <a:chExt cx="322188" cy="156966"/>
          </a:xfrm>
        </p:grpSpPr>
        <p:sp>
          <p:nvSpPr>
            <p:cNvPr id="170" name="StickerRectangle">
              <a:extLst>
                <a:ext uri="{FF2B5EF4-FFF2-40B4-BE49-F238E27FC236}">
                  <a16:creationId xmlns:a16="http://schemas.microsoft.com/office/drawing/2014/main" id="{27342EFB-A6AF-4379-A9C9-4F8DD97D160E}"/>
                </a:ext>
              </a:extLst>
            </p:cNvPr>
            <p:cNvSpPr>
              <a:spLocks noChangeArrowheads="1"/>
            </p:cNvSpPr>
            <p:nvPr userDrawn="1"/>
          </p:nvSpPr>
          <p:spPr bwMode="gray">
            <a:xfrm>
              <a:off x="8456447" y="272180"/>
              <a:ext cx="322188" cy="156966"/>
            </a:xfrm>
            <a:prstGeom prst="leftRightArrow">
              <a:avLst>
                <a:gd name="adj1" fmla="val 100000"/>
                <a:gd name="adj2" fmla="val 0"/>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18288" anchor="t" anchorCtr="0">
              <a:spAutoFit/>
            </a:bodyPr>
            <a:lstStyle/>
            <a:p>
              <a:pPr algn="l" defTabSz="1193860" rtl="0">
                <a:buClr>
                  <a:schemeClr val="tx2"/>
                </a:buClr>
              </a:pPr>
              <a:r>
                <a:rPr lang="en-US" sz="900" b="1" spc="50">
                  <a:ln w="3175">
                    <a:noFill/>
                  </a:ln>
                  <a:solidFill>
                    <a:schemeClr val="tx1"/>
                  </a:solidFill>
                </a:rPr>
                <a:t>Sticker</a:t>
              </a:r>
              <a:endParaRPr lang="en-US" sz="800" baseline="0">
                <a:solidFill>
                  <a:schemeClr val="tx1"/>
                </a:solidFill>
                <a:latin typeface="+mn-lt"/>
                <a:ea typeface="+mn-ea"/>
              </a:endParaRPr>
            </a:p>
          </p:txBody>
        </p:sp>
        <p:cxnSp>
          <p:nvCxnSpPr>
            <p:cNvPr id="171" name="StickerUnderline">
              <a:extLst>
                <a:ext uri="{FF2B5EF4-FFF2-40B4-BE49-F238E27FC236}">
                  <a16:creationId xmlns:a16="http://schemas.microsoft.com/office/drawing/2014/main" id="{AC518518-EC41-445B-B558-9DBD24A778EA}"/>
                </a:ext>
              </a:extLst>
            </p:cNvPr>
            <p:cNvCxnSpPr>
              <a:cxnSpLocks noChangeShapeType="1"/>
              <a:stCxn id="170" idx="4"/>
              <a:endCxn id="170" idx="6"/>
            </p:cNvCxnSpPr>
            <p:nvPr/>
          </p:nvCxnSpPr>
          <p:spPr bwMode="gray">
            <a:xfrm>
              <a:off x="8456447" y="429146"/>
              <a:ext cx="322188" cy="0"/>
            </a:xfrm>
            <a:prstGeom prst="straightConnector1">
              <a:avLst/>
            </a:prstGeom>
            <a:noFill/>
            <a:ln w="4191">
              <a:solidFill>
                <a:schemeClr val="tx1"/>
              </a:solidFill>
              <a:round/>
              <a:headEnd/>
              <a:tailEnd/>
            </a:ln>
            <a:extLst>
              <a:ext uri="{909E8E84-426E-40DD-AFC4-6F175D3DCCD1}">
                <a14:hiddenFill xmlns:a14="http://schemas.microsoft.com/office/drawing/2010/main">
                  <a:noFill/>
                </a14:hiddenFill>
              </a:ext>
            </a:extLst>
          </p:spPr>
        </p:cxnSp>
      </p:grpSp>
      <p:grpSp>
        <p:nvGrpSpPr>
          <p:cNvPr id="179" name="LegendLines" hidden="1">
            <a:extLst>
              <a:ext uri="{FF2B5EF4-FFF2-40B4-BE49-F238E27FC236}">
                <a16:creationId xmlns:a16="http://schemas.microsoft.com/office/drawing/2014/main" id="{BA3F11B7-574B-46B5-AA05-051B7C0195CA}"/>
              </a:ext>
            </a:extLst>
          </p:cNvPr>
          <p:cNvGrpSpPr/>
          <p:nvPr userDrawn="1"/>
        </p:nvGrpSpPr>
        <p:grpSpPr>
          <a:xfrm>
            <a:off x="10440000" y="3243600"/>
            <a:ext cx="1269335" cy="958286"/>
            <a:chOff x="4372690" y="3739101"/>
            <a:chExt cx="1269335" cy="958286"/>
          </a:xfrm>
        </p:grpSpPr>
        <p:sp>
          <p:nvSpPr>
            <p:cNvPr id="180" name="Legend1">
              <a:extLst>
                <a:ext uri="{FF2B5EF4-FFF2-40B4-BE49-F238E27FC236}">
                  <a16:creationId xmlns:a16="http://schemas.microsoft.com/office/drawing/2014/main" id="{A89F3277-B9B0-4605-94B5-1A0F3CF3FD94}"/>
                </a:ext>
              </a:extLst>
            </p:cNvPr>
            <p:cNvSpPr txBox="1"/>
            <p:nvPr/>
          </p:nvSpPr>
          <p:spPr>
            <a:xfrm>
              <a:off x="4988914" y="3739101"/>
              <a:ext cx="653111"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81" name="Legend2">
              <a:extLst>
                <a:ext uri="{FF2B5EF4-FFF2-40B4-BE49-F238E27FC236}">
                  <a16:creationId xmlns:a16="http://schemas.microsoft.com/office/drawing/2014/main" id="{728FD0F6-6F17-4DBC-A433-275600325C11}"/>
                </a:ext>
              </a:extLst>
            </p:cNvPr>
            <p:cNvSpPr txBox="1"/>
            <p:nvPr/>
          </p:nvSpPr>
          <p:spPr>
            <a:xfrm>
              <a:off x="4988914" y="4110522"/>
              <a:ext cx="653111"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82" name="Legend3">
              <a:extLst>
                <a:ext uri="{FF2B5EF4-FFF2-40B4-BE49-F238E27FC236}">
                  <a16:creationId xmlns:a16="http://schemas.microsoft.com/office/drawing/2014/main" id="{824D0AAE-0E8B-4539-A5E0-724A7C2C5FB7}"/>
                </a:ext>
              </a:extLst>
            </p:cNvPr>
            <p:cNvSpPr txBox="1"/>
            <p:nvPr/>
          </p:nvSpPr>
          <p:spPr>
            <a:xfrm>
              <a:off x="4988914" y="4481943"/>
              <a:ext cx="653111" cy="215444"/>
            </a:xfrm>
            <a:prstGeom prst="rect">
              <a:avLst/>
            </a:prstGeom>
            <a:noFill/>
            <a:ln>
              <a:noFill/>
              <a:miter lim="800000"/>
            </a:ln>
          </p:spPr>
          <p:txBody>
            <a:bodyPr wrap="square" lIns="0" tIns="0" rIns="0" bIns="0" rtlCol="0" anchor="ctr" anchorCtr="0">
              <a:spAutoFit/>
            </a:bodyPr>
            <a:lstStyle/>
            <a:p>
              <a:pPr rtl="0">
                <a:spcAft>
                  <a:spcPts val="600"/>
                </a:spcAft>
              </a:pPr>
              <a:r>
                <a:rPr lang="en-US" sz="1400"/>
                <a:t>Legend</a:t>
              </a:r>
            </a:p>
          </p:txBody>
        </p:sp>
        <p:sp>
          <p:nvSpPr>
            <p:cNvPr id="183" name="LineLegend3">
              <a:extLst>
                <a:ext uri="{FF2B5EF4-FFF2-40B4-BE49-F238E27FC236}">
                  <a16:creationId xmlns:a16="http://schemas.microsoft.com/office/drawing/2014/main" id="{15B966CE-74A4-42D7-84D1-50EE1BD807B7}"/>
                </a:ext>
              </a:extLst>
            </p:cNvPr>
            <p:cNvSpPr>
              <a:spLocks noChangeShapeType="1"/>
            </p:cNvSpPr>
            <p:nvPr/>
          </p:nvSpPr>
          <p:spPr bwMode="gray">
            <a:xfrm>
              <a:off x="4372690" y="4588113"/>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rtl="0"/>
              <a:endParaRPr lang="en-US" baseline="0">
                <a:latin typeface="+mn-lt"/>
                <a:ea typeface="+mn-ea"/>
              </a:endParaRPr>
            </a:p>
          </p:txBody>
        </p:sp>
        <p:sp>
          <p:nvSpPr>
            <p:cNvPr id="184" name="LineLegend2">
              <a:extLst>
                <a:ext uri="{FF2B5EF4-FFF2-40B4-BE49-F238E27FC236}">
                  <a16:creationId xmlns:a16="http://schemas.microsoft.com/office/drawing/2014/main" id="{4AD11E2E-205C-4B89-BD31-DA18921C3385}"/>
                </a:ext>
              </a:extLst>
            </p:cNvPr>
            <p:cNvSpPr>
              <a:spLocks noChangeShapeType="1"/>
            </p:cNvSpPr>
            <p:nvPr/>
          </p:nvSpPr>
          <p:spPr bwMode="gray">
            <a:xfrm>
              <a:off x="4372690" y="4214754"/>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rtl="0"/>
              <a:endParaRPr lang="en-US" baseline="0">
                <a:latin typeface="+mn-lt"/>
                <a:ea typeface="+mn-ea"/>
              </a:endParaRPr>
            </a:p>
          </p:txBody>
        </p:sp>
        <p:sp>
          <p:nvSpPr>
            <p:cNvPr id="185" name="LineLegend1">
              <a:extLst>
                <a:ext uri="{FF2B5EF4-FFF2-40B4-BE49-F238E27FC236}">
                  <a16:creationId xmlns:a16="http://schemas.microsoft.com/office/drawing/2014/main" id="{393D5D55-EAFF-4EBE-B2CF-AF057C324E68}"/>
                </a:ext>
              </a:extLst>
            </p:cNvPr>
            <p:cNvSpPr>
              <a:spLocks noChangeShapeType="1"/>
            </p:cNvSpPr>
            <p:nvPr/>
          </p:nvSpPr>
          <p:spPr bwMode="gray">
            <a:xfrm>
              <a:off x="4372690" y="3846823"/>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rtl="0"/>
              <a:endParaRPr lang="en-US" baseline="0">
                <a:latin typeface="+mn-lt"/>
                <a:ea typeface="+mn-ea"/>
              </a:endParaRPr>
            </a:p>
          </p:txBody>
        </p:sp>
      </p:grpSp>
      <p:sp>
        <p:nvSpPr>
          <p:cNvPr id="4" name="Slide Number">
            <a:extLst>
              <a:ext uri="{FF2B5EF4-FFF2-40B4-BE49-F238E27FC236}">
                <a16:creationId xmlns:a16="http://schemas.microsoft.com/office/drawing/2014/main" id="{560C5A5C-4615-5803-EB92-A9C640BC50C3}"/>
              </a:ext>
            </a:extLst>
          </p:cNvPr>
          <p:cNvSpPr>
            <a:spLocks noChangeArrowheads="1"/>
          </p:cNvSpPr>
          <p:nvPr userDrawn="1">
            <p:custDataLst>
              <p:tags r:id="rId22"/>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2"/>
                </a:solidFill>
                <a:latin typeface="+mn-lt"/>
                <a:ea typeface="+mn-ea"/>
                <a:cs typeface="Arial" panose="020B0604020202020204" pitchFamily="34" charset="0"/>
              </a:rPr>
              <a:pPr algn="r" defTabSz="610744" rtl="0" fontAlgn="auto">
                <a:spcBef>
                  <a:spcPts val="0"/>
                </a:spcBef>
                <a:spcAft>
                  <a:spcPts val="0"/>
                </a:spcAft>
                <a:defRPr/>
              </a:pPr>
              <a:t>‹#›</a:t>
            </a:fld>
            <a:endParaRPr lang="en-US" sz="900">
              <a:solidFill>
                <a:schemeClr val="tx2"/>
              </a:solidFill>
              <a:latin typeface="+mn-lt"/>
              <a:ea typeface="+mn-ea"/>
              <a:cs typeface="Arial" panose="020B0604020202020204" pitchFamily="34" charset="0"/>
            </a:endParaRPr>
          </a:p>
        </p:txBody>
      </p:sp>
      <p:pic>
        <p:nvPicPr>
          <p:cNvPr id="5" name="Picture 4" descr="A black background with white text and blue letters&#10;&#10;AI-generated content may be incorrect.">
            <a:extLst>
              <a:ext uri="{FF2B5EF4-FFF2-40B4-BE49-F238E27FC236}">
                <a16:creationId xmlns:a16="http://schemas.microsoft.com/office/drawing/2014/main" id="{3F9A145C-069E-5CEB-50AC-1863D7E78C92}"/>
              </a:ext>
            </a:extLst>
          </p:cNvPr>
          <p:cNvPicPr>
            <a:picLocks noChangeAspect="1"/>
          </p:cNvPicPr>
          <p:nvPr userDrawn="1"/>
        </p:nvPicPr>
        <p:blipFill>
          <a:blip r:embed="rId40">
            <a:extLst>
              <a:ext uri="{28A0092B-C50C-407E-A947-70E740481C1C}">
                <a14:useLocalDpi xmlns:a14="http://schemas.microsoft.com/office/drawing/2010/main" val="0"/>
              </a:ext>
            </a:extLst>
          </a:blip>
          <a:stretch>
            <a:fillRect/>
          </a:stretch>
        </p:blipFill>
        <p:spPr>
          <a:xfrm>
            <a:off x="10903088" y="-40061"/>
            <a:ext cx="1182627" cy="416085"/>
          </a:xfrm>
          <a:prstGeom prst="rect">
            <a:avLst/>
          </a:prstGeom>
        </p:spPr>
      </p:pic>
    </p:spTree>
    <p:extLst>
      <p:ext uri="{BB962C8B-B14F-4D97-AF65-F5344CB8AC3E}">
        <p14:creationId xmlns:p14="http://schemas.microsoft.com/office/powerpoint/2010/main" val="474832730"/>
      </p:ext>
    </p:extLst>
  </p:cSld>
  <p:clrMap bg1="lt1" tx1="dk1" bg2="lt2" tx2="dk2" accent1="accent1" accent2="accent2" accent3="accent3" accent4="accent4" accent5="accent5" accent6="accent6" hlink="hlink" folHlink="folHlink"/>
  <p:sldLayoutIdLst>
    <p:sldLayoutId id="2147483836" r:id="rId1"/>
    <p:sldLayoutId id="2147483837" r:id="rId2"/>
    <p:sldLayoutId id="2147483838" r:id="rId3"/>
    <p:sldLayoutId id="2147483839" r:id="rId4"/>
    <p:sldLayoutId id="2147483840" r:id="rId5"/>
    <p:sldLayoutId id="2147483841" r:id="rId6"/>
    <p:sldLayoutId id="2147483842" r:id="rId7"/>
    <p:sldLayoutId id="2147483843" r:id="rId8"/>
    <p:sldLayoutId id="2147483844" r:id="rId9"/>
    <p:sldLayoutId id="2147483845" r:id="rId10"/>
    <p:sldLayoutId id="2147483846" r:id="rId11"/>
    <p:sldLayoutId id="2147483847" r:id="rId12"/>
    <p:sldLayoutId id="2147483848" r:id="rId13"/>
    <p:sldLayoutId id="2147483849" r:id="rId14"/>
  </p:sldLayoutIdLst>
  <p:hf hdr="0" ftr="0" dt="0"/>
  <p:txStyles>
    <p:titleStyle>
      <a:lvl1pPr algn="l" defTabSz="914400" rtl="0" eaLnBrk="1" latinLnBrk="0" hangingPunct="1">
        <a:lnSpc>
          <a:spcPct val="93000"/>
        </a:lnSpc>
        <a:spcBef>
          <a:spcPct val="0"/>
        </a:spcBef>
        <a:buNone/>
        <a:defRPr sz="2500" b="1" kern="1200" spc="0" baseline="0">
          <a:ln w="6350" cap="flat">
            <a:noFill/>
            <a:miter lim="800000"/>
          </a:ln>
          <a:solidFill>
            <a:schemeClr val="accent4"/>
          </a:solidFill>
          <a:latin typeface="Lato Light" panose="020F0502020204030203" pitchFamily="34" charset="0"/>
          <a:ea typeface="Lato Light" panose="020F0502020204030203" pitchFamily="34" charset="0"/>
          <a:cs typeface="Lato Light" panose="020F0502020204030203" pitchFamily="34" charset="0"/>
        </a:defRPr>
      </a:lvl1pPr>
    </p:titleStyle>
    <p:body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68">
          <p15:clr>
            <a:srgbClr val="5ACBF0"/>
          </p15:clr>
        </p15:guide>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gradFill>
          <a:gsLst>
            <a:gs pos="0">
              <a:schemeClr val="accent1">
                <a:lumMod val="75000"/>
              </a:scheme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4BC40847-AF8B-4097-9A07-2349A751A051}"/>
              </a:ext>
            </a:extLst>
          </p:cNvPr>
          <p:cNvGraphicFramePr>
            <a:graphicFrameLocks/>
          </p:cNvGraphicFramePr>
          <p:nvPr userDrawn="1">
            <p:custDataLst>
              <p:tags r:id="rId12"/>
            </p:custDataLst>
            <p:extLst>
              <p:ext uri="{D42A27DB-BD31-4B8C-83A1-F6EECF244321}">
                <p14:modId xmlns:p14="http://schemas.microsoft.com/office/powerpoint/2010/main" val="78567296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3" imgW="413" imgH="416" progId="TCLayout.ActiveDocument.1">
                  <p:embed/>
                </p:oleObj>
              </mc:Choice>
              <mc:Fallback>
                <p:oleObj name="think-cell Slide" r:id="rId33" imgW="413" imgH="416" progId="TCLayout.ActiveDocument.1">
                  <p:embed/>
                  <p:pic>
                    <p:nvPicPr>
                      <p:cNvPr id="3" name="Object 2" hidden="1">
                        <a:extLst>
                          <a:ext uri="{FF2B5EF4-FFF2-40B4-BE49-F238E27FC236}">
                            <a16:creationId xmlns:a16="http://schemas.microsoft.com/office/drawing/2014/main" id="{4BC40847-AF8B-4097-9A07-2349A751A051}"/>
                          </a:ext>
                        </a:extLst>
                      </p:cNvPr>
                      <p:cNvPicPr/>
                      <p:nvPr/>
                    </p:nvPicPr>
                    <p:blipFill>
                      <a:blip r:embed="rId34"/>
                      <a:stretch>
                        <a:fillRect/>
                      </a:stretch>
                    </p:blipFill>
                    <p:spPr>
                      <a:xfrm>
                        <a:off x="1588" y="1588"/>
                        <a:ext cx="1588" cy="1588"/>
                      </a:xfrm>
                      <a:prstGeom prst="rect">
                        <a:avLst/>
                      </a:prstGeom>
                    </p:spPr>
                  </p:pic>
                </p:oleObj>
              </mc:Fallback>
            </mc:AlternateContent>
          </a:graphicData>
        </a:graphic>
      </p:graphicFrame>
      <p:sp>
        <p:nvSpPr>
          <p:cNvPr id="5" name="Rectangle 4">
            <a:extLst>
              <a:ext uri="{FF2B5EF4-FFF2-40B4-BE49-F238E27FC236}">
                <a16:creationId xmlns:a16="http://schemas.microsoft.com/office/drawing/2014/main" id="{D69E811F-A5B6-A9F9-367C-6254CB1A376F}"/>
              </a:ext>
            </a:extLst>
          </p:cNvPr>
          <p:cNvSpPr/>
          <p:nvPr userDrawn="1"/>
        </p:nvSpPr>
        <p:spPr>
          <a:xfrm>
            <a:off x="0" y="0"/>
            <a:ext cx="12192000" cy="685799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chemeClr val="bg1"/>
              </a:solidFill>
              <a:latin typeface="Calibri" panose="020F0502020204030204" pitchFamily="34" charset="0"/>
              <a:cs typeface="Calibri" panose="020F0502020204030204" pitchFamily="34" charset="0"/>
            </a:endParaRPr>
          </a:p>
        </p:txBody>
      </p:sp>
      <p:sp>
        <p:nvSpPr>
          <p:cNvPr id="2" name="Rectangle 1" hidden="1">
            <a:extLst>
              <a:ext uri="{FF2B5EF4-FFF2-40B4-BE49-F238E27FC236}">
                <a16:creationId xmlns:a16="http://schemas.microsoft.com/office/drawing/2014/main" id="{A194173E-7BB3-47F4-8EAD-18BFC563F97A}"/>
              </a:ext>
            </a:extLst>
          </p:cNvPr>
          <p:cNvSpPr/>
          <p:nvPr userDrawn="1">
            <p:custDataLst>
              <p:tags r:id="rId13"/>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03" name="SlideLogoText" hidden="1">
            <a:extLst>
              <a:ext uri="{FF2B5EF4-FFF2-40B4-BE49-F238E27FC236}">
                <a16:creationId xmlns:a16="http://schemas.microsoft.com/office/drawing/2014/main" id="{69FC0062-74AE-4BDA-ACE7-D069B448DDBC}"/>
              </a:ext>
            </a:extLst>
          </p:cNvPr>
          <p:cNvSpPr txBox="1"/>
          <p:nvPr userDrawn="1">
            <p:custDataLst>
              <p:tags r:id="rId14"/>
            </p:custDataLst>
          </p:nvPr>
        </p:nvSpPr>
        <p:spPr>
          <a:xfrm>
            <a:off x="10709936" y="6499381"/>
            <a:ext cx="64"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 name="4. Footnote" hidden="1">
            <a:extLst>
              <a:ext uri="{FF2B5EF4-FFF2-40B4-BE49-F238E27FC236}">
                <a16:creationId xmlns:a16="http://schemas.microsoft.com/office/drawing/2014/main" id="{772E4927-517C-4D61-9929-9FFDE5F31A03}"/>
              </a:ext>
            </a:extLst>
          </p:cNvPr>
          <p:cNvSpPr txBox="1"/>
          <p:nvPr userDrawn="1">
            <p:custDataLst>
              <p:tags r:id="rId15"/>
            </p:custDataLst>
          </p:nvPr>
        </p:nvSpPr>
        <p:spPr>
          <a:xfrm>
            <a:off x="553972" y="6279028"/>
            <a:ext cx="7278624" cy="12311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Footnotes</a:t>
            </a:r>
          </a:p>
        </p:txBody>
      </p:sp>
      <p:sp>
        <p:nvSpPr>
          <p:cNvPr id="57" name="2. Slide Title">
            <a:extLst>
              <a:ext uri="{FF2B5EF4-FFF2-40B4-BE49-F238E27FC236}">
                <a16:creationId xmlns:a16="http://schemas.microsoft.com/office/drawing/2014/main" id="{98FF70AE-7EF6-4E5B-9FFE-B44C852C9FBA}"/>
              </a:ext>
            </a:extLst>
          </p:cNvPr>
          <p:cNvSpPr>
            <a:spLocks noGrp="1"/>
          </p:cNvSpPr>
          <p:nvPr>
            <p:ph type="title"/>
            <p:custDataLst>
              <p:tags r:id="rId16"/>
            </p:custDataLst>
          </p:nvPr>
        </p:nvSpPr>
        <p:spPr>
          <a:xfrm>
            <a:off x="554736" y="172212"/>
            <a:ext cx="11082528" cy="731520"/>
          </a:xfrm>
          <a:prstGeom prst="rect">
            <a:avLst/>
          </a:prstGeom>
        </p:spPr>
        <p:txBody>
          <a:bodyPr vert="horz" wrap="square" lIns="0" tIns="0" rIns="0" bIns="0" rtlCol="0" anchor="b" anchorCtr="0">
            <a:noAutofit/>
          </a:bodyPr>
          <a:lstStyle/>
          <a:p>
            <a:r>
              <a:rPr lang="en-US"/>
              <a:t>Click to edit Master title style</a:t>
            </a:r>
          </a:p>
        </p:txBody>
      </p:sp>
      <p:sp>
        <p:nvSpPr>
          <p:cNvPr id="58" name="Text Placeholder 2">
            <a:extLst>
              <a:ext uri="{FF2B5EF4-FFF2-40B4-BE49-F238E27FC236}">
                <a16:creationId xmlns:a16="http://schemas.microsoft.com/office/drawing/2014/main" id="{192DB789-515B-4504-BE53-6445F2427687}"/>
              </a:ext>
            </a:extLst>
          </p:cNvPr>
          <p:cNvSpPr>
            <a:spLocks noGrp="1"/>
          </p:cNvSpPr>
          <p:nvPr>
            <p:ph type="body" idx="1"/>
          </p:nvPr>
        </p:nvSpPr>
        <p:spPr>
          <a:xfrm>
            <a:off x="554736" y="2171700"/>
            <a:ext cx="11082528" cy="252376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9" name="Grid" hidden="1">
            <a:extLst>
              <a:ext uri="{FF2B5EF4-FFF2-40B4-BE49-F238E27FC236}">
                <a16:creationId xmlns:a16="http://schemas.microsoft.com/office/drawing/2014/main" id="{D35250B8-D61E-4F1A-9ACD-6E1BB958B78E}"/>
              </a:ext>
            </a:extLst>
          </p:cNvPr>
          <p:cNvGrpSpPr/>
          <p:nvPr userDrawn="1">
            <p:custDataLst>
              <p:tags r:id="rId17"/>
            </p:custDataLst>
          </p:nvPr>
        </p:nvGrpSpPr>
        <p:grpSpPr>
          <a:xfrm>
            <a:off x="0" y="0"/>
            <a:ext cx="12190476" cy="6858000"/>
            <a:chOff x="0" y="0"/>
            <a:chExt cx="12190476" cy="6858000"/>
          </a:xfrm>
        </p:grpSpPr>
        <p:sp>
          <p:nvSpPr>
            <p:cNvPr id="60" name="slide margin">
              <a:extLst>
                <a:ext uri="{FF2B5EF4-FFF2-40B4-BE49-F238E27FC236}">
                  <a16:creationId xmlns:a16="http://schemas.microsoft.com/office/drawing/2014/main" id="{B96EBE04-E01D-4922-8601-F1AD43DC4DA0}"/>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61" name="Straight Connector 60">
              <a:extLst>
                <a:ext uri="{FF2B5EF4-FFF2-40B4-BE49-F238E27FC236}">
                  <a16:creationId xmlns:a16="http://schemas.microsoft.com/office/drawing/2014/main" id="{5CA037B0-2A91-4357-A969-80F65F949266}"/>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1BD7C67-EF90-4AA0-BA50-51299E7EEE4C}"/>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719564A-5227-44A7-ABC0-4C6BBC1E2D6F}"/>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D85D0C-74E8-4603-86B8-FCC481122CE8}"/>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7F8BF8BD-68B4-4717-8162-382FFCC9BC9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9DB0B65-FCD8-4DD7-833A-DEED6A420E2A}"/>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8151F3-D51F-4302-95BF-AE8E806F628D}"/>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35A6B330-5ACC-486B-8131-B7F5407825B2}"/>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A5DE7AD-CCFE-4A85-9421-C7CEA9F80DEC}"/>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E2A9A81-75D1-41A9-9821-54FC36E753C1}"/>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6FE52AA-2DD1-4D00-A984-41CDC38B2D7F}"/>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5C9FC50-7177-43E6-9E56-DC9A2E6B7E6E}"/>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73" name="Freeform: Shape 72">
              <a:extLst>
                <a:ext uri="{FF2B5EF4-FFF2-40B4-BE49-F238E27FC236}">
                  <a16:creationId xmlns:a16="http://schemas.microsoft.com/office/drawing/2014/main" id="{BC97F85A-62E2-4591-B8D0-4F068B177B5D}"/>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4" name="Freeform: Shape 73">
              <a:extLst>
                <a:ext uri="{FF2B5EF4-FFF2-40B4-BE49-F238E27FC236}">
                  <a16:creationId xmlns:a16="http://schemas.microsoft.com/office/drawing/2014/main" id="{7F4B967A-CF91-473D-8A35-2BE771F9F59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5" name="Freeform: Shape 74">
              <a:extLst>
                <a:ext uri="{FF2B5EF4-FFF2-40B4-BE49-F238E27FC236}">
                  <a16:creationId xmlns:a16="http://schemas.microsoft.com/office/drawing/2014/main" id="{5AC41621-77EA-4492-8E68-0BE34108294A}"/>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6" name="Freeform: Shape 75">
              <a:extLst>
                <a:ext uri="{FF2B5EF4-FFF2-40B4-BE49-F238E27FC236}">
                  <a16:creationId xmlns:a16="http://schemas.microsoft.com/office/drawing/2014/main" id="{31A06AD2-A9EA-45D9-B15C-089884A54107}"/>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7" name="Freeform: Shape 76">
              <a:extLst>
                <a:ext uri="{FF2B5EF4-FFF2-40B4-BE49-F238E27FC236}">
                  <a16:creationId xmlns:a16="http://schemas.microsoft.com/office/drawing/2014/main" id="{3A7B39CC-379F-4224-9E59-81B1690088A0}"/>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8" name="Freeform: Shape 77">
              <a:extLst>
                <a:ext uri="{FF2B5EF4-FFF2-40B4-BE49-F238E27FC236}">
                  <a16:creationId xmlns:a16="http://schemas.microsoft.com/office/drawing/2014/main" id="{F8002ACB-1459-4214-B28A-B38E8A1FF8A6}"/>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9" name="Freeform: Shape 78">
              <a:extLst>
                <a:ext uri="{FF2B5EF4-FFF2-40B4-BE49-F238E27FC236}">
                  <a16:creationId xmlns:a16="http://schemas.microsoft.com/office/drawing/2014/main" id="{71D59E94-AA3C-4DE0-8345-20C71667A205}"/>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0" name="Freeform: Shape 79">
              <a:extLst>
                <a:ext uri="{FF2B5EF4-FFF2-40B4-BE49-F238E27FC236}">
                  <a16:creationId xmlns:a16="http://schemas.microsoft.com/office/drawing/2014/main" id="{5805F09B-786C-43E4-8288-B1AAF94C8ADE}"/>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1" name="Freeform: Shape 80">
              <a:extLst>
                <a:ext uri="{FF2B5EF4-FFF2-40B4-BE49-F238E27FC236}">
                  <a16:creationId xmlns:a16="http://schemas.microsoft.com/office/drawing/2014/main" id="{5FB23B6E-567C-4896-8B32-DA4C452B4AE7}"/>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2" name="Freeform: Shape 81">
              <a:extLst>
                <a:ext uri="{FF2B5EF4-FFF2-40B4-BE49-F238E27FC236}">
                  <a16:creationId xmlns:a16="http://schemas.microsoft.com/office/drawing/2014/main" id="{9B792231-972E-4476-BAF2-761E10463BA8}"/>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3" name="Freeform: Shape 82">
              <a:extLst>
                <a:ext uri="{FF2B5EF4-FFF2-40B4-BE49-F238E27FC236}">
                  <a16:creationId xmlns:a16="http://schemas.microsoft.com/office/drawing/2014/main" id="{908370B7-3D11-4F78-B977-D8F0DE2694ED}"/>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4" name="Freeform: Shape 83">
              <a:extLst>
                <a:ext uri="{FF2B5EF4-FFF2-40B4-BE49-F238E27FC236}">
                  <a16:creationId xmlns:a16="http://schemas.microsoft.com/office/drawing/2014/main" id="{C11EA99D-D15D-43C2-BF4E-36554B346AB6}"/>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5" name="Freeform: Shape 84">
              <a:extLst>
                <a:ext uri="{FF2B5EF4-FFF2-40B4-BE49-F238E27FC236}">
                  <a16:creationId xmlns:a16="http://schemas.microsoft.com/office/drawing/2014/main" id="{3A72B2F6-0AFF-4E6E-AFFF-60767DB3FA63}"/>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6" name="Freeform: Shape 85">
              <a:extLst>
                <a:ext uri="{FF2B5EF4-FFF2-40B4-BE49-F238E27FC236}">
                  <a16:creationId xmlns:a16="http://schemas.microsoft.com/office/drawing/2014/main" id="{A68F8E74-3AE4-4AF9-9F36-63344C9076D2}"/>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7" name="Freeform: Shape 86">
              <a:extLst>
                <a:ext uri="{FF2B5EF4-FFF2-40B4-BE49-F238E27FC236}">
                  <a16:creationId xmlns:a16="http://schemas.microsoft.com/office/drawing/2014/main" id="{31D5F169-E1D4-48A3-AE5B-F5F1BEF2E7CF}"/>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8" name="Freeform: Shape 87">
              <a:extLst>
                <a:ext uri="{FF2B5EF4-FFF2-40B4-BE49-F238E27FC236}">
                  <a16:creationId xmlns:a16="http://schemas.microsoft.com/office/drawing/2014/main" id="{4230F928-F9B2-4955-9800-74DE09DCE6F2}"/>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89" name="Freeform: Shape 88">
              <a:extLst>
                <a:ext uri="{FF2B5EF4-FFF2-40B4-BE49-F238E27FC236}">
                  <a16:creationId xmlns:a16="http://schemas.microsoft.com/office/drawing/2014/main" id="{37C829A9-6808-4531-8C12-A84988E6DEE1}"/>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0" name="Freeform: Shape 89">
              <a:extLst>
                <a:ext uri="{FF2B5EF4-FFF2-40B4-BE49-F238E27FC236}">
                  <a16:creationId xmlns:a16="http://schemas.microsoft.com/office/drawing/2014/main" id="{7FA5964C-E9C5-4C2F-BD6E-47BAFB5B6D17}"/>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1" name="Freeform: Shape 90">
              <a:extLst>
                <a:ext uri="{FF2B5EF4-FFF2-40B4-BE49-F238E27FC236}">
                  <a16:creationId xmlns:a16="http://schemas.microsoft.com/office/drawing/2014/main" id="{3C168D8D-76CE-4BE5-BE95-79B96300EA3F}"/>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2" name="Freeform: Shape 91">
              <a:extLst>
                <a:ext uri="{FF2B5EF4-FFF2-40B4-BE49-F238E27FC236}">
                  <a16:creationId xmlns:a16="http://schemas.microsoft.com/office/drawing/2014/main" id="{6749465C-813A-45F9-8C3E-5D06C8584929}"/>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3" name="Freeform: Shape 92">
              <a:extLst>
                <a:ext uri="{FF2B5EF4-FFF2-40B4-BE49-F238E27FC236}">
                  <a16:creationId xmlns:a16="http://schemas.microsoft.com/office/drawing/2014/main" id="{53894C26-2473-4C24-B082-48DD1E92241C}"/>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4" name="Freeform: Shape 93">
              <a:extLst>
                <a:ext uri="{FF2B5EF4-FFF2-40B4-BE49-F238E27FC236}">
                  <a16:creationId xmlns:a16="http://schemas.microsoft.com/office/drawing/2014/main" id="{BFDA0320-8435-46CA-B1B3-5203F54A419F}"/>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5" name="Freeform: Shape 94">
              <a:extLst>
                <a:ext uri="{FF2B5EF4-FFF2-40B4-BE49-F238E27FC236}">
                  <a16:creationId xmlns:a16="http://schemas.microsoft.com/office/drawing/2014/main" id="{A42721E4-5D12-459C-AC2E-7CE148AF9062}"/>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6" name="Freeform: Shape 95">
              <a:extLst>
                <a:ext uri="{FF2B5EF4-FFF2-40B4-BE49-F238E27FC236}">
                  <a16:creationId xmlns:a16="http://schemas.microsoft.com/office/drawing/2014/main" id="{8BF7D46B-3779-49D0-BCB4-F2DCE091958D}"/>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97" name="Freeform: Shape 96">
              <a:extLst>
                <a:ext uri="{FF2B5EF4-FFF2-40B4-BE49-F238E27FC236}">
                  <a16:creationId xmlns:a16="http://schemas.microsoft.com/office/drawing/2014/main" id="{634464F0-BD7F-4488-85F0-EC20C24BECAA}"/>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98" name="Straight Connector 97">
              <a:extLst>
                <a:ext uri="{FF2B5EF4-FFF2-40B4-BE49-F238E27FC236}">
                  <a16:creationId xmlns:a16="http://schemas.microsoft.com/office/drawing/2014/main" id="{82B54541-0CDD-4724-8101-AABFF1207033}"/>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5070398-8D55-4EE2-8CA4-47428E2AF03F}"/>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166891-56D0-4EBC-B681-501401DEF9D4}"/>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13A87E3-D106-41FF-A8CD-C27DABF0103D}"/>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164477D-838D-4C70-ADD7-37AD79A844AA}"/>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2B193C0-8980-4BB2-8E91-7A1C9ABE0B6C}"/>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1A94AAA-1D98-4233-842E-2A2F52812358}"/>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21F2B43-A2DC-42F4-8EA4-A8A4DA6D6FA7}"/>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60F0923-6896-405D-AD16-F097448F3E3D}"/>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BC70D5B1-47D7-451F-B83A-973A26731A22}"/>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3FD9A464-81FE-4829-A1C5-5CCEE42448B3}"/>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F55CAB0-53A2-417F-9F66-C0437933E98B}"/>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47EE77-7495-47CB-BEC9-D5C742DF2B2C}"/>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A942184-696A-4A78-BB9D-3D619B990987}"/>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B5F4EE6-4D4C-4488-80DE-36C83D540765}"/>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D3A42E3-1ED2-4BBE-8B0B-CEA491522F0A}"/>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4162AD8-9037-4220-B19F-7B3A0F44E941}"/>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20FB70-03E4-4D7E-BA41-546EAAB33089}"/>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84D3C92-FDAE-47DB-9457-A9B216922E98}"/>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B5DF0860-265F-4ABC-9F65-0C1D385DAA19}"/>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D878D1D5-E6E5-4FA6-AF6E-95E8AF796777}"/>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1FF29A-4B39-4335-9BD5-ED902309BF79}"/>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3A82A803-5E70-4523-9F20-67F308765C7E}"/>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4208CB2-5882-4416-87C9-284BDAF3367A}"/>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D4116CD-6422-4E26-9703-D3F7C10FCD56}"/>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1AB3A35-E2FF-4178-896B-F08E77092825}"/>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79C539-DD6F-48AA-8F80-27BC682014AF}"/>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2784004E-3271-4D1C-B1EA-CA1E334E0D03}"/>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3657725E-FBF6-491D-9BA1-E6A9727F4F2D}"/>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1244567-76A7-47AF-9353-403D05D533F0}"/>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C47A2A-ED3B-4AD0-ACD5-F8ED92644229}"/>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3E01E5-F569-4020-BCB0-083537701AB0}"/>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1121A42-5912-44C8-B9A3-FDEC8EA70284}"/>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59B1DE7-25C8-4743-8284-FA656D339F55}"/>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26249F1-59FB-44FC-8AF9-D7F90AFBEE2C}"/>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E6D42779-D977-4405-A149-D8DE5B52134A}"/>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7EE8A2F-6AD9-4AE7-B04B-7892891F84AC}"/>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8F4A59A-16C3-4C3A-AB79-FE22721EA641}"/>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5CA3A6CC-1A49-42F6-A318-99D9224BDC91}"/>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2DC3484E-5EF8-49C4-B1F6-75C854D50C80}"/>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3461A54-E77E-414D-B7E0-7364070D9566}"/>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29C48517-171B-43FD-A41C-58C9B531BDB5}"/>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F429932A-1238-48FC-B171-20A3AA531D40}"/>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BED7651-AF04-41D4-9476-5A43476D85BB}"/>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5" name="main body box">
              <a:extLst>
                <a:ext uri="{FF2B5EF4-FFF2-40B4-BE49-F238E27FC236}">
                  <a16:creationId xmlns:a16="http://schemas.microsoft.com/office/drawing/2014/main" id="{100DE417-9DB9-4840-8370-B716FFA27760}"/>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endParaRPr lang="en-US" sz="1323">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146" name="Straight Connector 145">
              <a:extLst>
                <a:ext uri="{FF2B5EF4-FFF2-40B4-BE49-F238E27FC236}">
                  <a16:creationId xmlns:a16="http://schemas.microsoft.com/office/drawing/2014/main" id="{B93A1E2B-8C80-482F-83BE-384344D09839}"/>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147" name="Straight Connector 146">
              <a:extLst>
                <a:ext uri="{FF2B5EF4-FFF2-40B4-BE49-F238E27FC236}">
                  <a16:creationId xmlns:a16="http://schemas.microsoft.com/office/drawing/2014/main" id="{BEAB22C5-0A46-4041-9158-6DC76EA2F350}"/>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grpSp>
        <p:nvGrpSpPr>
          <p:cNvPr id="187" name="LegendBoxes" hidden="1">
            <a:extLst>
              <a:ext uri="{FF2B5EF4-FFF2-40B4-BE49-F238E27FC236}">
                <a16:creationId xmlns:a16="http://schemas.microsoft.com/office/drawing/2014/main" id="{5048A9C9-0655-49B2-A283-6A54678F321B}"/>
              </a:ext>
            </a:extLst>
          </p:cNvPr>
          <p:cNvGrpSpPr/>
          <p:nvPr userDrawn="1"/>
        </p:nvGrpSpPr>
        <p:grpSpPr>
          <a:xfrm>
            <a:off x="10728000" y="4323600"/>
            <a:ext cx="984864" cy="1717282"/>
            <a:chOff x="9585951" y="2980105"/>
            <a:chExt cx="984864" cy="1717282"/>
          </a:xfrm>
        </p:grpSpPr>
        <p:sp>
          <p:nvSpPr>
            <p:cNvPr id="188" name="RectangleLegend1">
              <a:extLst>
                <a:ext uri="{FF2B5EF4-FFF2-40B4-BE49-F238E27FC236}">
                  <a16:creationId xmlns:a16="http://schemas.microsoft.com/office/drawing/2014/main" id="{8F219674-AEDF-41A7-B3C3-07BD8D165776}"/>
                </a:ext>
              </a:extLst>
            </p:cNvPr>
            <p:cNvSpPr/>
            <p:nvPr/>
          </p:nvSpPr>
          <p:spPr>
            <a:xfrm>
              <a:off x="9585951" y="3001463"/>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89" name="RectangleLegend2">
              <a:extLst>
                <a:ext uri="{FF2B5EF4-FFF2-40B4-BE49-F238E27FC236}">
                  <a16:creationId xmlns:a16="http://schemas.microsoft.com/office/drawing/2014/main" id="{76884974-3CCD-4F11-B109-02708F18B04E}"/>
                </a:ext>
              </a:extLst>
            </p:cNvPr>
            <p:cNvSpPr/>
            <p:nvPr/>
          </p:nvSpPr>
          <p:spPr>
            <a:xfrm>
              <a:off x="9585951" y="3380961"/>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0" name="RectangleLegend3">
              <a:extLst>
                <a:ext uri="{FF2B5EF4-FFF2-40B4-BE49-F238E27FC236}">
                  <a16:creationId xmlns:a16="http://schemas.microsoft.com/office/drawing/2014/main" id="{D440B2EC-6FE5-4259-BA11-DC2E3B68E637}"/>
                </a:ext>
              </a:extLst>
            </p:cNvPr>
            <p:cNvSpPr/>
            <p:nvPr/>
          </p:nvSpPr>
          <p:spPr>
            <a:xfrm>
              <a:off x="9585951" y="3754557"/>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1" name="RectangleLegend4">
              <a:extLst>
                <a:ext uri="{FF2B5EF4-FFF2-40B4-BE49-F238E27FC236}">
                  <a16:creationId xmlns:a16="http://schemas.microsoft.com/office/drawing/2014/main" id="{52FE9D34-332E-47CD-94B8-12A069181C03}"/>
                </a:ext>
              </a:extLst>
            </p:cNvPr>
            <p:cNvSpPr/>
            <p:nvPr/>
          </p:nvSpPr>
          <p:spPr>
            <a:xfrm>
              <a:off x="9585951" y="4128153"/>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2" name="RectangleLegend5">
              <a:extLst>
                <a:ext uri="{FF2B5EF4-FFF2-40B4-BE49-F238E27FC236}">
                  <a16:creationId xmlns:a16="http://schemas.microsoft.com/office/drawing/2014/main" id="{1D6EA8D9-42BE-4743-876B-1050D1436021}"/>
                </a:ext>
              </a:extLst>
            </p:cNvPr>
            <p:cNvSpPr/>
            <p:nvPr/>
          </p:nvSpPr>
          <p:spPr>
            <a:xfrm>
              <a:off x="9585951" y="4501749"/>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3" name="Legend1">
              <a:extLst>
                <a:ext uri="{FF2B5EF4-FFF2-40B4-BE49-F238E27FC236}">
                  <a16:creationId xmlns:a16="http://schemas.microsoft.com/office/drawing/2014/main" id="{50F3208A-D1A9-4DEE-B968-1381D0DE88E8}"/>
                </a:ext>
              </a:extLst>
            </p:cNvPr>
            <p:cNvSpPr txBox="1"/>
            <p:nvPr/>
          </p:nvSpPr>
          <p:spPr>
            <a:xfrm>
              <a:off x="9912097" y="2980105"/>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94" name="Legend2">
              <a:extLst>
                <a:ext uri="{FF2B5EF4-FFF2-40B4-BE49-F238E27FC236}">
                  <a16:creationId xmlns:a16="http://schemas.microsoft.com/office/drawing/2014/main" id="{69AC8C80-52E4-4497-A147-009E23FB42A5}"/>
                </a:ext>
              </a:extLst>
            </p:cNvPr>
            <p:cNvSpPr txBox="1"/>
            <p:nvPr/>
          </p:nvSpPr>
          <p:spPr>
            <a:xfrm>
              <a:off x="9912097" y="3359603"/>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95" name="Legend3">
              <a:extLst>
                <a:ext uri="{FF2B5EF4-FFF2-40B4-BE49-F238E27FC236}">
                  <a16:creationId xmlns:a16="http://schemas.microsoft.com/office/drawing/2014/main" id="{218BEB5C-C19E-451D-B538-56A492CF74C6}"/>
                </a:ext>
              </a:extLst>
            </p:cNvPr>
            <p:cNvSpPr txBox="1"/>
            <p:nvPr/>
          </p:nvSpPr>
          <p:spPr>
            <a:xfrm>
              <a:off x="9912097" y="3739101"/>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96" name="Legend4">
              <a:extLst>
                <a:ext uri="{FF2B5EF4-FFF2-40B4-BE49-F238E27FC236}">
                  <a16:creationId xmlns:a16="http://schemas.microsoft.com/office/drawing/2014/main" id="{B77C1590-32D9-4A52-8AF0-454D06E80BF2}"/>
                </a:ext>
              </a:extLst>
            </p:cNvPr>
            <p:cNvSpPr txBox="1"/>
            <p:nvPr/>
          </p:nvSpPr>
          <p:spPr>
            <a:xfrm>
              <a:off x="9912097" y="4110522"/>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97" name="Legend5">
              <a:extLst>
                <a:ext uri="{FF2B5EF4-FFF2-40B4-BE49-F238E27FC236}">
                  <a16:creationId xmlns:a16="http://schemas.microsoft.com/office/drawing/2014/main" id="{A40A9DB6-E1B2-47A6-8B66-4FCDC31DD600}"/>
                </a:ext>
              </a:extLst>
            </p:cNvPr>
            <p:cNvSpPr txBox="1"/>
            <p:nvPr/>
          </p:nvSpPr>
          <p:spPr>
            <a:xfrm>
              <a:off x="9912097" y="4481943"/>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grpSp>
      <p:grpSp>
        <p:nvGrpSpPr>
          <p:cNvPr id="148" name="LegendMoons" hidden="1">
            <a:extLst>
              <a:ext uri="{FF2B5EF4-FFF2-40B4-BE49-F238E27FC236}">
                <a16:creationId xmlns:a16="http://schemas.microsoft.com/office/drawing/2014/main" id="{DDFB4BFF-188C-450D-B4D3-DF8BD2DB3D7F}"/>
              </a:ext>
            </a:extLst>
          </p:cNvPr>
          <p:cNvGrpSpPr/>
          <p:nvPr userDrawn="1"/>
        </p:nvGrpSpPr>
        <p:grpSpPr>
          <a:xfrm>
            <a:off x="10692000" y="1339200"/>
            <a:ext cx="1023616" cy="1731859"/>
            <a:chOff x="7723680" y="1702457"/>
            <a:chExt cx="1023616" cy="1731859"/>
          </a:xfrm>
        </p:grpSpPr>
        <p:sp>
          <p:nvSpPr>
            <p:cNvPr id="149" name="Legend1">
              <a:extLst>
                <a:ext uri="{FF2B5EF4-FFF2-40B4-BE49-F238E27FC236}">
                  <a16:creationId xmlns:a16="http://schemas.microsoft.com/office/drawing/2014/main" id="{66D8D147-F2B4-4250-9C41-767555E14320}"/>
                </a:ext>
              </a:extLst>
            </p:cNvPr>
            <p:cNvSpPr txBox="1"/>
            <p:nvPr/>
          </p:nvSpPr>
          <p:spPr>
            <a:xfrm>
              <a:off x="8076312" y="1709816"/>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50" name="Legend2">
              <a:extLst>
                <a:ext uri="{FF2B5EF4-FFF2-40B4-BE49-F238E27FC236}">
                  <a16:creationId xmlns:a16="http://schemas.microsoft.com/office/drawing/2014/main" id="{E9DCC6EC-92E6-47D0-B23D-94365AC17441}"/>
                </a:ext>
              </a:extLst>
            </p:cNvPr>
            <p:cNvSpPr txBox="1"/>
            <p:nvPr/>
          </p:nvSpPr>
          <p:spPr>
            <a:xfrm>
              <a:off x="8076312" y="2085275"/>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51" name="Legend3">
              <a:extLst>
                <a:ext uri="{FF2B5EF4-FFF2-40B4-BE49-F238E27FC236}">
                  <a16:creationId xmlns:a16="http://schemas.microsoft.com/office/drawing/2014/main" id="{8451F4C0-E484-44FD-B923-EE0B1E1D1274}"/>
                </a:ext>
              </a:extLst>
            </p:cNvPr>
            <p:cNvSpPr txBox="1"/>
            <p:nvPr/>
          </p:nvSpPr>
          <p:spPr>
            <a:xfrm>
              <a:off x="8076312" y="2460734"/>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52" name="Legend4">
              <a:extLst>
                <a:ext uri="{FF2B5EF4-FFF2-40B4-BE49-F238E27FC236}">
                  <a16:creationId xmlns:a16="http://schemas.microsoft.com/office/drawing/2014/main" id="{508A2D78-9A17-4FB2-A405-02E4BB25DD6C}"/>
                </a:ext>
              </a:extLst>
            </p:cNvPr>
            <p:cNvSpPr txBox="1"/>
            <p:nvPr/>
          </p:nvSpPr>
          <p:spPr>
            <a:xfrm>
              <a:off x="8076312" y="2836193"/>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53" name="Legend5">
              <a:extLst>
                <a:ext uri="{FF2B5EF4-FFF2-40B4-BE49-F238E27FC236}">
                  <a16:creationId xmlns:a16="http://schemas.microsoft.com/office/drawing/2014/main" id="{CF32E1C9-EF64-41BC-8B8E-B7FED880E653}"/>
                </a:ext>
              </a:extLst>
            </p:cNvPr>
            <p:cNvSpPr txBox="1"/>
            <p:nvPr/>
          </p:nvSpPr>
          <p:spPr>
            <a:xfrm>
              <a:off x="8076312" y="3211654"/>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grpSp>
          <p:nvGrpSpPr>
            <p:cNvPr id="154" name="MoonLegend1">
              <a:extLst>
                <a:ext uri="{FF2B5EF4-FFF2-40B4-BE49-F238E27FC236}">
                  <a16:creationId xmlns:a16="http://schemas.microsoft.com/office/drawing/2014/main" id="{496CCEDB-0BDA-47D9-9BA4-03BD59D6EEC2}"/>
                </a:ext>
              </a:extLst>
            </p:cNvPr>
            <p:cNvGrpSpPr>
              <a:grpSpLocks noChangeAspect="1"/>
            </p:cNvGrpSpPr>
            <p:nvPr>
              <p:custDataLst>
                <p:tags r:id="rId18"/>
              </p:custDataLst>
            </p:nvPr>
          </p:nvGrpSpPr>
          <p:grpSpPr>
            <a:xfrm>
              <a:off x="7723680" y="1702457"/>
              <a:ext cx="228600" cy="228600"/>
              <a:chOff x="762000" y="1270000"/>
              <a:chExt cx="254000" cy="254000"/>
            </a:xfrm>
          </p:grpSpPr>
          <p:sp>
            <p:nvSpPr>
              <p:cNvPr id="167" name="Oval 166">
                <a:extLst>
                  <a:ext uri="{FF2B5EF4-FFF2-40B4-BE49-F238E27FC236}">
                    <a16:creationId xmlns:a16="http://schemas.microsoft.com/office/drawing/2014/main" id="{F21E8F0F-ACA9-405E-8484-3FE9B6124FFD}"/>
                  </a:ext>
                </a:extLst>
              </p:cNvPr>
              <p:cNvSpPr/>
              <p:nvPr>
                <p:custDataLst>
                  <p:tags r:id="rId31"/>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8" name="Arc 167" hidden="1">
                <a:extLst>
                  <a:ext uri="{FF2B5EF4-FFF2-40B4-BE49-F238E27FC236}">
                    <a16:creationId xmlns:a16="http://schemas.microsoft.com/office/drawing/2014/main" id="{315D8D40-04AC-475B-AFC0-F08E492D131D}"/>
                  </a:ext>
                </a:extLst>
              </p:cNvPr>
              <p:cNvSpPr/>
              <p:nvPr>
                <p:custDataLst>
                  <p:tags r:id="rId32"/>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155" name="MoonLegend2">
              <a:extLst>
                <a:ext uri="{FF2B5EF4-FFF2-40B4-BE49-F238E27FC236}">
                  <a16:creationId xmlns:a16="http://schemas.microsoft.com/office/drawing/2014/main" id="{BCF3BE62-91BA-488B-84C7-3FE20CFBDB9A}"/>
                </a:ext>
              </a:extLst>
            </p:cNvPr>
            <p:cNvGrpSpPr>
              <a:grpSpLocks noChangeAspect="1"/>
            </p:cNvGrpSpPr>
            <p:nvPr>
              <p:custDataLst>
                <p:tags r:id="rId19"/>
              </p:custDataLst>
            </p:nvPr>
          </p:nvGrpSpPr>
          <p:grpSpPr>
            <a:xfrm>
              <a:off x="7723680" y="2078270"/>
              <a:ext cx="228600" cy="228600"/>
              <a:chOff x="762000" y="1270000"/>
              <a:chExt cx="254000" cy="254000"/>
            </a:xfrm>
          </p:grpSpPr>
          <p:sp>
            <p:nvSpPr>
              <p:cNvPr id="165" name="Oval 164">
                <a:extLst>
                  <a:ext uri="{FF2B5EF4-FFF2-40B4-BE49-F238E27FC236}">
                    <a16:creationId xmlns:a16="http://schemas.microsoft.com/office/drawing/2014/main" id="{D27FF75E-C9E0-4D28-8F47-85C2D2EE375F}"/>
                  </a:ext>
                </a:extLst>
              </p:cNvPr>
              <p:cNvSpPr/>
              <p:nvPr>
                <p:custDataLst>
                  <p:tags r:id="rId29"/>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6" name="Arc 165">
                <a:extLst>
                  <a:ext uri="{FF2B5EF4-FFF2-40B4-BE49-F238E27FC236}">
                    <a16:creationId xmlns:a16="http://schemas.microsoft.com/office/drawing/2014/main" id="{BDC4F596-0330-4D95-8A02-83794DACDB00}"/>
                  </a:ext>
                </a:extLst>
              </p:cNvPr>
              <p:cNvSpPr/>
              <p:nvPr>
                <p:custDataLst>
                  <p:tags r:id="rId30"/>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156" name="MoonLegend3">
              <a:extLst>
                <a:ext uri="{FF2B5EF4-FFF2-40B4-BE49-F238E27FC236}">
                  <a16:creationId xmlns:a16="http://schemas.microsoft.com/office/drawing/2014/main" id="{E4482EDB-85E9-4926-9441-26A85880E202}"/>
                </a:ext>
              </a:extLst>
            </p:cNvPr>
            <p:cNvGrpSpPr>
              <a:grpSpLocks noChangeAspect="1"/>
            </p:cNvGrpSpPr>
            <p:nvPr>
              <p:custDataLst>
                <p:tags r:id="rId20"/>
              </p:custDataLst>
            </p:nvPr>
          </p:nvGrpSpPr>
          <p:grpSpPr>
            <a:xfrm>
              <a:off x="7723680" y="2454085"/>
              <a:ext cx="228600" cy="228600"/>
              <a:chOff x="762000" y="1270000"/>
              <a:chExt cx="254000" cy="254000"/>
            </a:xfrm>
          </p:grpSpPr>
          <p:sp>
            <p:nvSpPr>
              <p:cNvPr id="163" name="Oval 162">
                <a:extLst>
                  <a:ext uri="{FF2B5EF4-FFF2-40B4-BE49-F238E27FC236}">
                    <a16:creationId xmlns:a16="http://schemas.microsoft.com/office/drawing/2014/main" id="{6B270099-CB45-46A3-8BC6-ADF0FABD3567}"/>
                  </a:ext>
                </a:extLst>
              </p:cNvPr>
              <p:cNvSpPr/>
              <p:nvPr>
                <p:custDataLst>
                  <p:tags r:id="rId27"/>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4" name="Arc 163">
                <a:extLst>
                  <a:ext uri="{FF2B5EF4-FFF2-40B4-BE49-F238E27FC236}">
                    <a16:creationId xmlns:a16="http://schemas.microsoft.com/office/drawing/2014/main" id="{4D910DDA-12F5-450E-85C1-CD98B4A9EE80}"/>
                  </a:ext>
                </a:extLst>
              </p:cNvPr>
              <p:cNvSpPr/>
              <p:nvPr>
                <p:custDataLst>
                  <p:tags r:id="rId28"/>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157" name="MoonLegend4">
              <a:extLst>
                <a:ext uri="{FF2B5EF4-FFF2-40B4-BE49-F238E27FC236}">
                  <a16:creationId xmlns:a16="http://schemas.microsoft.com/office/drawing/2014/main" id="{2606D4D9-DA1B-4BEB-8CC9-41FDA33CC5A0}"/>
                </a:ext>
              </a:extLst>
            </p:cNvPr>
            <p:cNvGrpSpPr>
              <a:grpSpLocks noChangeAspect="1"/>
            </p:cNvGrpSpPr>
            <p:nvPr>
              <p:custDataLst>
                <p:tags r:id="rId21"/>
              </p:custDataLst>
            </p:nvPr>
          </p:nvGrpSpPr>
          <p:grpSpPr>
            <a:xfrm>
              <a:off x="7723680" y="2829900"/>
              <a:ext cx="228600" cy="228600"/>
              <a:chOff x="762000" y="1270000"/>
              <a:chExt cx="254000" cy="254000"/>
            </a:xfrm>
          </p:grpSpPr>
          <p:sp>
            <p:nvSpPr>
              <p:cNvPr id="161" name="Oval 160">
                <a:extLst>
                  <a:ext uri="{FF2B5EF4-FFF2-40B4-BE49-F238E27FC236}">
                    <a16:creationId xmlns:a16="http://schemas.microsoft.com/office/drawing/2014/main" id="{81477097-8655-4968-A993-EA579ADDDBCF}"/>
                  </a:ext>
                </a:extLst>
              </p:cNvPr>
              <p:cNvSpPr/>
              <p:nvPr>
                <p:custDataLst>
                  <p:tags r:id="rId25"/>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2" name="Arc 161">
                <a:extLst>
                  <a:ext uri="{FF2B5EF4-FFF2-40B4-BE49-F238E27FC236}">
                    <a16:creationId xmlns:a16="http://schemas.microsoft.com/office/drawing/2014/main" id="{EAFFF099-23A4-4400-9308-28EB2E760A74}"/>
                  </a:ext>
                </a:extLst>
              </p:cNvPr>
              <p:cNvSpPr/>
              <p:nvPr>
                <p:custDataLst>
                  <p:tags r:id="rId26"/>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158" name="MoonLegend5">
              <a:extLst>
                <a:ext uri="{FF2B5EF4-FFF2-40B4-BE49-F238E27FC236}">
                  <a16:creationId xmlns:a16="http://schemas.microsoft.com/office/drawing/2014/main" id="{157F392C-3A22-465F-B4F0-A7E9FD7A01A1}"/>
                </a:ext>
              </a:extLst>
            </p:cNvPr>
            <p:cNvGrpSpPr>
              <a:grpSpLocks noChangeAspect="1"/>
            </p:cNvGrpSpPr>
            <p:nvPr>
              <p:custDataLst>
                <p:tags r:id="rId22"/>
              </p:custDataLst>
            </p:nvPr>
          </p:nvGrpSpPr>
          <p:grpSpPr>
            <a:xfrm>
              <a:off x="7723680" y="3205716"/>
              <a:ext cx="228600" cy="228600"/>
              <a:chOff x="762000" y="1270000"/>
              <a:chExt cx="254000" cy="254000"/>
            </a:xfrm>
          </p:grpSpPr>
          <p:sp>
            <p:nvSpPr>
              <p:cNvPr id="159" name="Oval 158">
                <a:extLst>
                  <a:ext uri="{FF2B5EF4-FFF2-40B4-BE49-F238E27FC236}">
                    <a16:creationId xmlns:a16="http://schemas.microsoft.com/office/drawing/2014/main" id="{BE9440E9-0BAB-4509-A556-8A80E9683FAB}"/>
                  </a:ext>
                </a:extLst>
              </p:cNvPr>
              <p:cNvSpPr/>
              <p:nvPr>
                <p:custDataLst>
                  <p:tags r:id="rId23"/>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60" name="Arc 159">
                <a:extLst>
                  <a:ext uri="{FF2B5EF4-FFF2-40B4-BE49-F238E27FC236}">
                    <a16:creationId xmlns:a16="http://schemas.microsoft.com/office/drawing/2014/main" id="{CA6DB424-2E98-4F1D-87A4-EE09FA805687}"/>
                  </a:ext>
                </a:extLst>
              </p:cNvPr>
              <p:cNvSpPr/>
              <p:nvPr>
                <p:custDataLst>
                  <p:tags r:id="rId24"/>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grpSp>
        <p:nvGrpSpPr>
          <p:cNvPr id="169" name="Sticker" hidden="1">
            <a:extLst>
              <a:ext uri="{FF2B5EF4-FFF2-40B4-BE49-F238E27FC236}">
                <a16:creationId xmlns:a16="http://schemas.microsoft.com/office/drawing/2014/main" id="{2FA9271D-5EE0-4D66-9FDF-E4D1535949E8}"/>
              </a:ext>
            </a:extLst>
          </p:cNvPr>
          <p:cNvGrpSpPr>
            <a:grpSpLocks noChangeAspect="1"/>
          </p:cNvGrpSpPr>
          <p:nvPr userDrawn="1"/>
        </p:nvGrpSpPr>
        <p:grpSpPr bwMode="gray">
          <a:xfrm>
            <a:off x="558197" y="1289273"/>
            <a:ext cx="371897" cy="156966"/>
            <a:chOff x="8456447" y="272180"/>
            <a:chExt cx="278909" cy="156935"/>
          </a:xfrm>
        </p:grpSpPr>
        <p:sp>
          <p:nvSpPr>
            <p:cNvPr id="170" name="StickerRectangle">
              <a:extLst>
                <a:ext uri="{FF2B5EF4-FFF2-40B4-BE49-F238E27FC236}">
                  <a16:creationId xmlns:a16="http://schemas.microsoft.com/office/drawing/2014/main" id="{27342EFB-A6AF-4379-A9C9-4F8DD97D160E}"/>
                </a:ext>
              </a:extLst>
            </p:cNvPr>
            <p:cNvSpPr>
              <a:spLocks noChangeArrowheads="1"/>
            </p:cNvSpPr>
            <p:nvPr userDrawn="1"/>
          </p:nvSpPr>
          <p:spPr bwMode="gray">
            <a:xfrm>
              <a:off x="8456447" y="272180"/>
              <a:ext cx="278909" cy="156935"/>
            </a:xfrm>
            <a:prstGeom prst="leftRightArrow">
              <a:avLst>
                <a:gd name="adj1" fmla="val 100000"/>
                <a:gd name="adj2" fmla="val 0"/>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18288" anchor="t" anchorCtr="0">
              <a:spAutoFit/>
            </a:bodyPr>
            <a:lstStyle/>
            <a:p>
              <a:pPr algn="l" defTabSz="1193860">
                <a:buClr>
                  <a:schemeClr val="tx2"/>
                </a:buClr>
              </a:pPr>
              <a:r>
                <a:rPr lang="en-US" sz="900" b="1" spc="50">
                  <a:ln w="3175">
                    <a:noFill/>
                  </a:ln>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Sticker</a:t>
              </a:r>
              <a:endParaRPr lang="en-US" sz="800" baseline="0">
                <a:solidFill>
                  <a:schemeClr val="tx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171" name="StickerUnderline">
              <a:extLst>
                <a:ext uri="{FF2B5EF4-FFF2-40B4-BE49-F238E27FC236}">
                  <a16:creationId xmlns:a16="http://schemas.microsoft.com/office/drawing/2014/main" id="{AC518518-EC41-445B-B558-9DBD24A778EA}"/>
                </a:ext>
              </a:extLst>
            </p:cNvPr>
            <p:cNvCxnSpPr>
              <a:cxnSpLocks noChangeShapeType="1"/>
              <a:stCxn id="170" idx="4"/>
              <a:endCxn id="170" idx="6"/>
            </p:cNvCxnSpPr>
            <p:nvPr/>
          </p:nvCxnSpPr>
          <p:spPr bwMode="gray">
            <a:xfrm>
              <a:off x="8456447" y="429115"/>
              <a:ext cx="278909" cy="0"/>
            </a:xfrm>
            <a:prstGeom prst="straightConnector1">
              <a:avLst/>
            </a:prstGeom>
            <a:noFill/>
            <a:ln w="4191">
              <a:solidFill>
                <a:schemeClr val="tx1"/>
              </a:solidFill>
              <a:round/>
              <a:headEnd/>
              <a:tailEnd/>
            </a:ln>
            <a:extLst>
              <a:ext uri="{909E8E84-426E-40DD-AFC4-6F175D3DCCD1}">
                <a14:hiddenFill xmlns:a14="http://schemas.microsoft.com/office/drawing/2010/main">
                  <a:noFill/>
                </a14:hiddenFill>
              </a:ext>
            </a:extLst>
          </p:spPr>
        </p:cxnSp>
      </p:grpSp>
      <p:grpSp>
        <p:nvGrpSpPr>
          <p:cNvPr id="179" name="LegendLines" hidden="1">
            <a:extLst>
              <a:ext uri="{FF2B5EF4-FFF2-40B4-BE49-F238E27FC236}">
                <a16:creationId xmlns:a16="http://schemas.microsoft.com/office/drawing/2014/main" id="{BA3F11B7-574B-46B5-AA05-051B7C0195CA}"/>
              </a:ext>
            </a:extLst>
          </p:cNvPr>
          <p:cNvGrpSpPr/>
          <p:nvPr userDrawn="1"/>
        </p:nvGrpSpPr>
        <p:grpSpPr>
          <a:xfrm>
            <a:off x="10440000" y="3243600"/>
            <a:ext cx="1269335" cy="958286"/>
            <a:chOff x="4372690" y="3739101"/>
            <a:chExt cx="1269335" cy="958286"/>
          </a:xfrm>
        </p:grpSpPr>
        <p:sp>
          <p:nvSpPr>
            <p:cNvPr id="180" name="Legend1">
              <a:extLst>
                <a:ext uri="{FF2B5EF4-FFF2-40B4-BE49-F238E27FC236}">
                  <a16:creationId xmlns:a16="http://schemas.microsoft.com/office/drawing/2014/main" id="{A89F3277-B9B0-4605-94B5-1A0F3CF3FD94}"/>
                </a:ext>
              </a:extLst>
            </p:cNvPr>
            <p:cNvSpPr txBox="1"/>
            <p:nvPr/>
          </p:nvSpPr>
          <p:spPr>
            <a:xfrm>
              <a:off x="4988914" y="3739101"/>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81" name="Legend2">
              <a:extLst>
                <a:ext uri="{FF2B5EF4-FFF2-40B4-BE49-F238E27FC236}">
                  <a16:creationId xmlns:a16="http://schemas.microsoft.com/office/drawing/2014/main" id="{728FD0F6-6F17-4DBC-A433-275600325C11}"/>
                </a:ext>
              </a:extLst>
            </p:cNvPr>
            <p:cNvSpPr txBox="1"/>
            <p:nvPr/>
          </p:nvSpPr>
          <p:spPr>
            <a:xfrm>
              <a:off x="4988914" y="4110522"/>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82" name="Legend3">
              <a:extLst>
                <a:ext uri="{FF2B5EF4-FFF2-40B4-BE49-F238E27FC236}">
                  <a16:creationId xmlns:a16="http://schemas.microsoft.com/office/drawing/2014/main" id="{824D0AAE-0E8B-4539-A5E0-724A7C2C5FB7}"/>
                </a:ext>
              </a:extLst>
            </p:cNvPr>
            <p:cNvSpPr txBox="1"/>
            <p:nvPr/>
          </p:nvSpPr>
          <p:spPr>
            <a:xfrm>
              <a:off x="4988914" y="4481943"/>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Legend</a:t>
              </a:r>
            </a:p>
          </p:txBody>
        </p:sp>
        <p:sp>
          <p:nvSpPr>
            <p:cNvPr id="183" name="LineLegend3">
              <a:extLst>
                <a:ext uri="{FF2B5EF4-FFF2-40B4-BE49-F238E27FC236}">
                  <a16:creationId xmlns:a16="http://schemas.microsoft.com/office/drawing/2014/main" id="{15B966CE-74A4-42D7-84D1-50EE1BD807B7}"/>
                </a:ext>
              </a:extLst>
            </p:cNvPr>
            <p:cNvSpPr>
              <a:spLocks noChangeShapeType="1"/>
            </p:cNvSpPr>
            <p:nvPr/>
          </p:nvSpPr>
          <p:spPr bwMode="gray">
            <a:xfrm>
              <a:off x="4372690" y="4588113"/>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baseline="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84" name="LineLegend2">
              <a:extLst>
                <a:ext uri="{FF2B5EF4-FFF2-40B4-BE49-F238E27FC236}">
                  <a16:creationId xmlns:a16="http://schemas.microsoft.com/office/drawing/2014/main" id="{4AD11E2E-205C-4B89-BD31-DA18921C3385}"/>
                </a:ext>
              </a:extLst>
            </p:cNvPr>
            <p:cNvSpPr>
              <a:spLocks noChangeShapeType="1"/>
            </p:cNvSpPr>
            <p:nvPr/>
          </p:nvSpPr>
          <p:spPr bwMode="gray">
            <a:xfrm>
              <a:off x="4372690" y="4214754"/>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baseline="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85" name="LineLegend1">
              <a:extLst>
                <a:ext uri="{FF2B5EF4-FFF2-40B4-BE49-F238E27FC236}">
                  <a16:creationId xmlns:a16="http://schemas.microsoft.com/office/drawing/2014/main" id="{393D5D55-EAFF-4EBE-B2CF-AF057C324E68}"/>
                </a:ext>
              </a:extLst>
            </p:cNvPr>
            <p:cNvSpPr>
              <a:spLocks noChangeShapeType="1"/>
            </p:cNvSpPr>
            <p:nvPr/>
          </p:nvSpPr>
          <p:spPr bwMode="gray">
            <a:xfrm>
              <a:off x="4372690" y="3846823"/>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baseline="0">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pic>
        <p:nvPicPr>
          <p:cNvPr id="6" name="Picture 5" descr="A black background with white text&#10;&#10;AI-generated content may be incorrect.">
            <a:extLst>
              <a:ext uri="{FF2B5EF4-FFF2-40B4-BE49-F238E27FC236}">
                <a16:creationId xmlns:a16="http://schemas.microsoft.com/office/drawing/2014/main" id="{91A26476-F705-40A6-BD26-927DDDEDC52C}"/>
              </a:ext>
            </a:extLst>
          </p:cNvPr>
          <p:cNvPicPr>
            <a:picLocks noChangeAspect="1"/>
          </p:cNvPicPr>
          <p:nvPr userDrawn="1"/>
        </p:nvPicPr>
        <p:blipFill>
          <a:blip r:embed="rId35">
            <a:extLst>
              <a:ext uri="{28A0092B-C50C-407E-A947-70E740481C1C}">
                <a14:useLocalDpi xmlns:a14="http://schemas.microsoft.com/office/drawing/2010/main" val="0"/>
              </a:ext>
            </a:extLst>
          </a:blip>
          <a:srcRect b="17751"/>
          <a:stretch>
            <a:fillRect/>
          </a:stretch>
        </p:blipFill>
        <p:spPr>
          <a:xfrm>
            <a:off x="11188014" y="40957"/>
            <a:ext cx="927785" cy="235782"/>
          </a:xfrm>
          <a:prstGeom prst="rect">
            <a:avLst/>
          </a:prstGeom>
        </p:spPr>
      </p:pic>
    </p:spTree>
    <p:extLst>
      <p:ext uri="{BB962C8B-B14F-4D97-AF65-F5344CB8AC3E}">
        <p14:creationId xmlns:p14="http://schemas.microsoft.com/office/powerpoint/2010/main" val="3824668543"/>
      </p:ext>
    </p:extLst>
  </p:cSld>
  <p:clrMap bg1="lt1" tx1="dk1" bg2="lt2" tx2="dk2" accent1="accent1" accent2="accent2" accent3="accent3" accent4="accent4" accent5="accent5" accent6="accent6" hlink="hlink" folHlink="folHlink"/>
  <p:sldLayoutIdLst>
    <p:sldLayoutId id="2147483851" r:id="rId1"/>
    <p:sldLayoutId id="2147483852" r:id="rId2"/>
    <p:sldLayoutId id="2147483853" r:id="rId3"/>
    <p:sldLayoutId id="2147483854" r:id="rId4"/>
    <p:sldLayoutId id="2147483855" r:id="rId5"/>
    <p:sldLayoutId id="2147483856" r:id="rId6"/>
    <p:sldLayoutId id="2147483857" r:id="rId7"/>
    <p:sldLayoutId id="2147483858" r:id="rId8"/>
    <p:sldLayoutId id="2147483859" r:id="rId9"/>
    <p:sldLayoutId id="2147483860" r:id="rId10"/>
  </p:sldLayoutIdLst>
  <p:hf hdr="0" ftr="0" dt="0"/>
  <p:txStyles>
    <p:titleStyle>
      <a:lvl1pPr algn="l" defTabSz="914400" rtl="0" eaLnBrk="1" latinLnBrk="0" hangingPunct="1">
        <a:lnSpc>
          <a:spcPct val="93000"/>
        </a:lnSpc>
        <a:spcBef>
          <a:spcPct val="0"/>
        </a:spcBef>
        <a:buNone/>
        <a:defRPr sz="2500" b="1" kern="1200" spc="0" baseline="0">
          <a:ln w="6350" cap="flat">
            <a:noFill/>
            <a:miter lim="800000"/>
          </a:ln>
          <a:solidFill>
            <a:schemeClr val="accent4"/>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p:titleStyle>
    <p:body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68">
          <p15:clr>
            <a:srgbClr val="5ACBF0"/>
          </p15:clr>
        </p15:guide>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gradFill>
          <a:gsLst>
            <a:gs pos="0">
              <a:srgbClr val="295479">
                <a:lumMod val="75000"/>
              </a:srgbClr>
            </a:gs>
            <a:gs pos="100000">
              <a:srgbClr val="00748A"/>
            </a:gs>
          </a:gsLst>
          <a:lin ang="0" scaled="1"/>
        </a:gra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740B17A4-151A-442A-85BB-61D97FD47CDC}"/>
              </a:ext>
            </a:extLst>
          </p:cNvPr>
          <p:cNvGraphicFramePr>
            <a:graphicFrameLocks/>
          </p:cNvGraphicFramePr>
          <p:nvPr userDrawn="1">
            <p:custDataLst>
              <p:tags r:id="rId22"/>
            </p:custDataLst>
            <p:extLst>
              <p:ext uri="{D42A27DB-BD31-4B8C-83A1-F6EECF244321}">
                <p14:modId xmlns:p14="http://schemas.microsoft.com/office/powerpoint/2010/main" val="38791882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3" imgW="592" imgH="591" progId="TCLayout.ActiveDocument.1">
                  <p:embed/>
                </p:oleObj>
              </mc:Choice>
              <mc:Fallback>
                <p:oleObj name="think-cell Slide" r:id="rId43" imgW="592" imgH="591" progId="TCLayout.ActiveDocument.1">
                  <p:embed/>
                  <p:pic>
                    <p:nvPicPr>
                      <p:cNvPr id="3" name="Object 2" hidden="1">
                        <a:extLst>
                          <a:ext uri="{FF2B5EF4-FFF2-40B4-BE49-F238E27FC236}">
                            <a16:creationId xmlns:a16="http://schemas.microsoft.com/office/drawing/2014/main" id="{740B17A4-151A-442A-85BB-61D97FD47CDC}"/>
                          </a:ext>
                        </a:extLst>
                      </p:cNvPr>
                      <p:cNvPicPr/>
                      <p:nvPr/>
                    </p:nvPicPr>
                    <p:blipFill>
                      <a:blip r:embed="rId44"/>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FB3399E7-290D-4CE6-AA08-2DA0CF307E1C}"/>
              </a:ext>
            </a:extLst>
          </p:cNvPr>
          <p:cNvSpPr/>
          <p:nvPr userDrawn="1">
            <p:custDataLst>
              <p:tags r:id="rId23"/>
            </p:custDataLst>
          </p:nvPr>
        </p:nvSpPr>
        <p:spPr>
          <a:xfrm>
            <a:off x="0" y="0"/>
            <a:ext cx="158750" cy="158750"/>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rtl="0">
              <a:spcBef>
                <a:spcPts val="300"/>
              </a:spcBef>
              <a:spcAft>
                <a:spcPts val="300"/>
              </a:spcAft>
            </a:pPr>
            <a:endParaRPr lang="en-US" sz="2500" b="1" i="0" baseline="0">
              <a:solidFill>
                <a:schemeClr val="bg1"/>
              </a:solidFill>
              <a:latin typeface="+mn-lt"/>
              <a:ea typeface="+mn-ea"/>
              <a:cs typeface="+mn-cs"/>
              <a:sym typeface="Arial" panose="020B0604020202020204" pitchFamily="34" charset="0"/>
            </a:endParaRPr>
          </a:p>
        </p:txBody>
      </p:sp>
      <p:sp>
        <p:nvSpPr>
          <p:cNvPr id="53" name="2. Slide Title">
            <a:extLst>
              <a:ext uri="{FF2B5EF4-FFF2-40B4-BE49-F238E27FC236}">
                <a16:creationId xmlns:a16="http://schemas.microsoft.com/office/drawing/2014/main" id="{7C8D601E-A2E1-4979-AE83-B694B9829662}"/>
              </a:ext>
            </a:extLst>
          </p:cNvPr>
          <p:cNvSpPr>
            <a:spLocks noGrp="1"/>
          </p:cNvSpPr>
          <p:nvPr>
            <p:ph type="title"/>
            <p:custDataLst>
              <p:tags r:id="rId24"/>
            </p:custDataLst>
          </p:nvPr>
        </p:nvSpPr>
        <p:spPr>
          <a:xfrm>
            <a:off x="554736" y="172212"/>
            <a:ext cx="11082528" cy="731520"/>
          </a:xfrm>
          <a:prstGeom prst="rect">
            <a:avLst/>
          </a:prstGeom>
        </p:spPr>
        <p:txBody>
          <a:bodyPr vert="horz" wrap="square" lIns="0" tIns="0" rIns="0" bIns="0" rtlCol="0" anchor="b" anchorCtr="0">
            <a:noAutofit/>
          </a:bodyPr>
          <a:lstStyle/>
          <a:p>
            <a:pPr lvl="0"/>
            <a:r>
              <a:rPr lang="en-US"/>
              <a:t>Click to edit Master title style</a:t>
            </a:r>
          </a:p>
        </p:txBody>
      </p:sp>
      <p:grpSp>
        <p:nvGrpSpPr>
          <p:cNvPr id="55" name="Grid" hidden="1">
            <a:extLst>
              <a:ext uri="{FF2B5EF4-FFF2-40B4-BE49-F238E27FC236}">
                <a16:creationId xmlns:a16="http://schemas.microsoft.com/office/drawing/2014/main" id="{DEFB2FD9-7CD8-4FAE-9553-EBB1883173D8}"/>
              </a:ext>
            </a:extLst>
          </p:cNvPr>
          <p:cNvGrpSpPr/>
          <p:nvPr userDrawn="1">
            <p:custDataLst>
              <p:tags r:id="rId25"/>
            </p:custDataLst>
          </p:nvPr>
        </p:nvGrpSpPr>
        <p:grpSpPr>
          <a:xfrm>
            <a:off x="1524" y="0"/>
            <a:ext cx="12190476" cy="6858000"/>
            <a:chOff x="0" y="0"/>
            <a:chExt cx="12190476" cy="6858000"/>
          </a:xfrm>
        </p:grpSpPr>
        <p:sp>
          <p:nvSpPr>
            <p:cNvPr id="56" name="slide margin">
              <a:extLst>
                <a:ext uri="{FF2B5EF4-FFF2-40B4-BE49-F238E27FC236}">
                  <a16:creationId xmlns:a16="http://schemas.microsoft.com/office/drawing/2014/main" id="{38DD344F-AD20-46A3-A11B-2D82C3344FEC}"/>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rtl="0"/>
              <a:endParaRPr lang="en-US">
                <a:solidFill>
                  <a:schemeClr val="tx1"/>
                </a:solidFill>
                <a:latin typeface="+mn-lt"/>
                <a:ea typeface="+mn-ea"/>
                <a:cs typeface="+mn-cs"/>
              </a:endParaRPr>
            </a:p>
          </p:txBody>
        </p:sp>
        <p:cxnSp>
          <p:nvCxnSpPr>
            <p:cNvPr id="57" name="Straight Connector 56">
              <a:extLst>
                <a:ext uri="{FF2B5EF4-FFF2-40B4-BE49-F238E27FC236}">
                  <a16:creationId xmlns:a16="http://schemas.microsoft.com/office/drawing/2014/main" id="{6C7601CF-5E5B-457D-847F-427610DA2FB7}"/>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31F3C21-0066-454F-858F-CF8DE7C15746}"/>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E62C2F96-141D-4584-8AFC-7B03AC967AD5}"/>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FFAB406-01C7-4D16-B756-95AABF69356F}"/>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AC0947A7-511E-40BC-89AC-7FB57EB8253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E13BF7D-FE79-4AD9-BD1E-86E33F888F0B}"/>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39CD20B4-6A15-49A2-A59E-FCCFB641E09C}"/>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88C9107F-AE78-4984-826C-0B2406DAF134}"/>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934F056F-D81A-4196-9B3A-AE8FD5591CB2}"/>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4C1E84A-C73C-43D4-BA3C-8DBC74530EF8}"/>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BE85AE8D-58C3-4AA0-B6F0-E5B277CA7900}"/>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7C36F9C0-4B83-4C02-9FB8-FE87C7414EE2}"/>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69" name="Freeform: Shape 68">
              <a:extLst>
                <a:ext uri="{FF2B5EF4-FFF2-40B4-BE49-F238E27FC236}">
                  <a16:creationId xmlns:a16="http://schemas.microsoft.com/office/drawing/2014/main" id="{33B3485C-D98D-4843-9430-BAB5037871BA}"/>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0" name="Freeform: Shape 69">
              <a:extLst>
                <a:ext uri="{FF2B5EF4-FFF2-40B4-BE49-F238E27FC236}">
                  <a16:creationId xmlns:a16="http://schemas.microsoft.com/office/drawing/2014/main" id="{D4711F5E-C124-4817-92AB-CA50490512E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1" name="Freeform: Shape 70">
              <a:extLst>
                <a:ext uri="{FF2B5EF4-FFF2-40B4-BE49-F238E27FC236}">
                  <a16:creationId xmlns:a16="http://schemas.microsoft.com/office/drawing/2014/main" id="{287B4A93-F9FF-464C-9429-7F0508C752D8}"/>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2" name="Freeform: Shape 71">
              <a:extLst>
                <a:ext uri="{FF2B5EF4-FFF2-40B4-BE49-F238E27FC236}">
                  <a16:creationId xmlns:a16="http://schemas.microsoft.com/office/drawing/2014/main" id="{F30BD8E3-A9FF-4CAF-AFCE-78BAF967AB1A}"/>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3" name="Freeform: Shape 72">
              <a:extLst>
                <a:ext uri="{FF2B5EF4-FFF2-40B4-BE49-F238E27FC236}">
                  <a16:creationId xmlns:a16="http://schemas.microsoft.com/office/drawing/2014/main" id="{68DFD3D7-8227-4BAE-92E3-7A8D1D9D120B}"/>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4" name="Freeform: Shape 73">
              <a:extLst>
                <a:ext uri="{FF2B5EF4-FFF2-40B4-BE49-F238E27FC236}">
                  <a16:creationId xmlns:a16="http://schemas.microsoft.com/office/drawing/2014/main" id="{B1BDBD63-521E-429E-88F1-146A189AC445}"/>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5" name="Freeform: Shape 74">
              <a:extLst>
                <a:ext uri="{FF2B5EF4-FFF2-40B4-BE49-F238E27FC236}">
                  <a16:creationId xmlns:a16="http://schemas.microsoft.com/office/drawing/2014/main" id="{A0B0088A-AB05-469E-9D5A-008850E9B532}"/>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6" name="Freeform: Shape 75">
              <a:extLst>
                <a:ext uri="{FF2B5EF4-FFF2-40B4-BE49-F238E27FC236}">
                  <a16:creationId xmlns:a16="http://schemas.microsoft.com/office/drawing/2014/main" id="{19BCFA35-14ED-4686-918B-E003CB0183E0}"/>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7" name="Freeform: Shape 76">
              <a:extLst>
                <a:ext uri="{FF2B5EF4-FFF2-40B4-BE49-F238E27FC236}">
                  <a16:creationId xmlns:a16="http://schemas.microsoft.com/office/drawing/2014/main" id="{32C9479A-9B75-4DAD-BD6F-ACA06F40053D}"/>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8" name="Freeform: Shape 77">
              <a:extLst>
                <a:ext uri="{FF2B5EF4-FFF2-40B4-BE49-F238E27FC236}">
                  <a16:creationId xmlns:a16="http://schemas.microsoft.com/office/drawing/2014/main" id="{0E502045-AFEE-46BD-82EF-7FDCA210A972}"/>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79" name="Freeform: Shape 78">
              <a:extLst>
                <a:ext uri="{FF2B5EF4-FFF2-40B4-BE49-F238E27FC236}">
                  <a16:creationId xmlns:a16="http://schemas.microsoft.com/office/drawing/2014/main" id="{8331B978-23AB-4D1C-BDEB-D3F9BEDAA2DB}"/>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0" name="Freeform: Shape 79">
              <a:extLst>
                <a:ext uri="{FF2B5EF4-FFF2-40B4-BE49-F238E27FC236}">
                  <a16:creationId xmlns:a16="http://schemas.microsoft.com/office/drawing/2014/main" id="{B5C2958A-8756-4F5D-9D2E-8609AF3FE7F3}"/>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1" name="Freeform: Shape 80">
              <a:extLst>
                <a:ext uri="{FF2B5EF4-FFF2-40B4-BE49-F238E27FC236}">
                  <a16:creationId xmlns:a16="http://schemas.microsoft.com/office/drawing/2014/main" id="{405E51A7-0B73-4EDC-8853-4C4885C3CD12}"/>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2" name="Freeform: Shape 81">
              <a:extLst>
                <a:ext uri="{FF2B5EF4-FFF2-40B4-BE49-F238E27FC236}">
                  <a16:creationId xmlns:a16="http://schemas.microsoft.com/office/drawing/2014/main" id="{A655BB02-C70B-4783-95E3-349A9749DE81}"/>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3" name="Freeform: Shape 82">
              <a:extLst>
                <a:ext uri="{FF2B5EF4-FFF2-40B4-BE49-F238E27FC236}">
                  <a16:creationId xmlns:a16="http://schemas.microsoft.com/office/drawing/2014/main" id="{BF414889-E577-40C3-8CDF-DA20200FC4BB}"/>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4" name="Freeform: Shape 83">
              <a:extLst>
                <a:ext uri="{FF2B5EF4-FFF2-40B4-BE49-F238E27FC236}">
                  <a16:creationId xmlns:a16="http://schemas.microsoft.com/office/drawing/2014/main" id="{10578B73-0DC8-40FE-8A21-280C0818D286}"/>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5" name="Freeform: Shape 84">
              <a:extLst>
                <a:ext uri="{FF2B5EF4-FFF2-40B4-BE49-F238E27FC236}">
                  <a16:creationId xmlns:a16="http://schemas.microsoft.com/office/drawing/2014/main" id="{2A3EAB8C-6F2A-4487-A2BB-0984642F92BD}"/>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6" name="Freeform: Shape 85">
              <a:extLst>
                <a:ext uri="{FF2B5EF4-FFF2-40B4-BE49-F238E27FC236}">
                  <a16:creationId xmlns:a16="http://schemas.microsoft.com/office/drawing/2014/main" id="{07D70175-6613-45BC-AF43-015C72F13A7B}"/>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7" name="Freeform: Shape 86">
              <a:extLst>
                <a:ext uri="{FF2B5EF4-FFF2-40B4-BE49-F238E27FC236}">
                  <a16:creationId xmlns:a16="http://schemas.microsoft.com/office/drawing/2014/main" id="{9B942F25-6CDB-4981-97B7-D7BDEBE5ADF5}"/>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8" name="Freeform: Shape 87">
              <a:extLst>
                <a:ext uri="{FF2B5EF4-FFF2-40B4-BE49-F238E27FC236}">
                  <a16:creationId xmlns:a16="http://schemas.microsoft.com/office/drawing/2014/main" id="{01315AFB-F00B-4517-B2CA-2588A030EFF4}"/>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89" name="Freeform: Shape 88">
              <a:extLst>
                <a:ext uri="{FF2B5EF4-FFF2-40B4-BE49-F238E27FC236}">
                  <a16:creationId xmlns:a16="http://schemas.microsoft.com/office/drawing/2014/main" id="{F2EAC9B8-160B-4F7F-8029-F358F771D704}"/>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0" name="Freeform: Shape 89">
              <a:extLst>
                <a:ext uri="{FF2B5EF4-FFF2-40B4-BE49-F238E27FC236}">
                  <a16:creationId xmlns:a16="http://schemas.microsoft.com/office/drawing/2014/main" id="{42671AAA-F5BF-4B8E-9B20-12F8E97A3021}"/>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1" name="Freeform: Shape 90">
              <a:extLst>
                <a:ext uri="{FF2B5EF4-FFF2-40B4-BE49-F238E27FC236}">
                  <a16:creationId xmlns:a16="http://schemas.microsoft.com/office/drawing/2014/main" id="{23FB4F88-2E32-42AF-931D-73EEE391186B}"/>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2" name="Freeform: Shape 91">
              <a:extLst>
                <a:ext uri="{FF2B5EF4-FFF2-40B4-BE49-F238E27FC236}">
                  <a16:creationId xmlns:a16="http://schemas.microsoft.com/office/drawing/2014/main" id="{E4A1769F-CE92-4633-87B1-DDCB8F121456}"/>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sp>
          <p:nvSpPr>
            <p:cNvPr id="93" name="Freeform: Shape 92">
              <a:extLst>
                <a:ext uri="{FF2B5EF4-FFF2-40B4-BE49-F238E27FC236}">
                  <a16:creationId xmlns:a16="http://schemas.microsoft.com/office/drawing/2014/main" id="{4B597847-9D21-4E79-A3C1-CD09A72ED17A}"/>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rtl="0"/>
              <a:endParaRPr lang="en-US" sz="1323">
                <a:solidFill>
                  <a:schemeClr val="tx1"/>
                </a:solidFill>
                <a:latin typeface="+mn-lt"/>
                <a:ea typeface="+mn-ea"/>
                <a:cs typeface="+mn-cs"/>
              </a:endParaRPr>
            </a:p>
          </p:txBody>
        </p:sp>
        <p:cxnSp>
          <p:nvCxnSpPr>
            <p:cNvPr id="94" name="Straight Connector 93">
              <a:extLst>
                <a:ext uri="{FF2B5EF4-FFF2-40B4-BE49-F238E27FC236}">
                  <a16:creationId xmlns:a16="http://schemas.microsoft.com/office/drawing/2014/main" id="{A4475F4C-A18C-4D1A-BA57-171FB0889ED5}"/>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CB668352-A3AB-4B2E-9A58-3447022124C4}"/>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7FB43971-E513-473C-A51D-9EE94E61083C}"/>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45DF1BF3-81AD-4891-9BB0-2F7A0C9D4E46}"/>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00BDB8E3-D6DD-4760-8A19-73C078A70F87}"/>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CF12D775-122F-40DE-9D53-9EE07EEAA8F5}"/>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AD2CAD56-BA05-4C75-8034-7BE3F452236F}"/>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90E0245-1DD4-47DE-874E-81EEEC5BC8F7}"/>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CFFCCA0-3335-4A1D-ABE0-05033DB06A2E}"/>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F4D72CB9-C1AD-44DE-9701-7AC2B6FF96CE}"/>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89B3321-C5E9-4805-BC66-EA0432C4C15B}"/>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7ACEEB3E-3F13-47FD-9363-059ECF85CA24}"/>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373AB56B-1DBC-4E4B-A722-E8BD0ECD1B41}"/>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7406E6C7-24A3-4B83-8726-B30607709EF5}"/>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ABF470C1-8F17-46A7-9CF6-68959FCC27C5}"/>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BDFB440D-CD6D-4896-879A-A739507A9DA0}"/>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213BC5EF-1845-45CB-A034-F5C2FECB524D}"/>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52206814-DAB9-4959-9312-D81139D2AED1}"/>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863072DF-59FF-4A0A-BAA0-5A11E1D2E4E3}"/>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8A4BE5F7-9CDA-49D9-BFEC-F2B196770FC3}"/>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CC5C0C16-0A28-498B-9C6F-5032271897D0}"/>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91131945-8EE6-4545-BF8A-AF353687BEB3}"/>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75DD299-052D-4F8E-A9FE-D093F95B0FF2}"/>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58EBC29A-6A7B-40D5-897C-5DEEBEE6A4B2}"/>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C66B5FDD-F1EC-4F2C-B392-BC178AD8DA90}"/>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D93E83BE-872E-48AC-9FFE-A9F5597742DF}"/>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D9D1C528-2748-4906-ABB1-D32D60EC43E0}"/>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6982271F-16E6-4B46-8B36-C850AA36014C}"/>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8A678F6B-D7A6-4C5F-A60A-68F375965733}"/>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B1F16AAE-3D56-49D9-B1F8-CF0D668C4625}"/>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46BA71-43F2-4516-96BC-46C1F7150D1F}"/>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6B2820DA-E0D5-407B-9227-F00335F2855C}"/>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A6A61357-206A-4A6B-82AD-45174279B301}"/>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6FD4E7D7-1920-4CDF-8C8E-2C8843C3234E}"/>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B6B52954-99B2-4CA1-BC58-BC2CE3144C2E}"/>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A58B8F17-F2CF-4C8B-9384-4763AEB46266}"/>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F4D57F3-3690-4C8F-9DD3-6514140E8449}"/>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F1248E6-58FC-4800-A342-F266640388C0}"/>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9B8011EA-A67B-4792-899C-6F30861FB41B}"/>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4E187538-C1B6-4AB3-9E92-1CBE573E39EA}"/>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F725F436-5B17-4F6D-B174-9FD6324175C9}"/>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3DD99996-2943-48E4-B56E-D3F05FDFEC4F}"/>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8B8D663-5E52-4EA2-8D3F-41F6121FAE3C}"/>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11F6EC2A-C5C1-4266-92CE-81F84B827556}"/>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1" name="main body box">
              <a:extLst>
                <a:ext uri="{FF2B5EF4-FFF2-40B4-BE49-F238E27FC236}">
                  <a16:creationId xmlns:a16="http://schemas.microsoft.com/office/drawing/2014/main" id="{B218B8DC-43D2-4BF0-8019-414A6C978B50}"/>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pPr rtl="0"/>
              <a:endParaRPr lang="en-US" sz="1323">
                <a:solidFill>
                  <a:schemeClr val="tx1"/>
                </a:solidFill>
                <a:latin typeface="+mn-lt"/>
                <a:ea typeface="+mn-ea"/>
                <a:cs typeface="+mn-cs"/>
              </a:endParaRPr>
            </a:p>
          </p:txBody>
        </p:sp>
        <p:cxnSp>
          <p:nvCxnSpPr>
            <p:cNvPr id="142" name="Straight Connector 141">
              <a:extLst>
                <a:ext uri="{FF2B5EF4-FFF2-40B4-BE49-F238E27FC236}">
                  <a16:creationId xmlns:a16="http://schemas.microsoft.com/office/drawing/2014/main" id="{F8A6CBCB-2578-43F1-B7A4-69F595E6E013}"/>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143" name="Straight Connector 142">
              <a:extLst>
                <a:ext uri="{FF2B5EF4-FFF2-40B4-BE49-F238E27FC236}">
                  <a16:creationId xmlns:a16="http://schemas.microsoft.com/office/drawing/2014/main" id="{62E19C48-49CD-490C-82AF-6A807F4A91F8}"/>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sp>
        <p:nvSpPr>
          <p:cNvPr id="145" name="4. Footnote" hidden="1">
            <a:extLst>
              <a:ext uri="{FF2B5EF4-FFF2-40B4-BE49-F238E27FC236}">
                <a16:creationId xmlns:a16="http://schemas.microsoft.com/office/drawing/2014/main" id="{56E3DC21-21DB-42FE-8721-1BC0E89F13AE}"/>
              </a:ext>
            </a:extLst>
          </p:cNvPr>
          <p:cNvSpPr txBox="1"/>
          <p:nvPr userDrawn="1">
            <p:custDataLst>
              <p:tags r:id="rId26"/>
            </p:custDataLst>
          </p:nvPr>
        </p:nvSpPr>
        <p:spPr>
          <a:xfrm>
            <a:off x="553972" y="6278400"/>
            <a:ext cx="7278624" cy="123111"/>
          </a:xfrm>
          <a:prstGeom prst="rect">
            <a:avLst/>
          </a:prstGeom>
          <a:noFill/>
          <a:ln/>
          <a:extLst>
            <a:ext uri="{909E8E84-426E-40DD-AFC4-6F175D3DCCD1}">
              <a14:hiddenFill xmlns:a14="http://schemas.microsoft.com/office/drawing/2010/main">
                <a:solidFill>
                  <a:srgbClr val="FFFFFF"/>
                </a:solidFill>
              </a14:hiddenFill>
            </a:ext>
          </a:extLst>
        </p:spPr>
        <p:txBody>
          <a:bodyPr wrap="square" lIns="0" tIns="0" rIns="0" bIns="0" rtlCol="0" anchor="b" anchorCtr="0">
            <a:spAutoFit/>
          </a:bodyPr>
          <a:lstStyle>
            <a:defPPr>
              <a:defRPr lang="en-US"/>
            </a:defPPr>
            <a:lvl1pPr marL="203200" marR="0" lvl="0" indent="-212725" fontAlgn="auto">
              <a:lnSpc>
                <a:spcPct val="100000"/>
              </a:lnSpc>
              <a:spcBef>
                <a:spcPts val="0"/>
              </a:spcBef>
              <a:spcAft>
                <a:spcPts val="0"/>
              </a:spcAft>
              <a:buClrTx/>
              <a:buSzTx/>
              <a:buFontTx/>
              <a:buNone/>
              <a:tabLst/>
              <a:defRPr sz="800"/>
            </a:lvl1pPr>
          </a:lstStyle>
          <a:p>
            <a:pPr lvl="0"/>
            <a:r>
              <a:rPr lang="en-US"/>
              <a:t>Footnotes</a:t>
            </a:r>
          </a:p>
        </p:txBody>
      </p:sp>
      <p:sp>
        <p:nvSpPr>
          <p:cNvPr id="176" name="Sticker" hidden="1">
            <a:extLst>
              <a:ext uri="{FF2B5EF4-FFF2-40B4-BE49-F238E27FC236}">
                <a16:creationId xmlns:a16="http://schemas.microsoft.com/office/drawing/2014/main" id="{F05F3D84-B1F2-4969-91DD-7BB0F78A4159}"/>
              </a:ext>
            </a:extLst>
          </p:cNvPr>
          <p:cNvSpPr txBox="1"/>
          <p:nvPr userDrawn="1"/>
        </p:nvSpPr>
        <p:spPr>
          <a:xfrm>
            <a:off x="554736" y="1289273"/>
            <a:ext cx="450444" cy="123111"/>
          </a:xfrm>
          <a:prstGeom prst="rect">
            <a:avLst/>
          </a:prstGeom>
          <a:noFill/>
          <a:ln w="6350">
            <a:noFill/>
            <a:miter lim="800000"/>
          </a:ln>
        </p:spPr>
        <p:txBody>
          <a:bodyPr vert="horz" wrap="none" lIns="0" tIns="0" rIns="0" bIns="0" rtlCol="0">
            <a:spAutoFit/>
          </a:bodyPr>
          <a:lstStyle>
            <a:defPPr>
              <a:defRPr lang="en-US"/>
            </a:defPPr>
            <a:lvl1pPr>
              <a:spcBef>
                <a:spcPts val="300"/>
              </a:spcBef>
              <a:spcAft>
                <a:spcPts val="300"/>
              </a:spcAft>
              <a:buNone/>
              <a:defRPr sz="800" b="1" cap="all" baseline="0"/>
            </a:lvl1pPr>
          </a:lstStyle>
          <a:p>
            <a:pPr lvl="0"/>
            <a:r>
              <a:rPr lang="en-US"/>
              <a:t>STICKER</a:t>
            </a:r>
          </a:p>
        </p:txBody>
      </p:sp>
      <p:sp>
        <p:nvSpPr>
          <p:cNvPr id="207" name="ACET" hidden="1">
            <a:extLst>
              <a:ext uri="{FF2B5EF4-FFF2-40B4-BE49-F238E27FC236}">
                <a16:creationId xmlns:a16="http://schemas.microsoft.com/office/drawing/2014/main" id="{9C1AB688-8E46-4BED-871D-3FE073C183F2}"/>
              </a:ext>
            </a:extLst>
          </p:cNvPr>
          <p:cNvSpPr txBox="1"/>
          <p:nvPr userDrawn="1">
            <p:custDataLst>
              <p:tags r:id="rId27"/>
            </p:custDataLst>
          </p:nvPr>
        </p:nvSpPr>
        <p:spPr>
          <a:xfrm>
            <a:off x="5987738" y="2170800"/>
            <a:ext cx="3049253" cy="569387"/>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lvl="0" indent="0">
              <a:lnSpc>
                <a:spcPct val="100000"/>
              </a:lnSpc>
              <a:spcBef>
                <a:spcPts val="0"/>
              </a:spcBef>
              <a:spcAft>
                <a:spcPts val="600"/>
              </a:spcAft>
              <a:buFont typeface="Segoe UI" panose="020B0502040204020203" pitchFamily="34" charset="0"/>
              <a:buChar char="​"/>
              <a:defRPr sz="1600" b="1"/>
            </a:lvl1pPr>
            <a:lvl2pPr marL="228600" lvl="1" indent="-225425">
              <a:lnSpc>
                <a:spcPct val="100000"/>
              </a:lnSpc>
              <a:spcBef>
                <a:spcPts val="0"/>
              </a:spcBef>
              <a:spcAft>
                <a:spcPts val="300"/>
              </a:spcAft>
              <a:buSzPct val="110000"/>
              <a:buFont typeface="Wingdings" panose="05000000000000000000" pitchFamily="2" charset="2"/>
              <a:buChar char=""/>
              <a:defRPr sz="1600"/>
            </a:lvl2pPr>
            <a:lvl3pPr marL="442913" lvl="2" indent="-214313">
              <a:lnSpc>
                <a:spcPct val="100000"/>
              </a:lnSpc>
              <a:spcBef>
                <a:spcPts val="0"/>
              </a:spcBef>
              <a:spcAft>
                <a:spcPts val="300"/>
              </a:spcAft>
              <a:buSzPct val="110000"/>
              <a:buFont typeface="Arial" panose="020B0604020202020204" pitchFamily="34" charset="0"/>
              <a:buChar char="‒"/>
              <a:defRPr sz="1600"/>
            </a:lvl3pPr>
            <a:lvl4pPr marL="598488" lvl="3" indent="-152400">
              <a:lnSpc>
                <a:spcPct val="100000"/>
              </a:lnSpc>
              <a:spcBef>
                <a:spcPts val="0"/>
              </a:spcBef>
              <a:spcAft>
                <a:spcPts val="300"/>
              </a:spcAft>
              <a:buFont typeface="Arial" panose="020B0604020202020204" pitchFamily="34" charset="0"/>
              <a:buChar char="•"/>
              <a:defRPr sz="1600"/>
            </a:lvl4pPr>
            <a:lvl5pPr marL="817563" lvl="4" indent="-147638">
              <a:lnSpc>
                <a:spcPct val="100000"/>
              </a:lnSpc>
              <a:spcBef>
                <a:spcPts val="0"/>
              </a:spcBef>
              <a:spcAft>
                <a:spcPts val="300"/>
              </a:spcAft>
              <a:buSzPct val="100000"/>
              <a:buFont typeface="Arial" panose="020B0604020202020204" pitchFamily="34" charset="0"/>
              <a:buChar char="̶"/>
              <a:defRPr sz="160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r>
              <a:rPr lang="en-US"/>
              <a:t>Above Chart Exhibit Title</a:t>
            </a:r>
          </a:p>
          <a:p>
            <a:pPr lvl="0"/>
            <a:r>
              <a:rPr lang="en-US" b="0"/>
              <a:t>Unit of Measure</a:t>
            </a:r>
          </a:p>
        </p:txBody>
      </p:sp>
      <p:sp>
        <p:nvSpPr>
          <p:cNvPr id="4" name="Text Placeholder 3">
            <a:extLst>
              <a:ext uri="{FF2B5EF4-FFF2-40B4-BE49-F238E27FC236}">
                <a16:creationId xmlns:a16="http://schemas.microsoft.com/office/drawing/2014/main" id="{AEA8BC65-10CC-4404-9B17-2797DDA47747}"/>
              </a:ext>
            </a:extLst>
          </p:cNvPr>
          <p:cNvSpPr>
            <a:spLocks noGrp="1"/>
          </p:cNvSpPr>
          <p:nvPr>
            <p:ph type="body" idx="1"/>
          </p:nvPr>
        </p:nvSpPr>
        <p:spPr>
          <a:xfrm>
            <a:off x="554736" y="2170800"/>
            <a:ext cx="2484655" cy="138430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6" name="LegendBoxes" hidden="1">
            <a:extLst>
              <a:ext uri="{FF2B5EF4-FFF2-40B4-BE49-F238E27FC236}">
                <a16:creationId xmlns:a16="http://schemas.microsoft.com/office/drawing/2014/main" id="{FBAB80CB-08B8-53C7-9219-4AEC6C99F897}"/>
              </a:ext>
            </a:extLst>
          </p:cNvPr>
          <p:cNvGrpSpPr/>
          <p:nvPr userDrawn="1"/>
        </p:nvGrpSpPr>
        <p:grpSpPr>
          <a:xfrm>
            <a:off x="10714801" y="4381500"/>
            <a:ext cx="922463" cy="1717282"/>
            <a:chOff x="10554770" y="4322824"/>
            <a:chExt cx="922463" cy="1717282"/>
          </a:xfrm>
        </p:grpSpPr>
        <p:sp>
          <p:nvSpPr>
            <p:cNvPr id="47" name="RectangleLegend1" hidden="1">
              <a:extLst>
                <a:ext uri="{FF2B5EF4-FFF2-40B4-BE49-F238E27FC236}">
                  <a16:creationId xmlns:a16="http://schemas.microsoft.com/office/drawing/2014/main" id="{53835670-C109-F701-40D3-CEB11E5AB734}"/>
                </a:ext>
              </a:extLst>
            </p:cNvPr>
            <p:cNvSpPr/>
            <p:nvPr/>
          </p:nvSpPr>
          <p:spPr>
            <a:xfrm>
              <a:off x="10554770" y="4344182"/>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48" name="RectangleLegend2" hidden="1">
              <a:extLst>
                <a:ext uri="{FF2B5EF4-FFF2-40B4-BE49-F238E27FC236}">
                  <a16:creationId xmlns:a16="http://schemas.microsoft.com/office/drawing/2014/main" id="{149117A6-AD3E-5701-1BEB-1F35B65677F5}"/>
                </a:ext>
              </a:extLst>
            </p:cNvPr>
            <p:cNvSpPr/>
            <p:nvPr/>
          </p:nvSpPr>
          <p:spPr>
            <a:xfrm>
              <a:off x="10554770" y="4723680"/>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49" name="RectangleLegend3" hidden="1">
              <a:extLst>
                <a:ext uri="{FF2B5EF4-FFF2-40B4-BE49-F238E27FC236}">
                  <a16:creationId xmlns:a16="http://schemas.microsoft.com/office/drawing/2014/main" id="{A077EF42-3985-901D-BB6D-98FC5D157C1C}"/>
                </a:ext>
              </a:extLst>
            </p:cNvPr>
            <p:cNvSpPr/>
            <p:nvPr/>
          </p:nvSpPr>
          <p:spPr>
            <a:xfrm>
              <a:off x="10554770" y="5097276"/>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50" name="RectangleLegend4" hidden="1">
              <a:extLst>
                <a:ext uri="{FF2B5EF4-FFF2-40B4-BE49-F238E27FC236}">
                  <a16:creationId xmlns:a16="http://schemas.microsoft.com/office/drawing/2014/main" id="{6C8E41D6-DBAC-FE37-B891-CF98C3FE6439}"/>
                </a:ext>
              </a:extLst>
            </p:cNvPr>
            <p:cNvSpPr/>
            <p:nvPr/>
          </p:nvSpPr>
          <p:spPr>
            <a:xfrm>
              <a:off x="10554770" y="5470872"/>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51" name="RectangleLegend5" hidden="1">
              <a:extLst>
                <a:ext uri="{FF2B5EF4-FFF2-40B4-BE49-F238E27FC236}">
                  <a16:creationId xmlns:a16="http://schemas.microsoft.com/office/drawing/2014/main" id="{335B354B-56C7-8494-20B4-B6798120E336}"/>
                </a:ext>
              </a:extLst>
            </p:cNvPr>
            <p:cNvSpPr/>
            <p:nvPr/>
          </p:nvSpPr>
          <p:spPr>
            <a:xfrm>
              <a:off x="10554770" y="5844468"/>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52" name="Legend1" hidden="1">
              <a:extLst>
                <a:ext uri="{FF2B5EF4-FFF2-40B4-BE49-F238E27FC236}">
                  <a16:creationId xmlns:a16="http://schemas.microsoft.com/office/drawing/2014/main" id="{17DBE6DD-A258-0D38-A53F-C7A39D321318}"/>
                </a:ext>
              </a:extLst>
            </p:cNvPr>
            <p:cNvSpPr txBox="1"/>
            <p:nvPr/>
          </p:nvSpPr>
          <p:spPr>
            <a:xfrm>
              <a:off x="10880916" y="4322824"/>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54" name="Legend2" hidden="1">
              <a:extLst>
                <a:ext uri="{FF2B5EF4-FFF2-40B4-BE49-F238E27FC236}">
                  <a16:creationId xmlns:a16="http://schemas.microsoft.com/office/drawing/2014/main" id="{819B749C-734B-E450-50E0-2B19CF598A93}"/>
                </a:ext>
              </a:extLst>
            </p:cNvPr>
            <p:cNvSpPr txBox="1"/>
            <p:nvPr/>
          </p:nvSpPr>
          <p:spPr>
            <a:xfrm>
              <a:off x="10880916" y="4702322"/>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03" name="Legend3" hidden="1">
              <a:extLst>
                <a:ext uri="{FF2B5EF4-FFF2-40B4-BE49-F238E27FC236}">
                  <a16:creationId xmlns:a16="http://schemas.microsoft.com/office/drawing/2014/main" id="{385D9C83-B8E0-9279-01B1-F0E40B147516}"/>
                </a:ext>
              </a:extLst>
            </p:cNvPr>
            <p:cNvSpPr txBox="1"/>
            <p:nvPr/>
          </p:nvSpPr>
          <p:spPr>
            <a:xfrm>
              <a:off x="10880916" y="5081820"/>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04" name="Legend4" hidden="1">
              <a:extLst>
                <a:ext uri="{FF2B5EF4-FFF2-40B4-BE49-F238E27FC236}">
                  <a16:creationId xmlns:a16="http://schemas.microsoft.com/office/drawing/2014/main" id="{4DBC8BB4-B9A8-0C04-608C-5B09B788C1D5}"/>
                </a:ext>
              </a:extLst>
            </p:cNvPr>
            <p:cNvSpPr txBox="1"/>
            <p:nvPr/>
          </p:nvSpPr>
          <p:spPr>
            <a:xfrm>
              <a:off x="10880916" y="5453241"/>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06" name="Legend5" hidden="1">
              <a:extLst>
                <a:ext uri="{FF2B5EF4-FFF2-40B4-BE49-F238E27FC236}">
                  <a16:creationId xmlns:a16="http://schemas.microsoft.com/office/drawing/2014/main" id="{C9840C23-7392-06D9-7FF8-3B4CF7540A1F}"/>
                </a:ext>
              </a:extLst>
            </p:cNvPr>
            <p:cNvSpPr txBox="1"/>
            <p:nvPr/>
          </p:nvSpPr>
          <p:spPr>
            <a:xfrm>
              <a:off x="10880915" y="5824662"/>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grpSp>
      <p:grpSp>
        <p:nvGrpSpPr>
          <p:cNvPr id="144" name="LegendLines" hidden="1">
            <a:extLst>
              <a:ext uri="{FF2B5EF4-FFF2-40B4-BE49-F238E27FC236}">
                <a16:creationId xmlns:a16="http://schemas.microsoft.com/office/drawing/2014/main" id="{5A7ACB13-7363-1F81-2174-A9E4500F2309}"/>
              </a:ext>
            </a:extLst>
          </p:cNvPr>
          <p:cNvGrpSpPr/>
          <p:nvPr userDrawn="1"/>
        </p:nvGrpSpPr>
        <p:grpSpPr>
          <a:xfrm>
            <a:off x="10317304" y="3150831"/>
            <a:ext cx="1319960" cy="958286"/>
            <a:chOff x="10162879" y="3243772"/>
            <a:chExt cx="1319960" cy="958286"/>
          </a:xfrm>
        </p:grpSpPr>
        <p:sp>
          <p:nvSpPr>
            <p:cNvPr id="146" name="Legend1" hidden="1">
              <a:extLst>
                <a:ext uri="{FF2B5EF4-FFF2-40B4-BE49-F238E27FC236}">
                  <a16:creationId xmlns:a16="http://schemas.microsoft.com/office/drawing/2014/main" id="{2D60D620-3A32-E798-0D71-8572E624A8F0}"/>
                </a:ext>
              </a:extLst>
            </p:cNvPr>
            <p:cNvSpPr txBox="1"/>
            <p:nvPr/>
          </p:nvSpPr>
          <p:spPr>
            <a:xfrm>
              <a:off x="10886522" y="3243772"/>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47" name="Legend2" hidden="1">
              <a:extLst>
                <a:ext uri="{FF2B5EF4-FFF2-40B4-BE49-F238E27FC236}">
                  <a16:creationId xmlns:a16="http://schemas.microsoft.com/office/drawing/2014/main" id="{0D9F8CB0-698E-A5A7-DCEF-B03DE6EBB1C7}"/>
                </a:ext>
              </a:extLst>
            </p:cNvPr>
            <p:cNvSpPr txBox="1"/>
            <p:nvPr/>
          </p:nvSpPr>
          <p:spPr>
            <a:xfrm>
              <a:off x="10886522" y="3615193"/>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48" name="Legend3" hidden="1">
              <a:extLst>
                <a:ext uri="{FF2B5EF4-FFF2-40B4-BE49-F238E27FC236}">
                  <a16:creationId xmlns:a16="http://schemas.microsoft.com/office/drawing/2014/main" id="{E9323CEC-25A1-601C-4BF6-1C4EDA42A96D}"/>
                </a:ext>
              </a:extLst>
            </p:cNvPr>
            <p:cNvSpPr txBox="1"/>
            <p:nvPr/>
          </p:nvSpPr>
          <p:spPr>
            <a:xfrm>
              <a:off x="10886522" y="3986614"/>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49" name="LineLegend3" hidden="1">
              <a:extLst>
                <a:ext uri="{FF2B5EF4-FFF2-40B4-BE49-F238E27FC236}">
                  <a16:creationId xmlns:a16="http://schemas.microsoft.com/office/drawing/2014/main" id="{6F4A53BB-3FE3-DEF0-38CC-F9B1975E61D4}"/>
                </a:ext>
              </a:extLst>
            </p:cNvPr>
            <p:cNvSpPr>
              <a:spLocks noChangeShapeType="1"/>
            </p:cNvSpPr>
            <p:nvPr/>
          </p:nvSpPr>
          <p:spPr bwMode="gray">
            <a:xfrm>
              <a:off x="10162879" y="4092784"/>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sz="1400" baseline="0"/>
            </a:p>
          </p:txBody>
        </p:sp>
        <p:sp>
          <p:nvSpPr>
            <p:cNvPr id="150" name="LineLegend2" hidden="1">
              <a:extLst>
                <a:ext uri="{FF2B5EF4-FFF2-40B4-BE49-F238E27FC236}">
                  <a16:creationId xmlns:a16="http://schemas.microsoft.com/office/drawing/2014/main" id="{6FD34580-8295-B3FB-DB61-3B985CF9AA69}"/>
                </a:ext>
              </a:extLst>
            </p:cNvPr>
            <p:cNvSpPr>
              <a:spLocks noChangeShapeType="1"/>
            </p:cNvSpPr>
            <p:nvPr/>
          </p:nvSpPr>
          <p:spPr bwMode="gray">
            <a:xfrm>
              <a:off x="10162879" y="3719425"/>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sz="1400" baseline="0"/>
            </a:p>
          </p:txBody>
        </p:sp>
        <p:sp>
          <p:nvSpPr>
            <p:cNvPr id="151" name="LineLegend1" hidden="1">
              <a:extLst>
                <a:ext uri="{FF2B5EF4-FFF2-40B4-BE49-F238E27FC236}">
                  <a16:creationId xmlns:a16="http://schemas.microsoft.com/office/drawing/2014/main" id="{6FAA80AD-C453-1B80-061B-16F0BC540F7F}"/>
                </a:ext>
              </a:extLst>
            </p:cNvPr>
            <p:cNvSpPr>
              <a:spLocks noChangeShapeType="1"/>
            </p:cNvSpPr>
            <p:nvPr/>
          </p:nvSpPr>
          <p:spPr bwMode="gray">
            <a:xfrm>
              <a:off x="10162879" y="3351494"/>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sz="1400" baseline="0"/>
            </a:p>
          </p:txBody>
        </p:sp>
      </p:grpSp>
      <p:grpSp>
        <p:nvGrpSpPr>
          <p:cNvPr id="152" name="LegendMoons" hidden="1">
            <a:extLst>
              <a:ext uri="{FF2B5EF4-FFF2-40B4-BE49-F238E27FC236}">
                <a16:creationId xmlns:a16="http://schemas.microsoft.com/office/drawing/2014/main" id="{03466BD1-B082-A507-11AD-55ACF574F42A}"/>
              </a:ext>
            </a:extLst>
          </p:cNvPr>
          <p:cNvGrpSpPr/>
          <p:nvPr userDrawn="1"/>
        </p:nvGrpSpPr>
        <p:grpSpPr>
          <a:xfrm>
            <a:off x="10684859" y="1146588"/>
            <a:ext cx="948949" cy="1731859"/>
            <a:chOff x="7716535" y="2630582"/>
            <a:chExt cx="948949" cy="1731859"/>
          </a:xfrm>
        </p:grpSpPr>
        <p:sp>
          <p:nvSpPr>
            <p:cNvPr id="153" name="Legend1" hidden="1">
              <a:extLst>
                <a:ext uri="{FF2B5EF4-FFF2-40B4-BE49-F238E27FC236}">
                  <a16:creationId xmlns:a16="http://schemas.microsoft.com/office/drawing/2014/main" id="{D1317B88-6407-9E05-4F12-BCD14DBE0D24}"/>
                </a:ext>
              </a:extLst>
            </p:cNvPr>
            <p:cNvSpPr txBox="1"/>
            <p:nvPr/>
          </p:nvSpPr>
          <p:spPr>
            <a:xfrm>
              <a:off x="8069167" y="2637941"/>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54" name="Legend2" hidden="1">
              <a:extLst>
                <a:ext uri="{FF2B5EF4-FFF2-40B4-BE49-F238E27FC236}">
                  <a16:creationId xmlns:a16="http://schemas.microsoft.com/office/drawing/2014/main" id="{87DE0377-46B3-9489-6731-4C56899671EE}"/>
                </a:ext>
              </a:extLst>
            </p:cNvPr>
            <p:cNvSpPr txBox="1"/>
            <p:nvPr/>
          </p:nvSpPr>
          <p:spPr>
            <a:xfrm>
              <a:off x="8069167" y="3013400"/>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55" name="Legend3" hidden="1">
              <a:extLst>
                <a:ext uri="{FF2B5EF4-FFF2-40B4-BE49-F238E27FC236}">
                  <a16:creationId xmlns:a16="http://schemas.microsoft.com/office/drawing/2014/main" id="{90DC3388-0578-D806-383F-CC1732668505}"/>
                </a:ext>
              </a:extLst>
            </p:cNvPr>
            <p:cNvSpPr txBox="1"/>
            <p:nvPr/>
          </p:nvSpPr>
          <p:spPr>
            <a:xfrm>
              <a:off x="8069167" y="3388859"/>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56" name="Legend4" hidden="1">
              <a:extLst>
                <a:ext uri="{FF2B5EF4-FFF2-40B4-BE49-F238E27FC236}">
                  <a16:creationId xmlns:a16="http://schemas.microsoft.com/office/drawing/2014/main" id="{4F009245-53C2-4F7C-D1E1-07E63FD6F726}"/>
                </a:ext>
              </a:extLst>
            </p:cNvPr>
            <p:cNvSpPr txBox="1"/>
            <p:nvPr/>
          </p:nvSpPr>
          <p:spPr>
            <a:xfrm>
              <a:off x="8069167" y="3764318"/>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sp>
          <p:nvSpPr>
            <p:cNvPr id="157" name="Legend5" hidden="1">
              <a:extLst>
                <a:ext uri="{FF2B5EF4-FFF2-40B4-BE49-F238E27FC236}">
                  <a16:creationId xmlns:a16="http://schemas.microsoft.com/office/drawing/2014/main" id="{2BB382BE-7877-A6E2-1916-C633B92C0989}"/>
                </a:ext>
              </a:extLst>
            </p:cNvPr>
            <p:cNvSpPr txBox="1"/>
            <p:nvPr/>
          </p:nvSpPr>
          <p:spPr>
            <a:xfrm>
              <a:off x="8069167" y="4139779"/>
              <a:ext cx="596317" cy="215444"/>
            </a:xfrm>
            <a:prstGeom prst="rect">
              <a:avLst/>
            </a:prstGeom>
            <a:noFill/>
            <a:ln>
              <a:noFill/>
              <a:miter lim="800000"/>
            </a:ln>
          </p:spPr>
          <p:txBody>
            <a:bodyPr wrap="none" lIns="0" tIns="0" rIns="0" bIns="0" rtlCol="0" anchor="ctr" anchorCtr="0">
              <a:spAutoFit/>
            </a:bodyPr>
            <a:lstStyle/>
            <a:p>
              <a:pPr>
                <a:spcAft>
                  <a:spcPts val="600"/>
                </a:spcAft>
              </a:pPr>
              <a:r>
                <a:rPr lang="en-US" sz="1400"/>
                <a:t>Legend</a:t>
              </a:r>
            </a:p>
          </p:txBody>
        </p:sp>
        <p:grpSp>
          <p:nvGrpSpPr>
            <p:cNvPr id="158" name="MoonLegend1" hidden="1">
              <a:extLst>
                <a:ext uri="{FF2B5EF4-FFF2-40B4-BE49-F238E27FC236}">
                  <a16:creationId xmlns:a16="http://schemas.microsoft.com/office/drawing/2014/main" id="{9C4004CC-B520-2ECF-A23D-E7A76459F282}"/>
                </a:ext>
              </a:extLst>
            </p:cNvPr>
            <p:cNvGrpSpPr>
              <a:grpSpLocks noChangeAspect="1"/>
            </p:cNvGrpSpPr>
            <p:nvPr>
              <p:custDataLst>
                <p:tags r:id="rId28"/>
              </p:custDataLst>
            </p:nvPr>
          </p:nvGrpSpPr>
          <p:grpSpPr>
            <a:xfrm>
              <a:off x="7716535" y="2630582"/>
              <a:ext cx="228600" cy="228600"/>
              <a:chOff x="762000" y="1270000"/>
              <a:chExt cx="254000" cy="254000"/>
            </a:xfrm>
          </p:grpSpPr>
          <p:sp>
            <p:nvSpPr>
              <p:cNvPr id="171" name="Oval 170" hidden="1">
                <a:extLst>
                  <a:ext uri="{FF2B5EF4-FFF2-40B4-BE49-F238E27FC236}">
                    <a16:creationId xmlns:a16="http://schemas.microsoft.com/office/drawing/2014/main" id="{05960A1C-ED5C-CBC8-02C7-256330083ED0}"/>
                  </a:ext>
                </a:extLst>
              </p:cNvPr>
              <p:cNvSpPr/>
              <p:nvPr>
                <p:custDataLst>
                  <p:tags r:id="rId41"/>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endParaRPr>
              </a:p>
            </p:txBody>
          </p:sp>
          <p:sp>
            <p:nvSpPr>
              <p:cNvPr id="172" name="Arc 171" hidden="1">
                <a:extLst>
                  <a:ext uri="{FF2B5EF4-FFF2-40B4-BE49-F238E27FC236}">
                    <a16:creationId xmlns:a16="http://schemas.microsoft.com/office/drawing/2014/main" id="{1F17BEFF-A9F6-4979-1EB4-629838D40FA6}"/>
                  </a:ext>
                </a:extLst>
              </p:cNvPr>
              <p:cNvSpPr/>
              <p:nvPr>
                <p:custDataLst>
                  <p:tags r:id="rId42"/>
                </p:custDataLst>
              </p:nvPr>
            </p:nvSpPr>
            <p:spPr>
              <a:xfrm>
                <a:off x="762000" y="1270000"/>
                <a:ext cx="254000" cy="254000"/>
              </a:xfrm>
              <a:prstGeom prst="arc">
                <a:avLst>
                  <a:gd name="adj1" fmla="val 16200000"/>
                  <a:gd name="adj2" fmla="val 5400000"/>
                </a:avLst>
              </a:prstGeom>
              <a:solidFill>
                <a:schemeClr val="accent2"/>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a:p>
            </p:txBody>
          </p:sp>
        </p:grpSp>
        <p:grpSp>
          <p:nvGrpSpPr>
            <p:cNvPr id="159" name="MoonLegend2" hidden="1">
              <a:extLst>
                <a:ext uri="{FF2B5EF4-FFF2-40B4-BE49-F238E27FC236}">
                  <a16:creationId xmlns:a16="http://schemas.microsoft.com/office/drawing/2014/main" id="{649F3636-2566-A468-2BE7-AE1DC13B0069}"/>
                </a:ext>
              </a:extLst>
            </p:cNvPr>
            <p:cNvGrpSpPr>
              <a:grpSpLocks noChangeAspect="1"/>
            </p:cNvGrpSpPr>
            <p:nvPr>
              <p:custDataLst>
                <p:tags r:id="rId29"/>
              </p:custDataLst>
            </p:nvPr>
          </p:nvGrpSpPr>
          <p:grpSpPr>
            <a:xfrm>
              <a:off x="7716535" y="3006395"/>
              <a:ext cx="228600" cy="228600"/>
              <a:chOff x="762000" y="1270000"/>
              <a:chExt cx="254000" cy="254000"/>
            </a:xfrm>
          </p:grpSpPr>
          <p:sp>
            <p:nvSpPr>
              <p:cNvPr id="169" name="Oval 168" hidden="1">
                <a:extLst>
                  <a:ext uri="{FF2B5EF4-FFF2-40B4-BE49-F238E27FC236}">
                    <a16:creationId xmlns:a16="http://schemas.microsoft.com/office/drawing/2014/main" id="{3BB9B6AB-8B98-B182-DF25-416E717F370C}"/>
                  </a:ext>
                </a:extLst>
              </p:cNvPr>
              <p:cNvSpPr/>
              <p:nvPr>
                <p:custDataLst>
                  <p:tags r:id="rId39"/>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endParaRPr>
              </a:p>
            </p:txBody>
          </p:sp>
          <p:sp>
            <p:nvSpPr>
              <p:cNvPr id="170" name="Arc 169" hidden="1">
                <a:extLst>
                  <a:ext uri="{FF2B5EF4-FFF2-40B4-BE49-F238E27FC236}">
                    <a16:creationId xmlns:a16="http://schemas.microsoft.com/office/drawing/2014/main" id="{0D47C41E-D2D7-C3C0-4B40-4FEAF75E7DE7}"/>
                  </a:ext>
                </a:extLst>
              </p:cNvPr>
              <p:cNvSpPr/>
              <p:nvPr>
                <p:custDataLst>
                  <p:tags r:id="rId40"/>
                </p:custDataLst>
              </p:nvPr>
            </p:nvSpPr>
            <p:spPr>
              <a:xfrm>
                <a:off x="762000" y="1270000"/>
                <a:ext cx="254000" cy="254000"/>
              </a:xfrm>
              <a:prstGeom prst="arc">
                <a:avLst>
                  <a:gd name="adj1" fmla="val 16200000"/>
                  <a:gd name="adj2" fmla="val 0"/>
                </a:avLst>
              </a:prstGeom>
              <a:solidFill>
                <a:schemeClr val="accent2"/>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a:p>
            </p:txBody>
          </p:sp>
        </p:grpSp>
        <p:grpSp>
          <p:nvGrpSpPr>
            <p:cNvPr id="160" name="MoonLegend3" hidden="1">
              <a:extLst>
                <a:ext uri="{FF2B5EF4-FFF2-40B4-BE49-F238E27FC236}">
                  <a16:creationId xmlns:a16="http://schemas.microsoft.com/office/drawing/2014/main" id="{F5E95DD1-C241-D95B-FEFC-1B853C756D27}"/>
                </a:ext>
              </a:extLst>
            </p:cNvPr>
            <p:cNvGrpSpPr>
              <a:grpSpLocks noChangeAspect="1"/>
            </p:cNvGrpSpPr>
            <p:nvPr>
              <p:custDataLst>
                <p:tags r:id="rId30"/>
              </p:custDataLst>
            </p:nvPr>
          </p:nvGrpSpPr>
          <p:grpSpPr>
            <a:xfrm>
              <a:off x="7716535" y="3382210"/>
              <a:ext cx="228600" cy="228600"/>
              <a:chOff x="762000" y="1270000"/>
              <a:chExt cx="254000" cy="254000"/>
            </a:xfrm>
          </p:grpSpPr>
          <p:sp>
            <p:nvSpPr>
              <p:cNvPr id="167" name="Oval 166" hidden="1">
                <a:extLst>
                  <a:ext uri="{FF2B5EF4-FFF2-40B4-BE49-F238E27FC236}">
                    <a16:creationId xmlns:a16="http://schemas.microsoft.com/office/drawing/2014/main" id="{770F81FB-FDAE-69D6-6B3A-37BAFD2E3AEC}"/>
                  </a:ext>
                </a:extLst>
              </p:cNvPr>
              <p:cNvSpPr/>
              <p:nvPr>
                <p:custDataLst>
                  <p:tags r:id="rId37"/>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endParaRPr>
              </a:p>
            </p:txBody>
          </p:sp>
          <p:sp>
            <p:nvSpPr>
              <p:cNvPr id="168" name="Arc 167" hidden="1">
                <a:extLst>
                  <a:ext uri="{FF2B5EF4-FFF2-40B4-BE49-F238E27FC236}">
                    <a16:creationId xmlns:a16="http://schemas.microsoft.com/office/drawing/2014/main" id="{657F334A-4CAD-74ED-D590-8E40AC08209F}"/>
                  </a:ext>
                </a:extLst>
              </p:cNvPr>
              <p:cNvSpPr/>
              <p:nvPr>
                <p:custDataLst>
                  <p:tags r:id="rId38"/>
                </p:custDataLst>
              </p:nvPr>
            </p:nvSpPr>
            <p:spPr>
              <a:xfrm>
                <a:off x="762000" y="1270000"/>
                <a:ext cx="254000" cy="254000"/>
              </a:xfrm>
              <a:prstGeom prst="arc">
                <a:avLst>
                  <a:gd name="adj1" fmla="val 16200000"/>
                  <a:gd name="adj2" fmla="val 5400000"/>
                </a:avLst>
              </a:prstGeom>
              <a:solidFill>
                <a:schemeClr val="accent2"/>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a:p>
            </p:txBody>
          </p:sp>
        </p:grpSp>
        <p:grpSp>
          <p:nvGrpSpPr>
            <p:cNvPr id="161" name="MoonLegend4" hidden="1">
              <a:extLst>
                <a:ext uri="{FF2B5EF4-FFF2-40B4-BE49-F238E27FC236}">
                  <a16:creationId xmlns:a16="http://schemas.microsoft.com/office/drawing/2014/main" id="{33824BC0-51FC-96EE-76A6-F7FF62D07B4C}"/>
                </a:ext>
              </a:extLst>
            </p:cNvPr>
            <p:cNvGrpSpPr>
              <a:grpSpLocks noChangeAspect="1"/>
            </p:cNvGrpSpPr>
            <p:nvPr>
              <p:custDataLst>
                <p:tags r:id="rId31"/>
              </p:custDataLst>
            </p:nvPr>
          </p:nvGrpSpPr>
          <p:grpSpPr>
            <a:xfrm>
              <a:off x="7716535" y="3758025"/>
              <a:ext cx="228600" cy="228600"/>
              <a:chOff x="762000" y="1270000"/>
              <a:chExt cx="254000" cy="254000"/>
            </a:xfrm>
          </p:grpSpPr>
          <p:sp>
            <p:nvSpPr>
              <p:cNvPr id="165" name="Oval 164" hidden="1">
                <a:extLst>
                  <a:ext uri="{FF2B5EF4-FFF2-40B4-BE49-F238E27FC236}">
                    <a16:creationId xmlns:a16="http://schemas.microsoft.com/office/drawing/2014/main" id="{C049EBEB-B7C8-FC17-4372-1026A35FAE33}"/>
                  </a:ext>
                </a:extLst>
              </p:cNvPr>
              <p:cNvSpPr/>
              <p:nvPr>
                <p:custDataLst>
                  <p:tags r:id="rId35"/>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endParaRPr>
              </a:p>
            </p:txBody>
          </p:sp>
          <p:sp>
            <p:nvSpPr>
              <p:cNvPr id="166" name="Arc 165" hidden="1">
                <a:extLst>
                  <a:ext uri="{FF2B5EF4-FFF2-40B4-BE49-F238E27FC236}">
                    <a16:creationId xmlns:a16="http://schemas.microsoft.com/office/drawing/2014/main" id="{1B02CEF0-24F5-ED4E-62F5-04A6305C0F2F}"/>
                  </a:ext>
                </a:extLst>
              </p:cNvPr>
              <p:cNvSpPr/>
              <p:nvPr>
                <p:custDataLst>
                  <p:tags r:id="rId36"/>
                </p:custDataLst>
              </p:nvPr>
            </p:nvSpPr>
            <p:spPr>
              <a:xfrm>
                <a:off x="762000" y="1270000"/>
                <a:ext cx="254000" cy="254000"/>
              </a:xfrm>
              <a:prstGeom prst="arc">
                <a:avLst>
                  <a:gd name="adj1" fmla="val 16200000"/>
                  <a:gd name="adj2" fmla="val 10800000"/>
                </a:avLst>
              </a:prstGeom>
              <a:solidFill>
                <a:schemeClr val="accent2"/>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a:p>
            </p:txBody>
          </p:sp>
        </p:grpSp>
        <p:grpSp>
          <p:nvGrpSpPr>
            <p:cNvPr id="162" name="MoonLegend5" hidden="1">
              <a:extLst>
                <a:ext uri="{FF2B5EF4-FFF2-40B4-BE49-F238E27FC236}">
                  <a16:creationId xmlns:a16="http://schemas.microsoft.com/office/drawing/2014/main" id="{69271A2C-CD7F-59F9-2375-159CCED53A69}"/>
                </a:ext>
              </a:extLst>
            </p:cNvPr>
            <p:cNvGrpSpPr>
              <a:grpSpLocks noChangeAspect="1"/>
            </p:cNvGrpSpPr>
            <p:nvPr>
              <p:custDataLst>
                <p:tags r:id="rId32"/>
              </p:custDataLst>
            </p:nvPr>
          </p:nvGrpSpPr>
          <p:grpSpPr>
            <a:xfrm>
              <a:off x="7716535" y="4133841"/>
              <a:ext cx="228600" cy="228600"/>
              <a:chOff x="762000" y="1270000"/>
              <a:chExt cx="254000" cy="254000"/>
            </a:xfrm>
          </p:grpSpPr>
          <p:sp>
            <p:nvSpPr>
              <p:cNvPr id="163" name="Oval 162" hidden="1">
                <a:extLst>
                  <a:ext uri="{FF2B5EF4-FFF2-40B4-BE49-F238E27FC236}">
                    <a16:creationId xmlns:a16="http://schemas.microsoft.com/office/drawing/2014/main" id="{9B20F2B5-5E71-6346-149A-1DD62EA7E2C4}"/>
                  </a:ext>
                </a:extLst>
              </p:cNvPr>
              <p:cNvSpPr/>
              <p:nvPr>
                <p:custDataLst>
                  <p:tags r:id="rId33"/>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endParaRPr>
              </a:p>
            </p:txBody>
          </p:sp>
          <p:sp>
            <p:nvSpPr>
              <p:cNvPr id="164" name="Arc 163" hidden="1">
                <a:extLst>
                  <a:ext uri="{FF2B5EF4-FFF2-40B4-BE49-F238E27FC236}">
                    <a16:creationId xmlns:a16="http://schemas.microsoft.com/office/drawing/2014/main" id="{197AA7F1-9B78-C296-554A-6E32B4C399A3}"/>
                  </a:ext>
                </a:extLst>
              </p:cNvPr>
              <p:cNvSpPr/>
              <p:nvPr>
                <p:custDataLst>
                  <p:tags r:id="rId34"/>
                </p:custDataLst>
              </p:nvPr>
            </p:nvSpPr>
            <p:spPr>
              <a:xfrm>
                <a:off x="762000" y="1270000"/>
                <a:ext cx="254000" cy="254000"/>
              </a:xfrm>
              <a:prstGeom prst="arc">
                <a:avLst>
                  <a:gd name="adj1" fmla="val 16200000"/>
                  <a:gd name="adj2" fmla="val 16200000"/>
                </a:avLst>
              </a:prstGeom>
              <a:solidFill>
                <a:schemeClr val="accent2"/>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a:p>
            </p:txBody>
          </p:sp>
        </p:grpSp>
      </p:grpSp>
    </p:spTree>
    <p:extLst>
      <p:ext uri="{BB962C8B-B14F-4D97-AF65-F5344CB8AC3E}">
        <p14:creationId xmlns:p14="http://schemas.microsoft.com/office/powerpoint/2010/main" val="2601757509"/>
      </p:ext>
    </p:extLst>
  </p:cSld>
  <p:clrMap bg1="lt1" tx1="dk1" bg2="lt2" tx2="dk2" accent1="accent1" accent2="accent2" accent3="accent3" accent4="accent4" accent5="accent5" accent6="accent6" hlink="hlink" folHlink="folHlink"/>
  <p:sldLayoutIdLst>
    <p:sldLayoutId id="2147483864" r:id="rId1"/>
    <p:sldLayoutId id="2147483865" r:id="rId2"/>
    <p:sldLayoutId id="2147483866" r:id="rId3"/>
    <p:sldLayoutId id="2147483867" r:id="rId4"/>
    <p:sldLayoutId id="2147483868" r:id="rId5"/>
    <p:sldLayoutId id="2147483869" r:id="rId6"/>
    <p:sldLayoutId id="2147483870" r:id="rId7"/>
    <p:sldLayoutId id="2147483871" r:id="rId8"/>
    <p:sldLayoutId id="2147483872" r:id="rId9"/>
    <p:sldLayoutId id="2147483873" r:id="rId10"/>
    <p:sldLayoutId id="2147483874" r:id="rId11"/>
    <p:sldLayoutId id="2147483875" r:id="rId12"/>
    <p:sldLayoutId id="2147483876" r:id="rId13"/>
    <p:sldLayoutId id="2147483877" r:id="rId14"/>
    <p:sldLayoutId id="2147483878" r:id="rId15"/>
    <p:sldLayoutId id="2147483879" r:id="rId16"/>
    <p:sldLayoutId id="2147483880" r:id="rId17"/>
    <p:sldLayoutId id="2147483881" r:id="rId18"/>
    <p:sldLayoutId id="2147483882" r:id="rId19"/>
    <p:sldLayoutId id="2147483883" r:id="rId20"/>
  </p:sldLayoutIdLst>
  <p:txStyles>
    <p:title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p:titleStyle>
    <p:body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sz="1600" kern="120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sz="1600" kern="120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sz="1600" kern="120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sz="1600" kern="120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sz="1600" kern="120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368">
          <p15:clr>
            <a:srgbClr val="5ACBF0"/>
          </p15:clr>
        </p15:guide>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43CA1D75-1DEC-9771-FCCA-D6B868793BBD}"/>
              </a:ext>
            </a:extLst>
          </p:cNvPr>
          <p:cNvGraphicFramePr>
            <a:graphicFrameLocks/>
          </p:cNvGraphicFramePr>
          <p:nvPr userDrawn="1">
            <p:custDataLst>
              <p:tags r:id="rId16"/>
            </p:custDataLst>
            <p:extLst>
              <p:ext uri="{D42A27DB-BD31-4B8C-83A1-F6EECF244321}">
                <p14:modId xmlns:p14="http://schemas.microsoft.com/office/powerpoint/2010/main" val="22585358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8" imgW="395" imgH="396" progId="TCLayout.ActiveDocument.1">
                  <p:embed/>
                </p:oleObj>
              </mc:Choice>
              <mc:Fallback>
                <p:oleObj name="think-cell Slide" r:id="rId18" imgW="395" imgH="396" progId="TCLayout.ActiveDocument.1">
                  <p:embed/>
                  <p:pic>
                    <p:nvPicPr>
                      <p:cNvPr id="8" name="think-cell data - do not delete" hidden="1">
                        <a:extLst>
                          <a:ext uri="{FF2B5EF4-FFF2-40B4-BE49-F238E27FC236}">
                            <a16:creationId xmlns:a16="http://schemas.microsoft.com/office/drawing/2014/main" id="{43CA1D75-1DEC-9771-FCCA-D6B868793BBD}"/>
                          </a:ext>
                        </a:extLst>
                      </p:cNvPr>
                      <p:cNvPicPr/>
                      <p:nvPr/>
                    </p:nvPicPr>
                    <p:blipFill>
                      <a:blip r:embed="rId19"/>
                      <a:stretch>
                        <a:fillRect/>
                      </a:stretch>
                    </p:blipFill>
                    <p:spPr>
                      <a:xfrm>
                        <a:off x="1588" y="1588"/>
                        <a:ext cx="1588" cy="1588"/>
                      </a:xfrm>
                      <a:prstGeom prst="rect">
                        <a:avLst/>
                      </a:prstGeom>
                    </p:spPr>
                  </p:pic>
                </p:oleObj>
              </mc:Fallback>
            </mc:AlternateContent>
          </a:graphicData>
        </a:graphic>
      </p:graphicFrame>
      <p:sp>
        <p:nvSpPr>
          <p:cNvPr id="2" name="Title Placeholder 1">
            <a:extLst>
              <a:ext uri="{FF2B5EF4-FFF2-40B4-BE49-F238E27FC236}">
                <a16:creationId xmlns:a16="http://schemas.microsoft.com/office/drawing/2014/main" id="{DD5FC106-F5B2-D864-07AA-B8209F572B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87BB863F-9716-77B5-70B5-97E8A856AB8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C2E5639-7C5A-A093-DE77-4C35F4EF9D7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74E9F3B-3CC3-431B-A311-8206659BED22}" type="datetimeFigureOut">
              <a:rPr lang="en-US" smtClean="0"/>
              <a:t>11/29/2025</a:t>
            </a:fld>
            <a:endParaRPr lang="en-US"/>
          </a:p>
        </p:txBody>
      </p:sp>
      <p:sp>
        <p:nvSpPr>
          <p:cNvPr id="5" name="Footer Placeholder 4">
            <a:extLst>
              <a:ext uri="{FF2B5EF4-FFF2-40B4-BE49-F238E27FC236}">
                <a16:creationId xmlns:a16="http://schemas.microsoft.com/office/drawing/2014/main" id="{67CE2890-47B3-476D-E9F5-C6B1EF6D9B1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a:extLst>
              <a:ext uri="{FF2B5EF4-FFF2-40B4-BE49-F238E27FC236}">
                <a16:creationId xmlns:a16="http://schemas.microsoft.com/office/drawing/2014/main" id="{DF60B70D-8063-A3D9-17F0-70D87B0D33EF}"/>
              </a:ext>
            </a:extLst>
          </p:cNvPr>
          <p:cNvSpPr>
            <a:spLocks noChangeArrowheads="1"/>
          </p:cNvSpPr>
          <p:nvPr userDrawn="1">
            <p:custDataLst>
              <p:tags r:id="rId17"/>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rtl="0" fontAlgn="auto">
              <a:spcBef>
                <a:spcPts val="0"/>
              </a:spcBef>
              <a:spcAft>
                <a:spcPts val="0"/>
              </a:spcAft>
              <a:defRPr/>
            </a:pPr>
            <a:fld id="{4ABDCABE-3F10-B64C-92F1-862014417034}" type="slidenum">
              <a:rPr lang="en-US" sz="900" smtClean="0">
                <a:solidFill>
                  <a:schemeClr val="tx1"/>
                </a:solidFill>
                <a:latin typeface="+mn-lt"/>
                <a:ea typeface="+mn-ea"/>
                <a:cs typeface="+mn-cs"/>
              </a:rPr>
              <a:pPr algn="r" defTabSz="610744" rtl="0" fontAlgn="auto">
                <a:spcBef>
                  <a:spcPts val="0"/>
                </a:spcBef>
                <a:spcAft>
                  <a:spcPts val="0"/>
                </a:spcAft>
                <a:defRPr/>
              </a:pPr>
              <a:t>‹#›</a:t>
            </a:fld>
            <a:endParaRPr lang="en-US" sz="900">
              <a:solidFill>
                <a:schemeClr val="tx1"/>
              </a:solidFill>
              <a:latin typeface="+mn-lt"/>
              <a:ea typeface="+mn-ea"/>
              <a:cs typeface="+mn-cs"/>
            </a:endParaRPr>
          </a:p>
        </p:txBody>
      </p:sp>
      <p:sp>
        <p:nvSpPr>
          <p:cNvPr id="7" name="Rectangle 6">
            <a:extLst>
              <a:ext uri="{FF2B5EF4-FFF2-40B4-BE49-F238E27FC236}">
                <a16:creationId xmlns:a16="http://schemas.microsoft.com/office/drawing/2014/main" id="{696A7144-FAD4-A146-BE4F-140B1BE6BC88}"/>
              </a:ext>
            </a:extLst>
          </p:cNvPr>
          <p:cNvSpPr/>
          <p:nvPr userDrawn="1"/>
        </p:nvSpPr>
        <p:spPr>
          <a:xfrm>
            <a:off x="10305143" y="6342743"/>
            <a:ext cx="1161143" cy="51525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err="1">
              <a:solidFill>
                <a:schemeClr val="bg1"/>
              </a:solidFill>
            </a:endParaRPr>
          </a:p>
        </p:txBody>
      </p:sp>
      <p:pic>
        <p:nvPicPr>
          <p:cNvPr id="9" name="object 12">
            <a:extLst>
              <a:ext uri="{FF2B5EF4-FFF2-40B4-BE49-F238E27FC236}">
                <a16:creationId xmlns:a16="http://schemas.microsoft.com/office/drawing/2014/main" id="{02DCD4CA-3EC3-9A4A-C97B-4DDEB0E80051}"/>
              </a:ext>
            </a:extLst>
          </p:cNvPr>
          <p:cNvPicPr/>
          <p:nvPr userDrawn="1"/>
        </p:nvPicPr>
        <p:blipFill>
          <a:blip r:embed="rId20" cstate="print"/>
          <a:stretch>
            <a:fillRect/>
          </a:stretch>
        </p:blipFill>
        <p:spPr>
          <a:xfrm>
            <a:off x="10763833" y="6450164"/>
            <a:ext cx="762094" cy="446024"/>
          </a:xfrm>
          <a:prstGeom prst="rect">
            <a:avLst/>
          </a:prstGeom>
        </p:spPr>
      </p:pic>
    </p:spTree>
    <p:extLst>
      <p:ext uri="{BB962C8B-B14F-4D97-AF65-F5344CB8AC3E}">
        <p14:creationId xmlns:p14="http://schemas.microsoft.com/office/powerpoint/2010/main" val="883263363"/>
      </p:ext>
    </p:extLst>
  </p:cSld>
  <p:clrMap bg1="lt1" tx1="dk1" bg2="lt2" tx2="dk2" accent1="accent1" accent2="accent2" accent3="accent3" accent4="accent4" accent5="accent5" accent6="accent6" hlink="hlink" folHlink="folHlink"/>
  <p:sldLayoutIdLst>
    <p:sldLayoutId id="2147483885" r:id="rId1"/>
    <p:sldLayoutId id="2147483886" r:id="rId2"/>
    <p:sldLayoutId id="2147483887" r:id="rId3"/>
    <p:sldLayoutId id="2147483888" r:id="rId4"/>
    <p:sldLayoutId id="2147483889" r:id="rId5"/>
    <p:sldLayoutId id="2147483890" r:id="rId6"/>
    <p:sldLayoutId id="2147483891" r:id="rId7"/>
    <p:sldLayoutId id="2147483892" r:id="rId8"/>
    <p:sldLayoutId id="2147483893" r:id="rId9"/>
    <p:sldLayoutId id="2147483894" r:id="rId10"/>
    <p:sldLayoutId id="2147483895" r:id="rId11"/>
    <p:sldLayoutId id="2147483896" r:id="rId12"/>
    <p:sldLayoutId id="2147483897" r:id="rId13"/>
    <p:sldLayoutId id="2147483898" r:id="rId1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7" Type="http://schemas.openxmlformats.org/officeDocument/2006/relationships/image" Target="../media/image2.png"/><Relationship Id="rId2" Type="http://schemas.openxmlformats.org/officeDocument/2006/relationships/slideLayout" Target="../slideLayouts/slideLayout2.xml"/><Relationship Id="rId1" Type="http://schemas.openxmlformats.org/officeDocument/2006/relationships/tags" Target="../tags/tag1092.xml"/><Relationship Id="rId6" Type="http://schemas.openxmlformats.org/officeDocument/2006/relationships/image" Target="../media/image26.png"/><Relationship Id="rId5" Type="http://schemas.openxmlformats.org/officeDocument/2006/relationships/image" Target="../media/image14.emf"/><Relationship Id="rId4" Type="http://schemas.openxmlformats.org/officeDocument/2006/relationships/oleObject" Target="../embeddings/oleObject46.bin"/></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094.xml"/><Relationship Id="rId1" Type="http://schemas.openxmlformats.org/officeDocument/2006/relationships/tags" Target="../tags/tag1093.xml"/></Relationships>
</file>

<file path=ppt/slides/_rels/slide3.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slideLayout" Target="../slideLayouts/slideLayout7.xml"/><Relationship Id="rId7" Type="http://schemas.openxmlformats.org/officeDocument/2006/relationships/image" Target="../media/image29.png"/><Relationship Id="rId2" Type="http://schemas.openxmlformats.org/officeDocument/2006/relationships/tags" Target="../tags/tag1096.xml"/><Relationship Id="rId1" Type="http://schemas.openxmlformats.org/officeDocument/2006/relationships/tags" Target="../tags/tag1095.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8" Type="http://schemas.openxmlformats.org/officeDocument/2006/relationships/tags" Target="../tags/tag1104.xml"/><Relationship Id="rId13" Type="http://schemas.openxmlformats.org/officeDocument/2006/relationships/tags" Target="../tags/tag1109.xml"/><Relationship Id="rId18" Type="http://schemas.openxmlformats.org/officeDocument/2006/relationships/oleObject" Target="../embeddings/oleObject47.bin"/><Relationship Id="rId3" Type="http://schemas.openxmlformats.org/officeDocument/2006/relationships/tags" Target="../tags/tag1099.xml"/><Relationship Id="rId7" Type="http://schemas.openxmlformats.org/officeDocument/2006/relationships/tags" Target="../tags/tag1103.xml"/><Relationship Id="rId12" Type="http://schemas.openxmlformats.org/officeDocument/2006/relationships/tags" Target="../tags/tag1108.xml"/><Relationship Id="rId17" Type="http://schemas.openxmlformats.org/officeDocument/2006/relationships/notesSlide" Target="../notesSlides/notesSlide3.xml"/><Relationship Id="rId2" Type="http://schemas.openxmlformats.org/officeDocument/2006/relationships/tags" Target="../tags/tag1098.xml"/><Relationship Id="rId16" Type="http://schemas.openxmlformats.org/officeDocument/2006/relationships/slideLayout" Target="../slideLayouts/slideLayout7.xml"/><Relationship Id="rId20" Type="http://schemas.openxmlformats.org/officeDocument/2006/relationships/chart" Target="../charts/chart1.xml"/><Relationship Id="rId1" Type="http://schemas.openxmlformats.org/officeDocument/2006/relationships/tags" Target="../tags/tag1097.xml"/><Relationship Id="rId6" Type="http://schemas.openxmlformats.org/officeDocument/2006/relationships/tags" Target="../tags/tag1102.xml"/><Relationship Id="rId11" Type="http://schemas.openxmlformats.org/officeDocument/2006/relationships/tags" Target="../tags/tag1107.xml"/><Relationship Id="rId5" Type="http://schemas.openxmlformats.org/officeDocument/2006/relationships/tags" Target="../tags/tag1101.xml"/><Relationship Id="rId15" Type="http://schemas.openxmlformats.org/officeDocument/2006/relationships/tags" Target="../tags/tag1111.xml"/><Relationship Id="rId10" Type="http://schemas.openxmlformats.org/officeDocument/2006/relationships/tags" Target="../tags/tag1106.xml"/><Relationship Id="rId19" Type="http://schemas.openxmlformats.org/officeDocument/2006/relationships/image" Target="../media/image31.emf"/><Relationship Id="rId4" Type="http://schemas.openxmlformats.org/officeDocument/2006/relationships/tags" Target="../tags/tag1100.xml"/><Relationship Id="rId9" Type="http://schemas.openxmlformats.org/officeDocument/2006/relationships/tags" Target="../tags/tag1105.xml"/><Relationship Id="rId14" Type="http://schemas.openxmlformats.org/officeDocument/2006/relationships/tags" Target="../tags/tag1110.xml"/></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113.xml"/><Relationship Id="rId1" Type="http://schemas.openxmlformats.org/officeDocument/2006/relationships/tags" Target="../tags/tag1112.xml"/><Relationship Id="rId6" Type="http://schemas.openxmlformats.org/officeDocument/2006/relationships/image" Target="../media/image17.emf"/><Relationship Id="rId5" Type="http://schemas.openxmlformats.org/officeDocument/2006/relationships/oleObject" Target="../embeddings/oleObject48.bin"/><Relationship Id="rId4"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26" Type="http://schemas.openxmlformats.org/officeDocument/2006/relationships/tags" Target="../tags/tag1139.xml"/><Relationship Id="rId21" Type="http://schemas.openxmlformats.org/officeDocument/2006/relationships/tags" Target="../tags/tag1134.xml"/><Relationship Id="rId42" Type="http://schemas.openxmlformats.org/officeDocument/2006/relationships/tags" Target="../tags/tag1155.xml"/><Relationship Id="rId47" Type="http://schemas.openxmlformats.org/officeDocument/2006/relationships/tags" Target="../tags/tag1160.xml"/><Relationship Id="rId63" Type="http://schemas.openxmlformats.org/officeDocument/2006/relationships/tags" Target="../tags/tag1176.xml"/><Relationship Id="rId68" Type="http://schemas.openxmlformats.org/officeDocument/2006/relationships/slideLayout" Target="../slideLayouts/slideLayout7.xml"/><Relationship Id="rId7" Type="http://schemas.openxmlformats.org/officeDocument/2006/relationships/tags" Target="../tags/tag1120.xml"/><Relationship Id="rId71" Type="http://schemas.openxmlformats.org/officeDocument/2006/relationships/image" Target="../media/image31.emf"/><Relationship Id="rId2" Type="http://schemas.openxmlformats.org/officeDocument/2006/relationships/tags" Target="../tags/tag1115.xml"/><Relationship Id="rId16" Type="http://schemas.openxmlformats.org/officeDocument/2006/relationships/tags" Target="../tags/tag1129.xml"/><Relationship Id="rId29" Type="http://schemas.openxmlformats.org/officeDocument/2006/relationships/tags" Target="../tags/tag1142.xml"/><Relationship Id="rId11" Type="http://schemas.openxmlformats.org/officeDocument/2006/relationships/tags" Target="../tags/tag1124.xml"/><Relationship Id="rId24" Type="http://schemas.openxmlformats.org/officeDocument/2006/relationships/tags" Target="../tags/tag1137.xml"/><Relationship Id="rId32" Type="http://schemas.openxmlformats.org/officeDocument/2006/relationships/tags" Target="../tags/tag1145.xml"/><Relationship Id="rId37" Type="http://schemas.openxmlformats.org/officeDocument/2006/relationships/tags" Target="../tags/tag1150.xml"/><Relationship Id="rId40" Type="http://schemas.openxmlformats.org/officeDocument/2006/relationships/tags" Target="../tags/tag1153.xml"/><Relationship Id="rId45" Type="http://schemas.openxmlformats.org/officeDocument/2006/relationships/tags" Target="../tags/tag1158.xml"/><Relationship Id="rId53" Type="http://schemas.openxmlformats.org/officeDocument/2006/relationships/tags" Target="../tags/tag1166.xml"/><Relationship Id="rId58" Type="http://schemas.openxmlformats.org/officeDocument/2006/relationships/tags" Target="../tags/tag1171.xml"/><Relationship Id="rId66" Type="http://schemas.openxmlformats.org/officeDocument/2006/relationships/tags" Target="../tags/tag1179.xml"/><Relationship Id="rId5" Type="http://schemas.openxmlformats.org/officeDocument/2006/relationships/tags" Target="../tags/tag1118.xml"/><Relationship Id="rId61" Type="http://schemas.openxmlformats.org/officeDocument/2006/relationships/tags" Target="../tags/tag1174.xml"/><Relationship Id="rId19" Type="http://schemas.openxmlformats.org/officeDocument/2006/relationships/tags" Target="../tags/tag1132.xml"/><Relationship Id="rId14" Type="http://schemas.openxmlformats.org/officeDocument/2006/relationships/tags" Target="../tags/tag1127.xml"/><Relationship Id="rId22" Type="http://schemas.openxmlformats.org/officeDocument/2006/relationships/tags" Target="../tags/tag1135.xml"/><Relationship Id="rId27" Type="http://schemas.openxmlformats.org/officeDocument/2006/relationships/tags" Target="../tags/tag1140.xml"/><Relationship Id="rId30" Type="http://schemas.openxmlformats.org/officeDocument/2006/relationships/tags" Target="../tags/tag1143.xml"/><Relationship Id="rId35" Type="http://schemas.openxmlformats.org/officeDocument/2006/relationships/tags" Target="../tags/tag1148.xml"/><Relationship Id="rId43" Type="http://schemas.openxmlformats.org/officeDocument/2006/relationships/tags" Target="../tags/tag1156.xml"/><Relationship Id="rId48" Type="http://schemas.openxmlformats.org/officeDocument/2006/relationships/tags" Target="../tags/tag1161.xml"/><Relationship Id="rId56" Type="http://schemas.openxmlformats.org/officeDocument/2006/relationships/tags" Target="../tags/tag1169.xml"/><Relationship Id="rId64" Type="http://schemas.openxmlformats.org/officeDocument/2006/relationships/tags" Target="../tags/tag1177.xml"/><Relationship Id="rId69" Type="http://schemas.openxmlformats.org/officeDocument/2006/relationships/notesSlide" Target="../notesSlides/notesSlide5.xml"/><Relationship Id="rId8" Type="http://schemas.openxmlformats.org/officeDocument/2006/relationships/tags" Target="../tags/tag1121.xml"/><Relationship Id="rId51" Type="http://schemas.openxmlformats.org/officeDocument/2006/relationships/tags" Target="../tags/tag1164.xml"/><Relationship Id="rId72" Type="http://schemas.openxmlformats.org/officeDocument/2006/relationships/chart" Target="../charts/chart2.xml"/><Relationship Id="rId3" Type="http://schemas.openxmlformats.org/officeDocument/2006/relationships/tags" Target="../tags/tag1116.xml"/><Relationship Id="rId12" Type="http://schemas.openxmlformats.org/officeDocument/2006/relationships/tags" Target="../tags/tag1125.xml"/><Relationship Id="rId17" Type="http://schemas.openxmlformats.org/officeDocument/2006/relationships/tags" Target="../tags/tag1130.xml"/><Relationship Id="rId25" Type="http://schemas.openxmlformats.org/officeDocument/2006/relationships/tags" Target="../tags/tag1138.xml"/><Relationship Id="rId33" Type="http://schemas.openxmlformats.org/officeDocument/2006/relationships/tags" Target="../tags/tag1146.xml"/><Relationship Id="rId38" Type="http://schemas.openxmlformats.org/officeDocument/2006/relationships/tags" Target="../tags/tag1151.xml"/><Relationship Id="rId46" Type="http://schemas.openxmlformats.org/officeDocument/2006/relationships/tags" Target="../tags/tag1159.xml"/><Relationship Id="rId59" Type="http://schemas.openxmlformats.org/officeDocument/2006/relationships/tags" Target="../tags/tag1172.xml"/><Relationship Id="rId67" Type="http://schemas.openxmlformats.org/officeDocument/2006/relationships/tags" Target="../tags/tag1180.xml"/><Relationship Id="rId20" Type="http://schemas.openxmlformats.org/officeDocument/2006/relationships/tags" Target="../tags/tag1133.xml"/><Relationship Id="rId41" Type="http://schemas.openxmlformats.org/officeDocument/2006/relationships/tags" Target="../tags/tag1154.xml"/><Relationship Id="rId54" Type="http://schemas.openxmlformats.org/officeDocument/2006/relationships/tags" Target="../tags/tag1167.xml"/><Relationship Id="rId62" Type="http://schemas.openxmlformats.org/officeDocument/2006/relationships/tags" Target="../tags/tag1175.xml"/><Relationship Id="rId70" Type="http://schemas.openxmlformats.org/officeDocument/2006/relationships/oleObject" Target="../embeddings/oleObject49.bin"/><Relationship Id="rId1" Type="http://schemas.openxmlformats.org/officeDocument/2006/relationships/tags" Target="../tags/tag1114.xml"/><Relationship Id="rId6" Type="http://schemas.openxmlformats.org/officeDocument/2006/relationships/tags" Target="../tags/tag1119.xml"/><Relationship Id="rId15" Type="http://schemas.openxmlformats.org/officeDocument/2006/relationships/tags" Target="../tags/tag1128.xml"/><Relationship Id="rId23" Type="http://schemas.openxmlformats.org/officeDocument/2006/relationships/tags" Target="../tags/tag1136.xml"/><Relationship Id="rId28" Type="http://schemas.openxmlformats.org/officeDocument/2006/relationships/tags" Target="../tags/tag1141.xml"/><Relationship Id="rId36" Type="http://schemas.openxmlformats.org/officeDocument/2006/relationships/tags" Target="../tags/tag1149.xml"/><Relationship Id="rId49" Type="http://schemas.openxmlformats.org/officeDocument/2006/relationships/tags" Target="../tags/tag1162.xml"/><Relationship Id="rId57" Type="http://schemas.openxmlformats.org/officeDocument/2006/relationships/tags" Target="../tags/tag1170.xml"/><Relationship Id="rId10" Type="http://schemas.openxmlformats.org/officeDocument/2006/relationships/tags" Target="../tags/tag1123.xml"/><Relationship Id="rId31" Type="http://schemas.openxmlformats.org/officeDocument/2006/relationships/tags" Target="../tags/tag1144.xml"/><Relationship Id="rId44" Type="http://schemas.openxmlformats.org/officeDocument/2006/relationships/tags" Target="../tags/tag1157.xml"/><Relationship Id="rId52" Type="http://schemas.openxmlformats.org/officeDocument/2006/relationships/tags" Target="../tags/tag1165.xml"/><Relationship Id="rId60" Type="http://schemas.openxmlformats.org/officeDocument/2006/relationships/tags" Target="../tags/tag1173.xml"/><Relationship Id="rId65" Type="http://schemas.openxmlformats.org/officeDocument/2006/relationships/tags" Target="../tags/tag1178.xml"/><Relationship Id="rId4" Type="http://schemas.openxmlformats.org/officeDocument/2006/relationships/tags" Target="../tags/tag1117.xml"/><Relationship Id="rId9" Type="http://schemas.openxmlformats.org/officeDocument/2006/relationships/tags" Target="../tags/tag1122.xml"/><Relationship Id="rId13" Type="http://schemas.openxmlformats.org/officeDocument/2006/relationships/tags" Target="../tags/tag1126.xml"/><Relationship Id="rId18" Type="http://schemas.openxmlformats.org/officeDocument/2006/relationships/tags" Target="../tags/tag1131.xml"/><Relationship Id="rId39" Type="http://schemas.openxmlformats.org/officeDocument/2006/relationships/tags" Target="../tags/tag1152.xml"/><Relationship Id="rId34" Type="http://schemas.openxmlformats.org/officeDocument/2006/relationships/tags" Target="../tags/tag1147.xml"/><Relationship Id="rId50" Type="http://schemas.openxmlformats.org/officeDocument/2006/relationships/tags" Target="../tags/tag1163.xml"/><Relationship Id="rId55" Type="http://schemas.openxmlformats.org/officeDocument/2006/relationships/tags" Target="../tags/tag1168.xml"/></Relationships>
</file>

<file path=ppt/slides/_rels/slide7.xml.rels><?xml version="1.0" encoding="UTF-8" standalone="yes"?>
<Relationships xmlns="http://schemas.openxmlformats.org/package/2006/relationships"><Relationship Id="rId8" Type="http://schemas.openxmlformats.org/officeDocument/2006/relationships/image" Target="../media/image32.png"/><Relationship Id="rId13" Type="http://schemas.openxmlformats.org/officeDocument/2006/relationships/image" Target="../media/image37.svg"/><Relationship Id="rId18" Type="http://schemas.openxmlformats.org/officeDocument/2006/relationships/image" Target="../media/image42.png"/><Relationship Id="rId3" Type="http://schemas.openxmlformats.org/officeDocument/2006/relationships/tags" Target="../tags/tag1183.xml"/><Relationship Id="rId21" Type="http://schemas.openxmlformats.org/officeDocument/2006/relationships/image" Target="../media/image45.svg"/><Relationship Id="rId7" Type="http://schemas.openxmlformats.org/officeDocument/2006/relationships/image" Target="../media/image21.emf"/><Relationship Id="rId12" Type="http://schemas.openxmlformats.org/officeDocument/2006/relationships/image" Target="../media/image36.png"/><Relationship Id="rId17" Type="http://schemas.openxmlformats.org/officeDocument/2006/relationships/image" Target="../media/image41.svg"/><Relationship Id="rId25" Type="http://schemas.openxmlformats.org/officeDocument/2006/relationships/image" Target="../media/image49.svg"/><Relationship Id="rId2" Type="http://schemas.openxmlformats.org/officeDocument/2006/relationships/tags" Target="../tags/tag1182.xml"/><Relationship Id="rId16" Type="http://schemas.openxmlformats.org/officeDocument/2006/relationships/image" Target="../media/image40.png"/><Relationship Id="rId20" Type="http://schemas.openxmlformats.org/officeDocument/2006/relationships/image" Target="../media/image44.png"/><Relationship Id="rId1" Type="http://schemas.openxmlformats.org/officeDocument/2006/relationships/tags" Target="../tags/tag1181.xml"/><Relationship Id="rId6" Type="http://schemas.openxmlformats.org/officeDocument/2006/relationships/oleObject" Target="../embeddings/oleObject50.bin"/><Relationship Id="rId11" Type="http://schemas.openxmlformats.org/officeDocument/2006/relationships/image" Target="../media/image35.svg"/><Relationship Id="rId24" Type="http://schemas.openxmlformats.org/officeDocument/2006/relationships/image" Target="../media/image48.png"/><Relationship Id="rId5" Type="http://schemas.openxmlformats.org/officeDocument/2006/relationships/notesSlide" Target="../notesSlides/notesSlide6.xml"/><Relationship Id="rId15" Type="http://schemas.openxmlformats.org/officeDocument/2006/relationships/image" Target="../media/image39.svg"/><Relationship Id="rId23" Type="http://schemas.openxmlformats.org/officeDocument/2006/relationships/image" Target="../media/image47.svg"/><Relationship Id="rId10" Type="http://schemas.openxmlformats.org/officeDocument/2006/relationships/image" Target="../media/image34.png"/><Relationship Id="rId19" Type="http://schemas.openxmlformats.org/officeDocument/2006/relationships/image" Target="../media/image43.svg"/><Relationship Id="rId4" Type="http://schemas.openxmlformats.org/officeDocument/2006/relationships/slideLayout" Target="../slideLayouts/slideLayout15.xml"/><Relationship Id="rId9" Type="http://schemas.openxmlformats.org/officeDocument/2006/relationships/image" Target="../media/image33.svg"/><Relationship Id="rId14" Type="http://schemas.openxmlformats.org/officeDocument/2006/relationships/image" Target="../media/image38.png"/><Relationship Id="rId22" Type="http://schemas.openxmlformats.org/officeDocument/2006/relationships/image" Target="../media/image46.png"/></Relationships>
</file>

<file path=ppt/slides/_rels/slide8.xml.rels><?xml version="1.0" encoding="UTF-8" standalone="yes"?>
<Relationships xmlns="http://schemas.openxmlformats.org/package/2006/relationships"><Relationship Id="rId8" Type="http://schemas.openxmlformats.org/officeDocument/2006/relationships/image" Target="../media/image31.emf"/><Relationship Id="rId13" Type="http://schemas.openxmlformats.org/officeDocument/2006/relationships/image" Target="../media/image54.png"/><Relationship Id="rId3" Type="http://schemas.openxmlformats.org/officeDocument/2006/relationships/tags" Target="../tags/tag1186.xml"/><Relationship Id="rId7" Type="http://schemas.openxmlformats.org/officeDocument/2006/relationships/oleObject" Target="../embeddings/oleObject51.bin"/><Relationship Id="rId12" Type="http://schemas.openxmlformats.org/officeDocument/2006/relationships/image" Target="../media/image53.svg"/><Relationship Id="rId2" Type="http://schemas.openxmlformats.org/officeDocument/2006/relationships/tags" Target="../tags/tag1185.xml"/><Relationship Id="rId1" Type="http://schemas.openxmlformats.org/officeDocument/2006/relationships/tags" Target="../tags/tag1184.xml"/><Relationship Id="rId6" Type="http://schemas.openxmlformats.org/officeDocument/2006/relationships/notesSlide" Target="../notesSlides/notesSlide7.xml"/><Relationship Id="rId11" Type="http://schemas.openxmlformats.org/officeDocument/2006/relationships/image" Target="../media/image52.png"/><Relationship Id="rId5" Type="http://schemas.openxmlformats.org/officeDocument/2006/relationships/slideLayout" Target="../slideLayouts/slideLayout2.xml"/><Relationship Id="rId10" Type="http://schemas.openxmlformats.org/officeDocument/2006/relationships/image" Target="../media/image51.svg"/><Relationship Id="rId4" Type="http://schemas.openxmlformats.org/officeDocument/2006/relationships/tags" Target="../tags/tag1187.xml"/><Relationship Id="rId9" Type="http://schemas.openxmlformats.org/officeDocument/2006/relationships/image" Target="../media/image50.png"/></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12.xml"/><Relationship Id="rId1" Type="http://schemas.openxmlformats.org/officeDocument/2006/relationships/tags" Target="../tags/tag1188.xml"/><Relationship Id="rId6" Type="http://schemas.openxmlformats.org/officeDocument/2006/relationships/image" Target="../media/image2.png"/><Relationship Id="rId5" Type="http://schemas.openxmlformats.org/officeDocument/2006/relationships/image" Target="../media/image17.emf"/><Relationship Id="rId4" Type="http://schemas.openxmlformats.org/officeDocument/2006/relationships/oleObject" Target="../embeddings/oleObject52.bin"/></Relationships>
</file>

<file path=ppt/slides/_rels/slide10.xml.rels><?xml version="1.0" encoding="UTF-8" standalone="yes"?>
<Relationships xmlns="http://schemas.openxmlformats.org/package/2006/relationships"><Relationship Id="rId13" Type="http://schemas.openxmlformats.org/officeDocument/2006/relationships/tags" Target="../tags/tag1201.xml"/><Relationship Id="rId18" Type="http://schemas.openxmlformats.org/officeDocument/2006/relationships/tags" Target="../tags/tag1206.xml"/><Relationship Id="rId26" Type="http://schemas.openxmlformats.org/officeDocument/2006/relationships/tags" Target="../tags/tag1214.xml"/><Relationship Id="rId39" Type="http://schemas.openxmlformats.org/officeDocument/2006/relationships/image" Target="../media/image55.emf"/><Relationship Id="rId21" Type="http://schemas.openxmlformats.org/officeDocument/2006/relationships/tags" Target="../tags/tag1209.xml"/><Relationship Id="rId34" Type="http://schemas.openxmlformats.org/officeDocument/2006/relationships/tags" Target="../tags/tag1222.xml"/><Relationship Id="rId42" Type="http://schemas.openxmlformats.org/officeDocument/2006/relationships/image" Target="../media/image57.png"/><Relationship Id="rId47" Type="http://schemas.openxmlformats.org/officeDocument/2006/relationships/image" Target="../media/image62.png"/><Relationship Id="rId50" Type="http://schemas.openxmlformats.org/officeDocument/2006/relationships/image" Target="../media/image65.png"/><Relationship Id="rId55" Type="http://schemas.openxmlformats.org/officeDocument/2006/relationships/image" Target="../media/image69.png"/><Relationship Id="rId7" Type="http://schemas.openxmlformats.org/officeDocument/2006/relationships/tags" Target="../tags/tag1195.xml"/><Relationship Id="rId2" Type="http://schemas.openxmlformats.org/officeDocument/2006/relationships/tags" Target="../tags/tag1190.xml"/><Relationship Id="rId16" Type="http://schemas.openxmlformats.org/officeDocument/2006/relationships/tags" Target="../tags/tag1204.xml"/><Relationship Id="rId29" Type="http://schemas.openxmlformats.org/officeDocument/2006/relationships/tags" Target="../tags/tag1217.xml"/><Relationship Id="rId11" Type="http://schemas.openxmlformats.org/officeDocument/2006/relationships/tags" Target="../tags/tag1199.xml"/><Relationship Id="rId24" Type="http://schemas.openxmlformats.org/officeDocument/2006/relationships/tags" Target="../tags/tag1212.xml"/><Relationship Id="rId32" Type="http://schemas.openxmlformats.org/officeDocument/2006/relationships/tags" Target="../tags/tag1220.xml"/><Relationship Id="rId37" Type="http://schemas.openxmlformats.org/officeDocument/2006/relationships/notesSlide" Target="../notesSlides/notesSlide9.xml"/><Relationship Id="rId40" Type="http://schemas.openxmlformats.org/officeDocument/2006/relationships/chart" Target="../charts/chart3.xml"/><Relationship Id="rId45" Type="http://schemas.openxmlformats.org/officeDocument/2006/relationships/image" Target="../media/image60.png"/><Relationship Id="rId53" Type="http://schemas.openxmlformats.org/officeDocument/2006/relationships/image" Target="../media/image67.png"/><Relationship Id="rId5" Type="http://schemas.openxmlformats.org/officeDocument/2006/relationships/tags" Target="../tags/tag1193.xml"/><Relationship Id="rId10" Type="http://schemas.openxmlformats.org/officeDocument/2006/relationships/tags" Target="../tags/tag1198.xml"/><Relationship Id="rId19" Type="http://schemas.openxmlformats.org/officeDocument/2006/relationships/tags" Target="../tags/tag1207.xml"/><Relationship Id="rId31" Type="http://schemas.openxmlformats.org/officeDocument/2006/relationships/tags" Target="../tags/tag1219.xml"/><Relationship Id="rId44" Type="http://schemas.openxmlformats.org/officeDocument/2006/relationships/image" Target="../media/image59.svg"/><Relationship Id="rId52" Type="http://schemas.openxmlformats.org/officeDocument/2006/relationships/image" Target="../media/image66.png"/><Relationship Id="rId4" Type="http://schemas.openxmlformats.org/officeDocument/2006/relationships/tags" Target="../tags/tag1192.xml"/><Relationship Id="rId9" Type="http://schemas.openxmlformats.org/officeDocument/2006/relationships/tags" Target="../tags/tag1197.xml"/><Relationship Id="rId14" Type="http://schemas.openxmlformats.org/officeDocument/2006/relationships/tags" Target="../tags/tag1202.xml"/><Relationship Id="rId22" Type="http://schemas.openxmlformats.org/officeDocument/2006/relationships/tags" Target="../tags/tag1210.xml"/><Relationship Id="rId27" Type="http://schemas.openxmlformats.org/officeDocument/2006/relationships/tags" Target="../tags/tag1215.xml"/><Relationship Id="rId30" Type="http://schemas.openxmlformats.org/officeDocument/2006/relationships/tags" Target="../tags/tag1218.xml"/><Relationship Id="rId35" Type="http://schemas.openxmlformats.org/officeDocument/2006/relationships/tags" Target="../tags/tag1223.xml"/><Relationship Id="rId43" Type="http://schemas.openxmlformats.org/officeDocument/2006/relationships/image" Target="../media/image58.png"/><Relationship Id="rId48" Type="http://schemas.openxmlformats.org/officeDocument/2006/relationships/image" Target="../media/image63.png"/><Relationship Id="rId8" Type="http://schemas.openxmlformats.org/officeDocument/2006/relationships/tags" Target="../tags/tag1196.xml"/><Relationship Id="rId51" Type="http://schemas.microsoft.com/office/2007/relationships/hdphoto" Target="../media/hdphoto2.wdp"/><Relationship Id="rId3" Type="http://schemas.openxmlformats.org/officeDocument/2006/relationships/tags" Target="../tags/tag1191.xml"/><Relationship Id="rId12" Type="http://schemas.openxmlformats.org/officeDocument/2006/relationships/tags" Target="../tags/tag1200.xml"/><Relationship Id="rId17" Type="http://schemas.openxmlformats.org/officeDocument/2006/relationships/tags" Target="../tags/tag1205.xml"/><Relationship Id="rId25" Type="http://schemas.openxmlformats.org/officeDocument/2006/relationships/tags" Target="../tags/tag1213.xml"/><Relationship Id="rId33" Type="http://schemas.openxmlformats.org/officeDocument/2006/relationships/tags" Target="../tags/tag1221.xml"/><Relationship Id="rId38" Type="http://schemas.openxmlformats.org/officeDocument/2006/relationships/oleObject" Target="../embeddings/oleObject53.bin"/><Relationship Id="rId46" Type="http://schemas.openxmlformats.org/officeDocument/2006/relationships/image" Target="../media/image61.png"/><Relationship Id="rId20" Type="http://schemas.openxmlformats.org/officeDocument/2006/relationships/tags" Target="../tags/tag1208.xml"/><Relationship Id="rId41" Type="http://schemas.openxmlformats.org/officeDocument/2006/relationships/image" Target="../media/image56.png"/><Relationship Id="rId54" Type="http://schemas.openxmlformats.org/officeDocument/2006/relationships/image" Target="../media/image68.png"/><Relationship Id="rId1" Type="http://schemas.openxmlformats.org/officeDocument/2006/relationships/tags" Target="../tags/tag1189.xml"/><Relationship Id="rId6" Type="http://schemas.openxmlformats.org/officeDocument/2006/relationships/tags" Target="../tags/tag1194.xml"/><Relationship Id="rId15" Type="http://schemas.openxmlformats.org/officeDocument/2006/relationships/tags" Target="../tags/tag1203.xml"/><Relationship Id="rId23" Type="http://schemas.openxmlformats.org/officeDocument/2006/relationships/tags" Target="../tags/tag1211.xml"/><Relationship Id="rId28" Type="http://schemas.openxmlformats.org/officeDocument/2006/relationships/tags" Target="../tags/tag1216.xml"/><Relationship Id="rId36" Type="http://schemas.openxmlformats.org/officeDocument/2006/relationships/slideLayout" Target="../slideLayouts/slideLayout7.xml"/><Relationship Id="rId49" Type="http://schemas.openxmlformats.org/officeDocument/2006/relationships/image" Target="../media/image64.png"/></Relationships>
</file>

<file path=ppt/slides/_rels/slide11.xml.rels><?xml version="1.0" encoding="UTF-8" standalone="yes"?>
<Relationships xmlns="http://schemas.openxmlformats.org/package/2006/relationships"><Relationship Id="rId8" Type="http://schemas.openxmlformats.org/officeDocument/2006/relationships/tags" Target="../tags/tag1231.xml"/><Relationship Id="rId13" Type="http://schemas.openxmlformats.org/officeDocument/2006/relationships/tags" Target="../tags/tag1236.xml"/><Relationship Id="rId18" Type="http://schemas.openxmlformats.org/officeDocument/2006/relationships/tags" Target="../tags/tag1241.xml"/><Relationship Id="rId26" Type="http://schemas.openxmlformats.org/officeDocument/2006/relationships/image" Target="../media/image70.png"/><Relationship Id="rId3" Type="http://schemas.openxmlformats.org/officeDocument/2006/relationships/tags" Target="../tags/tag1226.xml"/><Relationship Id="rId21" Type="http://schemas.openxmlformats.org/officeDocument/2006/relationships/tags" Target="../tags/tag1244.xml"/><Relationship Id="rId7" Type="http://schemas.openxmlformats.org/officeDocument/2006/relationships/tags" Target="../tags/tag1230.xml"/><Relationship Id="rId12" Type="http://schemas.openxmlformats.org/officeDocument/2006/relationships/tags" Target="../tags/tag1235.xml"/><Relationship Id="rId17" Type="http://schemas.openxmlformats.org/officeDocument/2006/relationships/tags" Target="../tags/tag1240.xml"/><Relationship Id="rId25" Type="http://schemas.openxmlformats.org/officeDocument/2006/relationships/image" Target="../media/image31.emf"/><Relationship Id="rId2" Type="http://schemas.openxmlformats.org/officeDocument/2006/relationships/tags" Target="../tags/tag1225.xml"/><Relationship Id="rId16" Type="http://schemas.openxmlformats.org/officeDocument/2006/relationships/tags" Target="../tags/tag1239.xml"/><Relationship Id="rId20" Type="http://schemas.openxmlformats.org/officeDocument/2006/relationships/tags" Target="../tags/tag1243.xml"/><Relationship Id="rId29" Type="http://schemas.openxmlformats.org/officeDocument/2006/relationships/chart" Target="../charts/chart6.xml"/><Relationship Id="rId1" Type="http://schemas.openxmlformats.org/officeDocument/2006/relationships/tags" Target="../tags/tag1224.xml"/><Relationship Id="rId6" Type="http://schemas.openxmlformats.org/officeDocument/2006/relationships/tags" Target="../tags/tag1229.xml"/><Relationship Id="rId11" Type="http://schemas.openxmlformats.org/officeDocument/2006/relationships/tags" Target="../tags/tag1234.xml"/><Relationship Id="rId24" Type="http://schemas.openxmlformats.org/officeDocument/2006/relationships/oleObject" Target="../embeddings/oleObject54.bin"/><Relationship Id="rId5" Type="http://schemas.openxmlformats.org/officeDocument/2006/relationships/tags" Target="../tags/tag1228.xml"/><Relationship Id="rId15" Type="http://schemas.openxmlformats.org/officeDocument/2006/relationships/tags" Target="../tags/tag1238.xml"/><Relationship Id="rId23" Type="http://schemas.openxmlformats.org/officeDocument/2006/relationships/slideLayout" Target="../slideLayouts/slideLayout7.xml"/><Relationship Id="rId28" Type="http://schemas.openxmlformats.org/officeDocument/2006/relationships/chart" Target="../charts/chart5.xml"/><Relationship Id="rId10" Type="http://schemas.openxmlformats.org/officeDocument/2006/relationships/tags" Target="../tags/tag1233.xml"/><Relationship Id="rId19" Type="http://schemas.openxmlformats.org/officeDocument/2006/relationships/tags" Target="../tags/tag1242.xml"/><Relationship Id="rId4" Type="http://schemas.openxmlformats.org/officeDocument/2006/relationships/tags" Target="../tags/tag1227.xml"/><Relationship Id="rId9" Type="http://schemas.openxmlformats.org/officeDocument/2006/relationships/tags" Target="../tags/tag1232.xml"/><Relationship Id="rId14" Type="http://schemas.openxmlformats.org/officeDocument/2006/relationships/tags" Target="../tags/tag1237.xml"/><Relationship Id="rId22" Type="http://schemas.openxmlformats.org/officeDocument/2006/relationships/tags" Target="../tags/tag1245.xml"/><Relationship Id="rId27" Type="http://schemas.openxmlformats.org/officeDocument/2006/relationships/chart" Target="../charts/chart4.xml"/></Relationships>
</file>

<file path=ppt/slides/_rels/slide12.xml.rels><?xml version="1.0" encoding="UTF-8" standalone="yes"?>
<Relationships xmlns="http://schemas.openxmlformats.org/package/2006/relationships"><Relationship Id="rId8" Type="http://schemas.openxmlformats.org/officeDocument/2006/relationships/image" Target="../media/image75.svg"/><Relationship Id="rId3" Type="http://schemas.openxmlformats.org/officeDocument/2006/relationships/slideLayout" Target="../slideLayouts/slideLayout7.xml"/><Relationship Id="rId7" Type="http://schemas.openxmlformats.org/officeDocument/2006/relationships/image" Target="../media/image74.png"/><Relationship Id="rId2" Type="http://schemas.openxmlformats.org/officeDocument/2006/relationships/tags" Target="../tags/tag1247.xml"/><Relationship Id="rId1" Type="http://schemas.openxmlformats.org/officeDocument/2006/relationships/tags" Target="../tags/tag1246.xml"/><Relationship Id="rId6" Type="http://schemas.openxmlformats.org/officeDocument/2006/relationships/image" Target="../media/image73.png"/><Relationship Id="rId11" Type="http://schemas.openxmlformats.org/officeDocument/2006/relationships/image" Target="../media/image2.png"/><Relationship Id="rId5" Type="http://schemas.openxmlformats.org/officeDocument/2006/relationships/image" Target="../media/image72.jpeg"/><Relationship Id="rId10" Type="http://schemas.openxmlformats.org/officeDocument/2006/relationships/image" Target="../media/image77.svg"/><Relationship Id="rId4" Type="http://schemas.openxmlformats.org/officeDocument/2006/relationships/image" Target="../media/image71.png"/><Relationship Id="rId9" Type="http://schemas.openxmlformats.org/officeDocument/2006/relationships/image" Target="../media/image76.png"/></Relationships>
</file>

<file path=ppt/slides/_rels/slide13.xml.rels><?xml version="1.0" encoding="UTF-8" standalone="yes"?>
<Relationships xmlns="http://schemas.openxmlformats.org/package/2006/relationships"><Relationship Id="rId8" Type="http://schemas.openxmlformats.org/officeDocument/2006/relationships/image" Target="../media/image80.png"/><Relationship Id="rId3" Type="http://schemas.openxmlformats.org/officeDocument/2006/relationships/slideLayout" Target="../slideLayouts/slideLayout7.xml"/><Relationship Id="rId7" Type="http://schemas.microsoft.com/office/2007/relationships/hdphoto" Target="../media/hdphoto4.wdp"/><Relationship Id="rId2" Type="http://schemas.openxmlformats.org/officeDocument/2006/relationships/tags" Target="../tags/tag1249.xml"/><Relationship Id="rId1" Type="http://schemas.openxmlformats.org/officeDocument/2006/relationships/tags" Target="../tags/tag1248.xml"/><Relationship Id="rId6" Type="http://schemas.openxmlformats.org/officeDocument/2006/relationships/image" Target="../media/image79.png"/><Relationship Id="rId11" Type="http://schemas.openxmlformats.org/officeDocument/2006/relationships/image" Target="../media/image83.png"/><Relationship Id="rId5" Type="http://schemas.microsoft.com/office/2007/relationships/hdphoto" Target="../media/hdphoto3.wdp"/><Relationship Id="rId10" Type="http://schemas.openxmlformats.org/officeDocument/2006/relationships/image" Target="../media/image82.jpeg"/><Relationship Id="rId4" Type="http://schemas.openxmlformats.org/officeDocument/2006/relationships/image" Target="../media/image78.png"/><Relationship Id="rId9" Type="http://schemas.openxmlformats.org/officeDocument/2006/relationships/image" Target="../media/image81.png"/></Relationships>
</file>

<file path=ppt/slides/_rels/slide14.xml.rels><?xml version="1.0" encoding="UTF-8" standalone="yes"?>
<Relationships xmlns="http://schemas.openxmlformats.org/package/2006/relationships"><Relationship Id="rId8" Type="http://schemas.openxmlformats.org/officeDocument/2006/relationships/image" Target="../media/image86.png"/><Relationship Id="rId13" Type="http://schemas.openxmlformats.org/officeDocument/2006/relationships/image" Target="../media/image91.svg"/><Relationship Id="rId18" Type="http://schemas.openxmlformats.org/officeDocument/2006/relationships/image" Target="../media/image2.png"/><Relationship Id="rId3" Type="http://schemas.openxmlformats.org/officeDocument/2006/relationships/tags" Target="../tags/tag1252.xml"/><Relationship Id="rId7" Type="http://schemas.openxmlformats.org/officeDocument/2006/relationships/image" Target="../media/image85.jpeg"/><Relationship Id="rId12" Type="http://schemas.openxmlformats.org/officeDocument/2006/relationships/image" Target="../media/image90.png"/><Relationship Id="rId17" Type="http://schemas.openxmlformats.org/officeDocument/2006/relationships/image" Target="../media/image95.svg"/><Relationship Id="rId2" Type="http://schemas.openxmlformats.org/officeDocument/2006/relationships/tags" Target="../tags/tag1251.xml"/><Relationship Id="rId16" Type="http://schemas.openxmlformats.org/officeDocument/2006/relationships/image" Target="../media/image94.png"/><Relationship Id="rId1" Type="http://schemas.openxmlformats.org/officeDocument/2006/relationships/tags" Target="../tags/tag1250.xml"/><Relationship Id="rId6" Type="http://schemas.openxmlformats.org/officeDocument/2006/relationships/image" Target="../media/image84.png"/><Relationship Id="rId11" Type="http://schemas.openxmlformats.org/officeDocument/2006/relationships/image" Target="../media/image89.svg"/><Relationship Id="rId5" Type="http://schemas.openxmlformats.org/officeDocument/2006/relationships/slideLayout" Target="../slideLayouts/slideLayout7.xml"/><Relationship Id="rId15" Type="http://schemas.openxmlformats.org/officeDocument/2006/relationships/image" Target="../media/image93.svg"/><Relationship Id="rId10" Type="http://schemas.openxmlformats.org/officeDocument/2006/relationships/image" Target="../media/image88.png"/><Relationship Id="rId4" Type="http://schemas.openxmlformats.org/officeDocument/2006/relationships/tags" Target="../tags/tag1253.xml"/><Relationship Id="rId9" Type="http://schemas.openxmlformats.org/officeDocument/2006/relationships/image" Target="../media/image87.svg"/><Relationship Id="rId14" Type="http://schemas.openxmlformats.org/officeDocument/2006/relationships/image" Target="../media/image92.png"/></Relationships>
</file>

<file path=ppt/slides/_rels/slide15.xml.rels><?xml version="1.0" encoding="UTF-8" standalone="yes"?>
<Relationships xmlns="http://schemas.openxmlformats.org/package/2006/relationships"><Relationship Id="rId8" Type="http://schemas.openxmlformats.org/officeDocument/2006/relationships/image" Target="../media/image98.png"/><Relationship Id="rId13" Type="http://schemas.openxmlformats.org/officeDocument/2006/relationships/image" Target="../media/image103.png"/><Relationship Id="rId18" Type="http://schemas.openxmlformats.org/officeDocument/2006/relationships/image" Target="../media/image108.png"/><Relationship Id="rId3" Type="http://schemas.openxmlformats.org/officeDocument/2006/relationships/tags" Target="../tags/tag1256.xml"/><Relationship Id="rId21" Type="http://schemas.openxmlformats.org/officeDocument/2006/relationships/image" Target="../media/image111.png"/><Relationship Id="rId7" Type="http://schemas.openxmlformats.org/officeDocument/2006/relationships/image" Target="../media/image97.png"/><Relationship Id="rId12" Type="http://schemas.openxmlformats.org/officeDocument/2006/relationships/image" Target="../media/image102.svg"/><Relationship Id="rId17" Type="http://schemas.openxmlformats.org/officeDocument/2006/relationships/image" Target="../media/image107.png"/><Relationship Id="rId2" Type="http://schemas.openxmlformats.org/officeDocument/2006/relationships/tags" Target="../tags/tag1255.xml"/><Relationship Id="rId16" Type="http://schemas.openxmlformats.org/officeDocument/2006/relationships/image" Target="../media/image106.png"/><Relationship Id="rId20" Type="http://schemas.openxmlformats.org/officeDocument/2006/relationships/image" Target="../media/image110.png"/><Relationship Id="rId1" Type="http://schemas.openxmlformats.org/officeDocument/2006/relationships/tags" Target="../tags/tag1254.xml"/><Relationship Id="rId6" Type="http://schemas.openxmlformats.org/officeDocument/2006/relationships/image" Target="../media/image96.png"/><Relationship Id="rId11" Type="http://schemas.openxmlformats.org/officeDocument/2006/relationships/image" Target="../media/image101.png"/><Relationship Id="rId5" Type="http://schemas.openxmlformats.org/officeDocument/2006/relationships/notesSlide" Target="../notesSlides/notesSlide10.xml"/><Relationship Id="rId15" Type="http://schemas.openxmlformats.org/officeDocument/2006/relationships/image" Target="../media/image105.svg"/><Relationship Id="rId10" Type="http://schemas.openxmlformats.org/officeDocument/2006/relationships/image" Target="../media/image100.png"/><Relationship Id="rId19" Type="http://schemas.openxmlformats.org/officeDocument/2006/relationships/image" Target="../media/image109.png"/><Relationship Id="rId4" Type="http://schemas.openxmlformats.org/officeDocument/2006/relationships/slideLayout" Target="../slideLayouts/slideLayout2.xml"/><Relationship Id="rId9" Type="http://schemas.openxmlformats.org/officeDocument/2006/relationships/image" Target="../media/image99.png"/><Relationship Id="rId14" Type="http://schemas.openxmlformats.org/officeDocument/2006/relationships/image" Target="../media/image104.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12.xml"/><Relationship Id="rId1" Type="http://schemas.openxmlformats.org/officeDocument/2006/relationships/tags" Target="../tags/tag1257.xml"/><Relationship Id="rId6" Type="http://schemas.openxmlformats.org/officeDocument/2006/relationships/image" Target="../media/image2.png"/><Relationship Id="rId5" Type="http://schemas.openxmlformats.org/officeDocument/2006/relationships/image" Target="../media/image17.emf"/><Relationship Id="rId4" Type="http://schemas.openxmlformats.org/officeDocument/2006/relationships/oleObject" Target="../embeddings/oleObject52.bin"/></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259.xml"/><Relationship Id="rId1" Type="http://schemas.openxmlformats.org/officeDocument/2006/relationships/tags" Target="../tags/tag1258.xml"/><Relationship Id="rId6" Type="http://schemas.openxmlformats.org/officeDocument/2006/relationships/image" Target="../media/image17.emf"/><Relationship Id="rId5" Type="http://schemas.openxmlformats.org/officeDocument/2006/relationships/oleObject" Target="../embeddings/oleObject48.bin"/><Relationship Id="rId4" Type="http://schemas.openxmlformats.org/officeDocument/2006/relationships/notesSlide" Target="../notesSlides/notesSlide12.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15.xml"/><Relationship Id="rId1" Type="http://schemas.openxmlformats.org/officeDocument/2006/relationships/tags" Target="../tags/tag1260.xml"/><Relationship Id="rId5" Type="http://schemas.openxmlformats.org/officeDocument/2006/relationships/image" Target="../media/image1.emf"/><Relationship Id="rId4" Type="http://schemas.openxmlformats.org/officeDocument/2006/relationships/oleObject" Target="../embeddings/oleObject55.bin"/></Relationships>
</file>

<file path=ppt/slides/_rels/slide19.xml.rels><?xml version="1.0" encoding="UTF-8" standalone="yes"?>
<Relationships xmlns="http://schemas.openxmlformats.org/package/2006/relationships"><Relationship Id="rId8" Type="http://schemas.openxmlformats.org/officeDocument/2006/relationships/image" Target="../media/image114.png"/><Relationship Id="rId13" Type="http://schemas.openxmlformats.org/officeDocument/2006/relationships/image" Target="../media/image119.svg"/><Relationship Id="rId3" Type="http://schemas.openxmlformats.org/officeDocument/2006/relationships/notesSlide" Target="../notesSlides/notesSlide14.xml"/><Relationship Id="rId7" Type="http://schemas.openxmlformats.org/officeDocument/2006/relationships/image" Target="../media/image113.svg"/><Relationship Id="rId12" Type="http://schemas.openxmlformats.org/officeDocument/2006/relationships/image" Target="../media/image118.png"/><Relationship Id="rId2" Type="http://schemas.openxmlformats.org/officeDocument/2006/relationships/slideLayout" Target="../slideLayouts/slideLayout15.xml"/><Relationship Id="rId1" Type="http://schemas.openxmlformats.org/officeDocument/2006/relationships/tags" Target="../tags/tag1261.xml"/><Relationship Id="rId6" Type="http://schemas.openxmlformats.org/officeDocument/2006/relationships/image" Target="../media/image112.png"/><Relationship Id="rId11" Type="http://schemas.openxmlformats.org/officeDocument/2006/relationships/image" Target="../media/image117.svg"/><Relationship Id="rId5" Type="http://schemas.openxmlformats.org/officeDocument/2006/relationships/image" Target="../media/image1.emf"/><Relationship Id="rId15" Type="http://schemas.openxmlformats.org/officeDocument/2006/relationships/image" Target="../media/image121.svg"/><Relationship Id="rId10" Type="http://schemas.openxmlformats.org/officeDocument/2006/relationships/image" Target="../media/image116.png"/><Relationship Id="rId4" Type="http://schemas.openxmlformats.org/officeDocument/2006/relationships/oleObject" Target="../embeddings/oleObject56.bin"/><Relationship Id="rId9" Type="http://schemas.openxmlformats.org/officeDocument/2006/relationships/image" Target="../media/image115.svg"/><Relationship Id="rId14" Type="http://schemas.openxmlformats.org/officeDocument/2006/relationships/image" Target="../media/image120.png"/></Relationships>
</file>

<file path=ppt/slides/_rels/slide20.xml.rels><?xml version="1.0" encoding="UTF-8" standalone="yes"?>
<Relationships xmlns="http://schemas.openxmlformats.org/package/2006/relationships"><Relationship Id="rId8" Type="http://schemas.openxmlformats.org/officeDocument/2006/relationships/image" Target="../media/image123.png"/><Relationship Id="rId3" Type="http://schemas.openxmlformats.org/officeDocument/2006/relationships/tags" Target="../tags/tag1264.xml"/><Relationship Id="rId7" Type="http://schemas.openxmlformats.org/officeDocument/2006/relationships/image" Target="../media/image122.png"/><Relationship Id="rId2" Type="http://schemas.openxmlformats.org/officeDocument/2006/relationships/tags" Target="../tags/tag1263.xml"/><Relationship Id="rId1" Type="http://schemas.openxmlformats.org/officeDocument/2006/relationships/tags" Target="../tags/tag1262.xml"/><Relationship Id="rId6" Type="http://schemas.openxmlformats.org/officeDocument/2006/relationships/image" Target="../media/image1.emf"/><Relationship Id="rId11" Type="http://schemas.openxmlformats.org/officeDocument/2006/relationships/image" Target="../media/image125.png"/><Relationship Id="rId5" Type="http://schemas.openxmlformats.org/officeDocument/2006/relationships/oleObject" Target="../embeddings/oleObject57.bin"/><Relationship Id="rId10" Type="http://schemas.openxmlformats.org/officeDocument/2006/relationships/image" Target="../media/image124.png"/><Relationship Id="rId4" Type="http://schemas.openxmlformats.org/officeDocument/2006/relationships/slideLayout" Target="../slideLayouts/slideLayout7.xml"/><Relationship Id="rId9" Type="http://schemas.microsoft.com/office/2007/relationships/hdphoto" Target="../media/hdphoto5.wdp"/></Relationships>
</file>

<file path=ppt/slides/_rels/slide21.xml.rels><?xml version="1.0" encoding="UTF-8" standalone="yes"?>
<Relationships xmlns="http://schemas.openxmlformats.org/package/2006/relationships"><Relationship Id="rId8" Type="http://schemas.openxmlformats.org/officeDocument/2006/relationships/tags" Target="../tags/tag1272.xml"/><Relationship Id="rId13" Type="http://schemas.openxmlformats.org/officeDocument/2006/relationships/oleObject" Target="../embeddings/oleObject58.bin"/><Relationship Id="rId3" Type="http://schemas.openxmlformats.org/officeDocument/2006/relationships/tags" Target="../tags/tag1267.xml"/><Relationship Id="rId7" Type="http://schemas.openxmlformats.org/officeDocument/2006/relationships/tags" Target="../tags/tag1271.xml"/><Relationship Id="rId12" Type="http://schemas.openxmlformats.org/officeDocument/2006/relationships/slideLayout" Target="../slideLayouts/slideLayout7.xml"/><Relationship Id="rId2" Type="http://schemas.openxmlformats.org/officeDocument/2006/relationships/tags" Target="../tags/tag1266.xml"/><Relationship Id="rId1" Type="http://schemas.openxmlformats.org/officeDocument/2006/relationships/tags" Target="../tags/tag1265.xml"/><Relationship Id="rId6" Type="http://schemas.openxmlformats.org/officeDocument/2006/relationships/tags" Target="../tags/tag1270.xml"/><Relationship Id="rId11" Type="http://schemas.openxmlformats.org/officeDocument/2006/relationships/tags" Target="../tags/tag1275.xml"/><Relationship Id="rId5" Type="http://schemas.openxmlformats.org/officeDocument/2006/relationships/tags" Target="../tags/tag1269.xml"/><Relationship Id="rId15" Type="http://schemas.openxmlformats.org/officeDocument/2006/relationships/chart" Target="../charts/chart7.xml"/><Relationship Id="rId10" Type="http://schemas.openxmlformats.org/officeDocument/2006/relationships/tags" Target="../tags/tag1274.xml"/><Relationship Id="rId4" Type="http://schemas.openxmlformats.org/officeDocument/2006/relationships/tags" Target="../tags/tag1268.xml"/><Relationship Id="rId9" Type="http://schemas.openxmlformats.org/officeDocument/2006/relationships/tags" Target="../tags/tag1273.xml"/><Relationship Id="rId14" Type="http://schemas.openxmlformats.org/officeDocument/2006/relationships/image" Target="../media/image31.emf"/></Relationships>
</file>

<file path=ppt/slides/_rels/slide2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277.xml"/><Relationship Id="rId1" Type="http://schemas.openxmlformats.org/officeDocument/2006/relationships/tags" Target="../tags/tag1276.xml"/><Relationship Id="rId6" Type="http://schemas.openxmlformats.org/officeDocument/2006/relationships/image" Target="../media/image1.emf"/><Relationship Id="rId5" Type="http://schemas.openxmlformats.org/officeDocument/2006/relationships/oleObject" Target="../embeddings/oleObject59.bin"/><Relationship Id="rId4" Type="http://schemas.openxmlformats.org/officeDocument/2006/relationships/notesSlide" Target="../notesSlides/notesSlide15.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tags" Target="../tags/tag1279.xml"/><Relationship Id="rId1" Type="http://schemas.openxmlformats.org/officeDocument/2006/relationships/tags" Target="../tags/tag1278.xml"/><Relationship Id="rId6" Type="http://schemas.openxmlformats.org/officeDocument/2006/relationships/image" Target="../media/image1.emf"/><Relationship Id="rId5" Type="http://schemas.openxmlformats.org/officeDocument/2006/relationships/oleObject" Target="../embeddings/oleObject60.bin"/><Relationship Id="rId4" Type="http://schemas.openxmlformats.org/officeDocument/2006/relationships/notesSlide" Target="../notesSlides/notesSlide16.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2.xml"/><Relationship Id="rId1" Type="http://schemas.openxmlformats.org/officeDocument/2006/relationships/tags" Target="../tags/tag1280.xml"/><Relationship Id="rId6" Type="http://schemas.openxmlformats.org/officeDocument/2006/relationships/image" Target="../media/image2.png"/><Relationship Id="rId5" Type="http://schemas.openxmlformats.org/officeDocument/2006/relationships/image" Target="../media/image17.emf"/><Relationship Id="rId4" Type="http://schemas.openxmlformats.org/officeDocument/2006/relationships/oleObject" Target="../embeddings/oleObject52.bin"/></Relationships>
</file>

<file path=ppt/slides/_rels/slide25.xml.rels><?xml version="1.0" encoding="UTF-8" standalone="yes"?>
<Relationships xmlns="http://schemas.openxmlformats.org/package/2006/relationships"><Relationship Id="rId13" Type="http://schemas.openxmlformats.org/officeDocument/2006/relationships/tags" Target="../tags/tag1293.xml"/><Relationship Id="rId18" Type="http://schemas.openxmlformats.org/officeDocument/2006/relationships/tags" Target="../tags/tag1298.xml"/><Relationship Id="rId26" Type="http://schemas.openxmlformats.org/officeDocument/2006/relationships/tags" Target="../tags/tag1306.xml"/><Relationship Id="rId39" Type="http://schemas.openxmlformats.org/officeDocument/2006/relationships/tags" Target="../tags/tag1319.xml"/><Relationship Id="rId21" Type="http://schemas.openxmlformats.org/officeDocument/2006/relationships/tags" Target="../tags/tag1301.xml"/><Relationship Id="rId34" Type="http://schemas.openxmlformats.org/officeDocument/2006/relationships/tags" Target="../tags/tag1314.xml"/><Relationship Id="rId42" Type="http://schemas.openxmlformats.org/officeDocument/2006/relationships/image" Target="../media/image17.emf"/><Relationship Id="rId47" Type="http://schemas.openxmlformats.org/officeDocument/2006/relationships/chart" Target="../charts/chart12.xml"/><Relationship Id="rId7" Type="http://schemas.openxmlformats.org/officeDocument/2006/relationships/tags" Target="../tags/tag1287.xml"/><Relationship Id="rId2" Type="http://schemas.openxmlformats.org/officeDocument/2006/relationships/tags" Target="../tags/tag1282.xml"/><Relationship Id="rId16" Type="http://schemas.openxmlformats.org/officeDocument/2006/relationships/tags" Target="../tags/tag1296.xml"/><Relationship Id="rId29" Type="http://schemas.openxmlformats.org/officeDocument/2006/relationships/tags" Target="../tags/tag1309.xml"/><Relationship Id="rId1" Type="http://schemas.openxmlformats.org/officeDocument/2006/relationships/tags" Target="../tags/tag1281.xml"/><Relationship Id="rId6" Type="http://schemas.openxmlformats.org/officeDocument/2006/relationships/tags" Target="../tags/tag1286.xml"/><Relationship Id="rId11" Type="http://schemas.openxmlformats.org/officeDocument/2006/relationships/tags" Target="../tags/tag1291.xml"/><Relationship Id="rId24" Type="http://schemas.openxmlformats.org/officeDocument/2006/relationships/tags" Target="../tags/tag1304.xml"/><Relationship Id="rId32" Type="http://schemas.openxmlformats.org/officeDocument/2006/relationships/tags" Target="../tags/tag1312.xml"/><Relationship Id="rId37" Type="http://schemas.openxmlformats.org/officeDocument/2006/relationships/tags" Target="../tags/tag1317.xml"/><Relationship Id="rId40" Type="http://schemas.openxmlformats.org/officeDocument/2006/relationships/slideLayout" Target="../slideLayouts/slideLayout7.xml"/><Relationship Id="rId45" Type="http://schemas.openxmlformats.org/officeDocument/2006/relationships/chart" Target="../charts/chart10.xml"/><Relationship Id="rId5" Type="http://schemas.openxmlformats.org/officeDocument/2006/relationships/tags" Target="../tags/tag1285.xml"/><Relationship Id="rId15" Type="http://schemas.openxmlformats.org/officeDocument/2006/relationships/tags" Target="../tags/tag1295.xml"/><Relationship Id="rId23" Type="http://schemas.openxmlformats.org/officeDocument/2006/relationships/tags" Target="../tags/tag1303.xml"/><Relationship Id="rId28" Type="http://schemas.openxmlformats.org/officeDocument/2006/relationships/tags" Target="../tags/tag1308.xml"/><Relationship Id="rId36" Type="http://schemas.openxmlformats.org/officeDocument/2006/relationships/tags" Target="../tags/tag1316.xml"/><Relationship Id="rId10" Type="http://schemas.openxmlformats.org/officeDocument/2006/relationships/tags" Target="../tags/tag1290.xml"/><Relationship Id="rId19" Type="http://schemas.openxmlformats.org/officeDocument/2006/relationships/tags" Target="../tags/tag1299.xml"/><Relationship Id="rId31" Type="http://schemas.openxmlformats.org/officeDocument/2006/relationships/tags" Target="../tags/tag1311.xml"/><Relationship Id="rId44" Type="http://schemas.openxmlformats.org/officeDocument/2006/relationships/chart" Target="../charts/chart9.xml"/><Relationship Id="rId4" Type="http://schemas.openxmlformats.org/officeDocument/2006/relationships/tags" Target="../tags/tag1284.xml"/><Relationship Id="rId9" Type="http://schemas.openxmlformats.org/officeDocument/2006/relationships/tags" Target="../tags/tag1289.xml"/><Relationship Id="rId14" Type="http://schemas.openxmlformats.org/officeDocument/2006/relationships/tags" Target="../tags/tag1294.xml"/><Relationship Id="rId22" Type="http://schemas.openxmlformats.org/officeDocument/2006/relationships/tags" Target="../tags/tag1302.xml"/><Relationship Id="rId27" Type="http://schemas.openxmlformats.org/officeDocument/2006/relationships/tags" Target="../tags/tag1307.xml"/><Relationship Id="rId30" Type="http://schemas.openxmlformats.org/officeDocument/2006/relationships/tags" Target="../tags/tag1310.xml"/><Relationship Id="rId35" Type="http://schemas.openxmlformats.org/officeDocument/2006/relationships/tags" Target="../tags/tag1315.xml"/><Relationship Id="rId43" Type="http://schemas.openxmlformats.org/officeDocument/2006/relationships/chart" Target="../charts/chart8.xml"/><Relationship Id="rId48" Type="http://schemas.openxmlformats.org/officeDocument/2006/relationships/chart" Target="../charts/chart13.xml"/><Relationship Id="rId8" Type="http://schemas.openxmlformats.org/officeDocument/2006/relationships/tags" Target="../tags/tag1288.xml"/><Relationship Id="rId3" Type="http://schemas.openxmlformats.org/officeDocument/2006/relationships/tags" Target="../tags/tag1283.xml"/><Relationship Id="rId12" Type="http://schemas.openxmlformats.org/officeDocument/2006/relationships/tags" Target="../tags/tag1292.xml"/><Relationship Id="rId17" Type="http://schemas.openxmlformats.org/officeDocument/2006/relationships/tags" Target="../tags/tag1297.xml"/><Relationship Id="rId25" Type="http://schemas.openxmlformats.org/officeDocument/2006/relationships/tags" Target="../tags/tag1305.xml"/><Relationship Id="rId33" Type="http://schemas.openxmlformats.org/officeDocument/2006/relationships/tags" Target="../tags/tag1313.xml"/><Relationship Id="rId38" Type="http://schemas.openxmlformats.org/officeDocument/2006/relationships/tags" Target="../tags/tag1318.xml"/><Relationship Id="rId46" Type="http://schemas.openxmlformats.org/officeDocument/2006/relationships/chart" Target="../charts/chart11.xml"/><Relationship Id="rId20" Type="http://schemas.openxmlformats.org/officeDocument/2006/relationships/tags" Target="../tags/tag1300.xml"/><Relationship Id="rId41" Type="http://schemas.openxmlformats.org/officeDocument/2006/relationships/oleObject" Target="../embeddings/oleObject61.bin"/></Relationships>
</file>

<file path=ppt/slides/_rels/slide26.xml.rels><?xml version="1.0" encoding="UTF-8" standalone="yes"?>
<Relationships xmlns="http://schemas.openxmlformats.org/package/2006/relationships"><Relationship Id="rId8" Type="http://schemas.openxmlformats.org/officeDocument/2006/relationships/tags" Target="../tags/tag1327.xml"/><Relationship Id="rId13" Type="http://schemas.openxmlformats.org/officeDocument/2006/relationships/tags" Target="../tags/tag1332.xml"/><Relationship Id="rId18" Type="http://schemas.openxmlformats.org/officeDocument/2006/relationships/tags" Target="../tags/tag1337.xml"/><Relationship Id="rId26" Type="http://schemas.openxmlformats.org/officeDocument/2006/relationships/chart" Target="../charts/chart14.xml"/><Relationship Id="rId3" Type="http://schemas.openxmlformats.org/officeDocument/2006/relationships/tags" Target="../tags/tag1322.xml"/><Relationship Id="rId21" Type="http://schemas.openxmlformats.org/officeDocument/2006/relationships/tags" Target="../tags/tag1340.xml"/><Relationship Id="rId7" Type="http://schemas.openxmlformats.org/officeDocument/2006/relationships/tags" Target="../tags/tag1326.xml"/><Relationship Id="rId12" Type="http://schemas.openxmlformats.org/officeDocument/2006/relationships/tags" Target="../tags/tag1331.xml"/><Relationship Id="rId17" Type="http://schemas.openxmlformats.org/officeDocument/2006/relationships/tags" Target="../tags/tag1336.xml"/><Relationship Id="rId25" Type="http://schemas.openxmlformats.org/officeDocument/2006/relationships/image" Target="../media/image31.emf"/><Relationship Id="rId2" Type="http://schemas.openxmlformats.org/officeDocument/2006/relationships/tags" Target="../tags/tag1321.xml"/><Relationship Id="rId16" Type="http://schemas.openxmlformats.org/officeDocument/2006/relationships/tags" Target="../tags/tag1335.xml"/><Relationship Id="rId20" Type="http://schemas.openxmlformats.org/officeDocument/2006/relationships/tags" Target="../tags/tag1339.xml"/><Relationship Id="rId1" Type="http://schemas.openxmlformats.org/officeDocument/2006/relationships/tags" Target="../tags/tag1320.xml"/><Relationship Id="rId6" Type="http://schemas.openxmlformats.org/officeDocument/2006/relationships/tags" Target="../tags/tag1325.xml"/><Relationship Id="rId11" Type="http://schemas.openxmlformats.org/officeDocument/2006/relationships/tags" Target="../tags/tag1330.xml"/><Relationship Id="rId24" Type="http://schemas.openxmlformats.org/officeDocument/2006/relationships/oleObject" Target="../embeddings/oleObject62.bin"/><Relationship Id="rId5" Type="http://schemas.openxmlformats.org/officeDocument/2006/relationships/tags" Target="../tags/tag1324.xml"/><Relationship Id="rId15" Type="http://schemas.openxmlformats.org/officeDocument/2006/relationships/tags" Target="../tags/tag1334.xml"/><Relationship Id="rId23" Type="http://schemas.openxmlformats.org/officeDocument/2006/relationships/notesSlide" Target="../notesSlides/notesSlide18.xml"/><Relationship Id="rId10" Type="http://schemas.openxmlformats.org/officeDocument/2006/relationships/tags" Target="../tags/tag1329.xml"/><Relationship Id="rId19" Type="http://schemas.openxmlformats.org/officeDocument/2006/relationships/tags" Target="../tags/tag1338.xml"/><Relationship Id="rId4" Type="http://schemas.openxmlformats.org/officeDocument/2006/relationships/tags" Target="../tags/tag1323.xml"/><Relationship Id="rId9" Type="http://schemas.openxmlformats.org/officeDocument/2006/relationships/tags" Target="../tags/tag1328.xml"/><Relationship Id="rId14" Type="http://schemas.openxmlformats.org/officeDocument/2006/relationships/tags" Target="../tags/tag1333.xml"/><Relationship Id="rId22" Type="http://schemas.openxmlformats.org/officeDocument/2006/relationships/slideLayout" Target="../slideLayouts/slideLayout7.xml"/><Relationship Id="rId27"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s>
</file>

<file path=ppt/slides/_rels/slide27.xml.rels><?xml version="1.0" encoding="UTF-8" standalone="yes"?>
<Relationships xmlns="http://schemas.openxmlformats.org/package/2006/relationships"><Relationship Id="rId13" Type="http://schemas.openxmlformats.org/officeDocument/2006/relationships/tags" Target="../tags/tag1353.xml"/><Relationship Id="rId18" Type="http://schemas.openxmlformats.org/officeDocument/2006/relationships/tags" Target="../tags/tag1358.xml"/><Relationship Id="rId26" Type="http://schemas.openxmlformats.org/officeDocument/2006/relationships/tags" Target="../tags/tag1366.xml"/><Relationship Id="rId39" Type="http://schemas.openxmlformats.org/officeDocument/2006/relationships/tags" Target="../tags/tag1379.xml"/><Relationship Id="rId21" Type="http://schemas.openxmlformats.org/officeDocument/2006/relationships/tags" Target="../tags/tag1361.xml"/><Relationship Id="rId34" Type="http://schemas.openxmlformats.org/officeDocument/2006/relationships/tags" Target="../tags/tag1374.xml"/><Relationship Id="rId42" Type="http://schemas.openxmlformats.org/officeDocument/2006/relationships/notesSlide" Target="../notesSlides/notesSlide19.xml"/><Relationship Id="rId7" Type="http://schemas.openxmlformats.org/officeDocument/2006/relationships/tags" Target="../tags/tag1347.xml"/><Relationship Id="rId2" Type="http://schemas.openxmlformats.org/officeDocument/2006/relationships/tags" Target="../tags/tag1342.xml"/><Relationship Id="rId16" Type="http://schemas.openxmlformats.org/officeDocument/2006/relationships/tags" Target="../tags/tag1356.xml"/><Relationship Id="rId29" Type="http://schemas.openxmlformats.org/officeDocument/2006/relationships/tags" Target="../tags/tag1369.xml"/><Relationship Id="rId1" Type="http://schemas.openxmlformats.org/officeDocument/2006/relationships/tags" Target="../tags/tag1341.xml"/><Relationship Id="rId6" Type="http://schemas.openxmlformats.org/officeDocument/2006/relationships/tags" Target="../tags/tag1346.xml"/><Relationship Id="rId11" Type="http://schemas.openxmlformats.org/officeDocument/2006/relationships/tags" Target="../tags/tag1351.xml"/><Relationship Id="rId24" Type="http://schemas.openxmlformats.org/officeDocument/2006/relationships/tags" Target="../tags/tag1364.xml"/><Relationship Id="rId32" Type="http://schemas.openxmlformats.org/officeDocument/2006/relationships/tags" Target="../tags/tag1372.xml"/><Relationship Id="rId37" Type="http://schemas.openxmlformats.org/officeDocument/2006/relationships/tags" Target="../tags/tag1377.xml"/><Relationship Id="rId40" Type="http://schemas.openxmlformats.org/officeDocument/2006/relationships/tags" Target="../tags/tag1380.xml"/><Relationship Id="rId45" Type="http://schemas.openxmlformats.org/officeDocument/2006/relationships/chart" Target="../charts/chart15.xml"/><Relationship Id="rId5" Type="http://schemas.openxmlformats.org/officeDocument/2006/relationships/tags" Target="../tags/tag1345.xml"/><Relationship Id="rId15" Type="http://schemas.openxmlformats.org/officeDocument/2006/relationships/tags" Target="../tags/tag1355.xml"/><Relationship Id="rId23" Type="http://schemas.openxmlformats.org/officeDocument/2006/relationships/tags" Target="../tags/tag1363.xml"/><Relationship Id="rId28" Type="http://schemas.openxmlformats.org/officeDocument/2006/relationships/tags" Target="../tags/tag1368.xml"/><Relationship Id="rId36" Type="http://schemas.openxmlformats.org/officeDocument/2006/relationships/tags" Target="../tags/tag1376.xml"/><Relationship Id="rId10" Type="http://schemas.openxmlformats.org/officeDocument/2006/relationships/tags" Target="../tags/tag1350.xml"/><Relationship Id="rId19" Type="http://schemas.openxmlformats.org/officeDocument/2006/relationships/tags" Target="../tags/tag1359.xml"/><Relationship Id="rId31" Type="http://schemas.openxmlformats.org/officeDocument/2006/relationships/tags" Target="../tags/tag1371.xml"/><Relationship Id="rId44" Type="http://schemas.openxmlformats.org/officeDocument/2006/relationships/image" Target="../media/image31.emf"/><Relationship Id="rId4" Type="http://schemas.openxmlformats.org/officeDocument/2006/relationships/tags" Target="../tags/tag1344.xml"/><Relationship Id="rId9" Type="http://schemas.openxmlformats.org/officeDocument/2006/relationships/tags" Target="../tags/tag1349.xml"/><Relationship Id="rId14" Type="http://schemas.openxmlformats.org/officeDocument/2006/relationships/tags" Target="../tags/tag1354.xml"/><Relationship Id="rId22" Type="http://schemas.openxmlformats.org/officeDocument/2006/relationships/tags" Target="../tags/tag1362.xml"/><Relationship Id="rId27" Type="http://schemas.openxmlformats.org/officeDocument/2006/relationships/tags" Target="../tags/tag1367.xml"/><Relationship Id="rId30" Type="http://schemas.openxmlformats.org/officeDocument/2006/relationships/tags" Target="../tags/tag1370.xml"/><Relationship Id="rId35" Type="http://schemas.openxmlformats.org/officeDocument/2006/relationships/tags" Target="../tags/tag1375.xml"/><Relationship Id="rId43" Type="http://schemas.openxmlformats.org/officeDocument/2006/relationships/oleObject" Target="../embeddings/oleObject63.bin"/><Relationship Id="rId8" Type="http://schemas.openxmlformats.org/officeDocument/2006/relationships/tags" Target="../tags/tag1348.xml"/><Relationship Id="rId3" Type="http://schemas.openxmlformats.org/officeDocument/2006/relationships/tags" Target="../tags/tag1343.xml"/><Relationship Id="rId12" Type="http://schemas.openxmlformats.org/officeDocument/2006/relationships/tags" Target="../tags/tag1352.xml"/><Relationship Id="rId17" Type="http://schemas.openxmlformats.org/officeDocument/2006/relationships/tags" Target="../tags/tag1357.xml"/><Relationship Id="rId25" Type="http://schemas.openxmlformats.org/officeDocument/2006/relationships/tags" Target="../tags/tag1365.xml"/><Relationship Id="rId33" Type="http://schemas.openxmlformats.org/officeDocument/2006/relationships/tags" Target="../tags/tag1373.xml"/><Relationship Id="rId38" Type="http://schemas.openxmlformats.org/officeDocument/2006/relationships/tags" Target="../tags/tag1378.xml"/><Relationship Id="rId46"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 Id="rId20" Type="http://schemas.openxmlformats.org/officeDocument/2006/relationships/tags" Target="../tags/tag1360.xml"/><Relationship Id="rId4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12.xml"/><Relationship Id="rId1" Type="http://schemas.openxmlformats.org/officeDocument/2006/relationships/tags" Target="../tags/tag1381.xml"/><Relationship Id="rId6" Type="http://schemas.openxmlformats.org/officeDocument/2006/relationships/image" Target="../media/image2.png"/><Relationship Id="rId5" Type="http://schemas.openxmlformats.org/officeDocument/2006/relationships/image" Target="../media/image17.emf"/><Relationship Id="rId4" Type="http://schemas.openxmlformats.org/officeDocument/2006/relationships/oleObject" Target="../embeddings/oleObject52.bin"/></Relationships>
</file>

<file path=ppt/slides/_rels/slide29.xml.rels><?xml version="1.0" encoding="UTF-8" standalone="yes"?>
<Relationships xmlns="http://schemas.openxmlformats.org/package/2006/relationships"><Relationship Id="rId13" Type="http://schemas.openxmlformats.org/officeDocument/2006/relationships/tags" Target="../tags/tag1394.xml"/><Relationship Id="rId18" Type="http://schemas.openxmlformats.org/officeDocument/2006/relationships/tags" Target="../tags/tag1399.xml"/><Relationship Id="rId26" Type="http://schemas.openxmlformats.org/officeDocument/2006/relationships/chart" Target="../charts/chart16.xml"/><Relationship Id="rId3" Type="http://schemas.openxmlformats.org/officeDocument/2006/relationships/tags" Target="../tags/tag1384.xml"/><Relationship Id="rId21" Type="http://schemas.openxmlformats.org/officeDocument/2006/relationships/tags" Target="../tags/tag1402.xml"/><Relationship Id="rId34"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 Id="rId7" Type="http://schemas.openxmlformats.org/officeDocument/2006/relationships/tags" Target="../tags/tag1388.xml"/><Relationship Id="rId12" Type="http://schemas.openxmlformats.org/officeDocument/2006/relationships/tags" Target="../tags/tag1393.xml"/><Relationship Id="rId17" Type="http://schemas.openxmlformats.org/officeDocument/2006/relationships/tags" Target="../tags/tag1398.xml"/><Relationship Id="rId25" Type="http://schemas.openxmlformats.org/officeDocument/2006/relationships/image" Target="../media/image31.emf"/><Relationship Id="rId33" Type="http://schemas.openxmlformats.org/officeDocument/2006/relationships/image" Target="../media/image131.svg"/><Relationship Id="rId2" Type="http://schemas.openxmlformats.org/officeDocument/2006/relationships/tags" Target="../tags/tag1383.xml"/><Relationship Id="rId16" Type="http://schemas.openxmlformats.org/officeDocument/2006/relationships/tags" Target="../tags/tag1397.xml"/><Relationship Id="rId20" Type="http://schemas.openxmlformats.org/officeDocument/2006/relationships/tags" Target="../tags/tag1401.xml"/><Relationship Id="rId29" Type="http://schemas.openxmlformats.org/officeDocument/2006/relationships/image" Target="../media/image127.svg"/><Relationship Id="rId1" Type="http://schemas.openxmlformats.org/officeDocument/2006/relationships/tags" Target="../tags/tag1382.xml"/><Relationship Id="rId6" Type="http://schemas.openxmlformats.org/officeDocument/2006/relationships/tags" Target="../tags/tag1387.xml"/><Relationship Id="rId11" Type="http://schemas.openxmlformats.org/officeDocument/2006/relationships/tags" Target="../tags/tag1392.xml"/><Relationship Id="rId24" Type="http://schemas.openxmlformats.org/officeDocument/2006/relationships/oleObject" Target="../embeddings/oleObject64.bin"/><Relationship Id="rId32" Type="http://schemas.openxmlformats.org/officeDocument/2006/relationships/image" Target="../media/image130.png"/><Relationship Id="rId5" Type="http://schemas.openxmlformats.org/officeDocument/2006/relationships/tags" Target="../tags/tag1386.xml"/><Relationship Id="rId15" Type="http://schemas.openxmlformats.org/officeDocument/2006/relationships/tags" Target="../tags/tag1396.xml"/><Relationship Id="rId23" Type="http://schemas.openxmlformats.org/officeDocument/2006/relationships/notesSlide" Target="../notesSlides/notesSlide21.xml"/><Relationship Id="rId28" Type="http://schemas.openxmlformats.org/officeDocument/2006/relationships/image" Target="../media/image126.png"/><Relationship Id="rId10" Type="http://schemas.openxmlformats.org/officeDocument/2006/relationships/tags" Target="../tags/tag1391.xml"/><Relationship Id="rId19" Type="http://schemas.openxmlformats.org/officeDocument/2006/relationships/tags" Target="../tags/tag1400.xml"/><Relationship Id="rId31" Type="http://schemas.openxmlformats.org/officeDocument/2006/relationships/image" Target="../media/image129.svg"/><Relationship Id="rId4" Type="http://schemas.openxmlformats.org/officeDocument/2006/relationships/tags" Target="../tags/tag1385.xml"/><Relationship Id="rId9" Type="http://schemas.openxmlformats.org/officeDocument/2006/relationships/tags" Target="../tags/tag1390.xml"/><Relationship Id="rId14" Type="http://schemas.openxmlformats.org/officeDocument/2006/relationships/tags" Target="../tags/tag1395.xml"/><Relationship Id="rId22" Type="http://schemas.openxmlformats.org/officeDocument/2006/relationships/slideLayout" Target="../slideLayouts/slideLayout7.xml"/><Relationship Id="rId27" Type="http://schemas.openxmlformats.org/officeDocument/2006/relationships/chart" Target="../charts/chart17.xml"/><Relationship Id="rId30" Type="http://schemas.openxmlformats.org/officeDocument/2006/relationships/image" Target="../media/image128.png"/><Relationship Id="rId8" Type="http://schemas.openxmlformats.org/officeDocument/2006/relationships/tags" Target="../tags/tag1389.xml"/></Relationships>
</file>

<file path=ppt/slides/_rels/slide30.xml.rels><?xml version="1.0" encoding="UTF-8" standalone="yes"?>
<Relationships xmlns="http://schemas.openxmlformats.org/package/2006/relationships"><Relationship Id="rId13" Type="http://schemas.openxmlformats.org/officeDocument/2006/relationships/tags" Target="../tags/tag1415.xml"/><Relationship Id="rId18" Type="http://schemas.openxmlformats.org/officeDocument/2006/relationships/tags" Target="../tags/tag1420.xml"/><Relationship Id="rId26" Type="http://schemas.openxmlformats.org/officeDocument/2006/relationships/tags" Target="../tags/tag1428.xml"/><Relationship Id="rId39" Type="http://schemas.openxmlformats.org/officeDocument/2006/relationships/image" Target="../media/image132.png"/><Relationship Id="rId21" Type="http://schemas.openxmlformats.org/officeDocument/2006/relationships/tags" Target="../tags/tag1423.xml"/><Relationship Id="rId34" Type="http://schemas.openxmlformats.org/officeDocument/2006/relationships/oleObject" Target="../embeddings/oleObject65.bin"/><Relationship Id="rId42" Type="http://schemas.openxmlformats.org/officeDocument/2006/relationships/image" Target="../media/image135.svg"/><Relationship Id="rId7" Type="http://schemas.openxmlformats.org/officeDocument/2006/relationships/tags" Target="../tags/tag1409.xml"/><Relationship Id="rId2" Type="http://schemas.openxmlformats.org/officeDocument/2006/relationships/tags" Target="../tags/tag1404.xml"/><Relationship Id="rId16" Type="http://schemas.openxmlformats.org/officeDocument/2006/relationships/tags" Target="../tags/tag1418.xml"/><Relationship Id="rId20" Type="http://schemas.openxmlformats.org/officeDocument/2006/relationships/tags" Target="../tags/tag1422.xml"/><Relationship Id="rId29" Type="http://schemas.openxmlformats.org/officeDocument/2006/relationships/tags" Target="../tags/tag1431.xml"/><Relationship Id="rId41" Type="http://schemas.openxmlformats.org/officeDocument/2006/relationships/image" Target="../media/image134.png"/><Relationship Id="rId1" Type="http://schemas.openxmlformats.org/officeDocument/2006/relationships/tags" Target="../tags/tag1403.xml"/><Relationship Id="rId6" Type="http://schemas.openxmlformats.org/officeDocument/2006/relationships/tags" Target="../tags/tag1408.xml"/><Relationship Id="rId11" Type="http://schemas.openxmlformats.org/officeDocument/2006/relationships/tags" Target="../tags/tag1413.xml"/><Relationship Id="rId24" Type="http://schemas.openxmlformats.org/officeDocument/2006/relationships/tags" Target="../tags/tag1426.xml"/><Relationship Id="rId32" Type="http://schemas.openxmlformats.org/officeDocument/2006/relationships/slideLayout" Target="../slideLayouts/slideLayout7.xml"/><Relationship Id="rId37" Type="http://schemas.openxmlformats.org/officeDocument/2006/relationships/chart" Target="../charts/chart19.xml"/><Relationship Id="rId40" Type="http://schemas.openxmlformats.org/officeDocument/2006/relationships/image" Target="../media/image133.svg"/><Relationship Id="rId5" Type="http://schemas.openxmlformats.org/officeDocument/2006/relationships/tags" Target="../tags/tag1407.xml"/><Relationship Id="rId15" Type="http://schemas.openxmlformats.org/officeDocument/2006/relationships/tags" Target="../tags/tag1417.xml"/><Relationship Id="rId23" Type="http://schemas.openxmlformats.org/officeDocument/2006/relationships/tags" Target="../tags/tag1425.xml"/><Relationship Id="rId28" Type="http://schemas.openxmlformats.org/officeDocument/2006/relationships/tags" Target="../tags/tag1430.xml"/><Relationship Id="rId36" Type="http://schemas.openxmlformats.org/officeDocument/2006/relationships/chart" Target="../charts/chart18.xml"/><Relationship Id="rId10" Type="http://schemas.openxmlformats.org/officeDocument/2006/relationships/tags" Target="../tags/tag1412.xml"/><Relationship Id="rId19" Type="http://schemas.openxmlformats.org/officeDocument/2006/relationships/tags" Target="../tags/tag1421.xml"/><Relationship Id="rId31" Type="http://schemas.openxmlformats.org/officeDocument/2006/relationships/tags" Target="../tags/tag1433.xml"/><Relationship Id="rId44" Type="http://schemas.openxmlformats.org/officeDocument/2006/relationships/image" Target="../media/image137.svg"/><Relationship Id="rId4" Type="http://schemas.openxmlformats.org/officeDocument/2006/relationships/tags" Target="../tags/tag1406.xml"/><Relationship Id="rId9" Type="http://schemas.openxmlformats.org/officeDocument/2006/relationships/tags" Target="../tags/tag1411.xml"/><Relationship Id="rId14" Type="http://schemas.openxmlformats.org/officeDocument/2006/relationships/tags" Target="../tags/tag1416.xml"/><Relationship Id="rId22" Type="http://schemas.openxmlformats.org/officeDocument/2006/relationships/tags" Target="../tags/tag1424.xml"/><Relationship Id="rId27" Type="http://schemas.openxmlformats.org/officeDocument/2006/relationships/tags" Target="../tags/tag1429.xml"/><Relationship Id="rId30" Type="http://schemas.openxmlformats.org/officeDocument/2006/relationships/tags" Target="../tags/tag1432.xml"/><Relationship Id="rId35" Type="http://schemas.openxmlformats.org/officeDocument/2006/relationships/image" Target="../media/image55.emf"/><Relationship Id="rId43" Type="http://schemas.openxmlformats.org/officeDocument/2006/relationships/image" Target="../media/image136.png"/><Relationship Id="rId8" Type="http://schemas.openxmlformats.org/officeDocument/2006/relationships/tags" Target="../tags/tag1410.xml"/><Relationship Id="rId3" Type="http://schemas.openxmlformats.org/officeDocument/2006/relationships/tags" Target="../tags/tag1405.xml"/><Relationship Id="rId12" Type="http://schemas.openxmlformats.org/officeDocument/2006/relationships/tags" Target="../tags/tag1414.xml"/><Relationship Id="rId17" Type="http://schemas.openxmlformats.org/officeDocument/2006/relationships/tags" Target="../tags/tag1419.xml"/><Relationship Id="rId25" Type="http://schemas.openxmlformats.org/officeDocument/2006/relationships/tags" Target="../tags/tag1427.xml"/><Relationship Id="rId33" Type="http://schemas.openxmlformats.org/officeDocument/2006/relationships/notesSlide" Target="../notesSlides/notesSlide22.xml"/><Relationship Id="rId38" Type="http://schemas.openxmlformats.org/officeDocument/2006/relationships/chart" Target="../charts/chart20.xml"/></Relationships>
</file>

<file path=ppt/slides/_rels/slide31.xml.rels><?xml version="1.0" encoding="UTF-8" standalone="yes"?>
<Relationships xmlns="http://schemas.openxmlformats.org/package/2006/relationships"><Relationship Id="rId8" Type="http://schemas.openxmlformats.org/officeDocument/2006/relationships/tags" Target="../tags/tag1441.xml"/><Relationship Id="rId13" Type="http://schemas.openxmlformats.org/officeDocument/2006/relationships/tags" Target="../tags/tag1446.xml"/><Relationship Id="rId18" Type="http://schemas.openxmlformats.org/officeDocument/2006/relationships/slideLayout" Target="../slideLayouts/slideLayout7.xml"/><Relationship Id="rId26" Type="http://schemas.openxmlformats.org/officeDocument/2006/relationships/image" Target="../media/image141.svg"/><Relationship Id="rId3" Type="http://schemas.openxmlformats.org/officeDocument/2006/relationships/tags" Target="../tags/tag1436.xml"/><Relationship Id="rId21" Type="http://schemas.openxmlformats.org/officeDocument/2006/relationships/image" Target="../media/image55.emf"/><Relationship Id="rId7" Type="http://schemas.openxmlformats.org/officeDocument/2006/relationships/tags" Target="../tags/tag1440.xml"/><Relationship Id="rId12" Type="http://schemas.openxmlformats.org/officeDocument/2006/relationships/tags" Target="../tags/tag1445.xml"/><Relationship Id="rId17" Type="http://schemas.openxmlformats.org/officeDocument/2006/relationships/tags" Target="../tags/tag1450.xml"/><Relationship Id="rId25" Type="http://schemas.openxmlformats.org/officeDocument/2006/relationships/image" Target="../media/image140.png"/><Relationship Id="rId2" Type="http://schemas.openxmlformats.org/officeDocument/2006/relationships/tags" Target="../tags/tag1435.xml"/><Relationship Id="rId16" Type="http://schemas.openxmlformats.org/officeDocument/2006/relationships/tags" Target="../tags/tag1449.xml"/><Relationship Id="rId20" Type="http://schemas.openxmlformats.org/officeDocument/2006/relationships/oleObject" Target="../embeddings/oleObject66.bin"/><Relationship Id="rId1" Type="http://schemas.openxmlformats.org/officeDocument/2006/relationships/tags" Target="../tags/tag1434.xml"/><Relationship Id="rId6" Type="http://schemas.openxmlformats.org/officeDocument/2006/relationships/tags" Target="../tags/tag1439.xml"/><Relationship Id="rId11" Type="http://schemas.openxmlformats.org/officeDocument/2006/relationships/tags" Target="../tags/tag1444.xml"/><Relationship Id="rId24" Type="http://schemas.openxmlformats.org/officeDocument/2006/relationships/image" Target="../media/image139.svg"/><Relationship Id="rId5" Type="http://schemas.openxmlformats.org/officeDocument/2006/relationships/tags" Target="../tags/tag1438.xml"/><Relationship Id="rId15" Type="http://schemas.openxmlformats.org/officeDocument/2006/relationships/tags" Target="../tags/tag1448.xml"/><Relationship Id="rId23" Type="http://schemas.openxmlformats.org/officeDocument/2006/relationships/image" Target="../media/image138.png"/><Relationship Id="rId10" Type="http://schemas.openxmlformats.org/officeDocument/2006/relationships/tags" Target="../tags/tag1443.xml"/><Relationship Id="rId19" Type="http://schemas.openxmlformats.org/officeDocument/2006/relationships/notesSlide" Target="../notesSlides/notesSlide23.xml"/><Relationship Id="rId4" Type="http://schemas.openxmlformats.org/officeDocument/2006/relationships/tags" Target="../tags/tag1437.xml"/><Relationship Id="rId9" Type="http://schemas.openxmlformats.org/officeDocument/2006/relationships/tags" Target="../tags/tag1442.xml"/><Relationship Id="rId14" Type="http://schemas.openxmlformats.org/officeDocument/2006/relationships/tags" Target="../tags/tag1447.xml"/><Relationship Id="rId22" Type="http://schemas.openxmlformats.org/officeDocument/2006/relationships/chart" Target="../charts/chart21.xml"/></Relationships>
</file>

<file path=ppt/slides/_rels/slide32.xml.rels><?xml version="1.0" encoding="UTF-8" standalone="yes"?>
<Relationships xmlns="http://schemas.openxmlformats.org/package/2006/relationships"><Relationship Id="rId13" Type="http://schemas.openxmlformats.org/officeDocument/2006/relationships/tags" Target="../tags/tag1463.xml"/><Relationship Id="rId18" Type="http://schemas.openxmlformats.org/officeDocument/2006/relationships/tags" Target="../tags/tag1468.xml"/><Relationship Id="rId26" Type="http://schemas.openxmlformats.org/officeDocument/2006/relationships/tags" Target="../tags/tag1476.xml"/><Relationship Id="rId39" Type="http://schemas.openxmlformats.org/officeDocument/2006/relationships/oleObject" Target="../embeddings/oleObject67.bin"/><Relationship Id="rId21" Type="http://schemas.openxmlformats.org/officeDocument/2006/relationships/tags" Target="../tags/tag1471.xml"/><Relationship Id="rId34" Type="http://schemas.openxmlformats.org/officeDocument/2006/relationships/tags" Target="../tags/tag1484.xml"/><Relationship Id="rId42" Type="http://schemas.openxmlformats.org/officeDocument/2006/relationships/chart" Target="../charts/chart23.xml"/><Relationship Id="rId7" Type="http://schemas.openxmlformats.org/officeDocument/2006/relationships/tags" Target="../tags/tag1457.xml"/><Relationship Id="rId2" Type="http://schemas.openxmlformats.org/officeDocument/2006/relationships/tags" Target="../tags/tag1452.xml"/><Relationship Id="rId16" Type="http://schemas.openxmlformats.org/officeDocument/2006/relationships/tags" Target="../tags/tag1466.xml"/><Relationship Id="rId20" Type="http://schemas.openxmlformats.org/officeDocument/2006/relationships/tags" Target="../tags/tag1470.xml"/><Relationship Id="rId29" Type="http://schemas.openxmlformats.org/officeDocument/2006/relationships/tags" Target="../tags/tag1479.xml"/><Relationship Id="rId41" Type="http://schemas.openxmlformats.org/officeDocument/2006/relationships/chart" Target="../charts/chart22.xml"/><Relationship Id="rId1" Type="http://schemas.openxmlformats.org/officeDocument/2006/relationships/tags" Target="../tags/tag1451.xml"/><Relationship Id="rId6" Type="http://schemas.openxmlformats.org/officeDocument/2006/relationships/tags" Target="../tags/tag1456.xml"/><Relationship Id="rId11" Type="http://schemas.openxmlformats.org/officeDocument/2006/relationships/tags" Target="../tags/tag1461.xml"/><Relationship Id="rId24" Type="http://schemas.openxmlformats.org/officeDocument/2006/relationships/tags" Target="../tags/tag1474.xml"/><Relationship Id="rId32" Type="http://schemas.openxmlformats.org/officeDocument/2006/relationships/tags" Target="../tags/tag1482.xml"/><Relationship Id="rId37" Type="http://schemas.openxmlformats.org/officeDocument/2006/relationships/slideLayout" Target="../slideLayouts/slideLayout7.xml"/><Relationship Id="rId40" Type="http://schemas.openxmlformats.org/officeDocument/2006/relationships/image" Target="../media/image55.emf"/><Relationship Id="rId5" Type="http://schemas.openxmlformats.org/officeDocument/2006/relationships/tags" Target="../tags/tag1455.xml"/><Relationship Id="rId15" Type="http://schemas.openxmlformats.org/officeDocument/2006/relationships/tags" Target="../tags/tag1465.xml"/><Relationship Id="rId23" Type="http://schemas.openxmlformats.org/officeDocument/2006/relationships/tags" Target="../tags/tag1473.xml"/><Relationship Id="rId28" Type="http://schemas.openxmlformats.org/officeDocument/2006/relationships/tags" Target="../tags/tag1478.xml"/><Relationship Id="rId36" Type="http://schemas.openxmlformats.org/officeDocument/2006/relationships/tags" Target="../tags/tag1486.xml"/><Relationship Id="rId10" Type="http://schemas.openxmlformats.org/officeDocument/2006/relationships/tags" Target="../tags/tag1460.xml"/><Relationship Id="rId19" Type="http://schemas.openxmlformats.org/officeDocument/2006/relationships/tags" Target="../tags/tag1469.xml"/><Relationship Id="rId31" Type="http://schemas.openxmlformats.org/officeDocument/2006/relationships/tags" Target="../tags/tag1481.xml"/><Relationship Id="rId44" Type="http://schemas.openxmlformats.org/officeDocument/2006/relationships/chart" Target="../charts/chart25.xml"/><Relationship Id="rId4" Type="http://schemas.openxmlformats.org/officeDocument/2006/relationships/tags" Target="../tags/tag1454.xml"/><Relationship Id="rId9" Type="http://schemas.openxmlformats.org/officeDocument/2006/relationships/tags" Target="../tags/tag1459.xml"/><Relationship Id="rId14" Type="http://schemas.openxmlformats.org/officeDocument/2006/relationships/tags" Target="../tags/tag1464.xml"/><Relationship Id="rId22" Type="http://schemas.openxmlformats.org/officeDocument/2006/relationships/tags" Target="../tags/tag1472.xml"/><Relationship Id="rId27" Type="http://schemas.openxmlformats.org/officeDocument/2006/relationships/tags" Target="../tags/tag1477.xml"/><Relationship Id="rId30" Type="http://schemas.openxmlformats.org/officeDocument/2006/relationships/tags" Target="../tags/tag1480.xml"/><Relationship Id="rId35" Type="http://schemas.openxmlformats.org/officeDocument/2006/relationships/tags" Target="../tags/tag1485.xml"/><Relationship Id="rId43" Type="http://schemas.openxmlformats.org/officeDocument/2006/relationships/chart" Target="../charts/chart24.xml"/><Relationship Id="rId8" Type="http://schemas.openxmlformats.org/officeDocument/2006/relationships/tags" Target="../tags/tag1458.xml"/><Relationship Id="rId3" Type="http://schemas.openxmlformats.org/officeDocument/2006/relationships/tags" Target="../tags/tag1453.xml"/><Relationship Id="rId12" Type="http://schemas.openxmlformats.org/officeDocument/2006/relationships/tags" Target="../tags/tag1462.xml"/><Relationship Id="rId17" Type="http://schemas.openxmlformats.org/officeDocument/2006/relationships/tags" Target="../tags/tag1467.xml"/><Relationship Id="rId25" Type="http://schemas.openxmlformats.org/officeDocument/2006/relationships/tags" Target="../tags/tag1475.xml"/><Relationship Id="rId33" Type="http://schemas.openxmlformats.org/officeDocument/2006/relationships/tags" Target="../tags/tag1483.xml"/><Relationship Id="rId38" Type="http://schemas.openxmlformats.org/officeDocument/2006/relationships/notesSlide" Target="../notesSlides/notesSlide24.xml"/></Relationships>
</file>

<file path=ppt/slides/_rels/slide33.xml.rels><?xml version="1.0" encoding="UTF-8" standalone="yes"?>
<Relationships xmlns="http://schemas.openxmlformats.org/package/2006/relationships"><Relationship Id="rId13" Type="http://schemas.openxmlformats.org/officeDocument/2006/relationships/tags" Target="../tags/tag1499.xml"/><Relationship Id="rId18" Type="http://schemas.openxmlformats.org/officeDocument/2006/relationships/tags" Target="../tags/tag1504.xml"/><Relationship Id="rId26" Type="http://schemas.openxmlformats.org/officeDocument/2006/relationships/tags" Target="../tags/tag1512.xml"/><Relationship Id="rId39" Type="http://schemas.openxmlformats.org/officeDocument/2006/relationships/tags" Target="../tags/tag1525.xml"/><Relationship Id="rId21" Type="http://schemas.openxmlformats.org/officeDocument/2006/relationships/tags" Target="../tags/tag1507.xml"/><Relationship Id="rId34" Type="http://schemas.openxmlformats.org/officeDocument/2006/relationships/tags" Target="../tags/tag1520.xml"/><Relationship Id="rId42" Type="http://schemas.openxmlformats.org/officeDocument/2006/relationships/tags" Target="../tags/tag1528.xml"/><Relationship Id="rId47" Type="http://schemas.openxmlformats.org/officeDocument/2006/relationships/notesSlide" Target="../notesSlides/notesSlide25.xml"/><Relationship Id="rId50" Type="http://schemas.openxmlformats.org/officeDocument/2006/relationships/chart" Target="../charts/chart26.xml"/><Relationship Id="rId55" Type="http://schemas.openxmlformats.org/officeDocument/2006/relationships/image" Target="../media/image146.png"/><Relationship Id="rId7" Type="http://schemas.openxmlformats.org/officeDocument/2006/relationships/tags" Target="../tags/tag1493.xml"/><Relationship Id="rId2" Type="http://schemas.openxmlformats.org/officeDocument/2006/relationships/tags" Target="../tags/tag1488.xml"/><Relationship Id="rId16" Type="http://schemas.openxmlformats.org/officeDocument/2006/relationships/tags" Target="../tags/tag1502.xml"/><Relationship Id="rId29" Type="http://schemas.openxmlformats.org/officeDocument/2006/relationships/tags" Target="../tags/tag1515.xml"/><Relationship Id="rId11" Type="http://schemas.openxmlformats.org/officeDocument/2006/relationships/tags" Target="../tags/tag1497.xml"/><Relationship Id="rId24" Type="http://schemas.openxmlformats.org/officeDocument/2006/relationships/tags" Target="../tags/tag1510.xml"/><Relationship Id="rId32" Type="http://schemas.openxmlformats.org/officeDocument/2006/relationships/tags" Target="../tags/tag1518.xml"/><Relationship Id="rId37" Type="http://schemas.openxmlformats.org/officeDocument/2006/relationships/tags" Target="../tags/tag1523.xml"/><Relationship Id="rId40" Type="http://schemas.openxmlformats.org/officeDocument/2006/relationships/tags" Target="../tags/tag1526.xml"/><Relationship Id="rId45" Type="http://schemas.openxmlformats.org/officeDocument/2006/relationships/tags" Target="../tags/tag1531.xml"/><Relationship Id="rId53" Type="http://schemas.openxmlformats.org/officeDocument/2006/relationships/image" Target="../media/image144.png"/><Relationship Id="rId58" Type="http://schemas.openxmlformats.org/officeDocument/2006/relationships/image" Target="../media/image149.png"/><Relationship Id="rId5" Type="http://schemas.openxmlformats.org/officeDocument/2006/relationships/tags" Target="../tags/tag1491.xml"/><Relationship Id="rId61" Type="http://schemas.openxmlformats.org/officeDocument/2006/relationships/image" Target="../media/image151.png"/><Relationship Id="rId19" Type="http://schemas.openxmlformats.org/officeDocument/2006/relationships/tags" Target="../tags/tag1505.xml"/><Relationship Id="rId14" Type="http://schemas.openxmlformats.org/officeDocument/2006/relationships/tags" Target="../tags/tag1500.xml"/><Relationship Id="rId22" Type="http://schemas.openxmlformats.org/officeDocument/2006/relationships/tags" Target="../tags/tag1508.xml"/><Relationship Id="rId27" Type="http://schemas.openxmlformats.org/officeDocument/2006/relationships/tags" Target="../tags/tag1513.xml"/><Relationship Id="rId30" Type="http://schemas.openxmlformats.org/officeDocument/2006/relationships/tags" Target="../tags/tag1516.xml"/><Relationship Id="rId35" Type="http://schemas.openxmlformats.org/officeDocument/2006/relationships/tags" Target="../tags/tag1521.xml"/><Relationship Id="rId43" Type="http://schemas.openxmlformats.org/officeDocument/2006/relationships/tags" Target="../tags/tag1529.xml"/><Relationship Id="rId48" Type="http://schemas.openxmlformats.org/officeDocument/2006/relationships/oleObject" Target="../embeddings/oleObject68.bin"/><Relationship Id="rId56" Type="http://schemas.openxmlformats.org/officeDocument/2006/relationships/image" Target="../media/image147.svg"/><Relationship Id="rId8" Type="http://schemas.openxmlformats.org/officeDocument/2006/relationships/tags" Target="../tags/tag1494.xml"/><Relationship Id="rId51" Type="http://schemas.openxmlformats.org/officeDocument/2006/relationships/image" Target="../media/image142.png"/><Relationship Id="rId3" Type="http://schemas.openxmlformats.org/officeDocument/2006/relationships/tags" Target="../tags/tag1489.xml"/><Relationship Id="rId12" Type="http://schemas.openxmlformats.org/officeDocument/2006/relationships/tags" Target="../tags/tag1498.xml"/><Relationship Id="rId17" Type="http://schemas.openxmlformats.org/officeDocument/2006/relationships/tags" Target="../tags/tag1503.xml"/><Relationship Id="rId25" Type="http://schemas.openxmlformats.org/officeDocument/2006/relationships/tags" Target="../tags/tag1511.xml"/><Relationship Id="rId33" Type="http://schemas.openxmlformats.org/officeDocument/2006/relationships/tags" Target="../tags/tag1519.xml"/><Relationship Id="rId38" Type="http://schemas.openxmlformats.org/officeDocument/2006/relationships/tags" Target="../tags/tag1524.xml"/><Relationship Id="rId46" Type="http://schemas.openxmlformats.org/officeDocument/2006/relationships/slideLayout" Target="../slideLayouts/slideLayout7.xml"/><Relationship Id="rId59" Type="http://schemas.openxmlformats.org/officeDocument/2006/relationships/chart" Target="../charts/chart27.xml"/><Relationship Id="rId20" Type="http://schemas.openxmlformats.org/officeDocument/2006/relationships/tags" Target="../tags/tag1506.xml"/><Relationship Id="rId41" Type="http://schemas.openxmlformats.org/officeDocument/2006/relationships/tags" Target="../tags/tag1527.xml"/><Relationship Id="rId54" Type="http://schemas.openxmlformats.org/officeDocument/2006/relationships/image" Target="../media/image145.svg"/><Relationship Id="rId1" Type="http://schemas.openxmlformats.org/officeDocument/2006/relationships/tags" Target="../tags/tag1487.xml"/><Relationship Id="rId6" Type="http://schemas.openxmlformats.org/officeDocument/2006/relationships/tags" Target="../tags/tag1492.xml"/><Relationship Id="rId15" Type="http://schemas.openxmlformats.org/officeDocument/2006/relationships/tags" Target="../tags/tag1501.xml"/><Relationship Id="rId23" Type="http://schemas.openxmlformats.org/officeDocument/2006/relationships/tags" Target="../tags/tag1509.xml"/><Relationship Id="rId28" Type="http://schemas.openxmlformats.org/officeDocument/2006/relationships/tags" Target="../tags/tag1514.xml"/><Relationship Id="rId36" Type="http://schemas.openxmlformats.org/officeDocument/2006/relationships/tags" Target="../tags/tag1522.xml"/><Relationship Id="rId49" Type="http://schemas.openxmlformats.org/officeDocument/2006/relationships/image" Target="../media/image55.emf"/><Relationship Id="rId57" Type="http://schemas.openxmlformats.org/officeDocument/2006/relationships/image" Target="../media/image148.png"/><Relationship Id="rId10" Type="http://schemas.openxmlformats.org/officeDocument/2006/relationships/tags" Target="../tags/tag1496.xml"/><Relationship Id="rId31" Type="http://schemas.openxmlformats.org/officeDocument/2006/relationships/tags" Target="../tags/tag1517.xml"/><Relationship Id="rId44" Type="http://schemas.openxmlformats.org/officeDocument/2006/relationships/tags" Target="../tags/tag1530.xml"/><Relationship Id="rId52" Type="http://schemas.openxmlformats.org/officeDocument/2006/relationships/image" Target="../media/image143.svg"/><Relationship Id="rId60" Type="http://schemas.openxmlformats.org/officeDocument/2006/relationships/image" Target="../media/image150.jpeg"/><Relationship Id="rId4" Type="http://schemas.openxmlformats.org/officeDocument/2006/relationships/tags" Target="../tags/tag1490.xml"/><Relationship Id="rId9" Type="http://schemas.openxmlformats.org/officeDocument/2006/relationships/tags" Target="../tags/tag1495.xml"/></Relationships>
</file>

<file path=ppt/slides/_rels/slide34.xml.rels><?xml version="1.0" encoding="UTF-8" standalone="yes"?>
<Relationships xmlns="http://schemas.openxmlformats.org/package/2006/relationships"><Relationship Id="rId8" Type="http://schemas.openxmlformats.org/officeDocument/2006/relationships/tags" Target="../tags/tag1539.xml"/><Relationship Id="rId13" Type="http://schemas.openxmlformats.org/officeDocument/2006/relationships/tags" Target="../tags/tag1544.xml"/><Relationship Id="rId18" Type="http://schemas.openxmlformats.org/officeDocument/2006/relationships/tags" Target="../tags/tag1549.xml"/><Relationship Id="rId26" Type="http://schemas.openxmlformats.org/officeDocument/2006/relationships/image" Target="../media/image152.png"/><Relationship Id="rId3" Type="http://schemas.openxmlformats.org/officeDocument/2006/relationships/tags" Target="../tags/tag1534.xml"/><Relationship Id="rId21" Type="http://schemas.openxmlformats.org/officeDocument/2006/relationships/notesSlide" Target="../notesSlides/notesSlide26.xml"/><Relationship Id="rId7" Type="http://schemas.openxmlformats.org/officeDocument/2006/relationships/tags" Target="../tags/tag1538.xml"/><Relationship Id="rId12" Type="http://schemas.openxmlformats.org/officeDocument/2006/relationships/tags" Target="../tags/tag1543.xml"/><Relationship Id="rId17" Type="http://schemas.openxmlformats.org/officeDocument/2006/relationships/tags" Target="../tags/tag1548.xml"/><Relationship Id="rId25" Type="http://schemas.openxmlformats.org/officeDocument/2006/relationships/chart" Target="../charts/chart29.xml"/><Relationship Id="rId2" Type="http://schemas.openxmlformats.org/officeDocument/2006/relationships/tags" Target="../tags/tag1533.xml"/><Relationship Id="rId16" Type="http://schemas.openxmlformats.org/officeDocument/2006/relationships/tags" Target="../tags/tag1547.xml"/><Relationship Id="rId20" Type="http://schemas.openxmlformats.org/officeDocument/2006/relationships/slideLayout" Target="../slideLayouts/slideLayout7.xml"/><Relationship Id="rId29" Type="http://schemas.openxmlformats.org/officeDocument/2006/relationships/image" Target="../media/image155.svg"/><Relationship Id="rId1" Type="http://schemas.openxmlformats.org/officeDocument/2006/relationships/tags" Target="../tags/tag1532.xml"/><Relationship Id="rId6" Type="http://schemas.openxmlformats.org/officeDocument/2006/relationships/tags" Target="../tags/tag1537.xml"/><Relationship Id="rId11" Type="http://schemas.openxmlformats.org/officeDocument/2006/relationships/tags" Target="../tags/tag1542.xml"/><Relationship Id="rId24" Type="http://schemas.openxmlformats.org/officeDocument/2006/relationships/chart" Target="../charts/chart28.xml"/><Relationship Id="rId32"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 Id="rId5" Type="http://schemas.openxmlformats.org/officeDocument/2006/relationships/tags" Target="../tags/tag1536.xml"/><Relationship Id="rId15" Type="http://schemas.openxmlformats.org/officeDocument/2006/relationships/tags" Target="../tags/tag1546.xml"/><Relationship Id="rId23" Type="http://schemas.openxmlformats.org/officeDocument/2006/relationships/image" Target="../media/image31.emf"/><Relationship Id="rId28" Type="http://schemas.openxmlformats.org/officeDocument/2006/relationships/image" Target="../media/image154.png"/><Relationship Id="rId10" Type="http://schemas.openxmlformats.org/officeDocument/2006/relationships/tags" Target="../tags/tag1541.xml"/><Relationship Id="rId19" Type="http://schemas.openxmlformats.org/officeDocument/2006/relationships/tags" Target="../tags/tag1550.xml"/><Relationship Id="rId31" Type="http://schemas.openxmlformats.org/officeDocument/2006/relationships/image" Target="../media/image157.svg"/><Relationship Id="rId4" Type="http://schemas.openxmlformats.org/officeDocument/2006/relationships/tags" Target="../tags/tag1535.xml"/><Relationship Id="rId9" Type="http://schemas.openxmlformats.org/officeDocument/2006/relationships/tags" Target="../tags/tag1540.xml"/><Relationship Id="rId14" Type="http://schemas.openxmlformats.org/officeDocument/2006/relationships/tags" Target="../tags/tag1545.xml"/><Relationship Id="rId22" Type="http://schemas.openxmlformats.org/officeDocument/2006/relationships/oleObject" Target="../embeddings/oleObject69.bin"/><Relationship Id="rId27" Type="http://schemas.openxmlformats.org/officeDocument/2006/relationships/image" Target="../media/image153.svg"/><Relationship Id="rId30" Type="http://schemas.openxmlformats.org/officeDocument/2006/relationships/image" Target="../media/image156.png"/></Relationships>
</file>

<file path=ppt/slides/_rels/slide35.xml.rels><?xml version="1.0" encoding="UTF-8" standalone="yes"?>
<Relationships xmlns="http://schemas.openxmlformats.org/package/2006/relationships"><Relationship Id="rId13" Type="http://schemas.openxmlformats.org/officeDocument/2006/relationships/tags" Target="../tags/tag1563.xml"/><Relationship Id="rId18" Type="http://schemas.openxmlformats.org/officeDocument/2006/relationships/tags" Target="../tags/tag1568.xml"/><Relationship Id="rId26" Type="http://schemas.openxmlformats.org/officeDocument/2006/relationships/tags" Target="../tags/tag1576.xml"/><Relationship Id="rId39" Type="http://schemas.openxmlformats.org/officeDocument/2006/relationships/oleObject" Target="../embeddings/oleObject70.bin"/><Relationship Id="rId21" Type="http://schemas.openxmlformats.org/officeDocument/2006/relationships/tags" Target="../tags/tag1571.xml"/><Relationship Id="rId34" Type="http://schemas.openxmlformats.org/officeDocument/2006/relationships/tags" Target="../tags/tag1584.xml"/><Relationship Id="rId42" Type="http://schemas.openxmlformats.org/officeDocument/2006/relationships/image" Target="../media/image158.jpeg"/><Relationship Id="rId47" Type="http://schemas.openxmlformats.org/officeDocument/2006/relationships/image" Target="../media/image163.svg"/><Relationship Id="rId50" Type="http://schemas.openxmlformats.org/officeDocument/2006/relationships/image" Target="../media/image166.png"/><Relationship Id="rId55" Type="http://schemas.openxmlformats.org/officeDocument/2006/relationships/image" Target="../media/image171.svg"/><Relationship Id="rId7" Type="http://schemas.openxmlformats.org/officeDocument/2006/relationships/tags" Target="../tags/tag1557.xml"/><Relationship Id="rId2" Type="http://schemas.openxmlformats.org/officeDocument/2006/relationships/tags" Target="../tags/tag1552.xml"/><Relationship Id="rId16" Type="http://schemas.openxmlformats.org/officeDocument/2006/relationships/tags" Target="../tags/tag1566.xml"/><Relationship Id="rId29" Type="http://schemas.openxmlformats.org/officeDocument/2006/relationships/tags" Target="../tags/tag1579.xml"/><Relationship Id="rId11" Type="http://schemas.openxmlformats.org/officeDocument/2006/relationships/tags" Target="../tags/tag1561.xml"/><Relationship Id="rId24" Type="http://schemas.openxmlformats.org/officeDocument/2006/relationships/tags" Target="../tags/tag1574.xml"/><Relationship Id="rId32" Type="http://schemas.openxmlformats.org/officeDocument/2006/relationships/tags" Target="../tags/tag1582.xml"/><Relationship Id="rId37" Type="http://schemas.openxmlformats.org/officeDocument/2006/relationships/slideLayout" Target="../slideLayouts/slideLayout7.xml"/><Relationship Id="rId40" Type="http://schemas.openxmlformats.org/officeDocument/2006/relationships/image" Target="../media/image55.emf"/><Relationship Id="rId45" Type="http://schemas.openxmlformats.org/officeDocument/2006/relationships/image" Target="../media/image161.png"/><Relationship Id="rId53" Type="http://schemas.openxmlformats.org/officeDocument/2006/relationships/image" Target="../media/image169.svg"/><Relationship Id="rId5" Type="http://schemas.openxmlformats.org/officeDocument/2006/relationships/tags" Target="../tags/tag1555.xml"/><Relationship Id="rId19" Type="http://schemas.openxmlformats.org/officeDocument/2006/relationships/tags" Target="../tags/tag1569.xml"/><Relationship Id="rId4" Type="http://schemas.openxmlformats.org/officeDocument/2006/relationships/tags" Target="../tags/tag1554.xml"/><Relationship Id="rId9" Type="http://schemas.openxmlformats.org/officeDocument/2006/relationships/tags" Target="../tags/tag1559.xml"/><Relationship Id="rId14" Type="http://schemas.openxmlformats.org/officeDocument/2006/relationships/tags" Target="../tags/tag1564.xml"/><Relationship Id="rId22" Type="http://schemas.openxmlformats.org/officeDocument/2006/relationships/tags" Target="../tags/tag1572.xml"/><Relationship Id="rId27" Type="http://schemas.openxmlformats.org/officeDocument/2006/relationships/tags" Target="../tags/tag1577.xml"/><Relationship Id="rId30" Type="http://schemas.openxmlformats.org/officeDocument/2006/relationships/tags" Target="../tags/tag1580.xml"/><Relationship Id="rId35" Type="http://schemas.openxmlformats.org/officeDocument/2006/relationships/tags" Target="../tags/tag1585.xml"/><Relationship Id="rId43" Type="http://schemas.openxmlformats.org/officeDocument/2006/relationships/image" Target="../media/image159.jpeg"/><Relationship Id="rId48" Type="http://schemas.openxmlformats.org/officeDocument/2006/relationships/image" Target="../media/image164.png"/><Relationship Id="rId56" Type="http://schemas.openxmlformats.org/officeDocument/2006/relationships/image" Target="../media/image172.png"/><Relationship Id="rId8" Type="http://schemas.openxmlformats.org/officeDocument/2006/relationships/tags" Target="../tags/tag1558.xml"/><Relationship Id="rId51" Type="http://schemas.openxmlformats.org/officeDocument/2006/relationships/image" Target="../media/image167.svg"/><Relationship Id="rId3" Type="http://schemas.openxmlformats.org/officeDocument/2006/relationships/tags" Target="../tags/tag1553.xml"/><Relationship Id="rId12" Type="http://schemas.openxmlformats.org/officeDocument/2006/relationships/tags" Target="../tags/tag1562.xml"/><Relationship Id="rId17" Type="http://schemas.openxmlformats.org/officeDocument/2006/relationships/tags" Target="../tags/tag1567.xml"/><Relationship Id="rId25" Type="http://schemas.openxmlformats.org/officeDocument/2006/relationships/tags" Target="../tags/tag1575.xml"/><Relationship Id="rId33" Type="http://schemas.openxmlformats.org/officeDocument/2006/relationships/tags" Target="../tags/tag1583.xml"/><Relationship Id="rId38" Type="http://schemas.openxmlformats.org/officeDocument/2006/relationships/notesSlide" Target="../notesSlides/notesSlide27.xml"/><Relationship Id="rId46" Type="http://schemas.openxmlformats.org/officeDocument/2006/relationships/image" Target="../media/image162.png"/><Relationship Id="rId20" Type="http://schemas.openxmlformats.org/officeDocument/2006/relationships/tags" Target="../tags/tag1570.xml"/><Relationship Id="rId41" Type="http://schemas.openxmlformats.org/officeDocument/2006/relationships/chart" Target="../charts/chart30.xml"/><Relationship Id="rId54" Type="http://schemas.openxmlformats.org/officeDocument/2006/relationships/image" Target="../media/image170.png"/><Relationship Id="rId1" Type="http://schemas.openxmlformats.org/officeDocument/2006/relationships/tags" Target="../tags/tag1551.xml"/><Relationship Id="rId6" Type="http://schemas.openxmlformats.org/officeDocument/2006/relationships/tags" Target="../tags/tag1556.xml"/><Relationship Id="rId15" Type="http://schemas.openxmlformats.org/officeDocument/2006/relationships/tags" Target="../tags/tag1565.xml"/><Relationship Id="rId23" Type="http://schemas.openxmlformats.org/officeDocument/2006/relationships/tags" Target="../tags/tag1573.xml"/><Relationship Id="rId28" Type="http://schemas.openxmlformats.org/officeDocument/2006/relationships/tags" Target="../tags/tag1578.xml"/><Relationship Id="rId36" Type="http://schemas.openxmlformats.org/officeDocument/2006/relationships/tags" Target="../tags/tag1586.xml"/><Relationship Id="rId49" Type="http://schemas.openxmlformats.org/officeDocument/2006/relationships/image" Target="../media/image165.svg"/><Relationship Id="rId57" Type="http://schemas.openxmlformats.org/officeDocument/2006/relationships/image" Target="../media/image173.svg"/><Relationship Id="rId10" Type="http://schemas.openxmlformats.org/officeDocument/2006/relationships/tags" Target="../tags/tag1560.xml"/><Relationship Id="rId31" Type="http://schemas.openxmlformats.org/officeDocument/2006/relationships/tags" Target="../tags/tag1581.xml"/><Relationship Id="rId44" Type="http://schemas.openxmlformats.org/officeDocument/2006/relationships/image" Target="../media/image160.png"/><Relationship Id="rId52" Type="http://schemas.openxmlformats.org/officeDocument/2006/relationships/image" Target="../media/image168.png"/></Relationships>
</file>

<file path=ppt/slides/_rels/slide36.xml.rels><?xml version="1.0" encoding="UTF-8" standalone="yes"?>
<Relationships xmlns="http://schemas.openxmlformats.org/package/2006/relationships"><Relationship Id="rId26" Type="http://schemas.openxmlformats.org/officeDocument/2006/relationships/tags" Target="../tags/tag1612.xml"/><Relationship Id="rId21" Type="http://schemas.openxmlformats.org/officeDocument/2006/relationships/tags" Target="../tags/tag1607.xml"/><Relationship Id="rId42" Type="http://schemas.openxmlformats.org/officeDocument/2006/relationships/tags" Target="../tags/tag1628.xml"/><Relationship Id="rId47" Type="http://schemas.openxmlformats.org/officeDocument/2006/relationships/tags" Target="../tags/tag1633.xml"/><Relationship Id="rId63" Type="http://schemas.openxmlformats.org/officeDocument/2006/relationships/tags" Target="../tags/tag1649.xml"/><Relationship Id="rId68" Type="http://schemas.openxmlformats.org/officeDocument/2006/relationships/tags" Target="../tags/tag1654.xml"/><Relationship Id="rId84" Type="http://schemas.openxmlformats.org/officeDocument/2006/relationships/image" Target="../media/image55.emf"/><Relationship Id="rId89" Type="http://schemas.openxmlformats.org/officeDocument/2006/relationships/chart" Target="../charts/chart35.xml"/><Relationship Id="rId16" Type="http://schemas.openxmlformats.org/officeDocument/2006/relationships/tags" Target="../tags/tag1602.xml"/><Relationship Id="rId11" Type="http://schemas.openxmlformats.org/officeDocument/2006/relationships/tags" Target="../tags/tag1597.xml"/><Relationship Id="rId32" Type="http://schemas.openxmlformats.org/officeDocument/2006/relationships/tags" Target="../tags/tag1618.xml"/><Relationship Id="rId37" Type="http://schemas.openxmlformats.org/officeDocument/2006/relationships/tags" Target="../tags/tag1623.xml"/><Relationship Id="rId53" Type="http://schemas.openxmlformats.org/officeDocument/2006/relationships/tags" Target="../tags/tag1639.xml"/><Relationship Id="rId58" Type="http://schemas.openxmlformats.org/officeDocument/2006/relationships/tags" Target="../tags/tag1644.xml"/><Relationship Id="rId74" Type="http://schemas.openxmlformats.org/officeDocument/2006/relationships/tags" Target="../tags/tag1660.xml"/><Relationship Id="rId79" Type="http://schemas.openxmlformats.org/officeDocument/2006/relationships/tags" Target="../tags/tag1665.xml"/><Relationship Id="rId5" Type="http://schemas.openxmlformats.org/officeDocument/2006/relationships/tags" Target="../tags/tag1591.xml"/><Relationship Id="rId90" Type="http://schemas.openxmlformats.org/officeDocument/2006/relationships/chart" Target="../charts/chart36.xml"/><Relationship Id="rId14" Type="http://schemas.openxmlformats.org/officeDocument/2006/relationships/tags" Target="../tags/tag1600.xml"/><Relationship Id="rId22" Type="http://schemas.openxmlformats.org/officeDocument/2006/relationships/tags" Target="../tags/tag1608.xml"/><Relationship Id="rId27" Type="http://schemas.openxmlformats.org/officeDocument/2006/relationships/tags" Target="../tags/tag1613.xml"/><Relationship Id="rId30" Type="http://schemas.openxmlformats.org/officeDocument/2006/relationships/tags" Target="../tags/tag1616.xml"/><Relationship Id="rId35" Type="http://schemas.openxmlformats.org/officeDocument/2006/relationships/tags" Target="../tags/tag1621.xml"/><Relationship Id="rId43" Type="http://schemas.openxmlformats.org/officeDocument/2006/relationships/tags" Target="../tags/tag1629.xml"/><Relationship Id="rId48" Type="http://schemas.openxmlformats.org/officeDocument/2006/relationships/tags" Target="../tags/tag1634.xml"/><Relationship Id="rId56" Type="http://schemas.openxmlformats.org/officeDocument/2006/relationships/tags" Target="../tags/tag1642.xml"/><Relationship Id="rId64" Type="http://schemas.openxmlformats.org/officeDocument/2006/relationships/tags" Target="../tags/tag1650.xml"/><Relationship Id="rId69" Type="http://schemas.openxmlformats.org/officeDocument/2006/relationships/tags" Target="../tags/tag1655.xml"/><Relationship Id="rId77" Type="http://schemas.openxmlformats.org/officeDocument/2006/relationships/tags" Target="../tags/tag1663.xml"/><Relationship Id="rId8" Type="http://schemas.openxmlformats.org/officeDocument/2006/relationships/tags" Target="../tags/tag1594.xml"/><Relationship Id="rId51" Type="http://schemas.openxmlformats.org/officeDocument/2006/relationships/tags" Target="../tags/tag1637.xml"/><Relationship Id="rId72" Type="http://schemas.openxmlformats.org/officeDocument/2006/relationships/tags" Target="../tags/tag1658.xml"/><Relationship Id="rId80" Type="http://schemas.openxmlformats.org/officeDocument/2006/relationships/tags" Target="../tags/tag1666.xml"/><Relationship Id="rId85" Type="http://schemas.openxmlformats.org/officeDocument/2006/relationships/chart" Target="../charts/chart31.xml"/><Relationship Id="rId3" Type="http://schemas.openxmlformats.org/officeDocument/2006/relationships/tags" Target="../tags/tag1589.xml"/><Relationship Id="rId12" Type="http://schemas.openxmlformats.org/officeDocument/2006/relationships/tags" Target="../tags/tag1598.xml"/><Relationship Id="rId17" Type="http://schemas.openxmlformats.org/officeDocument/2006/relationships/tags" Target="../tags/tag1603.xml"/><Relationship Id="rId25" Type="http://schemas.openxmlformats.org/officeDocument/2006/relationships/tags" Target="../tags/tag1611.xml"/><Relationship Id="rId33" Type="http://schemas.openxmlformats.org/officeDocument/2006/relationships/tags" Target="../tags/tag1619.xml"/><Relationship Id="rId38" Type="http://schemas.openxmlformats.org/officeDocument/2006/relationships/tags" Target="../tags/tag1624.xml"/><Relationship Id="rId46" Type="http://schemas.openxmlformats.org/officeDocument/2006/relationships/tags" Target="../tags/tag1632.xml"/><Relationship Id="rId59" Type="http://schemas.openxmlformats.org/officeDocument/2006/relationships/tags" Target="../tags/tag1645.xml"/><Relationship Id="rId67" Type="http://schemas.openxmlformats.org/officeDocument/2006/relationships/tags" Target="../tags/tag1653.xml"/><Relationship Id="rId20" Type="http://schemas.openxmlformats.org/officeDocument/2006/relationships/tags" Target="../tags/tag1606.xml"/><Relationship Id="rId41" Type="http://schemas.openxmlformats.org/officeDocument/2006/relationships/tags" Target="../tags/tag1627.xml"/><Relationship Id="rId54" Type="http://schemas.openxmlformats.org/officeDocument/2006/relationships/tags" Target="../tags/tag1640.xml"/><Relationship Id="rId62" Type="http://schemas.openxmlformats.org/officeDocument/2006/relationships/tags" Target="../tags/tag1648.xml"/><Relationship Id="rId70" Type="http://schemas.openxmlformats.org/officeDocument/2006/relationships/tags" Target="../tags/tag1656.xml"/><Relationship Id="rId75" Type="http://schemas.openxmlformats.org/officeDocument/2006/relationships/tags" Target="../tags/tag1661.xml"/><Relationship Id="rId83" Type="http://schemas.openxmlformats.org/officeDocument/2006/relationships/oleObject" Target="../embeddings/oleObject71.bin"/><Relationship Id="rId88" Type="http://schemas.openxmlformats.org/officeDocument/2006/relationships/chart" Target="../charts/chart34.xml"/><Relationship Id="rId91"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 Id="rId1" Type="http://schemas.openxmlformats.org/officeDocument/2006/relationships/tags" Target="../tags/tag1587.xml"/><Relationship Id="rId6" Type="http://schemas.openxmlformats.org/officeDocument/2006/relationships/tags" Target="../tags/tag1592.xml"/><Relationship Id="rId15" Type="http://schemas.openxmlformats.org/officeDocument/2006/relationships/tags" Target="../tags/tag1601.xml"/><Relationship Id="rId23" Type="http://schemas.openxmlformats.org/officeDocument/2006/relationships/tags" Target="../tags/tag1609.xml"/><Relationship Id="rId28" Type="http://schemas.openxmlformats.org/officeDocument/2006/relationships/tags" Target="../tags/tag1614.xml"/><Relationship Id="rId36" Type="http://schemas.openxmlformats.org/officeDocument/2006/relationships/tags" Target="../tags/tag1622.xml"/><Relationship Id="rId49" Type="http://schemas.openxmlformats.org/officeDocument/2006/relationships/tags" Target="../tags/tag1635.xml"/><Relationship Id="rId57" Type="http://schemas.openxmlformats.org/officeDocument/2006/relationships/tags" Target="../tags/tag1643.xml"/><Relationship Id="rId10" Type="http://schemas.openxmlformats.org/officeDocument/2006/relationships/tags" Target="../tags/tag1596.xml"/><Relationship Id="rId31" Type="http://schemas.openxmlformats.org/officeDocument/2006/relationships/tags" Target="../tags/tag1617.xml"/><Relationship Id="rId44" Type="http://schemas.openxmlformats.org/officeDocument/2006/relationships/tags" Target="../tags/tag1630.xml"/><Relationship Id="rId52" Type="http://schemas.openxmlformats.org/officeDocument/2006/relationships/tags" Target="../tags/tag1638.xml"/><Relationship Id="rId60" Type="http://schemas.openxmlformats.org/officeDocument/2006/relationships/tags" Target="../tags/tag1646.xml"/><Relationship Id="rId65" Type="http://schemas.openxmlformats.org/officeDocument/2006/relationships/tags" Target="../tags/tag1651.xml"/><Relationship Id="rId73" Type="http://schemas.openxmlformats.org/officeDocument/2006/relationships/tags" Target="../tags/tag1659.xml"/><Relationship Id="rId78" Type="http://schemas.openxmlformats.org/officeDocument/2006/relationships/tags" Target="../tags/tag1664.xml"/><Relationship Id="rId81" Type="http://schemas.openxmlformats.org/officeDocument/2006/relationships/slideLayout" Target="../slideLayouts/slideLayout7.xml"/><Relationship Id="rId86" Type="http://schemas.openxmlformats.org/officeDocument/2006/relationships/chart" Target="../charts/chart32.xml"/><Relationship Id="rId4" Type="http://schemas.openxmlformats.org/officeDocument/2006/relationships/tags" Target="../tags/tag1590.xml"/><Relationship Id="rId9" Type="http://schemas.openxmlformats.org/officeDocument/2006/relationships/tags" Target="../tags/tag1595.xml"/><Relationship Id="rId13" Type="http://schemas.openxmlformats.org/officeDocument/2006/relationships/tags" Target="../tags/tag1599.xml"/><Relationship Id="rId18" Type="http://schemas.openxmlformats.org/officeDocument/2006/relationships/tags" Target="../tags/tag1604.xml"/><Relationship Id="rId39" Type="http://schemas.openxmlformats.org/officeDocument/2006/relationships/tags" Target="../tags/tag1625.xml"/><Relationship Id="rId34" Type="http://schemas.openxmlformats.org/officeDocument/2006/relationships/tags" Target="../tags/tag1620.xml"/><Relationship Id="rId50" Type="http://schemas.openxmlformats.org/officeDocument/2006/relationships/tags" Target="../tags/tag1636.xml"/><Relationship Id="rId55" Type="http://schemas.openxmlformats.org/officeDocument/2006/relationships/tags" Target="../tags/tag1641.xml"/><Relationship Id="rId76" Type="http://schemas.openxmlformats.org/officeDocument/2006/relationships/tags" Target="../tags/tag1662.xml"/><Relationship Id="rId7" Type="http://schemas.openxmlformats.org/officeDocument/2006/relationships/tags" Target="../tags/tag1593.xml"/><Relationship Id="rId71" Type="http://schemas.openxmlformats.org/officeDocument/2006/relationships/tags" Target="../tags/tag1657.xml"/><Relationship Id="rId2" Type="http://schemas.openxmlformats.org/officeDocument/2006/relationships/tags" Target="../tags/tag1588.xml"/><Relationship Id="rId29" Type="http://schemas.openxmlformats.org/officeDocument/2006/relationships/tags" Target="../tags/tag1615.xml"/><Relationship Id="rId24" Type="http://schemas.openxmlformats.org/officeDocument/2006/relationships/tags" Target="../tags/tag1610.xml"/><Relationship Id="rId40" Type="http://schemas.openxmlformats.org/officeDocument/2006/relationships/tags" Target="../tags/tag1626.xml"/><Relationship Id="rId45" Type="http://schemas.openxmlformats.org/officeDocument/2006/relationships/tags" Target="../tags/tag1631.xml"/><Relationship Id="rId66" Type="http://schemas.openxmlformats.org/officeDocument/2006/relationships/tags" Target="../tags/tag1652.xml"/><Relationship Id="rId87" Type="http://schemas.openxmlformats.org/officeDocument/2006/relationships/chart" Target="../charts/chart33.xml"/><Relationship Id="rId61" Type="http://schemas.openxmlformats.org/officeDocument/2006/relationships/tags" Target="../tags/tag1647.xml"/><Relationship Id="rId82" Type="http://schemas.openxmlformats.org/officeDocument/2006/relationships/notesSlide" Target="../notesSlides/notesSlide28.xml"/><Relationship Id="rId19" Type="http://schemas.openxmlformats.org/officeDocument/2006/relationships/tags" Target="../tags/tag1605.xml"/></Relationships>
</file>

<file path=ppt/slides/_rels/slide37.xml.rels><?xml version="1.0" encoding="UTF-8" standalone="yes"?>
<Relationships xmlns="http://schemas.openxmlformats.org/package/2006/relationships"><Relationship Id="rId8" Type="http://schemas.openxmlformats.org/officeDocument/2006/relationships/image" Target="../media/image174.png"/><Relationship Id="rId13" Type="http://schemas.openxmlformats.org/officeDocument/2006/relationships/image" Target="../media/image179.svg"/><Relationship Id="rId18" Type="http://schemas.openxmlformats.org/officeDocument/2006/relationships/image" Target="../media/image184.png"/><Relationship Id="rId3" Type="http://schemas.openxmlformats.org/officeDocument/2006/relationships/tags" Target="../tags/tag1669.xml"/><Relationship Id="rId7" Type="http://schemas.openxmlformats.org/officeDocument/2006/relationships/image" Target="../media/image55.emf"/><Relationship Id="rId12" Type="http://schemas.openxmlformats.org/officeDocument/2006/relationships/image" Target="../media/image178.png"/><Relationship Id="rId17" Type="http://schemas.openxmlformats.org/officeDocument/2006/relationships/image" Target="../media/image183.png"/><Relationship Id="rId2" Type="http://schemas.openxmlformats.org/officeDocument/2006/relationships/tags" Target="../tags/tag1668.xml"/><Relationship Id="rId16" Type="http://schemas.openxmlformats.org/officeDocument/2006/relationships/image" Target="../media/image182.png"/><Relationship Id="rId1" Type="http://schemas.openxmlformats.org/officeDocument/2006/relationships/tags" Target="../tags/tag1667.xml"/><Relationship Id="rId6" Type="http://schemas.openxmlformats.org/officeDocument/2006/relationships/oleObject" Target="../embeddings/oleObject72.bin"/><Relationship Id="rId11" Type="http://schemas.openxmlformats.org/officeDocument/2006/relationships/image" Target="../media/image177.svg"/><Relationship Id="rId5" Type="http://schemas.openxmlformats.org/officeDocument/2006/relationships/notesSlide" Target="../notesSlides/notesSlide29.xml"/><Relationship Id="rId15" Type="http://schemas.openxmlformats.org/officeDocument/2006/relationships/image" Target="../media/image181.jpeg"/><Relationship Id="rId10" Type="http://schemas.openxmlformats.org/officeDocument/2006/relationships/image" Target="../media/image176.png"/><Relationship Id="rId4" Type="http://schemas.openxmlformats.org/officeDocument/2006/relationships/slideLayout" Target="../slideLayouts/slideLayout7.xml"/><Relationship Id="rId9" Type="http://schemas.openxmlformats.org/officeDocument/2006/relationships/image" Target="../media/image175.svg"/><Relationship Id="rId14" Type="http://schemas.openxmlformats.org/officeDocument/2006/relationships/image" Target="../media/image180.jpeg"/></Relationships>
</file>

<file path=ppt/slides/_rels/slide38.xml.rels><?xml version="1.0" encoding="UTF-8" standalone="yes"?>
<Relationships xmlns="http://schemas.openxmlformats.org/package/2006/relationships"><Relationship Id="rId8" Type="http://schemas.openxmlformats.org/officeDocument/2006/relationships/tags" Target="../tags/tag1677.xml"/><Relationship Id="rId13" Type="http://schemas.openxmlformats.org/officeDocument/2006/relationships/tags" Target="../tags/tag1682.xml"/><Relationship Id="rId18" Type="http://schemas.openxmlformats.org/officeDocument/2006/relationships/slideLayout" Target="../slideLayouts/slideLayout13.xml"/><Relationship Id="rId26" Type="http://schemas.openxmlformats.org/officeDocument/2006/relationships/image" Target="../media/image188.png"/><Relationship Id="rId3" Type="http://schemas.openxmlformats.org/officeDocument/2006/relationships/tags" Target="../tags/tag1672.xml"/><Relationship Id="rId21" Type="http://schemas.openxmlformats.org/officeDocument/2006/relationships/chart" Target="../charts/chart37.xml"/><Relationship Id="rId7" Type="http://schemas.openxmlformats.org/officeDocument/2006/relationships/tags" Target="../tags/tag1676.xml"/><Relationship Id="rId12" Type="http://schemas.openxmlformats.org/officeDocument/2006/relationships/tags" Target="../tags/tag1681.xml"/><Relationship Id="rId17" Type="http://schemas.openxmlformats.org/officeDocument/2006/relationships/tags" Target="../tags/tag1686.xml"/><Relationship Id="rId25" Type="http://schemas.openxmlformats.org/officeDocument/2006/relationships/image" Target="../media/image187.png"/><Relationship Id="rId2" Type="http://schemas.openxmlformats.org/officeDocument/2006/relationships/tags" Target="../tags/tag1671.xml"/><Relationship Id="rId16" Type="http://schemas.openxmlformats.org/officeDocument/2006/relationships/tags" Target="../tags/tag1685.xml"/><Relationship Id="rId20" Type="http://schemas.openxmlformats.org/officeDocument/2006/relationships/image" Target="../media/image31.emf"/><Relationship Id="rId1" Type="http://schemas.openxmlformats.org/officeDocument/2006/relationships/tags" Target="../tags/tag1670.xml"/><Relationship Id="rId6" Type="http://schemas.openxmlformats.org/officeDocument/2006/relationships/tags" Target="../tags/tag1675.xml"/><Relationship Id="rId11" Type="http://schemas.openxmlformats.org/officeDocument/2006/relationships/tags" Target="../tags/tag1680.xml"/><Relationship Id="rId24" Type="http://schemas.openxmlformats.org/officeDocument/2006/relationships/image" Target="../media/image186.png"/><Relationship Id="rId5" Type="http://schemas.openxmlformats.org/officeDocument/2006/relationships/tags" Target="../tags/tag1674.xml"/><Relationship Id="rId15" Type="http://schemas.openxmlformats.org/officeDocument/2006/relationships/tags" Target="../tags/tag1684.xml"/><Relationship Id="rId23" Type="http://schemas.openxmlformats.org/officeDocument/2006/relationships/image" Target="../media/image185.png"/><Relationship Id="rId10" Type="http://schemas.openxmlformats.org/officeDocument/2006/relationships/tags" Target="../tags/tag1679.xml"/><Relationship Id="rId19" Type="http://schemas.openxmlformats.org/officeDocument/2006/relationships/oleObject" Target="../embeddings/oleObject73.bin"/><Relationship Id="rId4" Type="http://schemas.openxmlformats.org/officeDocument/2006/relationships/tags" Target="../tags/tag1673.xml"/><Relationship Id="rId9" Type="http://schemas.openxmlformats.org/officeDocument/2006/relationships/tags" Target="../tags/tag1678.xml"/><Relationship Id="rId14" Type="http://schemas.openxmlformats.org/officeDocument/2006/relationships/tags" Target="../tags/tag1683.xml"/><Relationship Id="rId22" Type="http://schemas.openxmlformats.org/officeDocument/2006/relationships/chart" Target="../charts/chart38.xml"/><Relationship Id="rId27"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s>
</file>

<file path=ppt/slides/_rels/slide39.xml.rels><?xml version="1.0" encoding="UTF-8" standalone="yes"?>
<Relationships xmlns="http://schemas.openxmlformats.org/package/2006/relationships"><Relationship Id="rId13" Type="http://schemas.openxmlformats.org/officeDocument/2006/relationships/tags" Target="../tags/tag1699.xml"/><Relationship Id="rId18" Type="http://schemas.openxmlformats.org/officeDocument/2006/relationships/tags" Target="../tags/tag1704.xml"/><Relationship Id="rId26" Type="http://schemas.openxmlformats.org/officeDocument/2006/relationships/tags" Target="../tags/tag1712.xml"/><Relationship Id="rId39" Type="http://schemas.openxmlformats.org/officeDocument/2006/relationships/tags" Target="../tags/tag1725.xml"/><Relationship Id="rId21" Type="http://schemas.openxmlformats.org/officeDocument/2006/relationships/tags" Target="../tags/tag1707.xml"/><Relationship Id="rId34" Type="http://schemas.openxmlformats.org/officeDocument/2006/relationships/tags" Target="../tags/tag1720.xml"/><Relationship Id="rId42" Type="http://schemas.openxmlformats.org/officeDocument/2006/relationships/tags" Target="../tags/tag1728.xml"/><Relationship Id="rId47" Type="http://schemas.openxmlformats.org/officeDocument/2006/relationships/tags" Target="../tags/tag1733.xml"/><Relationship Id="rId50" Type="http://schemas.openxmlformats.org/officeDocument/2006/relationships/tags" Target="../tags/tag1736.xml"/><Relationship Id="rId55" Type="http://schemas.openxmlformats.org/officeDocument/2006/relationships/tags" Target="../tags/tag1741.xml"/><Relationship Id="rId63" Type="http://schemas.openxmlformats.org/officeDocument/2006/relationships/chart" Target="../charts/chart39.xml"/><Relationship Id="rId7" Type="http://schemas.openxmlformats.org/officeDocument/2006/relationships/tags" Target="../tags/tag1693.xml"/><Relationship Id="rId2" Type="http://schemas.openxmlformats.org/officeDocument/2006/relationships/tags" Target="../tags/tag1688.xml"/><Relationship Id="rId16" Type="http://schemas.openxmlformats.org/officeDocument/2006/relationships/tags" Target="../tags/tag1702.xml"/><Relationship Id="rId29" Type="http://schemas.openxmlformats.org/officeDocument/2006/relationships/tags" Target="../tags/tag1715.xml"/><Relationship Id="rId11" Type="http://schemas.openxmlformats.org/officeDocument/2006/relationships/tags" Target="../tags/tag1697.xml"/><Relationship Id="rId24" Type="http://schemas.openxmlformats.org/officeDocument/2006/relationships/tags" Target="../tags/tag1710.xml"/><Relationship Id="rId32" Type="http://schemas.openxmlformats.org/officeDocument/2006/relationships/tags" Target="../tags/tag1718.xml"/><Relationship Id="rId37" Type="http://schemas.openxmlformats.org/officeDocument/2006/relationships/tags" Target="../tags/tag1723.xml"/><Relationship Id="rId40" Type="http://schemas.openxmlformats.org/officeDocument/2006/relationships/tags" Target="../tags/tag1726.xml"/><Relationship Id="rId45" Type="http://schemas.openxmlformats.org/officeDocument/2006/relationships/tags" Target="../tags/tag1731.xml"/><Relationship Id="rId53" Type="http://schemas.openxmlformats.org/officeDocument/2006/relationships/tags" Target="../tags/tag1739.xml"/><Relationship Id="rId58" Type="http://schemas.openxmlformats.org/officeDocument/2006/relationships/tags" Target="../tags/tag1744.xml"/><Relationship Id="rId5" Type="http://schemas.openxmlformats.org/officeDocument/2006/relationships/tags" Target="../tags/tag1691.xml"/><Relationship Id="rId61" Type="http://schemas.openxmlformats.org/officeDocument/2006/relationships/oleObject" Target="../embeddings/oleObject74.bin"/><Relationship Id="rId19" Type="http://schemas.openxmlformats.org/officeDocument/2006/relationships/tags" Target="../tags/tag1705.xml"/><Relationship Id="rId14" Type="http://schemas.openxmlformats.org/officeDocument/2006/relationships/tags" Target="../tags/tag1700.xml"/><Relationship Id="rId22" Type="http://schemas.openxmlformats.org/officeDocument/2006/relationships/tags" Target="../tags/tag1708.xml"/><Relationship Id="rId27" Type="http://schemas.openxmlformats.org/officeDocument/2006/relationships/tags" Target="../tags/tag1713.xml"/><Relationship Id="rId30" Type="http://schemas.openxmlformats.org/officeDocument/2006/relationships/tags" Target="../tags/tag1716.xml"/><Relationship Id="rId35" Type="http://schemas.openxmlformats.org/officeDocument/2006/relationships/tags" Target="../tags/tag1721.xml"/><Relationship Id="rId43" Type="http://schemas.openxmlformats.org/officeDocument/2006/relationships/tags" Target="../tags/tag1729.xml"/><Relationship Id="rId48" Type="http://schemas.openxmlformats.org/officeDocument/2006/relationships/tags" Target="../tags/tag1734.xml"/><Relationship Id="rId56" Type="http://schemas.openxmlformats.org/officeDocument/2006/relationships/tags" Target="../tags/tag1742.xml"/><Relationship Id="rId64" Type="http://schemas.openxmlformats.org/officeDocument/2006/relationships/chart" Target="../charts/chart40.xml"/><Relationship Id="rId8" Type="http://schemas.openxmlformats.org/officeDocument/2006/relationships/tags" Target="../tags/tag1694.xml"/><Relationship Id="rId51" Type="http://schemas.openxmlformats.org/officeDocument/2006/relationships/tags" Target="../tags/tag1737.xml"/><Relationship Id="rId3" Type="http://schemas.openxmlformats.org/officeDocument/2006/relationships/tags" Target="../tags/tag1689.xml"/><Relationship Id="rId12" Type="http://schemas.openxmlformats.org/officeDocument/2006/relationships/tags" Target="../tags/tag1698.xml"/><Relationship Id="rId17" Type="http://schemas.openxmlformats.org/officeDocument/2006/relationships/tags" Target="../tags/tag1703.xml"/><Relationship Id="rId25" Type="http://schemas.openxmlformats.org/officeDocument/2006/relationships/tags" Target="../tags/tag1711.xml"/><Relationship Id="rId33" Type="http://schemas.openxmlformats.org/officeDocument/2006/relationships/tags" Target="../tags/tag1719.xml"/><Relationship Id="rId38" Type="http://schemas.openxmlformats.org/officeDocument/2006/relationships/tags" Target="../tags/tag1724.xml"/><Relationship Id="rId46" Type="http://schemas.openxmlformats.org/officeDocument/2006/relationships/tags" Target="../tags/tag1732.xml"/><Relationship Id="rId59" Type="http://schemas.openxmlformats.org/officeDocument/2006/relationships/slideLayout" Target="../slideLayouts/slideLayout7.xml"/><Relationship Id="rId20" Type="http://schemas.openxmlformats.org/officeDocument/2006/relationships/tags" Target="../tags/tag1706.xml"/><Relationship Id="rId41" Type="http://schemas.openxmlformats.org/officeDocument/2006/relationships/tags" Target="../tags/tag1727.xml"/><Relationship Id="rId54" Type="http://schemas.openxmlformats.org/officeDocument/2006/relationships/tags" Target="../tags/tag1740.xml"/><Relationship Id="rId62" Type="http://schemas.openxmlformats.org/officeDocument/2006/relationships/image" Target="../media/image21.emf"/><Relationship Id="rId1" Type="http://schemas.openxmlformats.org/officeDocument/2006/relationships/tags" Target="../tags/tag1687.xml"/><Relationship Id="rId6" Type="http://schemas.openxmlformats.org/officeDocument/2006/relationships/tags" Target="../tags/tag1692.xml"/><Relationship Id="rId15" Type="http://schemas.openxmlformats.org/officeDocument/2006/relationships/tags" Target="../tags/tag1701.xml"/><Relationship Id="rId23" Type="http://schemas.openxmlformats.org/officeDocument/2006/relationships/tags" Target="../tags/tag1709.xml"/><Relationship Id="rId28" Type="http://schemas.openxmlformats.org/officeDocument/2006/relationships/tags" Target="../tags/tag1714.xml"/><Relationship Id="rId36" Type="http://schemas.openxmlformats.org/officeDocument/2006/relationships/tags" Target="../tags/tag1722.xml"/><Relationship Id="rId49" Type="http://schemas.openxmlformats.org/officeDocument/2006/relationships/tags" Target="../tags/tag1735.xml"/><Relationship Id="rId57" Type="http://schemas.openxmlformats.org/officeDocument/2006/relationships/tags" Target="../tags/tag1743.xml"/><Relationship Id="rId10" Type="http://schemas.openxmlformats.org/officeDocument/2006/relationships/tags" Target="../tags/tag1696.xml"/><Relationship Id="rId31" Type="http://schemas.openxmlformats.org/officeDocument/2006/relationships/tags" Target="../tags/tag1717.xml"/><Relationship Id="rId44" Type="http://schemas.openxmlformats.org/officeDocument/2006/relationships/tags" Target="../tags/tag1730.xml"/><Relationship Id="rId52" Type="http://schemas.openxmlformats.org/officeDocument/2006/relationships/tags" Target="../tags/tag1738.xml"/><Relationship Id="rId60" Type="http://schemas.openxmlformats.org/officeDocument/2006/relationships/notesSlide" Target="../notesSlides/notesSlide30.xml"/><Relationship Id="rId4" Type="http://schemas.openxmlformats.org/officeDocument/2006/relationships/tags" Target="../tags/tag1690.xml"/><Relationship Id="rId9" Type="http://schemas.openxmlformats.org/officeDocument/2006/relationships/tags" Target="../tags/tag1695.xml"/></Relationships>
</file>

<file path=ppt/slides/_rels/slide40.xml.rels><?xml version="1.0" encoding="UTF-8" standalone="yes"?>
<Relationships xmlns="http://schemas.openxmlformats.org/package/2006/relationships"><Relationship Id="rId8" Type="http://schemas.openxmlformats.org/officeDocument/2006/relationships/tags" Target="../tags/tag1752.xml"/><Relationship Id="rId13" Type="http://schemas.openxmlformats.org/officeDocument/2006/relationships/tags" Target="../tags/tag1757.xml"/><Relationship Id="rId18" Type="http://schemas.openxmlformats.org/officeDocument/2006/relationships/slideLayout" Target="../slideLayouts/slideLayout7.xml"/><Relationship Id="rId26" Type="http://schemas.openxmlformats.org/officeDocument/2006/relationships/image" Target="../media/image151.png"/><Relationship Id="rId3" Type="http://schemas.openxmlformats.org/officeDocument/2006/relationships/tags" Target="../tags/tag1747.xml"/><Relationship Id="rId21" Type="http://schemas.openxmlformats.org/officeDocument/2006/relationships/image" Target="../media/image55.emf"/><Relationship Id="rId7" Type="http://schemas.openxmlformats.org/officeDocument/2006/relationships/tags" Target="../tags/tag1751.xml"/><Relationship Id="rId12" Type="http://schemas.openxmlformats.org/officeDocument/2006/relationships/tags" Target="../tags/tag1756.xml"/><Relationship Id="rId17" Type="http://schemas.openxmlformats.org/officeDocument/2006/relationships/tags" Target="../tags/tag1761.xml"/><Relationship Id="rId25" Type="http://schemas.openxmlformats.org/officeDocument/2006/relationships/image" Target="../media/image190.png"/><Relationship Id="rId2" Type="http://schemas.openxmlformats.org/officeDocument/2006/relationships/tags" Target="../tags/tag1746.xml"/><Relationship Id="rId16" Type="http://schemas.openxmlformats.org/officeDocument/2006/relationships/tags" Target="../tags/tag1760.xml"/><Relationship Id="rId20" Type="http://schemas.openxmlformats.org/officeDocument/2006/relationships/oleObject" Target="../embeddings/oleObject75.bin"/><Relationship Id="rId1" Type="http://schemas.openxmlformats.org/officeDocument/2006/relationships/tags" Target="../tags/tag1745.xml"/><Relationship Id="rId6" Type="http://schemas.openxmlformats.org/officeDocument/2006/relationships/tags" Target="../tags/tag1750.xml"/><Relationship Id="rId11" Type="http://schemas.openxmlformats.org/officeDocument/2006/relationships/tags" Target="../tags/tag1755.xml"/><Relationship Id="rId24" Type="http://schemas.openxmlformats.org/officeDocument/2006/relationships/image" Target="../media/image150.jpeg"/><Relationship Id="rId5" Type="http://schemas.openxmlformats.org/officeDocument/2006/relationships/tags" Target="../tags/tag1749.xml"/><Relationship Id="rId15" Type="http://schemas.openxmlformats.org/officeDocument/2006/relationships/tags" Target="../tags/tag1759.xml"/><Relationship Id="rId23" Type="http://schemas.openxmlformats.org/officeDocument/2006/relationships/image" Target="../media/image189.png"/><Relationship Id="rId10" Type="http://schemas.openxmlformats.org/officeDocument/2006/relationships/tags" Target="../tags/tag1754.xml"/><Relationship Id="rId19" Type="http://schemas.openxmlformats.org/officeDocument/2006/relationships/notesSlide" Target="../notesSlides/notesSlide31.xml"/><Relationship Id="rId4" Type="http://schemas.openxmlformats.org/officeDocument/2006/relationships/tags" Target="../tags/tag1748.xml"/><Relationship Id="rId9" Type="http://schemas.openxmlformats.org/officeDocument/2006/relationships/tags" Target="../tags/tag1753.xml"/><Relationship Id="rId14" Type="http://schemas.openxmlformats.org/officeDocument/2006/relationships/tags" Target="../tags/tag1758.xml"/><Relationship Id="rId22" Type="http://schemas.openxmlformats.org/officeDocument/2006/relationships/chart" Target="../charts/chart41.xml"/><Relationship Id="rId27"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s>
</file>

<file path=ppt/slides/_rels/slide41.xml.rels><?xml version="1.0" encoding="UTF-8" standalone="yes"?>
<Relationships xmlns="http://schemas.openxmlformats.org/package/2006/relationships"><Relationship Id="rId26" Type="http://schemas.openxmlformats.org/officeDocument/2006/relationships/tags" Target="../tags/tag1787.xml"/><Relationship Id="rId21" Type="http://schemas.openxmlformats.org/officeDocument/2006/relationships/tags" Target="../tags/tag1782.xml"/><Relationship Id="rId42" Type="http://schemas.openxmlformats.org/officeDocument/2006/relationships/tags" Target="../tags/tag1803.xml"/><Relationship Id="rId47" Type="http://schemas.openxmlformats.org/officeDocument/2006/relationships/tags" Target="../tags/tag1808.xml"/><Relationship Id="rId63" Type="http://schemas.openxmlformats.org/officeDocument/2006/relationships/tags" Target="../tags/tag1824.xml"/><Relationship Id="rId68" Type="http://schemas.openxmlformats.org/officeDocument/2006/relationships/slideLayout" Target="../slideLayouts/slideLayout7.xml"/><Relationship Id="rId2" Type="http://schemas.openxmlformats.org/officeDocument/2006/relationships/tags" Target="../tags/tag1763.xml"/><Relationship Id="rId16" Type="http://schemas.openxmlformats.org/officeDocument/2006/relationships/tags" Target="../tags/tag1777.xml"/><Relationship Id="rId29" Type="http://schemas.openxmlformats.org/officeDocument/2006/relationships/tags" Target="../tags/tag1790.xml"/><Relationship Id="rId11" Type="http://schemas.openxmlformats.org/officeDocument/2006/relationships/tags" Target="../tags/tag1772.xml"/><Relationship Id="rId24" Type="http://schemas.openxmlformats.org/officeDocument/2006/relationships/tags" Target="../tags/tag1785.xml"/><Relationship Id="rId32" Type="http://schemas.openxmlformats.org/officeDocument/2006/relationships/tags" Target="../tags/tag1793.xml"/><Relationship Id="rId37" Type="http://schemas.openxmlformats.org/officeDocument/2006/relationships/tags" Target="../tags/tag1798.xml"/><Relationship Id="rId40" Type="http://schemas.openxmlformats.org/officeDocument/2006/relationships/tags" Target="../tags/tag1801.xml"/><Relationship Id="rId45" Type="http://schemas.openxmlformats.org/officeDocument/2006/relationships/tags" Target="../tags/tag1806.xml"/><Relationship Id="rId53" Type="http://schemas.openxmlformats.org/officeDocument/2006/relationships/tags" Target="../tags/tag1814.xml"/><Relationship Id="rId58" Type="http://schemas.openxmlformats.org/officeDocument/2006/relationships/tags" Target="../tags/tag1819.xml"/><Relationship Id="rId66" Type="http://schemas.openxmlformats.org/officeDocument/2006/relationships/tags" Target="../tags/tag1827.xml"/><Relationship Id="rId74" Type="http://schemas.openxmlformats.org/officeDocument/2006/relationships/chart" Target="../charts/chart44.xml"/><Relationship Id="rId5" Type="http://schemas.openxmlformats.org/officeDocument/2006/relationships/tags" Target="../tags/tag1766.xml"/><Relationship Id="rId61" Type="http://schemas.openxmlformats.org/officeDocument/2006/relationships/tags" Target="../tags/tag1822.xml"/><Relationship Id="rId19" Type="http://schemas.openxmlformats.org/officeDocument/2006/relationships/tags" Target="../tags/tag1780.xml"/><Relationship Id="rId14" Type="http://schemas.openxmlformats.org/officeDocument/2006/relationships/tags" Target="../tags/tag1775.xml"/><Relationship Id="rId22" Type="http://schemas.openxmlformats.org/officeDocument/2006/relationships/tags" Target="../tags/tag1783.xml"/><Relationship Id="rId27" Type="http://schemas.openxmlformats.org/officeDocument/2006/relationships/tags" Target="../tags/tag1788.xml"/><Relationship Id="rId30" Type="http://schemas.openxmlformats.org/officeDocument/2006/relationships/tags" Target="../tags/tag1791.xml"/><Relationship Id="rId35" Type="http://schemas.openxmlformats.org/officeDocument/2006/relationships/tags" Target="../tags/tag1796.xml"/><Relationship Id="rId43" Type="http://schemas.openxmlformats.org/officeDocument/2006/relationships/tags" Target="../tags/tag1804.xml"/><Relationship Id="rId48" Type="http://schemas.openxmlformats.org/officeDocument/2006/relationships/tags" Target="../tags/tag1809.xml"/><Relationship Id="rId56" Type="http://schemas.openxmlformats.org/officeDocument/2006/relationships/tags" Target="../tags/tag1817.xml"/><Relationship Id="rId64" Type="http://schemas.openxmlformats.org/officeDocument/2006/relationships/tags" Target="../tags/tag1825.xml"/><Relationship Id="rId69" Type="http://schemas.openxmlformats.org/officeDocument/2006/relationships/notesSlide" Target="../notesSlides/notesSlide32.xml"/><Relationship Id="rId8" Type="http://schemas.openxmlformats.org/officeDocument/2006/relationships/tags" Target="../tags/tag1769.xml"/><Relationship Id="rId51" Type="http://schemas.openxmlformats.org/officeDocument/2006/relationships/tags" Target="../tags/tag1812.xml"/><Relationship Id="rId72" Type="http://schemas.openxmlformats.org/officeDocument/2006/relationships/chart" Target="../charts/chart42.xml"/><Relationship Id="rId3" Type="http://schemas.openxmlformats.org/officeDocument/2006/relationships/tags" Target="../tags/tag1764.xml"/><Relationship Id="rId12" Type="http://schemas.openxmlformats.org/officeDocument/2006/relationships/tags" Target="../tags/tag1773.xml"/><Relationship Id="rId17" Type="http://schemas.openxmlformats.org/officeDocument/2006/relationships/tags" Target="../tags/tag1778.xml"/><Relationship Id="rId25" Type="http://schemas.openxmlformats.org/officeDocument/2006/relationships/tags" Target="../tags/tag1786.xml"/><Relationship Id="rId33" Type="http://schemas.openxmlformats.org/officeDocument/2006/relationships/tags" Target="../tags/tag1794.xml"/><Relationship Id="rId38" Type="http://schemas.openxmlformats.org/officeDocument/2006/relationships/tags" Target="../tags/tag1799.xml"/><Relationship Id="rId46" Type="http://schemas.openxmlformats.org/officeDocument/2006/relationships/tags" Target="../tags/tag1807.xml"/><Relationship Id="rId59" Type="http://schemas.openxmlformats.org/officeDocument/2006/relationships/tags" Target="../tags/tag1820.xml"/><Relationship Id="rId67" Type="http://schemas.openxmlformats.org/officeDocument/2006/relationships/tags" Target="../tags/tag1828.xml"/><Relationship Id="rId20" Type="http://schemas.openxmlformats.org/officeDocument/2006/relationships/tags" Target="../tags/tag1781.xml"/><Relationship Id="rId41" Type="http://schemas.openxmlformats.org/officeDocument/2006/relationships/tags" Target="../tags/tag1802.xml"/><Relationship Id="rId54" Type="http://schemas.openxmlformats.org/officeDocument/2006/relationships/tags" Target="../tags/tag1815.xml"/><Relationship Id="rId62" Type="http://schemas.openxmlformats.org/officeDocument/2006/relationships/tags" Target="../tags/tag1823.xml"/><Relationship Id="rId70" Type="http://schemas.openxmlformats.org/officeDocument/2006/relationships/oleObject" Target="../embeddings/oleObject76.bin"/><Relationship Id="rId75" Type="http://schemas.openxmlformats.org/officeDocument/2006/relationships/chart" Target="../charts/chart45.xml"/><Relationship Id="rId1" Type="http://schemas.openxmlformats.org/officeDocument/2006/relationships/tags" Target="../tags/tag1762.xml"/><Relationship Id="rId6" Type="http://schemas.openxmlformats.org/officeDocument/2006/relationships/tags" Target="../tags/tag1767.xml"/><Relationship Id="rId15" Type="http://schemas.openxmlformats.org/officeDocument/2006/relationships/tags" Target="../tags/tag1776.xml"/><Relationship Id="rId23" Type="http://schemas.openxmlformats.org/officeDocument/2006/relationships/tags" Target="../tags/tag1784.xml"/><Relationship Id="rId28" Type="http://schemas.openxmlformats.org/officeDocument/2006/relationships/tags" Target="../tags/tag1789.xml"/><Relationship Id="rId36" Type="http://schemas.openxmlformats.org/officeDocument/2006/relationships/tags" Target="../tags/tag1797.xml"/><Relationship Id="rId49" Type="http://schemas.openxmlformats.org/officeDocument/2006/relationships/tags" Target="../tags/tag1810.xml"/><Relationship Id="rId57" Type="http://schemas.openxmlformats.org/officeDocument/2006/relationships/tags" Target="../tags/tag1818.xml"/><Relationship Id="rId10" Type="http://schemas.openxmlformats.org/officeDocument/2006/relationships/tags" Target="../tags/tag1771.xml"/><Relationship Id="rId31" Type="http://schemas.openxmlformats.org/officeDocument/2006/relationships/tags" Target="../tags/tag1792.xml"/><Relationship Id="rId44" Type="http://schemas.openxmlformats.org/officeDocument/2006/relationships/tags" Target="../tags/tag1805.xml"/><Relationship Id="rId52" Type="http://schemas.openxmlformats.org/officeDocument/2006/relationships/tags" Target="../tags/tag1813.xml"/><Relationship Id="rId60" Type="http://schemas.openxmlformats.org/officeDocument/2006/relationships/tags" Target="../tags/tag1821.xml"/><Relationship Id="rId65" Type="http://schemas.openxmlformats.org/officeDocument/2006/relationships/tags" Target="../tags/tag1826.xml"/><Relationship Id="rId73" Type="http://schemas.openxmlformats.org/officeDocument/2006/relationships/chart" Target="../charts/chart43.xml"/><Relationship Id="rId4" Type="http://schemas.openxmlformats.org/officeDocument/2006/relationships/tags" Target="../tags/tag1765.xml"/><Relationship Id="rId9" Type="http://schemas.openxmlformats.org/officeDocument/2006/relationships/tags" Target="../tags/tag1770.xml"/><Relationship Id="rId13" Type="http://schemas.openxmlformats.org/officeDocument/2006/relationships/tags" Target="../tags/tag1774.xml"/><Relationship Id="rId18" Type="http://schemas.openxmlformats.org/officeDocument/2006/relationships/tags" Target="../tags/tag1779.xml"/><Relationship Id="rId39" Type="http://schemas.openxmlformats.org/officeDocument/2006/relationships/tags" Target="../tags/tag1800.xml"/><Relationship Id="rId34" Type="http://schemas.openxmlformats.org/officeDocument/2006/relationships/tags" Target="../tags/tag1795.xml"/><Relationship Id="rId50" Type="http://schemas.openxmlformats.org/officeDocument/2006/relationships/tags" Target="../tags/tag1811.xml"/><Relationship Id="rId55" Type="http://schemas.openxmlformats.org/officeDocument/2006/relationships/tags" Target="../tags/tag1816.xml"/><Relationship Id="rId76"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 Id="rId7" Type="http://schemas.openxmlformats.org/officeDocument/2006/relationships/tags" Target="../tags/tag1768.xml"/><Relationship Id="rId71" Type="http://schemas.openxmlformats.org/officeDocument/2006/relationships/image" Target="../media/image55.emf"/></Relationships>
</file>

<file path=ppt/slides/_rels/slide42.xml.rels><?xml version="1.0" encoding="UTF-8" standalone="yes"?>
<Relationships xmlns="http://schemas.openxmlformats.org/package/2006/relationships"><Relationship Id="rId8" Type="http://schemas.openxmlformats.org/officeDocument/2006/relationships/image" Target="../media/image55.emf"/><Relationship Id="rId13" Type="http://schemas.openxmlformats.org/officeDocument/2006/relationships/image" Target="../media/image195.svg"/><Relationship Id="rId18" Type="http://schemas.openxmlformats.org/officeDocument/2006/relationships/image" Target="../media/image200.png"/><Relationship Id="rId26" Type="http://schemas.openxmlformats.org/officeDocument/2006/relationships/image" Target="../media/image208.png"/><Relationship Id="rId3" Type="http://schemas.openxmlformats.org/officeDocument/2006/relationships/tags" Target="../tags/tag1831.xml"/><Relationship Id="rId21" Type="http://schemas.openxmlformats.org/officeDocument/2006/relationships/image" Target="../media/image203.jpeg"/><Relationship Id="rId7" Type="http://schemas.openxmlformats.org/officeDocument/2006/relationships/oleObject" Target="../embeddings/oleObject77.bin"/><Relationship Id="rId12" Type="http://schemas.openxmlformats.org/officeDocument/2006/relationships/image" Target="../media/image194.png"/><Relationship Id="rId17" Type="http://schemas.openxmlformats.org/officeDocument/2006/relationships/image" Target="../media/image199.svg"/><Relationship Id="rId25" Type="http://schemas.openxmlformats.org/officeDocument/2006/relationships/image" Target="../media/image207.png"/><Relationship Id="rId2" Type="http://schemas.openxmlformats.org/officeDocument/2006/relationships/tags" Target="../tags/tag1830.xml"/><Relationship Id="rId16" Type="http://schemas.openxmlformats.org/officeDocument/2006/relationships/image" Target="../media/image198.png"/><Relationship Id="rId20" Type="http://schemas.openxmlformats.org/officeDocument/2006/relationships/image" Target="../media/image202.jpeg"/><Relationship Id="rId29" Type="http://schemas.openxmlformats.org/officeDocument/2006/relationships/image" Target="../media/image211.png"/><Relationship Id="rId1" Type="http://schemas.openxmlformats.org/officeDocument/2006/relationships/tags" Target="../tags/tag1829.xml"/><Relationship Id="rId6" Type="http://schemas.openxmlformats.org/officeDocument/2006/relationships/notesSlide" Target="../notesSlides/notesSlide33.xml"/><Relationship Id="rId11" Type="http://schemas.openxmlformats.org/officeDocument/2006/relationships/image" Target="../media/image193.png"/><Relationship Id="rId24" Type="http://schemas.openxmlformats.org/officeDocument/2006/relationships/image" Target="../media/image206.png"/><Relationship Id="rId5" Type="http://schemas.openxmlformats.org/officeDocument/2006/relationships/slideLayout" Target="../slideLayouts/slideLayout7.xml"/><Relationship Id="rId15" Type="http://schemas.openxmlformats.org/officeDocument/2006/relationships/image" Target="../media/image197.svg"/><Relationship Id="rId23" Type="http://schemas.openxmlformats.org/officeDocument/2006/relationships/image" Target="../media/image205.png"/><Relationship Id="rId28" Type="http://schemas.openxmlformats.org/officeDocument/2006/relationships/image" Target="../media/image210.png"/><Relationship Id="rId10" Type="http://schemas.openxmlformats.org/officeDocument/2006/relationships/image" Target="../media/image192.png"/><Relationship Id="rId19" Type="http://schemas.openxmlformats.org/officeDocument/2006/relationships/image" Target="../media/image201.svg"/><Relationship Id="rId4" Type="http://schemas.openxmlformats.org/officeDocument/2006/relationships/tags" Target="../tags/tag1832.xml"/><Relationship Id="rId9" Type="http://schemas.openxmlformats.org/officeDocument/2006/relationships/image" Target="../media/image191.png"/><Relationship Id="rId14" Type="http://schemas.openxmlformats.org/officeDocument/2006/relationships/image" Target="../media/image196.png"/><Relationship Id="rId22" Type="http://schemas.openxmlformats.org/officeDocument/2006/relationships/image" Target="../media/image204.png"/><Relationship Id="rId27" Type="http://schemas.openxmlformats.org/officeDocument/2006/relationships/image" Target="../media/image209.png"/><Relationship Id="rId30" Type="http://schemas.openxmlformats.org/officeDocument/2006/relationships/image" Target="../media/image212.png"/></Relationships>
</file>

<file path=ppt/slides/_rels/slide43.xml.rels><?xml version="1.0" encoding="UTF-8" standalone="yes"?>
<Relationships xmlns="http://schemas.openxmlformats.org/package/2006/relationships"><Relationship Id="rId13" Type="http://schemas.openxmlformats.org/officeDocument/2006/relationships/tags" Target="../tags/tag1845.xml"/><Relationship Id="rId18" Type="http://schemas.openxmlformats.org/officeDocument/2006/relationships/tags" Target="../tags/tag1850.xml"/><Relationship Id="rId26" Type="http://schemas.openxmlformats.org/officeDocument/2006/relationships/tags" Target="../tags/tag1858.xml"/><Relationship Id="rId39" Type="http://schemas.openxmlformats.org/officeDocument/2006/relationships/image" Target="../media/image218.png"/><Relationship Id="rId21" Type="http://schemas.openxmlformats.org/officeDocument/2006/relationships/tags" Target="../tags/tag1853.xml"/><Relationship Id="rId34" Type="http://schemas.openxmlformats.org/officeDocument/2006/relationships/image" Target="../media/image213.png"/><Relationship Id="rId42" Type="http://schemas.openxmlformats.org/officeDocument/2006/relationships/image" Target="../media/image195.svg"/><Relationship Id="rId47"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 Id="rId7" Type="http://schemas.openxmlformats.org/officeDocument/2006/relationships/tags" Target="../tags/tag1839.xml"/><Relationship Id="rId2" Type="http://schemas.openxmlformats.org/officeDocument/2006/relationships/tags" Target="../tags/tag1834.xml"/><Relationship Id="rId16" Type="http://schemas.openxmlformats.org/officeDocument/2006/relationships/tags" Target="../tags/tag1848.xml"/><Relationship Id="rId29" Type="http://schemas.openxmlformats.org/officeDocument/2006/relationships/notesSlide" Target="../notesSlides/notesSlide34.xml"/><Relationship Id="rId1" Type="http://schemas.openxmlformats.org/officeDocument/2006/relationships/tags" Target="../tags/tag1833.xml"/><Relationship Id="rId6" Type="http://schemas.openxmlformats.org/officeDocument/2006/relationships/tags" Target="../tags/tag1838.xml"/><Relationship Id="rId11" Type="http://schemas.openxmlformats.org/officeDocument/2006/relationships/tags" Target="../tags/tag1843.xml"/><Relationship Id="rId24" Type="http://schemas.openxmlformats.org/officeDocument/2006/relationships/tags" Target="../tags/tag1856.xml"/><Relationship Id="rId32" Type="http://schemas.openxmlformats.org/officeDocument/2006/relationships/chart" Target="../charts/chart46.xml"/><Relationship Id="rId37" Type="http://schemas.openxmlformats.org/officeDocument/2006/relationships/image" Target="../media/image216.png"/><Relationship Id="rId40" Type="http://schemas.openxmlformats.org/officeDocument/2006/relationships/image" Target="../media/image219.svg"/><Relationship Id="rId45" Type="http://schemas.openxmlformats.org/officeDocument/2006/relationships/image" Target="../media/image222.png"/><Relationship Id="rId5" Type="http://schemas.openxmlformats.org/officeDocument/2006/relationships/tags" Target="../tags/tag1837.xml"/><Relationship Id="rId15" Type="http://schemas.openxmlformats.org/officeDocument/2006/relationships/tags" Target="../tags/tag1847.xml"/><Relationship Id="rId23" Type="http://schemas.openxmlformats.org/officeDocument/2006/relationships/tags" Target="../tags/tag1855.xml"/><Relationship Id="rId28" Type="http://schemas.openxmlformats.org/officeDocument/2006/relationships/slideLayout" Target="../slideLayouts/slideLayout7.xml"/><Relationship Id="rId36" Type="http://schemas.openxmlformats.org/officeDocument/2006/relationships/image" Target="../media/image215.svg"/><Relationship Id="rId10" Type="http://schemas.openxmlformats.org/officeDocument/2006/relationships/tags" Target="../tags/tag1842.xml"/><Relationship Id="rId19" Type="http://schemas.openxmlformats.org/officeDocument/2006/relationships/tags" Target="../tags/tag1851.xml"/><Relationship Id="rId31" Type="http://schemas.openxmlformats.org/officeDocument/2006/relationships/image" Target="../media/image55.emf"/><Relationship Id="rId44" Type="http://schemas.openxmlformats.org/officeDocument/2006/relationships/image" Target="../media/image221.svg"/><Relationship Id="rId4" Type="http://schemas.openxmlformats.org/officeDocument/2006/relationships/tags" Target="../tags/tag1836.xml"/><Relationship Id="rId9" Type="http://schemas.openxmlformats.org/officeDocument/2006/relationships/tags" Target="../tags/tag1841.xml"/><Relationship Id="rId14" Type="http://schemas.openxmlformats.org/officeDocument/2006/relationships/tags" Target="../tags/tag1846.xml"/><Relationship Id="rId22" Type="http://schemas.openxmlformats.org/officeDocument/2006/relationships/tags" Target="../tags/tag1854.xml"/><Relationship Id="rId27" Type="http://schemas.openxmlformats.org/officeDocument/2006/relationships/tags" Target="../tags/tag1859.xml"/><Relationship Id="rId30" Type="http://schemas.openxmlformats.org/officeDocument/2006/relationships/oleObject" Target="../embeddings/oleObject78.bin"/><Relationship Id="rId35" Type="http://schemas.openxmlformats.org/officeDocument/2006/relationships/image" Target="../media/image214.png"/><Relationship Id="rId43" Type="http://schemas.openxmlformats.org/officeDocument/2006/relationships/image" Target="../media/image220.png"/><Relationship Id="rId8" Type="http://schemas.openxmlformats.org/officeDocument/2006/relationships/tags" Target="../tags/tag1840.xml"/><Relationship Id="rId3" Type="http://schemas.openxmlformats.org/officeDocument/2006/relationships/tags" Target="../tags/tag1835.xml"/><Relationship Id="rId12" Type="http://schemas.openxmlformats.org/officeDocument/2006/relationships/tags" Target="../tags/tag1844.xml"/><Relationship Id="rId17" Type="http://schemas.openxmlformats.org/officeDocument/2006/relationships/tags" Target="../tags/tag1849.xml"/><Relationship Id="rId25" Type="http://schemas.openxmlformats.org/officeDocument/2006/relationships/tags" Target="../tags/tag1857.xml"/><Relationship Id="rId33" Type="http://schemas.openxmlformats.org/officeDocument/2006/relationships/chart" Target="../charts/chart47.xml"/><Relationship Id="rId38" Type="http://schemas.openxmlformats.org/officeDocument/2006/relationships/image" Target="../media/image217.svg"/><Relationship Id="rId46" Type="http://schemas.openxmlformats.org/officeDocument/2006/relationships/image" Target="../media/image223.svg"/><Relationship Id="rId20" Type="http://schemas.openxmlformats.org/officeDocument/2006/relationships/tags" Target="../tags/tag1852.xml"/><Relationship Id="rId41" Type="http://schemas.openxmlformats.org/officeDocument/2006/relationships/image" Target="../media/image194.png"/></Relationships>
</file>

<file path=ppt/slides/_rels/slide44.xml.rels><?xml version="1.0" encoding="UTF-8" standalone="yes"?>
<Relationships xmlns="http://schemas.openxmlformats.org/package/2006/relationships"><Relationship Id="rId8" Type="http://schemas.openxmlformats.org/officeDocument/2006/relationships/image" Target="../media/image224.png"/><Relationship Id="rId13" Type="http://schemas.openxmlformats.org/officeDocument/2006/relationships/image" Target="../media/image229.jpeg"/><Relationship Id="rId18" Type="http://schemas.openxmlformats.org/officeDocument/2006/relationships/image" Target="../media/image234.png"/><Relationship Id="rId3" Type="http://schemas.openxmlformats.org/officeDocument/2006/relationships/slideLayout" Target="../slideLayouts/slideLayout2.xml"/><Relationship Id="rId21" Type="http://schemas.openxmlformats.org/officeDocument/2006/relationships/image" Target="../media/image237.png"/><Relationship Id="rId7" Type="http://schemas.openxmlformats.org/officeDocument/2006/relationships/image" Target="../media/image193.png"/><Relationship Id="rId12" Type="http://schemas.openxmlformats.org/officeDocument/2006/relationships/image" Target="../media/image228.jpeg"/><Relationship Id="rId17" Type="http://schemas.openxmlformats.org/officeDocument/2006/relationships/image" Target="../media/image233.jpeg"/><Relationship Id="rId2" Type="http://schemas.openxmlformats.org/officeDocument/2006/relationships/tags" Target="../tags/tag1861.xml"/><Relationship Id="rId16" Type="http://schemas.openxmlformats.org/officeDocument/2006/relationships/image" Target="../media/image232.png"/><Relationship Id="rId20" Type="http://schemas.openxmlformats.org/officeDocument/2006/relationships/image" Target="../media/image236.png"/><Relationship Id="rId1" Type="http://schemas.openxmlformats.org/officeDocument/2006/relationships/tags" Target="../tags/tag1860.xml"/><Relationship Id="rId6" Type="http://schemas.openxmlformats.org/officeDocument/2006/relationships/image" Target="../media/image192.png"/><Relationship Id="rId11" Type="http://schemas.openxmlformats.org/officeDocument/2006/relationships/image" Target="../media/image227.png"/><Relationship Id="rId5" Type="http://schemas.openxmlformats.org/officeDocument/2006/relationships/image" Target="../media/image191.png"/><Relationship Id="rId15" Type="http://schemas.openxmlformats.org/officeDocument/2006/relationships/image" Target="../media/image231.png"/><Relationship Id="rId23" Type="http://schemas.openxmlformats.org/officeDocument/2006/relationships/image" Target="../media/image239.png"/><Relationship Id="rId10" Type="http://schemas.openxmlformats.org/officeDocument/2006/relationships/image" Target="../media/image226.png"/><Relationship Id="rId19" Type="http://schemas.openxmlformats.org/officeDocument/2006/relationships/image" Target="../media/image235.png"/><Relationship Id="rId4" Type="http://schemas.openxmlformats.org/officeDocument/2006/relationships/notesSlide" Target="../notesSlides/notesSlide35.xml"/><Relationship Id="rId9" Type="http://schemas.openxmlformats.org/officeDocument/2006/relationships/image" Target="../media/image225.png"/><Relationship Id="rId14" Type="http://schemas.openxmlformats.org/officeDocument/2006/relationships/image" Target="../media/image230.png"/><Relationship Id="rId22" Type="http://schemas.openxmlformats.org/officeDocument/2006/relationships/image" Target="../media/image238.jpeg"/></Relationships>
</file>

<file path=ppt/slides/_rels/slide45.xml.rels><?xml version="1.0" encoding="UTF-8" standalone="yes"?>
<Relationships xmlns="http://schemas.openxmlformats.org/package/2006/relationships"><Relationship Id="rId8" Type="http://schemas.openxmlformats.org/officeDocument/2006/relationships/image" Target="../media/image244.jpeg"/><Relationship Id="rId13" Type="http://schemas.openxmlformats.org/officeDocument/2006/relationships/image" Target="../media/image249.jpeg"/><Relationship Id="rId3" Type="http://schemas.openxmlformats.org/officeDocument/2006/relationships/slideLayout" Target="../slideLayouts/slideLayout7.xml"/><Relationship Id="rId7" Type="http://schemas.openxmlformats.org/officeDocument/2006/relationships/image" Target="../media/image243.jpeg"/><Relationship Id="rId12" Type="http://schemas.openxmlformats.org/officeDocument/2006/relationships/image" Target="../media/image248.jpeg"/><Relationship Id="rId2" Type="http://schemas.openxmlformats.org/officeDocument/2006/relationships/tags" Target="../tags/tag1863.xml"/><Relationship Id="rId1" Type="http://schemas.openxmlformats.org/officeDocument/2006/relationships/tags" Target="../tags/tag1862.xml"/><Relationship Id="rId6" Type="http://schemas.openxmlformats.org/officeDocument/2006/relationships/image" Target="../media/image242.png"/><Relationship Id="rId11" Type="http://schemas.openxmlformats.org/officeDocument/2006/relationships/image" Target="../media/image247.jpeg"/><Relationship Id="rId5" Type="http://schemas.openxmlformats.org/officeDocument/2006/relationships/image" Target="../media/image241.jpeg"/><Relationship Id="rId15" Type="http://schemas.openxmlformats.org/officeDocument/2006/relationships/image" Target="../media/image251.png"/><Relationship Id="rId10" Type="http://schemas.openxmlformats.org/officeDocument/2006/relationships/image" Target="../media/image246.png"/><Relationship Id="rId4" Type="http://schemas.openxmlformats.org/officeDocument/2006/relationships/image" Target="../media/image240.jpeg"/><Relationship Id="rId9" Type="http://schemas.openxmlformats.org/officeDocument/2006/relationships/image" Target="../media/image245.jpeg"/><Relationship Id="rId14" Type="http://schemas.openxmlformats.org/officeDocument/2006/relationships/image" Target="../media/image250.jpeg"/></Relationships>
</file>

<file path=ppt/slides/_rels/slide46.xml.rels><?xml version="1.0" encoding="UTF-8" standalone="yes"?>
<Relationships xmlns="http://schemas.openxmlformats.org/package/2006/relationships"><Relationship Id="rId13" Type="http://schemas.openxmlformats.org/officeDocument/2006/relationships/tags" Target="../tags/tag1876.xml"/><Relationship Id="rId18" Type="http://schemas.openxmlformats.org/officeDocument/2006/relationships/tags" Target="../tags/tag1881.xml"/><Relationship Id="rId26" Type="http://schemas.openxmlformats.org/officeDocument/2006/relationships/tags" Target="../tags/tag1889.xml"/><Relationship Id="rId39" Type="http://schemas.openxmlformats.org/officeDocument/2006/relationships/slideLayout" Target="../slideLayouts/slideLayout7.xml"/><Relationship Id="rId21" Type="http://schemas.openxmlformats.org/officeDocument/2006/relationships/tags" Target="../tags/tag1884.xml"/><Relationship Id="rId34" Type="http://schemas.openxmlformats.org/officeDocument/2006/relationships/tags" Target="../tags/tag1897.xml"/><Relationship Id="rId42" Type="http://schemas.openxmlformats.org/officeDocument/2006/relationships/image" Target="../media/image55.emf"/><Relationship Id="rId7" Type="http://schemas.openxmlformats.org/officeDocument/2006/relationships/tags" Target="../tags/tag1870.xml"/><Relationship Id="rId2" Type="http://schemas.openxmlformats.org/officeDocument/2006/relationships/tags" Target="../tags/tag1865.xml"/><Relationship Id="rId16" Type="http://schemas.openxmlformats.org/officeDocument/2006/relationships/tags" Target="../tags/tag1879.xml"/><Relationship Id="rId20" Type="http://schemas.openxmlformats.org/officeDocument/2006/relationships/tags" Target="../tags/tag1883.xml"/><Relationship Id="rId29" Type="http://schemas.openxmlformats.org/officeDocument/2006/relationships/tags" Target="../tags/tag1892.xml"/><Relationship Id="rId41" Type="http://schemas.openxmlformats.org/officeDocument/2006/relationships/oleObject" Target="../embeddings/oleObject79.bin"/><Relationship Id="rId1" Type="http://schemas.openxmlformats.org/officeDocument/2006/relationships/tags" Target="../tags/tag1864.xml"/><Relationship Id="rId6" Type="http://schemas.openxmlformats.org/officeDocument/2006/relationships/tags" Target="../tags/tag1869.xml"/><Relationship Id="rId11" Type="http://schemas.openxmlformats.org/officeDocument/2006/relationships/tags" Target="../tags/tag1874.xml"/><Relationship Id="rId24" Type="http://schemas.openxmlformats.org/officeDocument/2006/relationships/tags" Target="../tags/tag1887.xml"/><Relationship Id="rId32" Type="http://schemas.openxmlformats.org/officeDocument/2006/relationships/tags" Target="../tags/tag1895.xml"/><Relationship Id="rId37" Type="http://schemas.openxmlformats.org/officeDocument/2006/relationships/tags" Target="../tags/tag1900.xml"/><Relationship Id="rId40" Type="http://schemas.openxmlformats.org/officeDocument/2006/relationships/notesSlide" Target="../notesSlides/notesSlide36.xml"/><Relationship Id="rId5" Type="http://schemas.openxmlformats.org/officeDocument/2006/relationships/tags" Target="../tags/tag1868.xml"/><Relationship Id="rId15" Type="http://schemas.openxmlformats.org/officeDocument/2006/relationships/tags" Target="../tags/tag1878.xml"/><Relationship Id="rId23" Type="http://schemas.openxmlformats.org/officeDocument/2006/relationships/tags" Target="../tags/tag1886.xml"/><Relationship Id="rId28" Type="http://schemas.openxmlformats.org/officeDocument/2006/relationships/tags" Target="../tags/tag1891.xml"/><Relationship Id="rId36" Type="http://schemas.openxmlformats.org/officeDocument/2006/relationships/tags" Target="../tags/tag1899.xml"/><Relationship Id="rId10" Type="http://schemas.openxmlformats.org/officeDocument/2006/relationships/tags" Target="../tags/tag1873.xml"/><Relationship Id="rId19" Type="http://schemas.openxmlformats.org/officeDocument/2006/relationships/tags" Target="../tags/tag1882.xml"/><Relationship Id="rId31" Type="http://schemas.openxmlformats.org/officeDocument/2006/relationships/tags" Target="../tags/tag1894.xml"/><Relationship Id="rId44" Type="http://schemas.openxmlformats.org/officeDocument/2006/relationships/chart" Target="../charts/chart49.xml"/><Relationship Id="rId4" Type="http://schemas.openxmlformats.org/officeDocument/2006/relationships/tags" Target="../tags/tag1867.xml"/><Relationship Id="rId9" Type="http://schemas.openxmlformats.org/officeDocument/2006/relationships/tags" Target="../tags/tag1872.xml"/><Relationship Id="rId14" Type="http://schemas.openxmlformats.org/officeDocument/2006/relationships/tags" Target="../tags/tag1877.xml"/><Relationship Id="rId22" Type="http://schemas.openxmlformats.org/officeDocument/2006/relationships/tags" Target="../tags/tag1885.xml"/><Relationship Id="rId27" Type="http://schemas.openxmlformats.org/officeDocument/2006/relationships/tags" Target="../tags/tag1890.xml"/><Relationship Id="rId30" Type="http://schemas.openxmlformats.org/officeDocument/2006/relationships/tags" Target="../tags/tag1893.xml"/><Relationship Id="rId35" Type="http://schemas.openxmlformats.org/officeDocument/2006/relationships/tags" Target="../tags/tag1898.xml"/><Relationship Id="rId43" Type="http://schemas.openxmlformats.org/officeDocument/2006/relationships/chart" Target="../charts/chart48.xml"/><Relationship Id="rId8" Type="http://schemas.openxmlformats.org/officeDocument/2006/relationships/tags" Target="../tags/tag1871.xml"/><Relationship Id="rId3" Type="http://schemas.openxmlformats.org/officeDocument/2006/relationships/tags" Target="../tags/tag1866.xml"/><Relationship Id="rId12" Type="http://schemas.openxmlformats.org/officeDocument/2006/relationships/tags" Target="../tags/tag1875.xml"/><Relationship Id="rId17" Type="http://schemas.openxmlformats.org/officeDocument/2006/relationships/tags" Target="../tags/tag1880.xml"/><Relationship Id="rId25" Type="http://schemas.openxmlformats.org/officeDocument/2006/relationships/tags" Target="../tags/tag1888.xml"/><Relationship Id="rId33" Type="http://schemas.openxmlformats.org/officeDocument/2006/relationships/tags" Target="../tags/tag1896.xml"/><Relationship Id="rId38" Type="http://schemas.openxmlformats.org/officeDocument/2006/relationships/tags" Target="../tags/tag1901.xml"/></Relationships>
</file>

<file path=ppt/slides/_rels/slide47.xml.rels><?xml version="1.0" encoding="UTF-8" standalone="yes"?>
<Relationships xmlns="http://schemas.openxmlformats.org/package/2006/relationships"><Relationship Id="rId8" Type="http://schemas.openxmlformats.org/officeDocument/2006/relationships/slideLayout" Target="../slideLayouts/slideLayout7.xml"/><Relationship Id="rId13" Type="http://schemas.openxmlformats.org/officeDocument/2006/relationships/image" Target="../media/image253.png"/><Relationship Id="rId18" Type="http://schemas.openxmlformats.org/officeDocument/2006/relationships/image" Target="../media/image256.png"/><Relationship Id="rId3" Type="http://schemas.openxmlformats.org/officeDocument/2006/relationships/tags" Target="../tags/tag1904.xml"/><Relationship Id="rId21" Type="http://schemas.openxmlformats.org/officeDocument/2006/relationships/image" Target="../media/image259.svg"/><Relationship Id="rId7" Type="http://schemas.openxmlformats.org/officeDocument/2006/relationships/tags" Target="../tags/tag1908.xml"/><Relationship Id="rId12" Type="http://schemas.openxmlformats.org/officeDocument/2006/relationships/image" Target="../media/image252.png"/><Relationship Id="rId17" Type="http://schemas.openxmlformats.org/officeDocument/2006/relationships/image" Target="../media/image255.svg"/><Relationship Id="rId2" Type="http://schemas.openxmlformats.org/officeDocument/2006/relationships/tags" Target="../tags/tag1903.xml"/><Relationship Id="rId16" Type="http://schemas.openxmlformats.org/officeDocument/2006/relationships/image" Target="../media/image254.png"/><Relationship Id="rId20" Type="http://schemas.openxmlformats.org/officeDocument/2006/relationships/image" Target="../media/image258.png"/><Relationship Id="rId1" Type="http://schemas.openxmlformats.org/officeDocument/2006/relationships/tags" Target="../tags/tag1902.xml"/><Relationship Id="rId6" Type="http://schemas.openxmlformats.org/officeDocument/2006/relationships/tags" Target="../tags/tag1907.xml"/><Relationship Id="rId11" Type="http://schemas.openxmlformats.org/officeDocument/2006/relationships/image" Target="../media/image55.emf"/><Relationship Id="rId5" Type="http://schemas.openxmlformats.org/officeDocument/2006/relationships/tags" Target="../tags/tag1906.xml"/><Relationship Id="rId15" Type="http://schemas.openxmlformats.org/officeDocument/2006/relationships/image" Target="../media/image39.svg"/><Relationship Id="rId23" Type="http://schemas.openxmlformats.org/officeDocument/2006/relationships/image" Target="../media/image261.svg"/><Relationship Id="rId10" Type="http://schemas.openxmlformats.org/officeDocument/2006/relationships/oleObject" Target="../embeddings/oleObject80.bin"/><Relationship Id="rId19" Type="http://schemas.openxmlformats.org/officeDocument/2006/relationships/image" Target="../media/image257.svg"/><Relationship Id="rId4" Type="http://schemas.openxmlformats.org/officeDocument/2006/relationships/tags" Target="../tags/tag1905.xml"/><Relationship Id="rId9" Type="http://schemas.openxmlformats.org/officeDocument/2006/relationships/notesSlide" Target="../notesSlides/notesSlide37.xml"/><Relationship Id="rId14" Type="http://schemas.openxmlformats.org/officeDocument/2006/relationships/image" Target="../media/image38.png"/><Relationship Id="rId22" Type="http://schemas.openxmlformats.org/officeDocument/2006/relationships/image" Target="../media/image260.png"/></Relationships>
</file>

<file path=ppt/slides/_rels/slide48.xml.rels><?xml version="1.0" encoding="UTF-8" standalone="yes"?>
<Relationships xmlns="http://schemas.openxmlformats.org/package/2006/relationships"><Relationship Id="rId13" Type="http://schemas.openxmlformats.org/officeDocument/2006/relationships/tags" Target="../tags/tag1921.xml"/><Relationship Id="rId18" Type="http://schemas.openxmlformats.org/officeDocument/2006/relationships/tags" Target="../tags/tag1926.xml"/><Relationship Id="rId26" Type="http://schemas.openxmlformats.org/officeDocument/2006/relationships/tags" Target="../tags/tag1934.xml"/><Relationship Id="rId39" Type="http://schemas.openxmlformats.org/officeDocument/2006/relationships/image" Target="../media/image264.png"/><Relationship Id="rId21" Type="http://schemas.openxmlformats.org/officeDocument/2006/relationships/tags" Target="../tags/tag1929.xml"/><Relationship Id="rId34" Type="http://schemas.openxmlformats.org/officeDocument/2006/relationships/oleObject" Target="../embeddings/oleObject81.bin"/><Relationship Id="rId42" Type="http://schemas.openxmlformats.org/officeDocument/2006/relationships/image" Target="../media/image267.svg"/><Relationship Id="rId47" Type="http://schemas.openxmlformats.org/officeDocument/2006/relationships/image" Target="../media/image272.png"/><Relationship Id="rId7" Type="http://schemas.openxmlformats.org/officeDocument/2006/relationships/tags" Target="../tags/tag1915.xml"/><Relationship Id="rId2" Type="http://schemas.openxmlformats.org/officeDocument/2006/relationships/tags" Target="../tags/tag1910.xml"/><Relationship Id="rId16" Type="http://schemas.openxmlformats.org/officeDocument/2006/relationships/tags" Target="../tags/tag1924.xml"/><Relationship Id="rId29" Type="http://schemas.openxmlformats.org/officeDocument/2006/relationships/tags" Target="../tags/tag1937.xml"/><Relationship Id="rId1" Type="http://schemas.openxmlformats.org/officeDocument/2006/relationships/tags" Target="../tags/tag1909.xml"/><Relationship Id="rId6" Type="http://schemas.openxmlformats.org/officeDocument/2006/relationships/tags" Target="../tags/tag1914.xml"/><Relationship Id="rId11" Type="http://schemas.openxmlformats.org/officeDocument/2006/relationships/tags" Target="../tags/tag1919.xml"/><Relationship Id="rId24" Type="http://schemas.openxmlformats.org/officeDocument/2006/relationships/tags" Target="../tags/tag1932.xml"/><Relationship Id="rId32" Type="http://schemas.openxmlformats.org/officeDocument/2006/relationships/slideLayout" Target="../slideLayouts/slideLayout7.xml"/><Relationship Id="rId37" Type="http://schemas.openxmlformats.org/officeDocument/2006/relationships/image" Target="../media/image262.png"/><Relationship Id="rId40" Type="http://schemas.openxmlformats.org/officeDocument/2006/relationships/image" Target="../media/image265.svg"/><Relationship Id="rId45" Type="http://schemas.openxmlformats.org/officeDocument/2006/relationships/image" Target="../media/image270.png"/><Relationship Id="rId5" Type="http://schemas.openxmlformats.org/officeDocument/2006/relationships/tags" Target="../tags/tag1913.xml"/><Relationship Id="rId15" Type="http://schemas.openxmlformats.org/officeDocument/2006/relationships/tags" Target="../tags/tag1923.xml"/><Relationship Id="rId23" Type="http://schemas.openxmlformats.org/officeDocument/2006/relationships/tags" Target="../tags/tag1931.xml"/><Relationship Id="rId28" Type="http://schemas.openxmlformats.org/officeDocument/2006/relationships/tags" Target="../tags/tag1936.xml"/><Relationship Id="rId36" Type="http://schemas.openxmlformats.org/officeDocument/2006/relationships/chart" Target="../charts/chart50.xml"/><Relationship Id="rId10" Type="http://schemas.openxmlformats.org/officeDocument/2006/relationships/tags" Target="../tags/tag1918.xml"/><Relationship Id="rId19" Type="http://schemas.openxmlformats.org/officeDocument/2006/relationships/tags" Target="../tags/tag1927.xml"/><Relationship Id="rId31" Type="http://schemas.openxmlformats.org/officeDocument/2006/relationships/tags" Target="../tags/tag1939.xml"/><Relationship Id="rId44" Type="http://schemas.openxmlformats.org/officeDocument/2006/relationships/image" Target="../media/image269.svg"/><Relationship Id="rId4" Type="http://schemas.openxmlformats.org/officeDocument/2006/relationships/tags" Target="../tags/tag1912.xml"/><Relationship Id="rId9" Type="http://schemas.openxmlformats.org/officeDocument/2006/relationships/tags" Target="../tags/tag1917.xml"/><Relationship Id="rId14" Type="http://schemas.openxmlformats.org/officeDocument/2006/relationships/tags" Target="../tags/tag1922.xml"/><Relationship Id="rId22" Type="http://schemas.openxmlformats.org/officeDocument/2006/relationships/tags" Target="../tags/tag1930.xml"/><Relationship Id="rId27" Type="http://schemas.openxmlformats.org/officeDocument/2006/relationships/tags" Target="../tags/tag1935.xml"/><Relationship Id="rId30" Type="http://schemas.openxmlformats.org/officeDocument/2006/relationships/tags" Target="../tags/tag1938.xml"/><Relationship Id="rId35" Type="http://schemas.openxmlformats.org/officeDocument/2006/relationships/image" Target="../media/image55.emf"/><Relationship Id="rId43" Type="http://schemas.openxmlformats.org/officeDocument/2006/relationships/image" Target="../media/image268.png"/><Relationship Id="rId48" Type="http://schemas.openxmlformats.org/officeDocument/2006/relationships/image" Target="../media/image273.svg"/><Relationship Id="rId8" Type="http://schemas.openxmlformats.org/officeDocument/2006/relationships/tags" Target="../tags/tag1916.xml"/><Relationship Id="rId3" Type="http://schemas.openxmlformats.org/officeDocument/2006/relationships/tags" Target="../tags/tag1911.xml"/><Relationship Id="rId12" Type="http://schemas.openxmlformats.org/officeDocument/2006/relationships/tags" Target="../tags/tag1920.xml"/><Relationship Id="rId17" Type="http://schemas.openxmlformats.org/officeDocument/2006/relationships/tags" Target="../tags/tag1925.xml"/><Relationship Id="rId25" Type="http://schemas.openxmlformats.org/officeDocument/2006/relationships/tags" Target="../tags/tag1933.xml"/><Relationship Id="rId33" Type="http://schemas.openxmlformats.org/officeDocument/2006/relationships/notesSlide" Target="../notesSlides/notesSlide38.xml"/><Relationship Id="rId38" Type="http://schemas.openxmlformats.org/officeDocument/2006/relationships/image" Target="../media/image263.svg"/><Relationship Id="rId46" Type="http://schemas.openxmlformats.org/officeDocument/2006/relationships/image" Target="../media/image271.svg"/><Relationship Id="rId20" Type="http://schemas.openxmlformats.org/officeDocument/2006/relationships/tags" Target="../tags/tag1928.xml"/><Relationship Id="rId41" Type="http://schemas.openxmlformats.org/officeDocument/2006/relationships/image" Target="../media/image266.png"/></Relationships>
</file>

<file path=ppt/slides/_rels/slide49.xml.rels><?xml version="1.0" encoding="UTF-8" standalone="yes"?>
<Relationships xmlns="http://schemas.openxmlformats.org/package/2006/relationships"><Relationship Id="rId13" Type="http://schemas.openxmlformats.org/officeDocument/2006/relationships/tags" Target="../tags/tag1952.xml"/><Relationship Id="rId18" Type="http://schemas.openxmlformats.org/officeDocument/2006/relationships/tags" Target="../tags/tag1957.xml"/><Relationship Id="rId26" Type="http://schemas.openxmlformats.org/officeDocument/2006/relationships/tags" Target="../tags/tag1965.xml"/><Relationship Id="rId3" Type="http://schemas.openxmlformats.org/officeDocument/2006/relationships/tags" Target="../tags/tag1942.xml"/><Relationship Id="rId21" Type="http://schemas.openxmlformats.org/officeDocument/2006/relationships/tags" Target="../tags/tag1960.xml"/><Relationship Id="rId7" Type="http://schemas.openxmlformats.org/officeDocument/2006/relationships/tags" Target="../tags/tag1946.xml"/><Relationship Id="rId12" Type="http://schemas.openxmlformats.org/officeDocument/2006/relationships/tags" Target="../tags/tag1951.xml"/><Relationship Id="rId17" Type="http://schemas.openxmlformats.org/officeDocument/2006/relationships/tags" Target="../tags/tag1956.xml"/><Relationship Id="rId25" Type="http://schemas.openxmlformats.org/officeDocument/2006/relationships/tags" Target="../tags/tag1964.xml"/><Relationship Id="rId33" Type="http://schemas.openxmlformats.org/officeDocument/2006/relationships/chart" Target="../charts/chart53.xml"/><Relationship Id="rId2" Type="http://schemas.openxmlformats.org/officeDocument/2006/relationships/tags" Target="../tags/tag1941.xml"/><Relationship Id="rId16" Type="http://schemas.openxmlformats.org/officeDocument/2006/relationships/tags" Target="../tags/tag1955.xml"/><Relationship Id="rId20" Type="http://schemas.openxmlformats.org/officeDocument/2006/relationships/tags" Target="../tags/tag1959.xml"/><Relationship Id="rId29" Type="http://schemas.openxmlformats.org/officeDocument/2006/relationships/oleObject" Target="../embeddings/oleObject82.bin"/><Relationship Id="rId1" Type="http://schemas.openxmlformats.org/officeDocument/2006/relationships/tags" Target="../tags/tag1940.xml"/><Relationship Id="rId6" Type="http://schemas.openxmlformats.org/officeDocument/2006/relationships/tags" Target="../tags/tag1945.xml"/><Relationship Id="rId11" Type="http://schemas.openxmlformats.org/officeDocument/2006/relationships/tags" Target="../tags/tag1950.xml"/><Relationship Id="rId24" Type="http://schemas.openxmlformats.org/officeDocument/2006/relationships/tags" Target="../tags/tag1963.xml"/><Relationship Id="rId32" Type="http://schemas.openxmlformats.org/officeDocument/2006/relationships/chart" Target="../charts/chart52.xml"/><Relationship Id="rId5" Type="http://schemas.openxmlformats.org/officeDocument/2006/relationships/tags" Target="../tags/tag1944.xml"/><Relationship Id="rId15" Type="http://schemas.openxmlformats.org/officeDocument/2006/relationships/tags" Target="../tags/tag1954.xml"/><Relationship Id="rId23" Type="http://schemas.openxmlformats.org/officeDocument/2006/relationships/tags" Target="../tags/tag1962.xml"/><Relationship Id="rId28" Type="http://schemas.openxmlformats.org/officeDocument/2006/relationships/notesSlide" Target="../notesSlides/notesSlide39.xml"/><Relationship Id="rId10" Type="http://schemas.openxmlformats.org/officeDocument/2006/relationships/tags" Target="../tags/tag1949.xml"/><Relationship Id="rId19" Type="http://schemas.openxmlformats.org/officeDocument/2006/relationships/tags" Target="../tags/tag1958.xml"/><Relationship Id="rId31" Type="http://schemas.openxmlformats.org/officeDocument/2006/relationships/chart" Target="../charts/chart51.xml"/><Relationship Id="rId4" Type="http://schemas.openxmlformats.org/officeDocument/2006/relationships/tags" Target="../tags/tag1943.xml"/><Relationship Id="rId9" Type="http://schemas.openxmlformats.org/officeDocument/2006/relationships/tags" Target="../tags/tag1948.xml"/><Relationship Id="rId14" Type="http://schemas.openxmlformats.org/officeDocument/2006/relationships/tags" Target="../tags/tag1953.xml"/><Relationship Id="rId22" Type="http://schemas.openxmlformats.org/officeDocument/2006/relationships/tags" Target="../tags/tag1961.xml"/><Relationship Id="rId27" Type="http://schemas.openxmlformats.org/officeDocument/2006/relationships/slideLayout" Target="../slideLayouts/slideLayout14.xml"/><Relationship Id="rId30" Type="http://schemas.openxmlformats.org/officeDocument/2006/relationships/image" Target="../media/image274.emf"/><Relationship Id="rId8" Type="http://schemas.openxmlformats.org/officeDocument/2006/relationships/tags" Target="../tags/tag1947.xml"/></Relationships>
</file>

<file path=ppt/slides/_rels/slide50.xml.rels><?xml version="1.0" encoding="UTF-8" standalone="yes"?>
<Relationships xmlns="http://schemas.openxmlformats.org/package/2006/relationships"><Relationship Id="rId13" Type="http://schemas.openxmlformats.org/officeDocument/2006/relationships/tags" Target="../tags/tag1978.xml"/><Relationship Id="rId18" Type="http://schemas.openxmlformats.org/officeDocument/2006/relationships/tags" Target="../tags/tag1983.xml"/><Relationship Id="rId26" Type="http://schemas.openxmlformats.org/officeDocument/2006/relationships/tags" Target="../tags/tag1991.xml"/><Relationship Id="rId39" Type="http://schemas.openxmlformats.org/officeDocument/2006/relationships/tags" Target="../tags/tag2004.xml"/><Relationship Id="rId21" Type="http://schemas.openxmlformats.org/officeDocument/2006/relationships/tags" Target="../tags/tag1986.xml"/><Relationship Id="rId34" Type="http://schemas.openxmlformats.org/officeDocument/2006/relationships/tags" Target="../tags/tag1999.xml"/><Relationship Id="rId42" Type="http://schemas.openxmlformats.org/officeDocument/2006/relationships/oleObject" Target="../embeddings/oleObject83.bin"/><Relationship Id="rId7" Type="http://schemas.openxmlformats.org/officeDocument/2006/relationships/tags" Target="../tags/tag1972.xml"/><Relationship Id="rId2" Type="http://schemas.openxmlformats.org/officeDocument/2006/relationships/tags" Target="../tags/tag1967.xml"/><Relationship Id="rId16" Type="http://schemas.openxmlformats.org/officeDocument/2006/relationships/tags" Target="../tags/tag1981.xml"/><Relationship Id="rId29" Type="http://schemas.openxmlformats.org/officeDocument/2006/relationships/tags" Target="../tags/tag1994.xml"/><Relationship Id="rId1" Type="http://schemas.openxmlformats.org/officeDocument/2006/relationships/tags" Target="../tags/tag1966.xml"/><Relationship Id="rId6" Type="http://schemas.openxmlformats.org/officeDocument/2006/relationships/tags" Target="../tags/tag1971.xml"/><Relationship Id="rId11" Type="http://schemas.openxmlformats.org/officeDocument/2006/relationships/tags" Target="../tags/tag1976.xml"/><Relationship Id="rId24" Type="http://schemas.openxmlformats.org/officeDocument/2006/relationships/tags" Target="../tags/tag1989.xml"/><Relationship Id="rId32" Type="http://schemas.openxmlformats.org/officeDocument/2006/relationships/tags" Target="../tags/tag1997.xml"/><Relationship Id="rId37" Type="http://schemas.openxmlformats.org/officeDocument/2006/relationships/tags" Target="../tags/tag2002.xml"/><Relationship Id="rId40" Type="http://schemas.openxmlformats.org/officeDocument/2006/relationships/slideLayout" Target="../slideLayouts/slideLayout14.xml"/><Relationship Id="rId45" Type="http://schemas.openxmlformats.org/officeDocument/2006/relationships/chart" Target="../charts/chart55.xml"/><Relationship Id="rId5" Type="http://schemas.openxmlformats.org/officeDocument/2006/relationships/tags" Target="../tags/tag1970.xml"/><Relationship Id="rId15" Type="http://schemas.openxmlformats.org/officeDocument/2006/relationships/tags" Target="../tags/tag1980.xml"/><Relationship Id="rId23" Type="http://schemas.openxmlformats.org/officeDocument/2006/relationships/tags" Target="../tags/tag1988.xml"/><Relationship Id="rId28" Type="http://schemas.openxmlformats.org/officeDocument/2006/relationships/tags" Target="../tags/tag1993.xml"/><Relationship Id="rId36" Type="http://schemas.openxmlformats.org/officeDocument/2006/relationships/tags" Target="../tags/tag2001.xml"/><Relationship Id="rId10" Type="http://schemas.openxmlformats.org/officeDocument/2006/relationships/tags" Target="../tags/tag1975.xml"/><Relationship Id="rId19" Type="http://schemas.openxmlformats.org/officeDocument/2006/relationships/tags" Target="../tags/tag1984.xml"/><Relationship Id="rId31" Type="http://schemas.openxmlformats.org/officeDocument/2006/relationships/tags" Target="../tags/tag1996.xml"/><Relationship Id="rId44" Type="http://schemas.openxmlformats.org/officeDocument/2006/relationships/chart" Target="../charts/chart54.xml"/><Relationship Id="rId4" Type="http://schemas.openxmlformats.org/officeDocument/2006/relationships/tags" Target="../tags/tag1969.xml"/><Relationship Id="rId9" Type="http://schemas.openxmlformats.org/officeDocument/2006/relationships/tags" Target="../tags/tag1974.xml"/><Relationship Id="rId14" Type="http://schemas.openxmlformats.org/officeDocument/2006/relationships/tags" Target="../tags/tag1979.xml"/><Relationship Id="rId22" Type="http://schemas.openxmlformats.org/officeDocument/2006/relationships/tags" Target="../tags/tag1987.xml"/><Relationship Id="rId27" Type="http://schemas.openxmlformats.org/officeDocument/2006/relationships/tags" Target="../tags/tag1992.xml"/><Relationship Id="rId30" Type="http://schemas.openxmlformats.org/officeDocument/2006/relationships/tags" Target="../tags/tag1995.xml"/><Relationship Id="rId35" Type="http://schemas.openxmlformats.org/officeDocument/2006/relationships/tags" Target="../tags/tag2000.xml"/><Relationship Id="rId43" Type="http://schemas.openxmlformats.org/officeDocument/2006/relationships/image" Target="../media/image274.emf"/><Relationship Id="rId8" Type="http://schemas.openxmlformats.org/officeDocument/2006/relationships/tags" Target="../tags/tag1973.xml"/><Relationship Id="rId3" Type="http://schemas.openxmlformats.org/officeDocument/2006/relationships/tags" Target="../tags/tag1968.xml"/><Relationship Id="rId12" Type="http://schemas.openxmlformats.org/officeDocument/2006/relationships/tags" Target="../tags/tag1977.xml"/><Relationship Id="rId17" Type="http://schemas.openxmlformats.org/officeDocument/2006/relationships/tags" Target="../tags/tag1982.xml"/><Relationship Id="rId25" Type="http://schemas.openxmlformats.org/officeDocument/2006/relationships/tags" Target="../tags/tag1990.xml"/><Relationship Id="rId33" Type="http://schemas.openxmlformats.org/officeDocument/2006/relationships/tags" Target="../tags/tag1998.xml"/><Relationship Id="rId38" Type="http://schemas.openxmlformats.org/officeDocument/2006/relationships/tags" Target="../tags/tag2003.xml"/><Relationship Id="rId46" Type="http://schemas.openxmlformats.org/officeDocument/2006/relationships/chart" Target="../charts/chart56.xml"/><Relationship Id="rId20" Type="http://schemas.openxmlformats.org/officeDocument/2006/relationships/tags" Target="../tags/tag1985.xml"/><Relationship Id="rId41" Type="http://schemas.openxmlformats.org/officeDocument/2006/relationships/notesSlide" Target="../notesSlides/notesSlide40.xml"/></Relationships>
</file>

<file path=ppt/slides/_rels/slide51.xml.rels><?xml version="1.0" encoding="UTF-8" standalone="yes"?>
<Relationships xmlns="http://schemas.openxmlformats.org/package/2006/relationships"><Relationship Id="rId8" Type="http://schemas.openxmlformats.org/officeDocument/2006/relationships/image" Target="../media/image279.png"/><Relationship Id="rId3" Type="http://schemas.openxmlformats.org/officeDocument/2006/relationships/slideLayout" Target="../slideLayouts/slideLayout7.xml"/><Relationship Id="rId7" Type="http://schemas.openxmlformats.org/officeDocument/2006/relationships/image" Target="../media/image278.png"/><Relationship Id="rId2" Type="http://schemas.openxmlformats.org/officeDocument/2006/relationships/tags" Target="../tags/tag2006.xml"/><Relationship Id="rId1" Type="http://schemas.openxmlformats.org/officeDocument/2006/relationships/tags" Target="../tags/tag2005.xml"/><Relationship Id="rId6" Type="http://schemas.openxmlformats.org/officeDocument/2006/relationships/image" Target="../media/image277.png"/><Relationship Id="rId5" Type="http://schemas.openxmlformats.org/officeDocument/2006/relationships/image" Target="../media/image276.jpeg"/><Relationship Id="rId4" Type="http://schemas.openxmlformats.org/officeDocument/2006/relationships/image" Target="../media/image275.jpeg"/></Relationships>
</file>

<file path=ppt/slides/_rels/slide52.xml.rels><?xml version="1.0" encoding="UTF-8" standalone="yes"?>
<Relationships xmlns="http://schemas.openxmlformats.org/package/2006/relationships"><Relationship Id="rId13" Type="http://schemas.openxmlformats.org/officeDocument/2006/relationships/tags" Target="../tags/tag2019.xml"/><Relationship Id="rId18" Type="http://schemas.openxmlformats.org/officeDocument/2006/relationships/tags" Target="../tags/tag2024.xml"/><Relationship Id="rId26" Type="http://schemas.openxmlformats.org/officeDocument/2006/relationships/tags" Target="../tags/tag2032.xml"/><Relationship Id="rId39" Type="http://schemas.openxmlformats.org/officeDocument/2006/relationships/tags" Target="../tags/tag2045.xml"/><Relationship Id="rId21" Type="http://schemas.openxmlformats.org/officeDocument/2006/relationships/tags" Target="../tags/tag2027.xml"/><Relationship Id="rId34" Type="http://schemas.openxmlformats.org/officeDocument/2006/relationships/tags" Target="../tags/tag2040.xml"/><Relationship Id="rId42" Type="http://schemas.openxmlformats.org/officeDocument/2006/relationships/tags" Target="../tags/tag2048.xml"/><Relationship Id="rId47" Type="http://schemas.openxmlformats.org/officeDocument/2006/relationships/tags" Target="../tags/tag2053.xml"/><Relationship Id="rId50" Type="http://schemas.openxmlformats.org/officeDocument/2006/relationships/notesSlide" Target="../notesSlides/notesSlide41.xml"/><Relationship Id="rId55" Type="http://schemas.openxmlformats.org/officeDocument/2006/relationships/chart" Target="../charts/chart59.xml"/><Relationship Id="rId7" Type="http://schemas.openxmlformats.org/officeDocument/2006/relationships/tags" Target="../tags/tag2013.xml"/><Relationship Id="rId2" Type="http://schemas.openxmlformats.org/officeDocument/2006/relationships/tags" Target="../tags/tag2008.xml"/><Relationship Id="rId16" Type="http://schemas.openxmlformats.org/officeDocument/2006/relationships/tags" Target="../tags/tag2022.xml"/><Relationship Id="rId29" Type="http://schemas.openxmlformats.org/officeDocument/2006/relationships/tags" Target="../tags/tag2035.xml"/><Relationship Id="rId11" Type="http://schemas.openxmlformats.org/officeDocument/2006/relationships/tags" Target="../tags/tag2017.xml"/><Relationship Id="rId24" Type="http://schemas.openxmlformats.org/officeDocument/2006/relationships/tags" Target="../tags/tag2030.xml"/><Relationship Id="rId32" Type="http://schemas.openxmlformats.org/officeDocument/2006/relationships/tags" Target="../tags/tag2038.xml"/><Relationship Id="rId37" Type="http://schemas.openxmlformats.org/officeDocument/2006/relationships/tags" Target="../tags/tag2043.xml"/><Relationship Id="rId40" Type="http://schemas.openxmlformats.org/officeDocument/2006/relationships/tags" Target="../tags/tag2046.xml"/><Relationship Id="rId45" Type="http://schemas.openxmlformats.org/officeDocument/2006/relationships/tags" Target="../tags/tag2051.xml"/><Relationship Id="rId53" Type="http://schemas.openxmlformats.org/officeDocument/2006/relationships/chart" Target="../charts/chart57.xml"/><Relationship Id="rId5" Type="http://schemas.openxmlformats.org/officeDocument/2006/relationships/tags" Target="../tags/tag2011.xml"/><Relationship Id="rId10" Type="http://schemas.openxmlformats.org/officeDocument/2006/relationships/tags" Target="../tags/tag2016.xml"/><Relationship Id="rId19" Type="http://schemas.openxmlformats.org/officeDocument/2006/relationships/tags" Target="../tags/tag2025.xml"/><Relationship Id="rId31" Type="http://schemas.openxmlformats.org/officeDocument/2006/relationships/tags" Target="../tags/tag2037.xml"/><Relationship Id="rId44" Type="http://schemas.openxmlformats.org/officeDocument/2006/relationships/tags" Target="../tags/tag2050.xml"/><Relationship Id="rId52" Type="http://schemas.openxmlformats.org/officeDocument/2006/relationships/image" Target="../media/image55.emf"/><Relationship Id="rId4" Type="http://schemas.openxmlformats.org/officeDocument/2006/relationships/tags" Target="../tags/tag2010.xml"/><Relationship Id="rId9" Type="http://schemas.openxmlformats.org/officeDocument/2006/relationships/tags" Target="../tags/tag2015.xml"/><Relationship Id="rId14" Type="http://schemas.openxmlformats.org/officeDocument/2006/relationships/tags" Target="../tags/tag2020.xml"/><Relationship Id="rId22" Type="http://schemas.openxmlformats.org/officeDocument/2006/relationships/tags" Target="../tags/tag2028.xml"/><Relationship Id="rId27" Type="http://schemas.openxmlformats.org/officeDocument/2006/relationships/tags" Target="../tags/tag2033.xml"/><Relationship Id="rId30" Type="http://schemas.openxmlformats.org/officeDocument/2006/relationships/tags" Target="../tags/tag2036.xml"/><Relationship Id="rId35" Type="http://schemas.openxmlformats.org/officeDocument/2006/relationships/tags" Target="../tags/tag2041.xml"/><Relationship Id="rId43" Type="http://schemas.openxmlformats.org/officeDocument/2006/relationships/tags" Target="../tags/tag2049.xml"/><Relationship Id="rId48" Type="http://schemas.openxmlformats.org/officeDocument/2006/relationships/tags" Target="../tags/tag2054.xml"/><Relationship Id="rId56"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 Id="rId8" Type="http://schemas.openxmlformats.org/officeDocument/2006/relationships/tags" Target="../tags/tag2014.xml"/><Relationship Id="rId51" Type="http://schemas.openxmlformats.org/officeDocument/2006/relationships/oleObject" Target="../embeddings/oleObject84.bin"/><Relationship Id="rId3" Type="http://schemas.openxmlformats.org/officeDocument/2006/relationships/tags" Target="../tags/tag2009.xml"/><Relationship Id="rId12" Type="http://schemas.openxmlformats.org/officeDocument/2006/relationships/tags" Target="../tags/tag2018.xml"/><Relationship Id="rId17" Type="http://schemas.openxmlformats.org/officeDocument/2006/relationships/tags" Target="../tags/tag2023.xml"/><Relationship Id="rId25" Type="http://schemas.openxmlformats.org/officeDocument/2006/relationships/tags" Target="../tags/tag2031.xml"/><Relationship Id="rId33" Type="http://schemas.openxmlformats.org/officeDocument/2006/relationships/tags" Target="../tags/tag2039.xml"/><Relationship Id="rId38" Type="http://schemas.openxmlformats.org/officeDocument/2006/relationships/tags" Target="../tags/tag2044.xml"/><Relationship Id="rId46" Type="http://schemas.openxmlformats.org/officeDocument/2006/relationships/tags" Target="../tags/tag2052.xml"/><Relationship Id="rId20" Type="http://schemas.openxmlformats.org/officeDocument/2006/relationships/tags" Target="../tags/tag2026.xml"/><Relationship Id="rId41" Type="http://schemas.openxmlformats.org/officeDocument/2006/relationships/tags" Target="../tags/tag2047.xml"/><Relationship Id="rId54" Type="http://schemas.openxmlformats.org/officeDocument/2006/relationships/chart" Target="../charts/chart58.xml"/><Relationship Id="rId1" Type="http://schemas.openxmlformats.org/officeDocument/2006/relationships/tags" Target="../tags/tag2007.xml"/><Relationship Id="rId6" Type="http://schemas.openxmlformats.org/officeDocument/2006/relationships/tags" Target="../tags/tag2012.xml"/><Relationship Id="rId15" Type="http://schemas.openxmlformats.org/officeDocument/2006/relationships/tags" Target="../tags/tag2021.xml"/><Relationship Id="rId23" Type="http://schemas.openxmlformats.org/officeDocument/2006/relationships/tags" Target="../tags/tag2029.xml"/><Relationship Id="rId28" Type="http://schemas.openxmlformats.org/officeDocument/2006/relationships/tags" Target="../tags/tag2034.xml"/><Relationship Id="rId36" Type="http://schemas.openxmlformats.org/officeDocument/2006/relationships/tags" Target="../tags/tag2042.xml"/><Relationship Id="rId49"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3" Type="http://schemas.openxmlformats.org/officeDocument/2006/relationships/tags" Target="../tags/tag2067.xml"/><Relationship Id="rId18" Type="http://schemas.openxmlformats.org/officeDocument/2006/relationships/tags" Target="../tags/tag2072.xml"/><Relationship Id="rId26" Type="http://schemas.openxmlformats.org/officeDocument/2006/relationships/tags" Target="../tags/tag2080.xml"/><Relationship Id="rId3" Type="http://schemas.openxmlformats.org/officeDocument/2006/relationships/tags" Target="../tags/tag2057.xml"/><Relationship Id="rId21" Type="http://schemas.openxmlformats.org/officeDocument/2006/relationships/tags" Target="../tags/tag2075.xml"/><Relationship Id="rId34" Type="http://schemas.openxmlformats.org/officeDocument/2006/relationships/chart" Target="../charts/chart60.xml"/><Relationship Id="rId7" Type="http://schemas.openxmlformats.org/officeDocument/2006/relationships/tags" Target="../tags/tag2061.xml"/><Relationship Id="rId12" Type="http://schemas.openxmlformats.org/officeDocument/2006/relationships/tags" Target="../tags/tag2066.xml"/><Relationship Id="rId17" Type="http://schemas.openxmlformats.org/officeDocument/2006/relationships/tags" Target="../tags/tag2071.xml"/><Relationship Id="rId25" Type="http://schemas.openxmlformats.org/officeDocument/2006/relationships/tags" Target="../tags/tag2079.xml"/><Relationship Id="rId33" Type="http://schemas.openxmlformats.org/officeDocument/2006/relationships/image" Target="../media/image1.emf"/><Relationship Id="rId2" Type="http://schemas.openxmlformats.org/officeDocument/2006/relationships/tags" Target="../tags/tag2056.xml"/><Relationship Id="rId16" Type="http://schemas.openxmlformats.org/officeDocument/2006/relationships/tags" Target="../tags/tag2070.xml"/><Relationship Id="rId20" Type="http://schemas.openxmlformats.org/officeDocument/2006/relationships/tags" Target="../tags/tag2074.xml"/><Relationship Id="rId29" Type="http://schemas.openxmlformats.org/officeDocument/2006/relationships/tags" Target="../tags/tag2083.xml"/><Relationship Id="rId1" Type="http://schemas.openxmlformats.org/officeDocument/2006/relationships/tags" Target="../tags/tag2055.xml"/><Relationship Id="rId6" Type="http://schemas.openxmlformats.org/officeDocument/2006/relationships/tags" Target="../tags/tag2060.xml"/><Relationship Id="rId11" Type="http://schemas.openxmlformats.org/officeDocument/2006/relationships/tags" Target="../tags/tag2065.xml"/><Relationship Id="rId24" Type="http://schemas.openxmlformats.org/officeDocument/2006/relationships/tags" Target="../tags/tag2078.xml"/><Relationship Id="rId32" Type="http://schemas.openxmlformats.org/officeDocument/2006/relationships/oleObject" Target="../embeddings/oleObject85.bin"/><Relationship Id="rId5" Type="http://schemas.openxmlformats.org/officeDocument/2006/relationships/tags" Target="../tags/tag2059.xml"/><Relationship Id="rId15" Type="http://schemas.openxmlformats.org/officeDocument/2006/relationships/tags" Target="../tags/tag2069.xml"/><Relationship Id="rId23" Type="http://schemas.openxmlformats.org/officeDocument/2006/relationships/tags" Target="../tags/tag2077.xml"/><Relationship Id="rId28" Type="http://schemas.openxmlformats.org/officeDocument/2006/relationships/tags" Target="../tags/tag2082.xml"/><Relationship Id="rId10" Type="http://schemas.openxmlformats.org/officeDocument/2006/relationships/tags" Target="../tags/tag2064.xml"/><Relationship Id="rId19" Type="http://schemas.openxmlformats.org/officeDocument/2006/relationships/tags" Target="../tags/tag2073.xml"/><Relationship Id="rId31" Type="http://schemas.openxmlformats.org/officeDocument/2006/relationships/slideLayout" Target="../slideLayouts/slideLayout180.xml"/><Relationship Id="rId4" Type="http://schemas.openxmlformats.org/officeDocument/2006/relationships/tags" Target="../tags/tag2058.xml"/><Relationship Id="rId9" Type="http://schemas.openxmlformats.org/officeDocument/2006/relationships/tags" Target="../tags/tag2063.xml"/><Relationship Id="rId14" Type="http://schemas.openxmlformats.org/officeDocument/2006/relationships/tags" Target="../tags/tag2068.xml"/><Relationship Id="rId22" Type="http://schemas.openxmlformats.org/officeDocument/2006/relationships/tags" Target="../tags/tag2076.xml"/><Relationship Id="rId27" Type="http://schemas.openxmlformats.org/officeDocument/2006/relationships/tags" Target="../tags/tag2081.xml"/><Relationship Id="rId30" Type="http://schemas.openxmlformats.org/officeDocument/2006/relationships/tags" Target="../tags/tag2084.xml"/><Relationship Id="rId8" Type="http://schemas.openxmlformats.org/officeDocument/2006/relationships/tags" Target="../tags/tag2062.xml"/></Relationships>
</file>

<file path=ppt/slides/_rels/slide54.xml.rels><?xml version="1.0" encoding="UTF-8" standalone="yes"?>
<Relationships xmlns="http://schemas.openxmlformats.org/package/2006/relationships"><Relationship Id="rId8" Type="http://schemas.openxmlformats.org/officeDocument/2006/relationships/tags" Target="../tags/tag2092.xml"/><Relationship Id="rId13" Type="http://schemas.openxmlformats.org/officeDocument/2006/relationships/tags" Target="../tags/tag2097.xml"/><Relationship Id="rId18" Type="http://schemas.openxmlformats.org/officeDocument/2006/relationships/oleObject" Target="../embeddings/oleObject86.bin"/><Relationship Id="rId26" Type="http://schemas.openxmlformats.org/officeDocument/2006/relationships/image" Target="../media/image285.svg"/><Relationship Id="rId3" Type="http://schemas.openxmlformats.org/officeDocument/2006/relationships/tags" Target="../tags/tag2087.xml"/><Relationship Id="rId21" Type="http://schemas.openxmlformats.org/officeDocument/2006/relationships/image" Target="../media/image280.png"/><Relationship Id="rId7" Type="http://schemas.openxmlformats.org/officeDocument/2006/relationships/tags" Target="../tags/tag2091.xml"/><Relationship Id="rId12" Type="http://schemas.openxmlformats.org/officeDocument/2006/relationships/tags" Target="../tags/tag2096.xml"/><Relationship Id="rId17" Type="http://schemas.openxmlformats.org/officeDocument/2006/relationships/notesSlide" Target="../notesSlides/notesSlide42.xml"/><Relationship Id="rId25" Type="http://schemas.openxmlformats.org/officeDocument/2006/relationships/image" Target="../media/image284.png"/><Relationship Id="rId2" Type="http://schemas.openxmlformats.org/officeDocument/2006/relationships/tags" Target="../tags/tag2086.xml"/><Relationship Id="rId16" Type="http://schemas.openxmlformats.org/officeDocument/2006/relationships/slideLayout" Target="../slideLayouts/slideLayout7.xml"/><Relationship Id="rId20" Type="http://schemas.openxmlformats.org/officeDocument/2006/relationships/chart" Target="../charts/chart61.xml"/><Relationship Id="rId1" Type="http://schemas.openxmlformats.org/officeDocument/2006/relationships/tags" Target="../tags/tag2085.xml"/><Relationship Id="rId6" Type="http://schemas.openxmlformats.org/officeDocument/2006/relationships/tags" Target="../tags/tag2090.xml"/><Relationship Id="rId11" Type="http://schemas.openxmlformats.org/officeDocument/2006/relationships/tags" Target="../tags/tag2095.xml"/><Relationship Id="rId24" Type="http://schemas.openxmlformats.org/officeDocument/2006/relationships/image" Target="../media/image283.svg"/><Relationship Id="rId5" Type="http://schemas.openxmlformats.org/officeDocument/2006/relationships/tags" Target="../tags/tag2089.xml"/><Relationship Id="rId15" Type="http://schemas.openxmlformats.org/officeDocument/2006/relationships/tags" Target="../tags/tag2099.xml"/><Relationship Id="rId23" Type="http://schemas.openxmlformats.org/officeDocument/2006/relationships/image" Target="../media/image282.png"/><Relationship Id="rId10" Type="http://schemas.openxmlformats.org/officeDocument/2006/relationships/tags" Target="../tags/tag2094.xml"/><Relationship Id="rId19" Type="http://schemas.openxmlformats.org/officeDocument/2006/relationships/image" Target="../media/image55.emf"/><Relationship Id="rId4" Type="http://schemas.openxmlformats.org/officeDocument/2006/relationships/tags" Target="../tags/tag2088.xml"/><Relationship Id="rId9" Type="http://schemas.openxmlformats.org/officeDocument/2006/relationships/tags" Target="../tags/tag2093.xml"/><Relationship Id="rId14" Type="http://schemas.openxmlformats.org/officeDocument/2006/relationships/tags" Target="../tags/tag2098.xml"/><Relationship Id="rId22" Type="http://schemas.openxmlformats.org/officeDocument/2006/relationships/image" Target="../media/image281.svg"/><Relationship Id="rId27" Type="http://schemas.openxmlformats.org/officeDocument/2006/relationships/hyperlink" Target="https://alfaisaliahgroup.sharepoint.com/:x:/r/sites/OncoClinics-KSA/_layouts/15/Doc.aspx?sourcedoc=%7Bced11abb-6329-4fc8-95f7-9b18f07eae4f%7D&amp;action=edit&amp;wdenableroaming=1&amp;wdlcid=en-US&amp;wdorigin=ItemsView&amp;wdhostclicktime=1764397263097&amp;wdredirectionreason=Force_SingleStepBoot&amp;wdinitialsession=b7570aee-5c6f-426a-29eb-f4c9e0658c37&amp;wdrldsc=2&amp;wdrldc=1&amp;wdrldr=Unknown" TargetMode="External"/></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12.xml"/><Relationship Id="rId1" Type="http://schemas.openxmlformats.org/officeDocument/2006/relationships/tags" Target="../tags/tag2100.xml"/><Relationship Id="rId6" Type="http://schemas.openxmlformats.org/officeDocument/2006/relationships/image" Target="../media/image2.png"/><Relationship Id="rId5" Type="http://schemas.openxmlformats.org/officeDocument/2006/relationships/image" Target="../media/image17.emf"/><Relationship Id="rId4" Type="http://schemas.openxmlformats.org/officeDocument/2006/relationships/oleObject" Target="../embeddings/oleObject52.bin"/></Relationships>
</file>

<file path=ppt/slides/_rels/slide56.xml.rels><?xml version="1.0" encoding="UTF-8" standalone="yes"?>
<Relationships xmlns="http://schemas.openxmlformats.org/package/2006/relationships"><Relationship Id="rId3" Type="http://schemas.openxmlformats.org/officeDocument/2006/relationships/tags" Target="../tags/tag2103.xml"/><Relationship Id="rId7" Type="http://schemas.openxmlformats.org/officeDocument/2006/relationships/image" Target="../media/image55.emf"/><Relationship Id="rId2" Type="http://schemas.openxmlformats.org/officeDocument/2006/relationships/tags" Target="../tags/tag2102.xml"/><Relationship Id="rId1" Type="http://schemas.openxmlformats.org/officeDocument/2006/relationships/tags" Target="../tags/tag2101.xml"/><Relationship Id="rId6" Type="http://schemas.openxmlformats.org/officeDocument/2006/relationships/oleObject" Target="../embeddings/oleObject87.bin"/><Relationship Id="rId5" Type="http://schemas.openxmlformats.org/officeDocument/2006/relationships/notesSlide" Target="../notesSlides/notesSlide44.xml"/><Relationship Id="rId4"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tags" Target="../tags/tag2106.xml"/><Relationship Id="rId7" Type="http://schemas.openxmlformats.org/officeDocument/2006/relationships/image" Target="../media/image55.emf"/><Relationship Id="rId2" Type="http://schemas.openxmlformats.org/officeDocument/2006/relationships/tags" Target="../tags/tag2105.xml"/><Relationship Id="rId1" Type="http://schemas.openxmlformats.org/officeDocument/2006/relationships/tags" Target="../tags/tag2104.xml"/><Relationship Id="rId6" Type="http://schemas.openxmlformats.org/officeDocument/2006/relationships/oleObject" Target="../embeddings/oleObject87.bin"/><Relationship Id="rId5" Type="http://schemas.openxmlformats.org/officeDocument/2006/relationships/notesSlide" Target="../notesSlides/notesSlide45.xml"/><Relationship Id="rId4"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tags" Target="../tags/tag2109.xml"/><Relationship Id="rId7" Type="http://schemas.openxmlformats.org/officeDocument/2006/relationships/image" Target="../media/image55.emf"/><Relationship Id="rId2" Type="http://schemas.openxmlformats.org/officeDocument/2006/relationships/tags" Target="../tags/tag2108.xml"/><Relationship Id="rId1" Type="http://schemas.openxmlformats.org/officeDocument/2006/relationships/tags" Target="../tags/tag2107.xml"/><Relationship Id="rId6" Type="http://schemas.openxmlformats.org/officeDocument/2006/relationships/oleObject" Target="../embeddings/oleObject87.bin"/><Relationship Id="rId5" Type="http://schemas.openxmlformats.org/officeDocument/2006/relationships/notesSlide" Target="../notesSlides/notesSlide46.xml"/><Relationship Id="rId4"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tags" Target="../tags/tag2112.xml"/><Relationship Id="rId7" Type="http://schemas.openxmlformats.org/officeDocument/2006/relationships/image" Target="../media/image55.emf"/><Relationship Id="rId2" Type="http://schemas.openxmlformats.org/officeDocument/2006/relationships/tags" Target="../tags/tag2111.xml"/><Relationship Id="rId1" Type="http://schemas.openxmlformats.org/officeDocument/2006/relationships/tags" Target="../tags/tag2110.xml"/><Relationship Id="rId6" Type="http://schemas.openxmlformats.org/officeDocument/2006/relationships/oleObject" Target="../embeddings/oleObject88.bin"/><Relationship Id="rId5" Type="http://schemas.openxmlformats.org/officeDocument/2006/relationships/notesSlide" Target="../notesSlides/notesSlide47.xml"/><Relationship Id="rId4"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8" Type="http://schemas.openxmlformats.org/officeDocument/2006/relationships/image" Target="../media/image55.emf"/><Relationship Id="rId3" Type="http://schemas.openxmlformats.org/officeDocument/2006/relationships/tags" Target="../tags/tag2115.xml"/><Relationship Id="rId7" Type="http://schemas.openxmlformats.org/officeDocument/2006/relationships/oleObject" Target="../embeddings/oleObject89.bin"/><Relationship Id="rId2" Type="http://schemas.openxmlformats.org/officeDocument/2006/relationships/tags" Target="../tags/tag2114.xml"/><Relationship Id="rId1" Type="http://schemas.openxmlformats.org/officeDocument/2006/relationships/tags" Target="../tags/tag2113.xml"/><Relationship Id="rId6" Type="http://schemas.openxmlformats.org/officeDocument/2006/relationships/notesSlide" Target="../notesSlides/notesSlide48.xml"/><Relationship Id="rId5" Type="http://schemas.openxmlformats.org/officeDocument/2006/relationships/slideLayout" Target="../slideLayouts/slideLayout7.xml"/><Relationship Id="rId4" Type="http://schemas.openxmlformats.org/officeDocument/2006/relationships/tags" Target="../tags/tag2116.xml"/></Relationships>
</file>

<file path=ppt/slides/_rels/slide61.xml.rels><?xml version="1.0" encoding="UTF-8" standalone="yes"?>
<Relationships xmlns="http://schemas.openxmlformats.org/package/2006/relationships"><Relationship Id="rId3" Type="http://schemas.openxmlformats.org/officeDocument/2006/relationships/tags" Target="../tags/tag2119.xml"/><Relationship Id="rId7" Type="http://schemas.openxmlformats.org/officeDocument/2006/relationships/image" Target="../media/image55.emf"/><Relationship Id="rId2" Type="http://schemas.openxmlformats.org/officeDocument/2006/relationships/tags" Target="../tags/tag2118.xml"/><Relationship Id="rId1" Type="http://schemas.openxmlformats.org/officeDocument/2006/relationships/tags" Target="../tags/tag2117.xml"/><Relationship Id="rId6" Type="http://schemas.openxmlformats.org/officeDocument/2006/relationships/oleObject" Target="../embeddings/oleObject88.bin"/><Relationship Id="rId5" Type="http://schemas.openxmlformats.org/officeDocument/2006/relationships/notesSlide" Target="../notesSlides/notesSlide49.xml"/><Relationship Id="rId4"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tags" Target="../tags/tag2122.xml"/><Relationship Id="rId7" Type="http://schemas.openxmlformats.org/officeDocument/2006/relationships/image" Target="../media/image55.emf"/><Relationship Id="rId2" Type="http://schemas.openxmlformats.org/officeDocument/2006/relationships/tags" Target="../tags/tag2121.xml"/><Relationship Id="rId1" Type="http://schemas.openxmlformats.org/officeDocument/2006/relationships/tags" Target="../tags/tag2120.xml"/><Relationship Id="rId6" Type="http://schemas.openxmlformats.org/officeDocument/2006/relationships/oleObject" Target="../embeddings/oleObject88.bin"/><Relationship Id="rId5" Type="http://schemas.openxmlformats.org/officeDocument/2006/relationships/notesSlide" Target="../notesSlides/notesSlide50.xml"/><Relationship Id="rId4"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3" Type="http://schemas.openxmlformats.org/officeDocument/2006/relationships/tags" Target="../tags/tag2125.xml"/><Relationship Id="rId7" Type="http://schemas.openxmlformats.org/officeDocument/2006/relationships/image" Target="../media/image55.emf"/><Relationship Id="rId2" Type="http://schemas.openxmlformats.org/officeDocument/2006/relationships/tags" Target="../tags/tag2124.xml"/><Relationship Id="rId1" Type="http://schemas.openxmlformats.org/officeDocument/2006/relationships/tags" Target="../tags/tag2123.xml"/><Relationship Id="rId6" Type="http://schemas.openxmlformats.org/officeDocument/2006/relationships/oleObject" Target="../embeddings/oleObject88.bin"/><Relationship Id="rId5" Type="http://schemas.openxmlformats.org/officeDocument/2006/relationships/notesSlide" Target="../notesSlides/notesSlide51.xml"/><Relationship Id="rId4"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3" Type="http://schemas.openxmlformats.org/officeDocument/2006/relationships/tags" Target="../tags/tag2128.xml"/><Relationship Id="rId7" Type="http://schemas.openxmlformats.org/officeDocument/2006/relationships/image" Target="../media/image55.emf"/><Relationship Id="rId2" Type="http://schemas.openxmlformats.org/officeDocument/2006/relationships/tags" Target="../tags/tag2127.xml"/><Relationship Id="rId1" Type="http://schemas.openxmlformats.org/officeDocument/2006/relationships/tags" Target="../tags/tag2126.xml"/><Relationship Id="rId6" Type="http://schemas.openxmlformats.org/officeDocument/2006/relationships/oleObject" Target="../embeddings/oleObject90.bin"/><Relationship Id="rId5" Type="http://schemas.openxmlformats.org/officeDocument/2006/relationships/notesSlide" Target="../notesSlides/notesSlide52.xml"/><Relationship Id="rId4"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tags" Target="../tags/tag2131.xml"/><Relationship Id="rId7" Type="http://schemas.openxmlformats.org/officeDocument/2006/relationships/image" Target="../media/image55.emf"/><Relationship Id="rId2" Type="http://schemas.openxmlformats.org/officeDocument/2006/relationships/tags" Target="../tags/tag2130.xml"/><Relationship Id="rId1" Type="http://schemas.openxmlformats.org/officeDocument/2006/relationships/tags" Target="../tags/tag2129.xml"/><Relationship Id="rId6" Type="http://schemas.openxmlformats.org/officeDocument/2006/relationships/oleObject" Target="../embeddings/oleObject88.bin"/><Relationship Id="rId5" Type="http://schemas.openxmlformats.org/officeDocument/2006/relationships/notesSlide" Target="../notesSlides/notesSlide53.xml"/><Relationship Id="rId4"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8" Type="http://schemas.openxmlformats.org/officeDocument/2006/relationships/hyperlink" Target="https://docs.google.com/spreadsheets/d/14q694jGXfMXk1kFqHn5gRSUZsEsS3W9u/edit?usp=sharing&amp;ouid=109046831153184436689&amp;rtpof=true&amp;sd=true" TargetMode="External"/><Relationship Id="rId3" Type="http://schemas.openxmlformats.org/officeDocument/2006/relationships/tags" Target="../tags/tag2134.xml"/><Relationship Id="rId7" Type="http://schemas.openxmlformats.org/officeDocument/2006/relationships/image" Target="../media/image55.emf"/><Relationship Id="rId2" Type="http://schemas.openxmlformats.org/officeDocument/2006/relationships/tags" Target="../tags/tag2133.xml"/><Relationship Id="rId1" Type="http://schemas.openxmlformats.org/officeDocument/2006/relationships/tags" Target="../tags/tag2132.xml"/><Relationship Id="rId6" Type="http://schemas.openxmlformats.org/officeDocument/2006/relationships/oleObject" Target="../embeddings/oleObject88.bin"/><Relationship Id="rId5" Type="http://schemas.openxmlformats.org/officeDocument/2006/relationships/notesSlide" Target="../notesSlides/notesSlide54.xml"/><Relationship Id="rId4"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8" Type="http://schemas.openxmlformats.org/officeDocument/2006/relationships/hyperlink" Target="https://docs.google.com/spreadsheets/d/14q694jGXfMXk1kFqHn5gRSUZsEsS3W9u/edit?usp=sharing&amp;ouid=109046831153184436689&amp;rtpof=true&amp;sd=true" TargetMode="External"/><Relationship Id="rId3" Type="http://schemas.openxmlformats.org/officeDocument/2006/relationships/tags" Target="../tags/tag2137.xml"/><Relationship Id="rId7" Type="http://schemas.openxmlformats.org/officeDocument/2006/relationships/image" Target="../media/image55.emf"/><Relationship Id="rId2" Type="http://schemas.openxmlformats.org/officeDocument/2006/relationships/tags" Target="../tags/tag2136.xml"/><Relationship Id="rId1" Type="http://schemas.openxmlformats.org/officeDocument/2006/relationships/tags" Target="../tags/tag2135.xml"/><Relationship Id="rId6" Type="http://schemas.openxmlformats.org/officeDocument/2006/relationships/oleObject" Target="../embeddings/oleObject88.bin"/><Relationship Id="rId5" Type="http://schemas.openxmlformats.org/officeDocument/2006/relationships/notesSlide" Target="../notesSlides/notesSlide55.xml"/><Relationship Id="rId4"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tags" Target="../tags/tag2140.xml"/><Relationship Id="rId7" Type="http://schemas.openxmlformats.org/officeDocument/2006/relationships/image" Target="../media/image1.emf"/><Relationship Id="rId2" Type="http://schemas.openxmlformats.org/officeDocument/2006/relationships/tags" Target="../tags/tag2139.xml"/><Relationship Id="rId1" Type="http://schemas.openxmlformats.org/officeDocument/2006/relationships/tags" Target="../tags/tag2138.xml"/><Relationship Id="rId6" Type="http://schemas.openxmlformats.org/officeDocument/2006/relationships/oleObject" Target="../embeddings/oleObject91.bin"/><Relationship Id="rId5" Type="http://schemas.openxmlformats.org/officeDocument/2006/relationships/slideLayout" Target="../slideLayouts/slideLayout12.xml"/><Relationship Id="rId4" Type="http://schemas.openxmlformats.org/officeDocument/2006/relationships/tags" Target="../tags/tag2141.xml"/></Relationships>
</file>

<file path=ppt/slides/_rels/slide69.xml.rels><?xml version="1.0" encoding="UTF-8" standalone="yes"?>
<Relationships xmlns="http://schemas.openxmlformats.org/package/2006/relationships"><Relationship Id="rId3" Type="http://schemas.openxmlformats.org/officeDocument/2006/relationships/tags" Target="../tags/tag2144.xml"/><Relationship Id="rId7" Type="http://schemas.openxmlformats.org/officeDocument/2006/relationships/image" Target="../media/image1.emf"/><Relationship Id="rId2" Type="http://schemas.openxmlformats.org/officeDocument/2006/relationships/tags" Target="../tags/tag2143.xml"/><Relationship Id="rId1" Type="http://schemas.openxmlformats.org/officeDocument/2006/relationships/tags" Target="../tags/tag2142.xml"/><Relationship Id="rId6" Type="http://schemas.openxmlformats.org/officeDocument/2006/relationships/oleObject" Target="../embeddings/oleObject91.bin"/><Relationship Id="rId5" Type="http://schemas.openxmlformats.org/officeDocument/2006/relationships/slideLayout" Target="../slideLayouts/slideLayout12.xml"/><Relationship Id="rId4" Type="http://schemas.openxmlformats.org/officeDocument/2006/relationships/tags" Target="../tags/tag2145.xml"/></Relationships>
</file>

<file path=ppt/slides/_rels/slide70.xml.rels><?xml version="1.0" encoding="UTF-8" standalone="yes"?>
<Relationships xmlns="http://schemas.openxmlformats.org/package/2006/relationships"><Relationship Id="rId8" Type="http://schemas.openxmlformats.org/officeDocument/2006/relationships/image" Target="../media/image55.emf"/><Relationship Id="rId3" Type="http://schemas.openxmlformats.org/officeDocument/2006/relationships/tags" Target="../tags/tag2148.xml"/><Relationship Id="rId7" Type="http://schemas.openxmlformats.org/officeDocument/2006/relationships/oleObject" Target="../embeddings/oleObject92.bin"/><Relationship Id="rId2" Type="http://schemas.openxmlformats.org/officeDocument/2006/relationships/tags" Target="../tags/tag2147.xml"/><Relationship Id="rId1" Type="http://schemas.openxmlformats.org/officeDocument/2006/relationships/tags" Target="../tags/tag2146.xml"/><Relationship Id="rId6" Type="http://schemas.openxmlformats.org/officeDocument/2006/relationships/notesSlide" Target="../notesSlides/notesSlide56.xml"/><Relationship Id="rId5" Type="http://schemas.openxmlformats.org/officeDocument/2006/relationships/slideLayout" Target="../slideLayouts/slideLayout7.xml"/><Relationship Id="rId4" Type="http://schemas.openxmlformats.org/officeDocument/2006/relationships/tags" Target="../tags/tag2149.xml"/></Relationships>
</file>

<file path=ppt/slides/_rels/slide71.xml.rels><?xml version="1.0" encoding="UTF-8" standalone="yes"?>
<Relationships xmlns="http://schemas.openxmlformats.org/package/2006/relationships"><Relationship Id="rId8" Type="http://schemas.openxmlformats.org/officeDocument/2006/relationships/tags" Target="../tags/tag2157.xml"/><Relationship Id="rId13" Type="http://schemas.openxmlformats.org/officeDocument/2006/relationships/chart" Target="../charts/chart62.xml"/><Relationship Id="rId18" Type="http://schemas.openxmlformats.org/officeDocument/2006/relationships/image" Target="../media/image288.png"/><Relationship Id="rId26" Type="http://schemas.openxmlformats.org/officeDocument/2006/relationships/image" Target="../media/image296.png"/><Relationship Id="rId3" Type="http://schemas.openxmlformats.org/officeDocument/2006/relationships/tags" Target="../tags/tag2152.xml"/><Relationship Id="rId21" Type="http://schemas.openxmlformats.org/officeDocument/2006/relationships/image" Target="../media/image291.png"/><Relationship Id="rId7" Type="http://schemas.openxmlformats.org/officeDocument/2006/relationships/tags" Target="../tags/tag2156.xml"/><Relationship Id="rId12" Type="http://schemas.openxmlformats.org/officeDocument/2006/relationships/image" Target="../media/image1.emf"/><Relationship Id="rId17" Type="http://schemas.microsoft.com/office/2007/relationships/hdphoto" Target="../media/hdphoto6.wdp"/><Relationship Id="rId25" Type="http://schemas.openxmlformats.org/officeDocument/2006/relationships/image" Target="../media/image295.png"/><Relationship Id="rId2" Type="http://schemas.openxmlformats.org/officeDocument/2006/relationships/tags" Target="../tags/tag2151.xml"/><Relationship Id="rId16" Type="http://schemas.openxmlformats.org/officeDocument/2006/relationships/image" Target="../media/image287.png"/><Relationship Id="rId20" Type="http://schemas.openxmlformats.org/officeDocument/2006/relationships/image" Target="../media/image290.png"/><Relationship Id="rId1" Type="http://schemas.openxmlformats.org/officeDocument/2006/relationships/tags" Target="../tags/tag2150.xml"/><Relationship Id="rId6" Type="http://schemas.openxmlformats.org/officeDocument/2006/relationships/tags" Target="../tags/tag2155.xml"/><Relationship Id="rId11" Type="http://schemas.openxmlformats.org/officeDocument/2006/relationships/oleObject" Target="../embeddings/oleObject93.bin"/><Relationship Id="rId24" Type="http://schemas.openxmlformats.org/officeDocument/2006/relationships/image" Target="../media/image294.png"/><Relationship Id="rId5" Type="http://schemas.openxmlformats.org/officeDocument/2006/relationships/tags" Target="../tags/tag2154.xml"/><Relationship Id="rId15" Type="http://schemas.openxmlformats.org/officeDocument/2006/relationships/image" Target="../media/image286.png"/><Relationship Id="rId23" Type="http://schemas.openxmlformats.org/officeDocument/2006/relationships/image" Target="../media/image293.png"/><Relationship Id="rId10" Type="http://schemas.openxmlformats.org/officeDocument/2006/relationships/slideLayout" Target="../slideLayouts/slideLayout12.xml"/><Relationship Id="rId19" Type="http://schemas.openxmlformats.org/officeDocument/2006/relationships/image" Target="../media/image289.png"/><Relationship Id="rId4" Type="http://schemas.openxmlformats.org/officeDocument/2006/relationships/tags" Target="../tags/tag2153.xml"/><Relationship Id="rId9" Type="http://schemas.openxmlformats.org/officeDocument/2006/relationships/tags" Target="../tags/tag2158.xml"/><Relationship Id="rId14" Type="http://schemas.openxmlformats.org/officeDocument/2006/relationships/image" Target="../media/image63.png"/><Relationship Id="rId22" Type="http://schemas.openxmlformats.org/officeDocument/2006/relationships/image" Target="../media/image292.png"/><Relationship Id="rId27" Type="http://schemas.microsoft.com/office/2007/relationships/hdphoto" Target="../media/hdphoto7.wdp"/></Relationships>
</file>

<file path=ppt/slides/_rels/slide72.xml.rels><?xml version="1.0" encoding="UTF-8" standalone="yes"?>
<Relationships xmlns="http://schemas.openxmlformats.org/package/2006/relationships"><Relationship Id="rId13" Type="http://schemas.openxmlformats.org/officeDocument/2006/relationships/tags" Target="../tags/tag2171.xml"/><Relationship Id="rId18" Type="http://schemas.openxmlformats.org/officeDocument/2006/relationships/tags" Target="../tags/tag2176.xml"/><Relationship Id="rId26" Type="http://schemas.openxmlformats.org/officeDocument/2006/relationships/tags" Target="../tags/tag2184.xml"/><Relationship Id="rId39" Type="http://schemas.openxmlformats.org/officeDocument/2006/relationships/oleObject" Target="../embeddings/oleObject94.bin"/><Relationship Id="rId21" Type="http://schemas.openxmlformats.org/officeDocument/2006/relationships/tags" Target="../tags/tag2179.xml"/><Relationship Id="rId34" Type="http://schemas.openxmlformats.org/officeDocument/2006/relationships/tags" Target="../tags/tag2192.xml"/><Relationship Id="rId42" Type="http://schemas.openxmlformats.org/officeDocument/2006/relationships/image" Target="../media/image297.png"/><Relationship Id="rId47" Type="http://schemas.openxmlformats.org/officeDocument/2006/relationships/image" Target="../media/image302.png"/><Relationship Id="rId50" Type="http://schemas.openxmlformats.org/officeDocument/2006/relationships/image" Target="../media/image304.png"/><Relationship Id="rId55" Type="http://schemas.openxmlformats.org/officeDocument/2006/relationships/image" Target="../media/image309.png"/><Relationship Id="rId7" Type="http://schemas.openxmlformats.org/officeDocument/2006/relationships/tags" Target="../tags/tag2165.xml"/><Relationship Id="rId2" Type="http://schemas.openxmlformats.org/officeDocument/2006/relationships/tags" Target="../tags/tag2160.xml"/><Relationship Id="rId16" Type="http://schemas.openxmlformats.org/officeDocument/2006/relationships/tags" Target="../tags/tag2174.xml"/><Relationship Id="rId29" Type="http://schemas.openxmlformats.org/officeDocument/2006/relationships/tags" Target="../tags/tag2187.xml"/><Relationship Id="rId11" Type="http://schemas.openxmlformats.org/officeDocument/2006/relationships/tags" Target="../tags/tag2169.xml"/><Relationship Id="rId24" Type="http://schemas.openxmlformats.org/officeDocument/2006/relationships/tags" Target="../tags/tag2182.xml"/><Relationship Id="rId32" Type="http://schemas.openxmlformats.org/officeDocument/2006/relationships/tags" Target="../tags/tag2190.xml"/><Relationship Id="rId37" Type="http://schemas.openxmlformats.org/officeDocument/2006/relationships/tags" Target="../tags/tag2195.xml"/><Relationship Id="rId40" Type="http://schemas.openxmlformats.org/officeDocument/2006/relationships/image" Target="../media/image1.emf"/><Relationship Id="rId45" Type="http://schemas.openxmlformats.org/officeDocument/2006/relationships/image" Target="../media/image300.png"/><Relationship Id="rId53" Type="http://schemas.openxmlformats.org/officeDocument/2006/relationships/image" Target="../media/image307.png"/><Relationship Id="rId5" Type="http://schemas.openxmlformats.org/officeDocument/2006/relationships/tags" Target="../tags/tag2163.xml"/><Relationship Id="rId10" Type="http://schemas.openxmlformats.org/officeDocument/2006/relationships/tags" Target="../tags/tag2168.xml"/><Relationship Id="rId19" Type="http://schemas.openxmlformats.org/officeDocument/2006/relationships/tags" Target="../tags/tag2177.xml"/><Relationship Id="rId31" Type="http://schemas.openxmlformats.org/officeDocument/2006/relationships/tags" Target="../tags/tag2189.xml"/><Relationship Id="rId44" Type="http://schemas.openxmlformats.org/officeDocument/2006/relationships/image" Target="../media/image299.png"/><Relationship Id="rId52" Type="http://schemas.openxmlformats.org/officeDocument/2006/relationships/image" Target="../media/image306.png"/><Relationship Id="rId4" Type="http://schemas.openxmlformats.org/officeDocument/2006/relationships/tags" Target="../tags/tag2162.xml"/><Relationship Id="rId9" Type="http://schemas.openxmlformats.org/officeDocument/2006/relationships/tags" Target="../tags/tag2167.xml"/><Relationship Id="rId14" Type="http://schemas.openxmlformats.org/officeDocument/2006/relationships/tags" Target="../tags/tag2172.xml"/><Relationship Id="rId22" Type="http://schemas.openxmlformats.org/officeDocument/2006/relationships/tags" Target="../tags/tag2180.xml"/><Relationship Id="rId27" Type="http://schemas.openxmlformats.org/officeDocument/2006/relationships/tags" Target="../tags/tag2185.xml"/><Relationship Id="rId30" Type="http://schemas.openxmlformats.org/officeDocument/2006/relationships/tags" Target="../tags/tag2188.xml"/><Relationship Id="rId35" Type="http://schemas.openxmlformats.org/officeDocument/2006/relationships/tags" Target="../tags/tag2193.xml"/><Relationship Id="rId43" Type="http://schemas.openxmlformats.org/officeDocument/2006/relationships/image" Target="../media/image298.png"/><Relationship Id="rId48" Type="http://schemas.openxmlformats.org/officeDocument/2006/relationships/chart" Target="../charts/chart64.xml"/><Relationship Id="rId8" Type="http://schemas.openxmlformats.org/officeDocument/2006/relationships/tags" Target="../tags/tag2166.xml"/><Relationship Id="rId51" Type="http://schemas.openxmlformats.org/officeDocument/2006/relationships/image" Target="../media/image305.png"/><Relationship Id="rId3" Type="http://schemas.openxmlformats.org/officeDocument/2006/relationships/tags" Target="../tags/tag2161.xml"/><Relationship Id="rId12" Type="http://schemas.openxmlformats.org/officeDocument/2006/relationships/tags" Target="../tags/tag2170.xml"/><Relationship Id="rId17" Type="http://schemas.openxmlformats.org/officeDocument/2006/relationships/tags" Target="../tags/tag2175.xml"/><Relationship Id="rId25" Type="http://schemas.openxmlformats.org/officeDocument/2006/relationships/tags" Target="../tags/tag2183.xml"/><Relationship Id="rId33" Type="http://schemas.openxmlformats.org/officeDocument/2006/relationships/tags" Target="../tags/tag2191.xml"/><Relationship Id="rId38" Type="http://schemas.openxmlformats.org/officeDocument/2006/relationships/slideLayout" Target="../slideLayouts/slideLayout12.xml"/><Relationship Id="rId46" Type="http://schemas.openxmlformats.org/officeDocument/2006/relationships/image" Target="../media/image301.png"/><Relationship Id="rId20" Type="http://schemas.openxmlformats.org/officeDocument/2006/relationships/tags" Target="../tags/tag2178.xml"/><Relationship Id="rId41" Type="http://schemas.openxmlformats.org/officeDocument/2006/relationships/chart" Target="../charts/chart63.xml"/><Relationship Id="rId54" Type="http://schemas.openxmlformats.org/officeDocument/2006/relationships/image" Target="../media/image308.png"/><Relationship Id="rId1" Type="http://schemas.openxmlformats.org/officeDocument/2006/relationships/tags" Target="../tags/tag2159.xml"/><Relationship Id="rId6" Type="http://schemas.openxmlformats.org/officeDocument/2006/relationships/tags" Target="../tags/tag2164.xml"/><Relationship Id="rId15" Type="http://schemas.openxmlformats.org/officeDocument/2006/relationships/tags" Target="../tags/tag2173.xml"/><Relationship Id="rId23" Type="http://schemas.openxmlformats.org/officeDocument/2006/relationships/tags" Target="../tags/tag2181.xml"/><Relationship Id="rId28" Type="http://schemas.openxmlformats.org/officeDocument/2006/relationships/tags" Target="../tags/tag2186.xml"/><Relationship Id="rId36" Type="http://schemas.openxmlformats.org/officeDocument/2006/relationships/tags" Target="../tags/tag2194.xml"/><Relationship Id="rId49" Type="http://schemas.openxmlformats.org/officeDocument/2006/relationships/image" Target="../media/image303.png"/></Relationships>
</file>

<file path=ppt/slides/_rels/slide73.xml.rels><?xml version="1.0" encoding="UTF-8" standalone="yes"?>
<Relationships xmlns="http://schemas.openxmlformats.org/package/2006/relationships"><Relationship Id="rId8" Type="http://schemas.openxmlformats.org/officeDocument/2006/relationships/tags" Target="../tags/tag2203.xml"/><Relationship Id="rId13" Type="http://schemas.openxmlformats.org/officeDocument/2006/relationships/chart" Target="../charts/chart65.xml"/><Relationship Id="rId18" Type="http://schemas.openxmlformats.org/officeDocument/2006/relationships/image" Target="../media/image301.png"/><Relationship Id="rId3" Type="http://schemas.openxmlformats.org/officeDocument/2006/relationships/tags" Target="../tags/tag2198.xml"/><Relationship Id="rId7" Type="http://schemas.openxmlformats.org/officeDocument/2006/relationships/tags" Target="../tags/tag2202.xml"/><Relationship Id="rId12" Type="http://schemas.openxmlformats.org/officeDocument/2006/relationships/image" Target="../media/image1.emf"/><Relationship Id="rId17" Type="http://schemas.openxmlformats.org/officeDocument/2006/relationships/image" Target="../media/image300.png"/><Relationship Id="rId2" Type="http://schemas.openxmlformats.org/officeDocument/2006/relationships/tags" Target="../tags/tag2197.xml"/><Relationship Id="rId16" Type="http://schemas.openxmlformats.org/officeDocument/2006/relationships/image" Target="../media/image299.png"/><Relationship Id="rId1" Type="http://schemas.openxmlformats.org/officeDocument/2006/relationships/tags" Target="../tags/tag2196.xml"/><Relationship Id="rId6" Type="http://schemas.openxmlformats.org/officeDocument/2006/relationships/tags" Target="../tags/tag2201.xml"/><Relationship Id="rId11" Type="http://schemas.openxmlformats.org/officeDocument/2006/relationships/oleObject" Target="../embeddings/oleObject95.bin"/><Relationship Id="rId5" Type="http://schemas.openxmlformats.org/officeDocument/2006/relationships/tags" Target="../tags/tag2200.xml"/><Relationship Id="rId15" Type="http://schemas.openxmlformats.org/officeDocument/2006/relationships/image" Target="../media/image298.png"/><Relationship Id="rId10" Type="http://schemas.openxmlformats.org/officeDocument/2006/relationships/slideLayout" Target="../slideLayouts/slideLayout12.xml"/><Relationship Id="rId19" Type="http://schemas.openxmlformats.org/officeDocument/2006/relationships/image" Target="../media/image302.png"/><Relationship Id="rId4" Type="http://schemas.openxmlformats.org/officeDocument/2006/relationships/tags" Target="../tags/tag2199.xml"/><Relationship Id="rId9" Type="http://schemas.openxmlformats.org/officeDocument/2006/relationships/tags" Target="../tags/tag2204.xml"/><Relationship Id="rId14" Type="http://schemas.openxmlformats.org/officeDocument/2006/relationships/image" Target="../media/image29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97C1DA-9802-0D4E-45B0-E5CE132C1389}"/>
            </a:ext>
          </a:extLst>
        </p:cNvPr>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C8B2269D-0E4D-ECC0-2A48-F9796A488691}"/>
              </a:ext>
            </a:extLst>
          </p:cNvPr>
          <p:cNvGraphicFramePr>
            <a:graphicFrameLocks/>
          </p:cNvGraphicFramePr>
          <p:nvPr>
            <p:custDataLst>
              <p:tags r:id="rId1"/>
            </p:custDataLst>
            <p:extLst>
              <p:ext uri="{D42A27DB-BD31-4B8C-83A1-F6EECF244321}">
                <p14:modId xmlns:p14="http://schemas.microsoft.com/office/powerpoint/2010/main" val="130420358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3" name="think-cell data - do not delete" hidden="1">
                        <a:extLst>
                          <a:ext uri="{FF2B5EF4-FFF2-40B4-BE49-F238E27FC236}">
                            <a16:creationId xmlns:a16="http://schemas.microsoft.com/office/drawing/2014/main" id="{C8B2269D-0E4D-ECC0-2A48-F9796A488691}"/>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3080" name="Picture 8">
            <a:extLst>
              <a:ext uri="{FF2B5EF4-FFF2-40B4-BE49-F238E27FC236}">
                <a16:creationId xmlns:a16="http://schemas.microsoft.com/office/drawing/2014/main" id="{5B48D31C-EFAD-9D21-F9CE-9113541E7F7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 y="-5862"/>
            <a:ext cx="12202421" cy="6863862"/>
          </a:xfrm>
          <a:prstGeom prst="rect">
            <a:avLst/>
          </a:prstGeom>
          <a:noFill/>
          <a:extLst>
            <a:ext uri="{909E8E84-426E-40DD-AFC4-6F175D3DCCD1}">
              <a14:hiddenFill xmlns:a14="http://schemas.microsoft.com/office/drawing/2010/main">
                <a:solidFill>
                  <a:srgbClr val="FFFFFF"/>
                </a:solidFill>
              </a14:hiddenFill>
            </a:ext>
          </a:extLst>
        </p:spPr>
      </p:pic>
      <p:sp>
        <p:nvSpPr>
          <p:cNvPr id="6" name="object 6">
            <a:extLst>
              <a:ext uri="{FF2B5EF4-FFF2-40B4-BE49-F238E27FC236}">
                <a16:creationId xmlns:a16="http://schemas.microsoft.com/office/drawing/2014/main" id="{ABCCE8A3-99C5-7257-BAC4-57523F0F8505}"/>
              </a:ext>
            </a:extLst>
          </p:cNvPr>
          <p:cNvSpPr txBox="1">
            <a:spLocks noGrp="1"/>
          </p:cNvSpPr>
          <p:nvPr>
            <p:ph type="body" idx="1"/>
          </p:nvPr>
        </p:nvSpPr>
        <p:spPr>
          <a:xfrm>
            <a:off x="328028" y="2857452"/>
            <a:ext cx="6381382" cy="1774845"/>
          </a:xfrm>
          <a:prstGeom prst="rect">
            <a:avLst/>
          </a:prstGeom>
        </p:spPr>
        <p:txBody>
          <a:bodyPr vert="horz" wrap="square" lIns="0" tIns="12700" rIns="0" bIns="0" rtlCol="0" anchor="t">
            <a:spAutoFit/>
          </a:bodyPr>
          <a:lstStyle/>
          <a:p>
            <a:pPr marL="0" marR="5080" indent="0">
              <a:lnSpc>
                <a:spcPct val="100000"/>
              </a:lnSpc>
              <a:spcBef>
                <a:spcPts val="100"/>
              </a:spcBef>
              <a:buNone/>
              <a:tabLst>
                <a:tab pos="3169920" algn="l"/>
              </a:tabLst>
            </a:pPr>
            <a:r>
              <a:rPr lang="en-US" sz="4000" noProof="0" dirty="0" err="1">
                <a:solidFill>
                  <a:schemeClr val="bg1"/>
                </a:solidFill>
              </a:rPr>
              <a:t>Oncoclínics</a:t>
            </a:r>
            <a:r>
              <a:rPr lang="en-US" sz="4000" noProof="0" dirty="0">
                <a:solidFill>
                  <a:schemeClr val="bg1"/>
                </a:solidFill>
              </a:rPr>
              <a:t> – </a:t>
            </a:r>
            <a:r>
              <a:rPr lang="en-US" sz="4000" dirty="0">
                <a:solidFill>
                  <a:schemeClr val="bg1"/>
                </a:solidFill>
              </a:rPr>
              <a:t>Saudi Arabia</a:t>
            </a:r>
            <a:r>
              <a:rPr lang="en-US" sz="3200" dirty="0">
                <a:solidFill>
                  <a:schemeClr val="bg1"/>
                </a:solidFill>
              </a:rPr>
              <a:t> </a:t>
            </a:r>
            <a:endParaRPr lang="en-US" dirty="0">
              <a:solidFill>
                <a:schemeClr val="bg1"/>
              </a:solidFill>
            </a:endParaRPr>
          </a:p>
          <a:p>
            <a:pPr marL="0" marR="5080" indent="0">
              <a:lnSpc>
                <a:spcPct val="100000"/>
              </a:lnSpc>
              <a:spcBef>
                <a:spcPts val="100"/>
              </a:spcBef>
              <a:buNone/>
              <a:tabLst>
                <a:tab pos="3169920" algn="l"/>
              </a:tabLst>
            </a:pPr>
            <a:r>
              <a:rPr lang="en-US" sz="3200" dirty="0">
                <a:solidFill>
                  <a:schemeClr val="bg1"/>
                </a:solidFill>
              </a:rPr>
              <a:t>Value Creation Initiatives</a:t>
            </a:r>
            <a:endParaRPr lang="en-US" dirty="0">
              <a:solidFill>
                <a:schemeClr val="bg1"/>
              </a:solidFill>
              <a:ea typeface="Calibri"/>
              <a:cs typeface="Calibri"/>
            </a:endParaRPr>
          </a:p>
          <a:p>
            <a:pPr marL="0" marR="5080" indent="0" algn="just">
              <a:lnSpc>
                <a:spcPct val="100000"/>
              </a:lnSpc>
              <a:spcBef>
                <a:spcPts val="100"/>
              </a:spcBef>
              <a:buNone/>
              <a:tabLst>
                <a:tab pos="3169920" algn="l"/>
              </a:tabLst>
            </a:pPr>
            <a:endParaRPr lang="en-US" sz="2000" noProof="0" dirty="0">
              <a:solidFill>
                <a:schemeClr val="bg1"/>
              </a:solidFill>
            </a:endParaRPr>
          </a:p>
          <a:p>
            <a:pPr marL="0" marR="5080" indent="0" algn="just">
              <a:lnSpc>
                <a:spcPct val="100000"/>
              </a:lnSpc>
              <a:spcBef>
                <a:spcPts val="100"/>
              </a:spcBef>
              <a:buNone/>
              <a:tabLst>
                <a:tab pos="3169920" algn="l"/>
              </a:tabLst>
            </a:pPr>
            <a:endParaRPr lang="en-US" sz="2000" dirty="0">
              <a:solidFill>
                <a:schemeClr val="bg1"/>
              </a:solidFill>
            </a:endParaRPr>
          </a:p>
        </p:txBody>
      </p:sp>
      <p:sp>
        <p:nvSpPr>
          <p:cNvPr id="13" name="object 13">
            <a:extLst>
              <a:ext uri="{FF2B5EF4-FFF2-40B4-BE49-F238E27FC236}">
                <a16:creationId xmlns:a16="http://schemas.microsoft.com/office/drawing/2014/main" id="{8D758803-04B3-1FDD-C843-E99A6AA30470}"/>
              </a:ext>
            </a:extLst>
          </p:cNvPr>
          <p:cNvSpPr txBox="1"/>
          <p:nvPr/>
        </p:nvSpPr>
        <p:spPr>
          <a:xfrm>
            <a:off x="328028" y="4429954"/>
            <a:ext cx="2895080" cy="887422"/>
          </a:xfrm>
          <a:prstGeom prst="rect">
            <a:avLst/>
          </a:prstGeom>
        </p:spPr>
        <p:txBody>
          <a:bodyPr vert="horz" wrap="square" lIns="0" tIns="200660" rIns="0" bIns="0" rtlCol="0" anchor="t">
            <a:spAutoFit/>
          </a:bodyPr>
          <a:lstStyle/>
          <a:p>
            <a:pPr marL="12700">
              <a:spcBef>
                <a:spcPts val="1475"/>
              </a:spcBef>
            </a:pPr>
            <a:r>
              <a:rPr lang="en-US" sz="1600" b="1" spc="-10">
                <a:solidFill>
                  <a:schemeClr val="bg1"/>
                </a:solidFill>
                <a:latin typeface="Lato Light"/>
              </a:rPr>
              <a:t>Initiatives Deep Dives</a:t>
            </a:r>
            <a:endParaRPr lang="en-US">
              <a:solidFill>
                <a:schemeClr val="bg1"/>
              </a:solidFill>
            </a:endParaRPr>
          </a:p>
          <a:p>
            <a:pPr marL="12700">
              <a:spcBef>
                <a:spcPts val="1475"/>
              </a:spcBef>
            </a:pPr>
            <a:r>
              <a:rPr lang="en-US" sz="1600" b="1" spc="-10">
                <a:solidFill>
                  <a:srgbClr val="39BEC3"/>
                </a:solidFill>
                <a:latin typeface="Lato Light"/>
              </a:rPr>
              <a:t>November 2025</a:t>
            </a:r>
            <a:endParaRPr lang="en-US" sz="1600" b="1">
              <a:ea typeface="Calibri"/>
              <a:cs typeface="Calibri"/>
            </a:endParaRPr>
          </a:p>
        </p:txBody>
      </p:sp>
      <p:sp>
        <p:nvSpPr>
          <p:cNvPr id="2" name="Slide Number Placeholder 1">
            <a:extLst>
              <a:ext uri="{FF2B5EF4-FFF2-40B4-BE49-F238E27FC236}">
                <a16:creationId xmlns:a16="http://schemas.microsoft.com/office/drawing/2014/main" id="{49B6457A-8C74-325B-4883-D8DFF8D9C103}"/>
              </a:ext>
            </a:extLst>
          </p:cNvPr>
          <p:cNvSpPr>
            <a:spLocks noGrp="1"/>
          </p:cNvSpPr>
          <p:nvPr>
            <p:ph type="sldNum" sz="quarter" idx="12"/>
          </p:nvPr>
        </p:nvSpPr>
        <p:spPr/>
        <p:txBody>
          <a:bodyPr/>
          <a:lstStyle/>
          <a:p>
            <a:fld id="{8E1CF2E5-4A16-4FBD-9713-265FD1DAAE65}" type="slidenum">
              <a:rPr lang="en-US" smtClean="0"/>
              <a:t>1</a:t>
            </a:fld>
            <a:endParaRPr lang="en-US"/>
          </a:p>
        </p:txBody>
      </p:sp>
      <p:pic>
        <p:nvPicPr>
          <p:cNvPr id="4" name="Picture 3" descr="A black background with white text&#10;&#10;AI-generated content may be incorrect.">
            <a:extLst>
              <a:ext uri="{FF2B5EF4-FFF2-40B4-BE49-F238E27FC236}">
                <a16:creationId xmlns:a16="http://schemas.microsoft.com/office/drawing/2014/main" id="{F3228F18-B4D6-2FDB-9CD3-2BD1679ED408}"/>
              </a:ext>
            </a:extLst>
          </p:cNvPr>
          <p:cNvPicPr>
            <a:picLocks noChangeAspect="1"/>
          </p:cNvPicPr>
          <p:nvPr/>
        </p:nvPicPr>
        <p:blipFill>
          <a:blip r:embed="rId7">
            <a:extLst>
              <a:ext uri="{28A0092B-C50C-407E-A947-70E740481C1C}">
                <a14:useLocalDpi xmlns:a14="http://schemas.microsoft.com/office/drawing/2010/main" val="0"/>
              </a:ext>
            </a:extLst>
          </a:blip>
          <a:srcRect b="17751"/>
          <a:stretch>
            <a:fillRect/>
          </a:stretch>
        </p:blipFill>
        <p:spPr>
          <a:xfrm>
            <a:off x="328028" y="628737"/>
            <a:ext cx="5490274" cy="1395271"/>
          </a:xfrm>
          <a:prstGeom prst="rect">
            <a:avLst/>
          </a:prstGeom>
        </p:spPr>
      </p:pic>
    </p:spTree>
    <p:extLst>
      <p:ext uri="{BB962C8B-B14F-4D97-AF65-F5344CB8AC3E}">
        <p14:creationId xmlns:p14="http://schemas.microsoft.com/office/powerpoint/2010/main" val="412791509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E9056A7A-A924-697B-61B4-6E0BDE5218C2}"/>
              </a:ext>
            </a:extLst>
          </p:cNvPr>
          <p:cNvSpPr>
            <a:spLocks noGrp="1"/>
          </p:cNvSpPr>
          <p:nvPr>
            <p:ph type="sldNum" sz="quarter" idx="12"/>
          </p:nvPr>
        </p:nvSpPr>
        <p:spPr/>
        <p:txBody>
          <a:bodyPr/>
          <a:lstStyle/>
          <a:p>
            <a:fld id="{8E1CF2E5-4A16-4FBD-9713-265FD1DAAE65}" type="slidenum">
              <a:rPr lang="en-US" smtClean="0"/>
              <a:t>2</a:t>
            </a:fld>
            <a:endParaRPr lang="en-US"/>
          </a:p>
        </p:txBody>
      </p:sp>
      <p:sp>
        <p:nvSpPr>
          <p:cNvPr id="4" name="Rectangle 3">
            <a:extLst>
              <a:ext uri="{FF2B5EF4-FFF2-40B4-BE49-F238E27FC236}">
                <a16:creationId xmlns:a16="http://schemas.microsoft.com/office/drawing/2014/main" id="{8818ADE2-CF6B-2529-F8A4-11A6627F4D45}"/>
              </a:ext>
            </a:extLst>
          </p:cNvPr>
          <p:cNvSpPr/>
          <p:nvPr/>
        </p:nvSpPr>
        <p:spPr>
          <a:xfrm>
            <a:off x="381000" y="1265332"/>
            <a:ext cx="11465657" cy="5091013"/>
          </a:xfrm>
          <a:prstGeom prst="rect">
            <a:avLst/>
          </a:prstGeom>
          <a:solidFill>
            <a:schemeClr val="bg1">
              <a:lumMod val="95000"/>
            </a:schemeClr>
          </a:solidFill>
          <a:ln>
            <a:noFill/>
          </a:ln>
        </p:spPr>
        <p:style>
          <a:lnRef idx="1">
            <a:schemeClr val="accent1"/>
          </a:lnRef>
          <a:fillRef idx="0">
            <a:schemeClr val="accent1"/>
          </a:fillRef>
          <a:effectRef idx="0">
            <a:schemeClr val="accent1"/>
          </a:effectRef>
          <a:fontRef idx="minor">
            <a:schemeClr val="tx1"/>
          </a:fontRef>
        </p:style>
        <p:txBody>
          <a:bodyPr lIns="91440" tIns="45720" rIns="91440" bIns="45720" rtlCol="0" anchor="ctr"/>
          <a:lstStyle/>
          <a:p>
            <a:pPr marL="90170">
              <a:lnSpc>
                <a:spcPct val="115000"/>
              </a:lnSpc>
              <a:spcBef>
                <a:spcPts val="600"/>
              </a:spcBef>
              <a:spcAft>
                <a:spcPts val="600"/>
              </a:spcAft>
              <a:tabLst>
                <a:tab pos="457200" algn="l"/>
              </a:tabLst>
            </a:pPr>
            <a:r>
              <a:rPr lang="en-US" sz="1400" i="1" dirty="0">
                <a:solidFill>
                  <a:prstClr val="black"/>
                </a:solidFill>
                <a:latin typeface="Georgia" panose="02040502050405020303" pitchFamily="18" charset="0"/>
                <a:cs typeface="Arial" panose="020B0604020202020204" pitchFamily="34" charset="0"/>
              </a:rPr>
              <a:t>Objective: </a:t>
            </a:r>
            <a:r>
              <a:rPr lang="en-US" sz="1400" dirty="0">
                <a:solidFill>
                  <a:srgbClr val="0A0A0A"/>
                </a:solidFill>
                <a:latin typeface="Georgia" panose="02040502050405020303" pitchFamily="18" charset="0"/>
                <a:cs typeface="Arial" panose="020B0604020202020204" pitchFamily="34" charset="0"/>
              </a:rPr>
              <a:t>Assess how diversified value can be created in cancer care and adjacent healthcare segments by leveraging core oncology strengths, expanding into adjacencies, and developing new initiatives that improve business performance over 2026–2028</a:t>
            </a:r>
            <a:endParaRPr lang="en-US" sz="1400" i="1" dirty="0">
              <a:solidFill>
                <a:prstClr val="black"/>
              </a:solidFill>
              <a:latin typeface="Georgia" panose="02040502050405020303" pitchFamily="18" charset="0"/>
              <a:cs typeface="Arial" panose="020B0604020202020204" pitchFamily="34" charset="0"/>
            </a:endParaRPr>
          </a:p>
          <a:p>
            <a:pPr marL="342900" indent="-252095">
              <a:lnSpc>
                <a:spcPct val="115000"/>
              </a:lnSpc>
              <a:spcBef>
                <a:spcPts val="600"/>
              </a:spcBef>
              <a:spcAft>
                <a:spcPts val="600"/>
              </a:spcAft>
              <a:buFont typeface="Arial" panose="020B0604020202020204" pitchFamily="34" charset="0"/>
              <a:buChar char="•"/>
              <a:tabLst>
                <a:tab pos="457200" algn="l"/>
              </a:tabLst>
            </a:pPr>
            <a:r>
              <a:rPr lang="en-US" sz="1400" dirty="0">
                <a:solidFill>
                  <a:prstClr val="black"/>
                </a:solidFill>
                <a:latin typeface="Georgia" panose="02040502050405020303" pitchFamily="18" charset="0"/>
                <a:cs typeface="Arial" panose="020B0604020202020204" pitchFamily="34" charset="0"/>
              </a:rPr>
              <a:t>Core oncology (diagnostics &amp; treatment) remains the anchor, with opportunities driven by increasing oncology patient inflows through doctor and private clinic referrals, supported by partnerships (e.g., BPG, Dana Farber)</a:t>
            </a:r>
          </a:p>
          <a:p>
            <a:pPr marL="800100" lvl="1" indent="-252095">
              <a:lnSpc>
                <a:spcPct val="115000"/>
              </a:lnSpc>
              <a:spcBef>
                <a:spcPts val="600"/>
              </a:spcBef>
              <a:spcAft>
                <a:spcPts val="600"/>
              </a:spcAft>
              <a:buFont typeface="Arial" panose="020B0604020202020204" pitchFamily="34" charset="0"/>
              <a:buChar char="•"/>
              <a:tabLst>
                <a:tab pos="457200" algn="l"/>
              </a:tabLst>
            </a:pPr>
            <a:r>
              <a:rPr lang="en-US" sz="1400" dirty="0">
                <a:solidFill>
                  <a:prstClr val="black"/>
                </a:solidFill>
                <a:latin typeface="Georgia" panose="02040502050405020303" pitchFamily="18" charset="0"/>
                <a:cs typeface="Arial" panose="020B0604020202020204" pitchFamily="34" charset="0"/>
              </a:rPr>
              <a:t>Additional value comes from enhanced multi-disciplinary consultations, leveraging part-time specialists</a:t>
            </a:r>
          </a:p>
          <a:p>
            <a:pPr marL="342900" indent="-252095">
              <a:lnSpc>
                <a:spcPct val="115000"/>
              </a:lnSpc>
              <a:spcBef>
                <a:spcPts val="600"/>
              </a:spcBef>
              <a:spcAft>
                <a:spcPts val="600"/>
              </a:spcAft>
              <a:buFont typeface="Arial" panose="020B0604020202020204" pitchFamily="34" charset="0"/>
              <a:buChar char="•"/>
              <a:tabLst>
                <a:tab pos="457200" algn="l"/>
              </a:tabLst>
            </a:pPr>
            <a:r>
              <a:rPr lang="en-US" sz="1400" dirty="0">
                <a:solidFill>
                  <a:prstClr val="black"/>
                </a:solidFill>
                <a:latin typeface="Georgia"/>
                <a:cs typeface="Arial"/>
              </a:rPr>
              <a:t>Core adjacencies provide meaningful upside, primarily via </a:t>
            </a:r>
            <a:r>
              <a:rPr lang="en-US" sz="1400" b="1" dirty="0">
                <a:solidFill>
                  <a:prstClr val="black"/>
                </a:solidFill>
                <a:latin typeface="Georgia"/>
                <a:cs typeface="Arial"/>
              </a:rPr>
              <a:t>non-oncology diagnostics </a:t>
            </a:r>
            <a:r>
              <a:rPr lang="en-US" sz="1400" dirty="0">
                <a:solidFill>
                  <a:prstClr val="black"/>
                </a:solidFill>
                <a:latin typeface="Georgia"/>
                <a:cs typeface="Arial"/>
              </a:rPr>
              <a:t>and </a:t>
            </a:r>
            <a:r>
              <a:rPr lang="en-US" sz="1400" b="1" dirty="0">
                <a:solidFill>
                  <a:prstClr val="black"/>
                </a:solidFill>
                <a:latin typeface="Georgia"/>
                <a:cs typeface="Arial"/>
              </a:rPr>
              <a:t>supportive care +</a:t>
            </a:r>
            <a:r>
              <a:rPr lang="en-US" sz="1400" dirty="0">
                <a:solidFill>
                  <a:prstClr val="black"/>
                </a:solidFill>
                <a:latin typeface="Georgia"/>
                <a:cs typeface="Arial"/>
              </a:rPr>
              <a:t> </a:t>
            </a:r>
            <a:r>
              <a:rPr lang="en-US" sz="1400" b="1" dirty="0">
                <a:solidFill>
                  <a:prstClr val="black"/>
                </a:solidFill>
                <a:latin typeface="Georgia"/>
                <a:cs typeface="Arial"/>
              </a:rPr>
              <a:t>non-oncology infusions</a:t>
            </a:r>
            <a:r>
              <a:rPr lang="en-US" sz="1400" dirty="0">
                <a:solidFill>
                  <a:prstClr val="black"/>
                </a:solidFill>
                <a:latin typeface="Georgia"/>
                <a:cs typeface="Arial"/>
              </a:rPr>
              <a:t>, both of which benefit from referral-driven volumes and existing capacity</a:t>
            </a:r>
          </a:p>
          <a:p>
            <a:pPr marL="800100" lvl="1" indent="-252095">
              <a:lnSpc>
                <a:spcPct val="115000"/>
              </a:lnSpc>
              <a:spcBef>
                <a:spcPts val="600"/>
              </a:spcBef>
              <a:spcAft>
                <a:spcPts val="600"/>
              </a:spcAft>
              <a:buFont typeface="Arial" panose="020B0604020202020204" pitchFamily="34" charset="0"/>
              <a:buChar char="•"/>
              <a:tabLst>
                <a:tab pos="457200" algn="l"/>
              </a:tabLst>
            </a:pPr>
            <a:r>
              <a:rPr lang="en-US" sz="1400" b="1" dirty="0">
                <a:solidFill>
                  <a:prstClr val="black"/>
                </a:solidFill>
                <a:latin typeface="Georgia"/>
                <a:cs typeface="Arial"/>
              </a:rPr>
              <a:t>Preventive care </a:t>
            </a:r>
            <a:r>
              <a:rPr lang="en-US" sz="1400" dirty="0">
                <a:solidFill>
                  <a:prstClr val="black"/>
                </a:solidFill>
                <a:latin typeface="Georgia"/>
                <a:cs typeface="Arial"/>
              </a:rPr>
              <a:t>(corporate wellness, VIP packages) offers a further avenue to deepen engagement</a:t>
            </a:r>
          </a:p>
          <a:p>
            <a:pPr marL="342900" indent="-252095">
              <a:lnSpc>
                <a:spcPct val="115000"/>
              </a:lnSpc>
              <a:spcBef>
                <a:spcPts val="600"/>
              </a:spcBef>
              <a:spcAft>
                <a:spcPts val="600"/>
              </a:spcAft>
              <a:buFont typeface="Arial" panose="020B0604020202020204" pitchFamily="34" charset="0"/>
              <a:buChar char="•"/>
              <a:tabLst>
                <a:tab pos="457200" algn="l"/>
              </a:tabLst>
            </a:pPr>
            <a:r>
              <a:rPr lang="en-US" sz="1400" dirty="0">
                <a:solidFill>
                  <a:prstClr val="black"/>
                </a:solidFill>
                <a:latin typeface="Georgia"/>
                <a:cs typeface="Arial"/>
              </a:rPr>
              <a:t>Expansion initiatives extend beyond the core to capture new oncology-adjacent value pools. These include </a:t>
            </a:r>
            <a:r>
              <a:rPr lang="en-US" sz="1400" b="1" dirty="0">
                <a:solidFill>
                  <a:prstClr val="black"/>
                </a:solidFill>
                <a:latin typeface="Georgia"/>
                <a:cs typeface="Arial"/>
              </a:rPr>
              <a:t>day surgery </a:t>
            </a:r>
            <a:r>
              <a:rPr lang="en-US" sz="1400" dirty="0">
                <a:solidFill>
                  <a:prstClr val="black"/>
                </a:solidFill>
                <a:latin typeface="Georgia"/>
                <a:cs typeface="Arial"/>
              </a:rPr>
              <a:t>(e.g., prostate cancer minimally invasive procedures), </a:t>
            </a:r>
            <a:r>
              <a:rPr lang="en-US" sz="1400" b="1" dirty="0">
                <a:solidFill>
                  <a:prstClr val="black"/>
                </a:solidFill>
                <a:latin typeface="Georgia"/>
                <a:cs typeface="Arial"/>
              </a:rPr>
              <a:t>onco-fertility</a:t>
            </a:r>
            <a:r>
              <a:rPr lang="en-US" sz="1400" dirty="0">
                <a:solidFill>
                  <a:prstClr val="black"/>
                </a:solidFill>
                <a:latin typeface="Georgia"/>
                <a:cs typeface="Arial"/>
              </a:rPr>
              <a:t>, and </a:t>
            </a:r>
            <a:r>
              <a:rPr lang="en-US" sz="1400" b="1" dirty="0">
                <a:solidFill>
                  <a:prstClr val="black"/>
                </a:solidFill>
                <a:latin typeface="Georgia"/>
                <a:cs typeface="Arial"/>
              </a:rPr>
              <a:t>operations management contracts</a:t>
            </a:r>
            <a:r>
              <a:rPr lang="en-US" sz="1400" dirty="0">
                <a:solidFill>
                  <a:prstClr val="black"/>
                </a:solidFill>
                <a:latin typeface="Georgia"/>
                <a:cs typeface="Arial"/>
              </a:rPr>
              <a:t> with external hospitals (e.g., Fakeeh Madina, Dallah Khobar)</a:t>
            </a:r>
          </a:p>
          <a:p>
            <a:pPr marL="342900" indent="-252095">
              <a:lnSpc>
                <a:spcPct val="115000"/>
              </a:lnSpc>
              <a:spcBef>
                <a:spcPts val="600"/>
              </a:spcBef>
              <a:spcAft>
                <a:spcPts val="600"/>
              </a:spcAft>
              <a:buFont typeface="Arial" panose="020B0604020202020204" pitchFamily="34" charset="0"/>
              <a:buChar char="•"/>
              <a:tabLst>
                <a:tab pos="457200" algn="l"/>
              </a:tabLst>
            </a:pPr>
            <a:r>
              <a:rPr lang="en-US" sz="1400" dirty="0">
                <a:solidFill>
                  <a:prstClr val="black"/>
                </a:solidFill>
                <a:latin typeface="Georgia"/>
                <a:cs typeface="Arial"/>
              </a:rPr>
              <a:t>Finally, other new levers and add-ons broaden the patient base and diversify revenue, including </a:t>
            </a:r>
            <a:r>
              <a:rPr lang="en-US" sz="1400" b="1" dirty="0">
                <a:solidFill>
                  <a:prstClr val="black"/>
                </a:solidFill>
                <a:latin typeface="Georgia"/>
                <a:cs typeface="Arial"/>
              </a:rPr>
              <a:t>teleconsultations</a:t>
            </a:r>
            <a:r>
              <a:rPr lang="en-US" sz="1400" dirty="0">
                <a:solidFill>
                  <a:prstClr val="black"/>
                </a:solidFill>
                <a:latin typeface="Georgia"/>
                <a:cs typeface="Arial"/>
              </a:rPr>
              <a:t>, </a:t>
            </a:r>
            <a:r>
              <a:rPr lang="en-US" sz="1400" b="1" dirty="0">
                <a:solidFill>
                  <a:prstClr val="black"/>
                </a:solidFill>
                <a:latin typeface="Georgia"/>
                <a:cs typeface="Arial"/>
              </a:rPr>
              <a:t>B2B specialty pharma</a:t>
            </a:r>
            <a:r>
              <a:rPr lang="en-US" sz="1400" dirty="0">
                <a:solidFill>
                  <a:prstClr val="black"/>
                </a:solidFill>
                <a:latin typeface="Georgia"/>
                <a:cs typeface="Arial"/>
              </a:rPr>
              <a:t>, and </a:t>
            </a:r>
            <a:r>
              <a:rPr lang="en-US" sz="1400" b="1" dirty="0">
                <a:solidFill>
                  <a:prstClr val="black"/>
                </a:solidFill>
                <a:latin typeface="Georgia"/>
                <a:cs typeface="Arial"/>
              </a:rPr>
              <a:t>supportive care salons</a:t>
            </a:r>
            <a:endParaRPr lang="en-US" sz="1400" dirty="0">
              <a:solidFill>
                <a:prstClr val="black"/>
              </a:solidFill>
              <a:latin typeface="Georgia"/>
              <a:cs typeface="Arial"/>
            </a:endParaRPr>
          </a:p>
          <a:p>
            <a:pPr marL="90170">
              <a:lnSpc>
                <a:spcPct val="115000"/>
              </a:lnSpc>
              <a:spcBef>
                <a:spcPts val="600"/>
              </a:spcBef>
              <a:spcAft>
                <a:spcPts val="600"/>
              </a:spcAft>
              <a:tabLst>
                <a:tab pos="457200" algn="l"/>
              </a:tabLst>
            </a:pPr>
            <a:r>
              <a:rPr lang="en-US" sz="1400" dirty="0">
                <a:solidFill>
                  <a:prstClr val="black"/>
                </a:solidFill>
                <a:latin typeface="Georgia"/>
                <a:cs typeface="Arial"/>
              </a:rPr>
              <a:t>Overall, the opportunity set demonstrates that while the core oncology business remains central, meaningful growth will come from adjacent services and selective new expansions, creating a diversified platform with a stronger long-term trajectory with </a:t>
            </a:r>
            <a:r>
              <a:rPr lang="en-US" sz="1400" b="1" u="sng" dirty="0">
                <a:solidFill>
                  <a:prstClr val="black"/>
                </a:solidFill>
                <a:latin typeface="Georgia"/>
                <a:cs typeface="Arial"/>
              </a:rPr>
              <a:t>multiple options to pursue</a:t>
            </a:r>
            <a:endParaRPr lang="en-US" sz="1400" b="1" u="sng" dirty="0">
              <a:solidFill>
                <a:prstClr val="black"/>
              </a:solidFill>
              <a:latin typeface="Georgia" panose="02040502050405020303" pitchFamily="18" charset="0"/>
              <a:cs typeface="Arial" panose="020B0604020202020204" pitchFamily="34" charset="0"/>
            </a:endParaRPr>
          </a:p>
        </p:txBody>
      </p:sp>
      <p:grpSp>
        <p:nvGrpSpPr>
          <p:cNvPr id="7" name="Group 6">
            <a:extLst>
              <a:ext uri="{FF2B5EF4-FFF2-40B4-BE49-F238E27FC236}">
                <a16:creationId xmlns:a16="http://schemas.microsoft.com/office/drawing/2014/main" id="{21C56644-FF0B-43B1-FA21-081035BBD8EE}"/>
              </a:ext>
            </a:extLst>
          </p:cNvPr>
          <p:cNvGrpSpPr/>
          <p:nvPr/>
        </p:nvGrpSpPr>
        <p:grpSpPr>
          <a:xfrm>
            <a:off x="-460920" y="279546"/>
            <a:ext cx="338328" cy="6397662"/>
            <a:chOff x="-460920" y="279546"/>
            <a:chExt cx="338328" cy="6397662"/>
          </a:xfrm>
        </p:grpSpPr>
        <p:sp>
          <p:nvSpPr>
            <p:cNvPr id="8" name="Google Shape;139;p2">
              <a:extLst>
                <a:ext uri="{FF2B5EF4-FFF2-40B4-BE49-F238E27FC236}">
                  <a16:creationId xmlns:a16="http://schemas.microsoft.com/office/drawing/2014/main" id="{0ADAA1CF-E936-454C-4FA3-59A631548721}"/>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9" name="Google Shape;140;p2">
              <a:extLst>
                <a:ext uri="{FF2B5EF4-FFF2-40B4-BE49-F238E27FC236}">
                  <a16:creationId xmlns:a16="http://schemas.microsoft.com/office/drawing/2014/main" id="{409794DC-21FC-41EA-E1C9-8992AAADB834}"/>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0" name="Google Shape;141;p2">
              <a:extLst>
                <a:ext uri="{FF2B5EF4-FFF2-40B4-BE49-F238E27FC236}">
                  <a16:creationId xmlns:a16="http://schemas.microsoft.com/office/drawing/2014/main" id="{60C1B618-D985-7D81-5CF7-7C0FE9141968}"/>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1" name="Google Shape;142;p2">
              <a:extLst>
                <a:ext uri="{FF2B5EF4-FFF2-40B4-BE49-F238E27FC236}">
                  <a16:creationId xmlns:a16="http://schemas.microsoft.com/office/drawing/2014/main" id="{9E2E876E-983D-6899-85AE-0E749301AB56}"/>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2" name="Google Shape;143;p2">
              <a:extLst>
                <a:ext uri="{FF2B5EF4-FFF2-40B4-BE49-F238E27FC236}">
                  <a16:creationId xmlns:a16="http://schemas.microsoft.com/office/drawing/2014/main" id="{16CCE459-5C28-05DF-A7E1-2CAE4AF1BC22}"/>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3" name="Google Shape;144;p2">
              <a:extLst>
                <a:ext uri="{FF2B5EF4-FFF2-40B4-BE49-F238E27FC236}">
                  <a16:creationId xmlns:a16="http://schemas.microsoft.com/office/drawing/2014/main" id="{6BD76BBD-1F3B-F2F6-6C73-B44151609673}"/>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4" name="Google Shape;145;p2">
              <a:extLst>
                <a:ext uri="{FF2B5EF4-FFF2-40B4-BE49-F238E27FC236}">
                  <a16:creationId xmlns:a16="http://schemas.microsoft.com/office/drawing/2014/main" id="{A8CE26DA-B49A-DF48-3039-CE0A4F491822}"/>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 name="Google Shape;146;p2">
              <a:extLst>
                <a:ext uri="{FF2B5EF4-FFF2-40B4-BE49-F238E27FC236}">
                  <a16:creationId xmlns:a16="http://schemas.microsoft.com/office/drawing/2014/main" id="{1CA7077F-62F8-601B-7FAD-7221D4CAADC5}"/>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6" name="Google Shape;147;p2">
              <a:extLst>
                <a:ext uri="{FF2B5EF4-FFF2-40B4-BE49-F238E27FC236}">
                  <a16:creationId xmlns:a16="http://schemas.microsoft.com/office/drawing/2014/main" id="{F7331B29-6719-E261-5EF3-83743C28AF08}"/>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7" name="Google Shape;148;p2">
              <a:extLst>
                <a:ext uri="{FF2B5EF4-FFF2-40B4-BE49-F238E27FC236}">
                  <a16:creationId xmlns:a16="http://schemas.microsoft.com/office/drawing/2014/main" id="{B88DC839-FF77-7635-1CBA-219CC53E239F}"/>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8" name="Google Shape;149;p2">
              <a:extLst>
                <a:ext uri="{FF2B5EF4-FFF2-40B4-BE49-F238E27FC236}">
                  <a16:creationId xmlns:a16="http://schemas.microsoft.com/office/drawing/2014/main" id="{7D9D70F3-A757-C38A-7409-9DF9881C16C6}"/>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9" name="Google Shape;151;p2">
              <a:extLst>
                <a:ext uri="{FF2B5EF4-FFF2-40B4-BE49-F238E27FC236}">
                  <a16:creationId xmlns:a16="http://schemas.microsoft.com/office/drawing/2014/main" id="{69782EB1-19EF-E282-76D3-77F857B8E71F}"/>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20" name="Google Shape;147;p2">
              <a:extLst>
                <a:ext uri="{FF2B5EF4-FFF2-40B4-BE49-F238E27FC236}">
                  <a16:creationId xmlns:a16="http://schemas.microsoft.com/office/drawing/2014/main" id="{2243A3F8-3E5E-2500-30A6-B2532E309E3E}"/>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sp>
        <p:nvSpPr>
          <p:cNvPr id="21" name="2. Slide Title">
            <a:extLst>
              <a:ext uri="{FF2B5EF4-FFF2-40B4-BE49-F238E27FC236}">
                <a16:creationId xmlns:a16="http://schemas.microsoft.com/office/drawing/2014/main" id="{521B97FF-7EBB-B7D1-C9B2-7B87BDF81243}"/>
              </a:ext>
            </a:extLst>
          </p:cNvPr>
          <p:cNvSpPr txBox="1">
            <a:spLocks/>
          </p:cNvSpPr>
          <p:nvPr>
            <p:custDataLst>
              <p:tags r:id="rId1"/>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dirty="0">
                <a:solidFill>
                  <a:srgbClr val="0A0A0A"/>
                </a:solidFill>
                <a:latin typeface="Georgia" panose="02040502050405020303" pitchFamily="18" charset="0"/>
                <a:cs typeface="Arial" panose="020B0604020202020204" pitchFamily="34" charset="0"/>
              </a:rPr>
              <a:t>Executive Note</a:t>
            </a:r>
            <a:endParaRPr lang="en-US" sz="2600" b="0" dirty="0">
              <a:solidFill>
                <a:srgbClr val="0A0A0A"/>
              </a:solidFill>
              <a:latin typeface="Georgia" panose="02040502050405020303" pitchFamily="18" charset="0"/>
              <a:cs typeface="Arial" panose="020B0604020202020204" pitchFamily="34" charset="0"/>
            </a:endParaRPr>
          </a:p>
        </p:txBody>
      </p:sp>
      <p:sp>
        <p:nvSpPr>
          <p:cNvPr id="22" name="Line 15">
            <a:extLst>
              <a:ext uri="{FF2B5EF4-FFF2-40B4-BE49-F238E27FC236}">
                <a16:creationId xmlns:a16="http://schemas.microsoft.com/office/drawing/2014/main" id="{A1842045-5324-C826-71FD-FF0A67D2CC49}"/>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503537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065"/>
        <p:cNvGrpSpPr/>
        <p:nvPr/>
      </p:nvGrpSpPr>
      <p:grpSpPr>
        <a:xfrm>
          <a:off x="0" y="0"/>
          <a:ext cx="0" cy="0"/>
          <a:chOff x="0" y="0"/>
          <a:chExt cx="0" cy="0"/>
        </a:xfrm>
      </p:grpSpPr>
      <p:sp>
        <p:nvSpPr>
          <p:cNvPr id="2071" name="Google Shape;2071;p21"/>
          <p:cNvSpPr/>
          <p:nvPr/>
        </p:nvSpPr>
        <p:spPr>
          <a:xfrm flipH="1">
            <a:off x="485385" y="1673238"/>
            <a:ext cx="2250937" cy="422503"/>
          </a:xfrm>
          <a:prstGeom prst="rect">
            <a:avLst/>
          </a:prstGeom>
          <a:solidFill>
            <a:srgbClr val="FFFFFF"/>
          </a:solidFill>
          <a:ln>
            <a:noFill/>
          </a:ln>
        </p:spPr>
        <p:txBody>
          <a:bodyPr spcFirstLastPara="1" wrap="square" lIns="91425" tIns="45700" rIns="91425" bIns="45700" anchor="ctr" anchorCtr="0">
            <a:noAutofit/>
          </a:bodyPr>
          <a:lstStyle/>
          <a:p>
            <a:pPr marL="0" marR="0" lvl="0" indent="0" rtl="0">
              <a:lnSpc>
                <a:spcPct val="100000"/>
              </a:lnSpc>
              <a:spcBef>
                <a:spcPts val="0"/>
              </a:spcBef>
              <a:spcAft>
                <a:spcPts val="0"/>
              </a:spcAft>
              <a:buClr>
                <a:srgbClr val="000000"/>
              </a:buClr>
              <a:buSzPts val="1400"/>
              <a:buFont typeface="Arial"/>
              <a:buNone/>
            </a:pPr>
            <a:r>
              <a:rPr lang="en-US" b="1" i="0" u="none" strike="noStrike" cap="none">
                <a:solidFill>
                  <a:srgbClr val="39BFC3"/>
                </a:solidFill>
                <a:ea typeface="Arial"/>
                <a:cs typeface="Arial"/>
                <a:sym typeface="Arial"/>
              </a:rPr>
              <a:t>Current </a:t>
            </a:r>
            <a:r>
              <a:rPr lang="en-US" b="1">
                <a:solidFill>
                  <a:srgbClr val="39BFC3"/>
                </a:solidFill>
                <a:ea typeface="Arial"/>
                <a:cs typeface="Arial"/>
                <a:sym typeface="Arial"/>
              </a:rPr>
              <a:t>b</a:t>
            </a:r>
            <a:r>
              <a:rPr lang="en-US" b="1" i="0" u="none" strike="noStrike" cap="none">
                <a:solidFill>
                  <a:srgbClr val="39BFC3"/>
                </a:solidFill>
                <a:ea typeface="Arial"/>
                <a:cs typeface="Arial"/>
                <a:sym typeface="Arial"/>
              </a:rPr>
              <a:t>usiness inflection </a:t>
            </a:r>
            <a:r>
              <a:rPr lang="en-US" b="1">
                <a:solidFill>
                  <a:srgbClr val="39BFC3"/>
                </a:solidFill>
                <a:ea typeface="Arial"/>
                <a:cs typeface="Arial"/>
                <a:sym typeface="Arial"/>
              </a:rPr>
              <a:t>p</a:t>
            </a:r>
            <a:r>
              <a:rPr lang="en-US" b="1" i="0" u="none" strike="noStrike" cap="none">
                <a:solidFill>
                  <a:srgbClr val="39BFC3"/>
                </a:solidFill>
                <a:ea typeface="Arial"/>
                <a:cs typeface="Arial"/>
                <a:sym typeface="Arial"/>
              </a:rPr>
              <a:t>oint</a:t>
            </a:r>
            <a:endParaRPr b="0" i="0" u="none" strike="noStrike" cap="none">
              <a:solidFill>
                <a:srgbClr val="39BFC3"/>
              </a:solidFill>
              <a:ea typeface="Arial"/>
              <a:cs typeface="Arial"/>
              <a:sym typeface="Arial"/>
            </a:endParaRPr>
          </a:p>
        </p:txBody>
      </p:sp>
      <p:sp>
        <p:nvSpPr>
          <p:cNvPr id="2075" name="Google Shape;2075;p21"/>
          <p:cNvSpPr/>
          <p:nvPr/>
        </p:nvSpPr>
        <p:spPr>
          <a:xfrm flipH="1">
            <a:off x="5190011" y="1673239"/>
            <a:ext cx="2011680" cy="422503"/>
          </a:xfrm>
          <a:prstGeom prst="rect">
            <a:avLst/>
          </a:prstGeom>
          <a:solidFill>
            <a:srgbClr val="FFFFFF"/>
          </a:solidFill>
          <a:ln>
            <a:noFill/>
          </a:ln>
        </p:spPr>
        <p:txBody>
          <a:bodyPr spcFirstLastPara="1" wrap="square" lIns="91425" tIns="45700" rIns="91425" bIns="45700" anchor="ctr" anchorCtr="0">
            <a:noAutofit/>
          </a:bodyPr>
          <a:lstStyle/>
          <a:p>
            <a:pPr marL="0" marR="0" lvl="0" indent="0" rtl="0">
              <a:lnSpc>
                <a:spcPct val="100000"/>
              </a:lnSpc>
              <a:spcBef>
                <a:spcPts val="0"/>
              </a:spcBef>
              <a:spcAft>
                <a:spcPts val="0"/>
              </a:spcAft>
              <a:buClr>
                <a:srgbClr val="000000"/>
              </a:buClr>
              <a:buSzPts val="1400"/>
              <a:buFont typeface="Arial"/>
              <a:buNone/>
            </a:pPr>
            <a:r>
              <a:rPr lang="en-US" b="1">
                <a:solidFill>
                  <a:srgbClr val="39BFC3"/>
                </a:solidFill>
                <a:ea typeface="Arial"/>
                <a:cs typeface="Arial"/>
                <a:sym typeface="Arial"/>
              </a:rPr>
              <a:t>Means to achieve value creation</a:t>
            </a:r>
            <a:endParaRPr lang="en-US" b="0" i="0" u="none" strike="noStrike" cap="none">
              <a:solidFill>
                <a:srgbClr val="39BFC3"/>
              </a:solidFill>
              <a:ea typeface="Arial"/>
              <a:cs typeface="Arial"/>
              <a:sym typeface="Arial"/>
            </a:endParaRPr>
          </a:p>
        </p:txBody>
      </p:sp>
      <p:sp>
        <p:nvSpPr>
          <p:cNvPr id="2076" name="Google Shape;2076;p21"/>
          <p:cNvSpPr/>
          <p:nvPr/>
        </p:nvSpPr>
        <p:spPr>
          <a:xfrm>
            <a:off x="2547388" y="3689875"/>
            <a:ext cx="222961" cy="422502"/>
          </a:xfrm>
          <a:prstGeom prst="chevron">
            <a:avLst>
              <a:gd name="adj" fmla="val 50000"/>
            </a:avLst>
          </a:prstGeom>
          <a:solidFill>
            <a:srgbClr val="DDDDD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dk1"/>
              </a:solidFill>
              <a:ea typeface="Arial"/>
              <a:cs typeface="Arial"/>
              <a:sym typeface="Arial"/>
            </a:endParaRPr>
          </a:p>
        </p:txBody>
      </p:sp>
      <p:sp>
        <p:nvSpPr>
          <p:cNvPr id="2077" name="Google Shape;2077;p21"/>
          <p:cNvSpPr/>
          <p:nvPr/>
        </p:nvSpPr>
        <p:spPr>
          <a:xfrm>
            <a:off x="4915773" y="3689875"/>
            <a:ext cx="222961" cy="422502"/>
          </a:xfrm>
          <a:prstGeom prst="chevron">
            <a:avLst>
              <a:gd name="adj" fmla="val 50000"/>
            </a:avLst>
          </a:prstGeom>
          <a:solidFill>
            <a:srgbClr val="DDDDD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dk1"/>
              </a:solidFill>
              <a:ea typeface="Arial"/>
              <a:cs typeface="Arial"/>
              <a:sym typeface="Arial"/>
            </a:endParaRPr>
          </a:p>
        </p:txBody>
      </p:sp>
      <p:sp>
        <p:nvSpPr>
          <p:cNvPr id="2078" name="Google Shape;2078;p21"/>
          <p:cNvSpPr/>
          <p:nvPr/>
        </p:nvSpPr>
        <p:spPr>
          <a:xfrm>
            <a:off x="7638746" y="3610840"/>
            <a:ext cx="234919" cy="580572"/>
          </a:xfrm>
          <a:prstGeom prst="chevron">
            <a:avLst>
              <a:gd name="adj" fmla="val 50000"/>
            </a:avLst>
          </a:prstGeom>
          <a:solidFill>
            <a:srgbClr val="206971"/>
          </a:solidFill>
          <a:ln w="12700" cap="flat" cmpd="sng">
            <a:solidFill>
              <a:srgbClr val="055D7A"/>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04748A"/>
              </a:solidFill>
              <a:ea typeface="Arial"/>
              <a:cs typeface="Arial"/>
              <a:sym typeface="Arial"/>
            </a:endParaRPr>
          </a:p>
        </p:txBody>
      </p:sp>
      <p:sp>
        <p:nvSpPr>
          <p:cNvPr id="2079" name="Google Shape;2079;p21"/>
          <p:cNvSpPr/>
          <p:nvPr/>
        </p:nvSpPr>
        <p:spPr>
          <a:xfrm>
            <a:off x="7301292" y="3689875"/>
            <a:ext cx="222961" cy="422502"/>
          </a:xfrm>
          <a:prstGeom prst="chevron">
            <a:avLst>
              <a:gd name="adj" fmla="val 50000"/>
            </a:avLst>
          </a:prstGeom>
          <a:solidFill>
            <a:srgbClr val="DDDDD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dk1"/>
              </a:solidFill>
              <a:ea typeface="Arial"/>
              <a:cs typeface="Arial"/>
              <a:sym typeface="Arial"/>
            </a:endParaRPr>
          </a:p>
        </p:txBody>
      </p:sp>
      <p:sp>
        <p:nvSpPr>
          <p:cNvPr id="2" name="2. Slide Title">
            <a:extLst>
              <a:ext uri="{FF2B5EF4-FFF2-40B4-BE49-F238E27FC236}">
                <a16:creationId xmlns:a16="http://schemas.microsoft.com/office/drawing/2014/main" id="{E0E1A0B7-36C9-4E68-9E31-4D60DE496177}"/>
              </a:ext>
            </a:extLst>
          </p:cNvPr>
          <p:cNvSpPr txBox="1">
            <a:spLocks/>
          </p:cNvSpPr>
          <p:nvPr>
            <p:custDataLst>
              <p:tags r:id="rId1"/>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dirty="0">
                <a:solidFill>
                  <a:srgbClr val="0A0A0A"/>
                </a:solidFill>
                <a:latin typeface="Georgia" panose="02040502050405020303" pitchFamily="18" charset="0"/>
                <a:cs typeface="Arial" panose="020B0604020202020204" pitchFamily="34" charset="0"/>
              </a:rPr>
              <a:t>Purpose: </a:t>
            </a:r>
            <a:r>
              <a:rPr lang="en-US" sz="2600" b="0" dirty="0">
                <a:solidFill>
                  <a:srgbClr val="0A0A0A"/>
                </a:solidFill>
                <a:latin typeface="Georgia" panose="02040502050405020303" pitchFamily="18" charset="0"/>
                <a:cs typeface="Arial" panose="020B0604020202020204" pitchFamily="34" charset="0"/>
              </a:rPr>
              <a:t>To discuss how we can create diversified value in cancer care and related healthcare areas</a:t>
            </a:r>
          </a:p>
        </p:txBody>
      </p:sp>
      <p:sp>
        <p:nvSpPr>
          <p:cNvPr id="3" name="Rectangle 2">
            <a:extLst>
              <a:ext uri="{FF2B5EF4-FFF2-40B4-BE49-F238E27FC236}">
                <a16:creationId xmlns:a16="http://schemas.microsoft.com/office/drawing/2014/main" id="{DF97F91D-5510-6F3A-9B2F-1EC0866A55A2}"/>
              </a:ext>
            </a:extLst>
          </p:cNvPr>
          <p:cNvSpPr/>
          <p:nvPr/>
        </p:nvSpPr>
        <p:spPr>
          <a:xfrm>
            <a:off x="515938" y="2794198"/>
            <a:ext cx="1981127" cy="2419145"/>
          </a:xfrm>
          <a:prstGeom prst="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spcBef>
                <a:spcPts val="800"/>
              </a:spcBef>
              <a:spcAft>
                <a:spcPts val="800"/>
              </a:spcAft>
            </a:pPr>
            <a:r>
              <a:rPr lang="en-US" sz="1600">
                <a:solidFill>
                  <a:schemeClr val="tx1"/>
                </a:solidFill>
                <a:cs typeface="Arial" panose="020B0604020202020204" pitchFamily="34" charset="0"/>
              </a:rPr>
              <a:t>The current business case makes </a:t>
            </a:r>
            <a:r>
              <a:rPr lang="en-US" sz="1600" b="1">
                <a:solidFill>
                  <a:schemeClr val="tx1"/>
                </a:solidFill>
                <a:cs typeface="Arial" panose="020B0604020202020204" pitchFamily="34" charset="0"/>
              </a:rPr>
              <a:t>SAR 39 Mn </a:t>
            </a:r>
            <a:r>
              <a:rPr lang="en-US" sz="1600">
                <a:solidFill>
                  <a:schemeClr val="tx1"/>
                </a:solidFill>
                <a:cs typeface="Arial" panose="020B0604020202020204" pitchFamily="34" charset="0"/>
              </a:rPr>
              <a:t>in net losses for 2026, becoming net profitable in 2027 at </a:t>
            </a:r>
            <a:r>
              <a:rPr lang="en-US" sz="1600" b="1">
                <a:solidFill>
                  <a:schemeClr val="tx1"/>
                </a:solidFill>
                <a:cs typeface="Arial" panose="020B0604020202020204" pitchFamily="34" charset="0"/>
              </a:rPr>
              <a:t>SAR 36 Mn </a:t>
            </a:r>
            <a:r>
              <a:rPr lang="en-US" sz="1600">
                <a:solidFill>
                  <a:schemeClr val="tx1"/>
                </a:solidFill>
                <a:cs typeface="Arial" panose="020B0604020202020204" pitchFamily="34" charset="0"/>
              </a:rPr>
              <a:t>and </a:t>
            </a:r>
            <a:r>
              <a:rPr lang="en-US" sz="1600" b="1">
                <a:solidFill>
                  <a:schemeClr val="tx1"/>
                </a:solidFill>
                <a:cs typeface="Arial" panose="020B0604020202020204" pitchFamily="34" charset="0"/>
              </a:rPr>
              <a:t>SAR 75 Mn</a:t>
            </a:r>
            <a:r>
              <a:rPr lang="en-US" sz="1600">
                <a:solidFill>
                  <a:schemeClr val="tx1"/>
                </a:solidFill>
                <a:cs typeface="Arial" panose="020B0604020202020204" pitchFamily="34" charset="0"/>
              </a:rPr>
              <a:t> in 2028</a:t>
            </a:r>
          </a:p>
          <a:p>
            <a:pPr marL="342900" indent="-342900">
              <a:spcBef>
                <a:spcPts val="800"/>
              </a:spcBef>
              <a:spcAft>
                <a:spcPts val="800"/>
              </a:spcAft>
              <a:buFont typeface="Arial" panose="020B0604020202020204" pitchFamily="34" charset="0"/>
              <a:buChar char="•"/>
            </a:pPr>
            <a:endParaRPr lang="en-US" sz="1600">
              <a:solidFill>
                <a:schemeClr val="tx1"/>
              </a:solidFill>
              <a:cs typeface="Arial" panose="020B0604020202020204" pitchFamily="34" charset="0"/>
            </a:endParaRPr>
          </a:p>
        </p:txBody>
      </p:sp>
      <p:sp>
        <p:nvSpPr>
          <p:cNvPr id="4" name="Rectangle 3">
            <a:extLst>
              <a:ext uri="{FF2B5EF4-FFF2-40B4-BE49-F238E27FC236}">
                <a16:creationId xmlns:a16="http://schemas.microsoft.com/office/drawing/2014/main" id="{CDB6833E-6166-7191-7CAE-F76CF336AEFA}"/>
              </a:ext>
            </a:extLst>
          </p:cNvPr>
          <p:cNvSpPr/>
          <p:nvPr/>
        </p:nvSpPr>
        <p:spPr>
          <a:xfrm>
            <a:off x="2837698" y="2794198"/>
            <a:ext cx="1981127" cy="2419149"/>
          </a:xfrm>
          <a:prstGeom prst="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600">
                <a:solidFill>
                  <a:schemeClr val="tx1"/>
                </a:solidFill>
                <a:cs typeface="Arial" panose="020B0604020202020204" pitchFamily="34" charset="0"/>
              </a:rPr>
              <a:t>A diagnostic has identified </a:t>
            </a:r>
            <a:r>
              <a:rPr lang="en-US" sz="1600" b="1">
                <a:solidFill>
                  <a:schemeClr val="tx1"/>
                </a:solidFill>
                <a:cs typeface="Arial" panose="020B0604020202020204" pitchFamily="34" charset="0"/>
              </a:rPr>
              <a:t>17 areas</a:t>
            </a:r>
            <a:r>
              <a:rPr lang="en-US" sz="1600">
                <a:solidFill>
                  <a:schemeClr val="tx1"/>
                </a:solidFill>
                <a:cs typeface="Arial" panose="020B0604020202020204" pitchFamily="34" charset="0"/>
              </a:rPr>
              <a:t> of value creation that can be added on </a:t>
            </a:r>
            <a:r>
              <a:rPr lang="en-US" sz="1600" b="1">
                <a:solidFill>
                  <a:schemeClr val="tx1"/>
                </a:solidFill>
                <a:cs typeface="Arial" panose="020B0604020202020204" pitchFamily="34" charset="0"/>
              </a:rPr>
              <a:t>top to potentially improve </a:t>
            </a:r>
            <a:r>
              <a:rPr lang="en-US" sz="1600">
                <a:solidFill>
                  <a:schemeClr val="tx1"/>
                </a:solidFill>
                <a:cs typeface="Arial" panose="020B0604020202020204" pitchFamily="34" charset="0"/>
              </a:rPr>
              <a:t>the overall outlook and business case</a:t>
            </a:r>
          </a:p>
        </p:txBody>
      </p:sp>
      <p:sp>
        <p:nvSpPr>
          <p:cNvPr id="5" name="Rectangle 4">
            <a:extLst>
              <a:ext uri="{FF2B5EF4-FFF2-40B4-BE49-F238E27FC236}">
                <a16:creationId xmlns:a16="http://schemas.microsoft.com/office/drawing/2014/main" id="{B3C06168-41F8-6CED-08BB-EA7328C10B5C}"/>
              </a:ext>
            </a:extLst>
          </p:cNvPr>
          <p:cNvSpPr/>
          <p:nvPr/>
        </p:nvSpPr>
        <p:spPr>
          <a:xfrm>
            <a:off x="5203415" y="2794198"/>
            <a:ext cx="1981127" cy="2419149"/>
          </a:xfrm>
          <a:prstGeom prst="rect">
            <a:avLst/>
          </a:prstGeom>
          <a:noFill/>
          <a:ln>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spcBef>
                <a:spcPts val="800"/>
              </a:spcBef>
              <a:spcAft>
                <a:spcPts val="800"/>
              </a:spcAft>
            </a:pPr>
            <a:r>
              <a:rPr lang="en-US" sz="1600">
                <a:solidFill>
                  <a:schemeClr val="tx1"/>
                </a:solidFill>
                <a:cs typeface="Arial" panose="020B0604020202020204" pitchFamily="34" charset="0"/>
              </a:rPr>
              <a:t>These areas include initiatives that double down on the current </a:t>
            </a:r>
            <a:r>
              <a:rPr lang="en-US" sz="1600" b="1">
                <a:solidFill>
                  <a:schemeClr val="tx1"/>
                </a:solidFill>
                <a:cs typeface="Arial" panose="020B0604020202020204" pitchFamily="34" charset="0"/>
              </a:rPr>
              <a:t>core cancer offering</a:t>
            </a:r>
            <a:r>
              <a:rPr lang="en-US" sz="1600">
                <a:solidFill>
                  <a:schemeClr val="tx1"/>
                </a:solidFill>
                <a:cs typeface="Arial" panose="020B0604020202020204" pitchFamily="34" charset="0"/>
              </a:rPr>
              <a:t>, expand into more </a:t>
            </a:r>
            <a:r>
              <a:rPr lang="en-US" sz="1600" b="1">
                <a:solidFill>
                  <a:schemeClr val="tx1"/>
                </a:solidFill>
                <a:cs typeface="Arial" panose="020B0604020202020204" pitchFamily="34" charset="0"/>
              </a:rPr>
              <a:t>initiatives</a:t>
            </a:r>
            <a:r>
              <a:rPr lang="en-US" sz="1600">
                <a:solidFill>
                  <a:schemeClr val="tx1"/>
                </a:solidFill>
                <a:cs typeface="Arial" panose="020B0604020202020204" pitchFamily="34" charset="0"/>
              </a:rPr>
              <a:t> and enable other </a:t>
            </a:r>
            <a:r>
              <a:rPr lang="en-US" sz="1600" b="1">
                <a:solidFill>
                  <a:schemeClr val="tx1"/>
                </a:solidFill>
                <a:cs typeface="Arial" panose="020B0604020202020204" pitchFamily="34" charset="0"/>
              </a:rPr>
              <a:t>levers</a:t>
            </a:r>
          </a:p>
        </p:txBody>
      </p:sp>
      <p:sp>
        <p:nvSpPr>
          <p:cNvPr id="8" name="Google Shape;2071;p21">
            <a:extLst>
              <a:ext uri="{FF2B5EF4-FFF2-40B4-BE49-F238E27FC236}">
                <a16:creationId xmlns:a16="http://schemas.microsoft.com/office/drawing/2014/main" id="{2534DF6D-28AF-78B9-63DE-2E05014B9582}"/>
              </a:ext>
            </a:extLst>
          </p:cNvPr>
          <p:cNvSpPr/>
          <p:nvPr/>
        </p:nvSpPr>
        <p:spPr>
          <a:xfrm flipH="1">
            <a:off x="2736323" y="1673238"/>
            <a:ext cx="2283352" cy="422503"/>
          </a:xfrm>
          <a:prstGeom prst="rect">
            <a:avLst/>
          </a:prstGeom>
          <a:solidFill>
            <a:srgbClr val="FFFFFF"/>
          </a:solidFill>
          <a:ln>
            <a:noFill/>
          </a:ln>
        </p:spPr>
        <p:txBody>
          <a:bodyPr spcFirstLastPara="1" wrap="square" lIns="91425" tIns="45700" rIns="91425" bIns="45700" anchor="ctr" anchorCtr="0">
            <a:noAutofit/>
          </a:bodyPr>
          <a:lstStyle/>
          <a:p>
            <a:pPr marL="0" marR="0" lvl="0" indent="0" rtl="0">
              <a:lnSpc>
                <a:spcPct val="100000"/>
              </a:lnSpc>
              <a:spcBef>
                <a:spcPts val="0"/>
              </a:spcBef>
              <a:spcAft>
                <a:spcPts val="0"/>
              </a:spcAft>
              <a:buClr>
                <a:srgbClr val="000000"/>
              </a:buClr>
              <a:buSzPts val="1400"/>
              <a:buFont typeface="Arial"/>
              <a:buNone/>
            </a:pPr>
            <a:r>
              <a:rPr lang="en-US" b="1" i="0" u="none" strike="noStrike" cap="none">
                <a:solidFill>
                  <a:srgbClr val="39BFC3"/>
                </a:solidFill>
                <a:ea typeface="Arial"/>
                <a:cs typeface="Arial"/>
                <a:sym typeface="Arial"/>
              </a:rPr>
              <a:t>Scale and divestiture for growth</a:t>
            </a:r>
            <a:endParaRPr b="0" i="0" u="none" strike="noStrike" cap="none">
              <a:solidFill>
                <a:srgbClr val="39BFC3"/>
              </a:solidFill>
              <a:ea typeface="Arial"/>
              <a:cs typeface="Arial"/>
              <a:sym typeface="Arial"/>
            </a:endParaRPr>
          </a:p>
        </p:txBody>
      </p:sp>
      <p:grpSp>
        <p:nvGrpSpPr>
          <p:cNvPr id="21" name="Group 20">
            <a:extLst>
              <a:ext uri="{FF2B5EF4-FFF2-40B4-BE49-F238E27FC236}">
                <a16:creationId xmlns:a16="http://schemas.microsoft.com/office/drawing/2014/main" id="{F2DFE022-126F-2987-0FEA-ACC466521A63}"/>
              </a:ext>
            </a:extLst>
          </p:cNvPr>
          <p:cNvGrpSpPr/>
          <p:nvPr/>
        </p:nvGrpSpPr>
        <p:grpSpPr>
          <a:xfrm>
            <a:off x="515938" y="2361609"/>
            <a:ext cx="1828800" cy="46038"/>
            <a:chOff x="552451" y="1573126"/>
            <a:chExt cx="5233105" cy="46038"/>
          </a:xfrm>
        </p:grpSpPr>
        <p:cxnSp>
          <p:nvCxnSpPr>
            <p:cNvPr id="22" name="Straight Connector 21">
              <a:extLst>
                <a:ext uri="{FF2B5EF4-FFF2-40B4-BE49-F238E27FC236}">
                  <a16:creationId xmlns:a16="http://schemas.microsoft.com/office/drawing/2014/main" id="{155EA3E8-5206-E1DF-30B1-53B1BD9D5775}"/>
                </a:ext>
              </a:extLst>
            </p:cNvPr>
            <p:cNvCxnSpPr>
              <a:cxnSpLocks/>
            </p:cNvCxnSpPr>
            <p:nvPr/>
          </p:nvCxnSpPr>
          <p:spPr>
            <a:xfrm>
              <a:off x="577397" y="1604800"/>
              <a:ext cx="5208159"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DE3517FE-DAA7-A04E-C810-5F5798CA2DCB}"/>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grpSp>
        <p:nvGrpSpPr>
          <p:cNvPr id="24" name="Group 23">
            <a:extLst>
              <a:ext uri="{FF2B5EF4-FFF2-40B4-BE49-F238E27FC236}">
                <a16:creationId xmlns:a16="http://schemas.microsoft.com/office/drawing/2014/main" id="{DDACCA62-ADC9-310B-5393-D90D2E280285}"/>
              </a:ext>
            </a:extLst>
          </p:cNvPr>
          <p:cNvGrpSpPr/>
          <p:nvPr/>
        </p:nvGrpSpPr>
        <p:grpSpPr>
          <a:xfrm>
            <a:off x="2795749" y="2361609"/>
            <a:ext cx="1828800" cy="46038"/>
            <a:chOff x="552451" y="1573126"/>
            <a:chExt cx="5233105" cy="46038"/>
          </a:xfrm>
        </p:grpSpPr>
        <p:cxnSp>
          <p:nvCxnSpPr>
            <p:cNvPr id="25" name="Straight Connector 24">
              <a:extLst>
                <a:ext uri="{FF2B5EF4-FFF2-40B4-BE49-F238E27FC236}">
                  <a16:creationId xmlns:a16="http://schemas.microsoft.com/office/drawing/2014/main" id="{DA8B1FA4-713B-2C16-E3E2-F323F60F8BC6}"/>
                </a:ext>
              </a:extLst>
            </p:cNvPr>
            <p:cNvCxnSpPr>
              <a:cxnSpLocks/>
            </p:cNvCxnSpPr>
            <p:nvPr/>
          </p:nvCxnSpPr>
          <p:spPr>
            <a:xfrm>
              <a:off x="577397" y="1604800"/>
              <a:ext cx="5208159"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15B231A5-6677-45EF-36D4-8E95823F02FE}"/>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grpSp>
        <p:nvGrpSpPr>
          <p:cNvPr id="27" name="Group 26">
            <a:extLst>
              <a:ext uri="{FF2B5EF4-FFF2-40B4-BE49-F238E27FC236}">
                <a16:creationId xmlns:a16="http://schemas.microsoft.com/office/drawing/2014/main" id="{5F48EB17-9B14-320B-C670-714CFF26CF52}"/>
              </a:ext>
            </a:extLst>
          </p:cNvPr>
          <p:cNvGrpSpPr/>
          <p:nvPr/>
        </p:nvGrpSpPr>
        <p:grpSpPr>
          <a:xfrm>
            <a:off x="5203415" y="2361609"/>
            <a:ext cx="1828800" cy="46038"/>
            <a:chOff x="552451" y="1573126"/>
            <a:chExt cx="5233105" cy="46038"/>
          </a:xfrm>
        </p:grpSpPr>
        <p:cxnSp>
          <p:nvCxnSpPr>
            <p:cNvPr id="28" name="Straight Connector 27">
              <a:extLst>
                <a:ext uri="{FF2B5EF4-FFF2-40B4-BE49-F238E27FC236}">
                  <a16:creationId xmlns:a16="http://schemas.microsoft.com/office/drawing/2014/main" id="{E635ED32-CC7B-62A7-2F7D-260BEC0CB3B3}"/>
                </a:ext>
              </a:extLst>
            </p:cNvPr>
            <p:cNvCxnSpPr>
              <a:cxnSpLocks/>
            </p:cNvCxnSpPr>
            <p:nvPr/>
          </p:nvCxnSpPr>
          <p:spPr>
            <a:xfrm>
              <a:off x="577397" y="1604800"/>
              <a:ext cx="5208159"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01EE925C-B7A4-1136-45EC-ECEA2CCE0AE2}"/>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2085" name="Google Shape;2085;p21"/>
          <p:cNvSpPr txBox="1"/>
          <p:nvPr/>
        </p:nvSpPr>
        <p:spPr>
          <a:xfrm>
            <a:off x="8105774" y="1883116"/>
            <a:ext cx="3684607" cy="461624"/>
          </a:xfrm>
          <a:prstGeom prst="rect">
            <a:avLst/>
          </a:prstGeom>
          <a:noFill/>
          <a:ln>
            <a:noFill/>
          </a:ln>
        </p:spPr>
        <p:txBody>
          <a:bodyPr spcFirstLastPara="1" wrap="square" lIns="91425" tIns="45700" rIns="91425" bIns="45700" anchor="t" anchorCtr="0">
            <a:spAutoFit/>
          </a:bodyPr>
          <a:lstStyle/>
          <a:p>
            <a:pPr lvl="0">
              <a:buClr>
                <a:srgbClr val="000000"/>
              </a:buClr>
              <a:buSzPts val="1200"/>
            </a:pPr>
            <a:r>
              <a:rPr lang="en-US" sz="1200"/>
              <a:t>Infusions &amp; diagnostics dependent on cancer patient footfall driven by doctor &amp; hospital referrals, marketing</a:t>
            </a:r>
            <a:endParaRPr sz="1200" b="0" i="0" u="none" strike="noStrike" cap="none">
              <a:ea typeface="Arial"/>
              <a:cs typeface="Arial"/>
              <a:sym typeface="Arial"/>
            </a:endParaRPr>
          </a:p>
        </p:txBody>
      </p:sp>
      <p:sp>
        <p:nvSpPr>
          <p:cNvPr id="2089" name="Google Shape;2089;p21"/>
          <p:cNvSpPr/>
          <p:nvPr/>
        </p:nvSpPr>
        <p:spPr>
          <a:xfrm>
            <a:off x="8214185" y="1409827"/>
            <a:ext cx="461532" cy="435423"/>
          </a:xfrm>
          <a:prstGeom prst="ellipse">
            <a:avLst/>
          </a:prstGeom>
          <a:noFill/>
          <a:ln w="28575" cap="flat" cmpd="sng">
            <a:solidFill>
              <a:srgbClr val="055D7A"/>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ea typeface="Arial"/>
              <a:cs typeface="Arial"/>
              <a:sym typeface="Arial"/>
            </a:endParaRPr>
          </a:p>
        </p:txBody>
      </p:sp>
      <p:cxnSp>
        <p:nvCxnSpPr>
          <p:cNvPr id="2093" name="Google Shape;2093;p21"/>
          <p:cNvCxnSpPr/>
          <p:nvPr/>
        </p:nvCxnSpPr>
        <p:spPr>
          <a:xfrm>
            <a:off x="8885869" y="1816819"/>
            <a:ext cx="2743200" cy="0"/>
          </a:xfrm>
          <a:prstGeom prst="straightConnector1">
            <a:avLst/>
          </a:prstGeom>
          <a:noFill/>
          <a:ln w="28575" cap="flat" cmpd="sng">
            <a:solidFill>
              <a:srgbClr val="055D7A"/>
            </a:solidFill>
            <a:prstDash val="solid"/>
            <a:miter lim="800000"/>
            <a:headEnd type="none" w="sm" len="sm"/>
            <a:tailEnd type="none" w="sm" len="sm"/>
          </a:ln>
        </p:spPr>
      </p:cxnSp>
      <p:sp>
        <p:nvSpPr>
          <p:cNvPr id="2094" name="Google Shape;2094;p21"/>
          <p:cNvSpPr/>
          <p:nvPr/>
        </p:nvSpPr>
        <p:spPr>
          <a:xfrm flipH="1">
            <a:off x="8862060" y="1364107"/>
            <a:ext cx="2011680" cy="422503"/>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400" b="1" i="0" u="none" strike="noStrike" cap="none">
                <a:ea typeface="Arial"/>
                <a:cs typeface="Arial"/>
                <a:sym typeface="Arial"/>
              </a:rPr>
              <a:t>Core</a:t>
            </a:r>
            <a:endParaRPr sz="1400" b="0" i="0" u="none" strike="noStrike" cap="none">
              <a:ea typeface="Arial"/>
              <a:cs typeface="Arial"/>
              <a:sym typeface="Arial"/>
            </a:endParaRPr>
          </a:p>
        </p:txBody>
      </p:sp>
      <p:pic>
        <p:nvPicPr>
          <p:cNvPr id="33" name="Picture 32">
            <a:extLst>
              <a:ext uri="{FF2B5EF4-FFF2-40B4-BE49-F238E27FC236}">
                <a16:creationId xmlns:a16="http://schemas.microsoft.com/office/drawing/2014/main" id="{578679C4-2A91-B9AD-3CB5-6207D09B43C1}"/>
              </a:ext>
            </a:extLst>
          </p:cNvPr>
          <p:cNvPicPr>
            <a:picLocks noChangeAspect="1"/>
          </p:cNvPicPr>
          <p:nvPr/>
        </p:nvPicPr>
        <p:blipFill>
          <a:blip r:embed="rId5"/>
          <a:stretch>
            <a:fillRect/>
          </a:stretch>
        </p:blipFill>
        <p:spPr>
          <a:xfrm>
            <a:off x="8305800" y="1455625"/>
            <a:ext cx="316692" cy="316692"/>
          </a:xfrm>
          <a:prstGeom prst="rect">
            <a:avLst/>
          </a:prstGeom>
        </p:spPr>
      </p:pic>
      <p:sp>
        <p:nvSpPr>
          <p:cNvPr id="9" name="Google Shape;2085;p21">
            <a:extLst>
              <a:ext uri="{FF2B5EF4-FFF2-40B4-BE49-F238E27FC236}">
                <a16:creationId xmlns:a16="http://schemas.microsoft.com/office/drawing/2014/main" id="{889A09C4-CFEE-FD55-81E7-76551D79C38B}"/>
              </a:ext>
            </a:extLst>
          </p:cNvPr>
          <p:cNvSpPr txBox="1"/>
          <p:nvPr/>
        </p:nvSpPr>
        <p:spPr>
          <a:xfrm>
            <a:off x="8115299" y="3106566"/>
            <a:ext cx="3675081" cy="461624"/>
          </a:xfrm>
          <a:prstGeom prst="rect">
            <a:avLst/>
          </a:prstGeom>
          <a:noFill/>
          <a:ln>
            <a:noFill/>
          </a:ln>
        </p:spPr>
        <p:txBody>
          <a:bodyPr spcFirstLastPara="1" wrap="square" lIns="91425" tIns="45700" rIns="91425" bIns="45700" anchor="t" anchorCtr="0">
            <a:spAutoFit/>
          </a:bodyPr>
          <a:lstStyle/>
          <a:p>
            <a:pPr marL="0" lvl="1"/>
            <a:r>
              <a:rPr lang="en-US" sz="1200"/>
              <a:t>Initiatives like catering to non-oncology diagnostic and chronic infusions</a:t>
            </a:r>
          </a:p>
        </p:txBody>
      </p:sp>
      <p:sp>
        <p:nvSpPr>
          <p:cNvPr id="10" name="Google Shape;2089;p21">
            <a:extLst>
              <a:ext uri="{FF2B5EF4-FFF2-40B4-BE49-F238E27FC236}">
                <a16:creationId xmlns:a16="http://schemas.microsoft.com/office/drawing/2014/main" id="{5A92C333-CB4D-E42D-36B9-FB443D8E0746}"/>
              </a:ext>
            </a:extLst>
          </p:cNvPr>
          <p:cNvSpPr/>
          <p:nvPr/>
        </p:nvSpPr>
        <p:spPr>
          <a:xfrm>
            <a:off x="8214185" y="2638401"/>
            <a:ext cx="461532" cy="435423"/>
          </a:xfrm>
          <a:prstGeom prst="ellipse">
            <a:avLst/>
          </a:prstGeom>
          <a:noFill/>
          <a:ln w="28575" cap="flat" cmpd="sng">
            <a:solidFill>
              <a:srgbClr val="055D7A"/>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ea typeface="Arial"/>
              <a:cs typeface="Arial"/>
              <a:sym typeface="Arial"/>
            </a:endParaRPr>
          </a:p>
        </p:txBody>
      </p:sp>
      <p:cxnSp>
        <p:nvCxnSpPr>
          <p:cNvPr id="11" name="Google Shape;2093;p21">
            <a:extLst>
              <a:ext uri="{FF2B5EF4-FFF2-40B4-BE49-F238E27FC236}">
                <a16:creationId xmlns:a16="http://schemas.microsoft.com/office/drawing/2014/main" id="{15F15F1C-2EE4-C406-EBBE-1C2373E57F6C}"/>
              </a:ext>
            </a:extLst>
          </p:cNvPr>
          <p:cNvCxnSpPr/>
          <p:nvPr/>
        </p:nvCxnSpPr>
        <p:spPr>
          <a:xfrm>
            <a:off x="8885869" y="3045393"/>
            <a:ext cx="2743200" cy="0"/>
          </a:xfrm>
          <a:prstGeom prst="straightConnector1">
            <a:avLst/>
          </a:prstGeom>
          <a:noFill/>
          <a:ln w="28575" cap="flat" cmpd="sng">
            <a:solidFill>
              <a:srgbClr val="055D7A"/>
            </a:solidFill>
            <a:prstDash val="solid"/>
            <a:miter lim="800000"/>
            <a:headEnd type="none" w="sm" len="sm"/>
            <a:tailEnd type="none" w="sm" len="sm"/>
          </a:ln>
        </p:spPr>
      </p:cxnSp>
      <p:sp>
        <p:nvSpPr>
          <p:cNvPr id="12" name="Google Shape;2094;p21">
            <a:extLst>
              <a:ext uri="{FF2B5EF4-FFF2-40B4-BE49-F238E27FC236}">
                <a16:creationId xmlns:a16="http://schemas.microsoft.com/office/drawing/2014/main" id="{9618C7B1-9EC1-8B60-3C79-A1B03C039475}"/>
              </a:ext>
            </a:extLst>
          </p:cNvPr>
          <p:cNvSpPr/>
          <p:nvPr/>
        </p:nvSpPr>
        <p:spPr>
          <a:xfrm flipH="1">
            <a:off x="8862060" y="2592681"/>
            <a:ext cx="2011680" cy="422503"/>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400" b="1" i="0" u="none" strike="noStrike" cap="none">
                <a:ea typeface="Arial"/>
                <a:cs typeface="Arial"/>
                <a:sym typeface="Arial"/>
              </a:rPr>
              <a:t>Core Adjacency</a:t>
            </a:r>
            <a:endParaRPr sz="1400" b="0" i="0" u="none" strike="noStrike" cap="none">
              <a:ea typeface="Arial"/>
              <a:cs typeface="Arial"/>
              <a:sym typeface="Arial"/>
            </a:endParaRPr>
          </a:p>
        </p:txBody>
      </p:sp>
      <p:pic>
        <p:nvPicPr>
          <p:cNvPr id="5122" name="Picture 2" descr="Expansion ">
            <a:extLst>
              <a:ext uri="{FF2B5EF4-FFF2-40B4-BE49-F238E27FC236}">
                <a16:creationId xmlns:a16="http://schemas.microsoft.com/office/drawing/2014/main" id="{3139BAD6-1780-F790-9843-5A4D3F35EFC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93444" y="2701367"/>
            <a:ext cx="303014" cy="303014"/>
          </a:xfrm>
          <a:prstGeom prst="rect">
            <a:avLst/>
          </a:prstGeom>
          <a:noFill/>
          <a:extLst>
            <a:ext uri="{909E8E84-426E-40DD-AFC4-6F175D3DCCD1}">
              <a14:hiddenFill xmlns:a14="http://schemas.microsoft.com/office/drawing/2010/main">
                <a:solidFill>
                  <a:srgbClr val="FFFFFF"/>
                </a:solidFill>
              </a14:hiddenFill>
            </a:ext>
          </a:extLst>
        </p:spPr>
      </p:pic>
      <p:sp>
        <p:nvSpPr>
          <p:cNvPr id="13" name="Google Shape;2089;p21">
            <a:extLst>
              <a:ext uri="{FF2B5EF4-FFF2-40B4-BE49-F238E27FC236}">
                <a16:creationId xmlns:a16="http://schemas.microsoft.com/office/drawing/2014/main" id="{6EB4A87A-3401-791B-9A45-5967D4E367F9}"/>
              </a:ext>
            </a:extLst>
          </p:cNvPr>
          <p:cNvSpPr/>
          <p:nvPr/>
        </p:nvSpPr>
        <p:spPr>
          <a:xfrm>
            <a:off x="8214185" y="3852326"/>
            <a:ext cx="461532" cy="435423"/>
          </a:xfrm>
          <a:prstGeom prst="ellipse">
            <a:avLst/>
          </a:prstGeom>
          <a:noFill/>
          <a:ln w="28575" cap="flat" cmpd="sng">
            <a:solidFill>
              <a:srgbClr val="055D7A"/>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ea typeface="Arial"/>
              <a:cs typeface="Arial"/>
              <a:sym typeface="Arial"/>
            </a:endParaRPr>
          </a:p>
        </p:txBody>
      </p:sp>
      <p:cxnSp>
        <p:nvCxnSpPr>
          <p:cNvPr id="14" name="Google Shape;2093;p21">
            <a:extLst>
              <a:ext uri="{FF2B5EF4-FFF2-40B4-BE49-F238E27FC236}">
                <a16:creationId xmlns:a16="http://schemas.microsoft.com/office/drawing/2014/main" id="{1F73C3AA-6260-21B0-7B00-21A85B41CB88}"/>
              </a:ext>
            </a:extLst>
          </p:cNvPr>
          <p:cNvCxnSpPr/>
          <p:nvPr/>
        </p:nvCxnSpPr>
        <p:spPr>
          <a:xfrm>
            <a:off x="8885869" y="4259318"/>
            <a:ext cx="2743200" cy="0"/>
          </a:xfrm>
          <a:prstGeom prst="straightConnector1">
            <a:avLst/>
          </a:prstGeom>
          <a:noFill/>
          <a:ln w="28575" cap="flat" cmpd="sng">
            <a:solidFill>
              <a:srgbClr val="055D7A"/>
            </a:solidFill>
            <a:prstDash val="solid"/>
            <a:miter lim="800000"/>
            <a:headEnd type="none" w="sm" len="sm"/>
            <a:tailEnd type="none" w="sm" len="sm"/>
          </a:ln>
        </p:spPr>
      </p:cxnSp>
      <p:sp>
        <p:nvSpPr>
          <p:cNvPr id="15" name="Google Shape;2094;p21">
            <a:extLst>
              <a:ext uri="{FF2B5EF4-FFF2-40B4-BE49-F238E27FC236}">
                <a16:creationId xmlns:a16="http://schemas.microsoft.com/office/drawing/2014/main" id="{23B2F08C-D7F7-B484-9D3E-77E22432C971}"/>
              </a:ext>
            </a:extLst>
          </p:cNvPr>
          <p:cNvSpPr/>
          <p:nvPr/>
        </p:nvSpPr>
        <p:spPr>
          <a:xfrm flipH="1">
            <a:off x="8862060" y="3806606"/>
            <a:ext cx="2011680" cy="422503"/>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400" b="1" i="0" u="none" strike="noStrike" cap="none">
                <a:ea typeface="Arial"/>
                <a:cs typeface="Arial"/>
                <a:sym typeface="Arial"/>
              </a:rPr>
              <a:t>Core Expansion</a:t>
            </a:r>
            <a:endParaRPr sz="1400" b="0" i="0" u="none" strike="noStrike" cap="none">
              <a:ea typeface="Arial"/>
              <a:cs typeface="Arial"/>
              <a:sym typeface="Arial"/>
            </a:endParaRPr>
          </a:p>
        </p:txBody>
      </p:sp>
      <p:sp>
        <p:nvSpPr>
          <p:cNvPr id="16" name="Google Shape;2085;p21">
            <a:extLst>
              <a:ext uri="{FF2B5EF4-FFF2-40B4-BE49-F238E27FC236}">
                <a16:creationId xmlns:a16="http://schemas.microsoft.com/office/drawing/2014/main" id="{98D37DF1-CB5E-D331-81C0-BB5B5BFABAC1}"/>
              </a:ext>
            </a:extLst>
          </p:cNvPr>
          <p:cNvSpPr txBox="1"/>
          <p:nvPr/>
        </p:nvSpPr>
        <p:spPr>
          <a:xfrm>
            <a:off x="8115300" y="4340856"/>
            <a:ext cx="3675080" cy="646290"/>
          </a:xfrm>
          <a:prstGeom prst="rect">
            <a:avLst/>
          </a:prstGeom>
          <a:noFill/>
          <a:ln>
            <a:noFill/>
          </a:ln>
        </p:spPr>
        <p:txBody>
          <a:bodyPr spcFirstLastPara="1" wrap="square" lIns="91425" tIns="45700" rIns="91425" bIns="45700" anchor="t" anchorCtr="0">
            <a:spAutoFit/>
          </a:bodyPr>
          <a:lstStyle/>
          <a:p>
            <a:pPr marL="0" lvl="1"/>
            <a:r>
              <a:rPr lang="en-US" sz="1200"/>
              <a:t>Adjacent expansions such as onco-fertility, minimally invasive surgeries, onco-insurance</a:t>
            </a:r>
          </a:p>
          <a:p>
            <a:pPr marL="0" marR="0" lvl="0" indent="0" algn="l" rtl="0">
              <a:lnSpc>
                <a:spcPct val="100000"/>
              </a:lnSpc>
              <a:buClr>
                <a:srgbClr val="000000"/>
              </a:buClr>
              <a:buSzPts val="1200"/>
              <a:buFont typeface="Arial"/>
              <a:buNone/>
            </a:pPr>
            <a:endParaRPr sz="1200" b="0" i="0" u="none" strike="noStrike" cap="none">
              <a:ea typeface="Arial"/>
              <a:cs typeface="Arial"/>
              <a:sym typeface="Arial"/>
            </a:endParaRPr>
          </a:p>
        </p:txBody>
      </p:sp>
      <p:pic>
        <p:nvPicPr>
          <p:cNvPr id="5126" name="Picture 6" descr="Drink ">
            <a:extLst>
              <a:ext uri="{FF2B5EF4-FFF2-40B4-BE49-F238E27FC236}">
                <a16:creationId xmlns:a16="http://schemas.microsoft.com/office/drawing/2014/main" id="{6639DA28-09B3-DB3C-B61D-3B4A9B4D2CD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293444" y="3899357"/>
            <a:ext cx="303014" cy="303014"/>
          </a:xfrm>
          <a:prstGeom prst="rect">
            <a:avLst/>
          </a:prstGeom>
          <a:noFill/>
          <a:extLst>
            <a:ext uri="{909E8E84-426E-40DD-AFC4-6F175D3DCCD1}">
              <a14:hiddenFill xmlns:a14="http://schemas.microsoft.com/office/drawing/2010/main">
                <a:solidFill>
                  <a:srgbClr val="FFFFFF"/>
                </a:solidFill>
              </a14:hiddenFill>
            </a:ext>
          </a:extLst>
        </p:spPr>
      </p:pic>
      <p:sp>
        <p:nvSpPr>
          <p:cNvPr id="17" name="Google Shape;2089;p21">
            <a:extLst>
              <a:ext uri="{FF2B5EF4-FFF2-40B4-BE49-F238E27FC236}">
                <a16:creationId xmlns:a16="http://schemas.microsoft.com/office/drawing/2014/main" id="{1D681CEB-3248-DE0C-3004-6669DBAB86E1}"/>
              </a:ext>
            </a:extLst>
          </p:cNvPr>
          <p:cNvSpPr/>
          <p:nvPr/>
        </p:nvSpPr>
        <p:spPr>
          <a:xfrm>
            <a:off x="8214185" y="5090308"/>
            <a:ext cx="461532" cy="435423"/>
          </a:xfrm>
          <a:prstGeom prst="ellipse">
            <a:avLst/>
          </a:prstGeom>
          <a:noFill/>
          <a:ln w="28575" cap="flat" cmpd="sng">
            <a:solidFill>
              <a:srgbClr val="055D7A"/>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ea typeface="Arial"/>
              <a:cs typeface="Arial"/>
              <a:sym typeface="Arial"/>
            </a:endParaRPr>
          </a:p>
        </p:txBody>
      </p:sp>
      <p:cxnSp>
        <p:nvCxnSpPr>
          <p:cNvPr id="18" name="Google Shape;2093;p21">
            <a:extLst>
              <a:ext uri="{FF2B5EF4-FFF2-40B4-BE49-F238E27FC236}">
                <a16:creationId xmlns:a16="http://schemas.microsoft.com/office/drawing/2014/main" id="{3ADC98EC-4235-2BAE-C9D4-64B3CA90A971}"/>
              </a:ext>
            </a:extLst>
          </p:cNvPr>
          <p:cNvCxnSpPr/>
          <p:nvPr/>
        </p:nvCxnSpPr>
        <p:spPr>
          <a:xfrm>
            <a:off x="8885869" y="5497300"/>
            <a:ext cx="2743200" cy="0"/>
          </a:xfrm>
          <a:prstGeom prst="straightConnector1">
            <a:avLst/>
          </a:prstGeom>
          <a:noFill/>
          <a:ln w="28575" cap="flat" cmpd="sng">
            <a:solidFill>
              <a:srgbClr val="055D7A"/>
            </a:solidFill>
            <a:prstDash val="solid"/>
            <a:miter lim="800000"/>
            <a:headEnd type="none" w="sm" len="sm"/>
            <a:tailEnd type="none" w="sm" len="sm"/>
          </a:ln>
        </p:spPr>
      </p:cxnSp>
      <p:sp>
        <p:nvSpPr>
          <p:cNvPr id="19" name="Google Shape;2094;p21">
            <a:extLst>
              <a:ext uri="{FF2B5EF4-FFF2-40B4-BE49-F238E27FC236}">
                <a16:creationId xmlns:a16="http://schemas.microsoft.com/office/drawing/2014/main" id="{1096AD93-11C7-75AE-5CD3-11606568DB91}"/>
              </a:ext>
            </a:extLst>
          </p:cNvPr>
          <p:cNvSpPr/>
          <p:nvPr/>
        </p:nvSpPr>
        <p:spPr>
          <a:xfrm flipH="1">
            <a:off x="8862060" y="5044588"/>
            <a:ext cx="2011680" cy="422503"/>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400" b="1" i="0" u="none" strike="noStrike" cap="none">
                <a:ea typeface="Arial"/>
                <a:cs typeface="Arial"/>
                <a:sym typeface="Arial"/>
              </a:rPr>
              <a:t>Other Adjacencies</a:t>
            </a:r>
            <a:endParaRPr sz="1400" b="0" i="0" u="none" strike="noStrike" cap="none">
              <a:ea typeface="Arial"/>
              <a:cs typeface="Arial"/>
              <a:sym typeface="Arial"/>
            </a:endParaRPr>
          </a:p>
        </p:txBody>
      </p:sp>
      <p:sp>
        <p:nvSpPr>
          <p:cNvPr id="20" name="Google Shape;2085;p21">
            <a:extLst>
              <a:ext uri="{FF2B5EF4-FFF2-40B4-BE49-F238E27FC236}">
                <a16:creationId xmlns:a16="http://schemas.microsoft.com/office/drawing/2014/main" id="{5C9AAA10-2F73-90A6-AA13-15F45A88FCDC}"/>
              </a:ext>
            </a:extLst>
          </p:cNvPr>
          <p:cNvSpPr txBox="1"/>
          <p:nvPr/>
        </p:nvSpPr>
        <p:spPr>
          <a:xfrm>
            <a:off x="8115300" y="5642596"/>
            <a:ext cx="3675080" cy="461624"/>
          </a:xfrm>
          <a:prstGeom prst="rect">
            <a:avLst/>
          </a:prstGeom>
          <a:noFill/>
          <a:ln>
            <a:noFill/>
          </a:ln>
        </p:spPr>
        <p:txBody>
          <a:bodyPr spcFirstLastPara="1" wrap="square" lIns="91425" tIns="45700" rIns="91425" bIns="45700" anchor="t" anchorCtr="0">
            <a:spAutoFit/>
          </a:bodyPr>
          <a:lstStyle/>
          <a:p>
            <a:pPr marL="0" lvl="1"/>
            <a:r>
              <a:rPr lang="en-US" sz="1200"/>
              <a:t>Adjacencies such as home healthcare, B2B specialty pharma</a:t>
            </a:r>
            <a:endParaRPr sz="1200" b="0" i="0" u="none" strike="noStrike" cap="none">
              <a:ea typeface="Arial"/>
              <a:cs typeface="Arial"/>
              <a:sym typeface="Arial"/>
            </a:endParaRPr>
          </a:p>
        </p:txBody>
      </p:sp>
      <p:pic>
        <p:nvPicPr>
          <p:cNvPr id="5128" name="Picture 8" descr="Lever ">
            <a:extLst>
              <a:ext uri="{FF2B5EF4-FFF2-40B4-BE49-F238E27FC236}">
                <a16:creationId xmlns:a16="http://schemas.microsoft.com/office/drawing/2014/main" id="{EF8A3717-B19F-FD6F-4A2B-60965ED500F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10106" y="5172218"/>
            <a:ext cx="269691" cy="269691"/>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a:extLst>
              <a:ext uri="{FF2B5EF4-FFF2-40B4-BE49-F238E27FC236}">
                <a16:creationId xmlns:a16="http://schemas.microsoft.com/office/drawing/2014/main" id="{5EF565CE-1744-A045-1BF3-4C5FCE9BDE46}"/>
              </a:ext>
            </a:extLst>
          </p:cNvPr>
          <p:cNvSpPr>
            <a:spLocks noGrp="1"/>
          </p:cNvSpPr>
          <p:nvPr>
            <p:ph type="sldNum" sz="quarter" idx="12"/>
          </p:nvPr>
        </p:nvSpPr>
        <p:spPr/>
        <p:txBody>
          <a:bodyPr/>
          <a:lstStyle/>
          <a:p>
            <a:fld id="{8E1CF2E5-4A16-4FBD-9713-265FD1DAAE65}" type="slidenum">
              <a:rPr lang="en-US" smtClean="0"/>
              <a:t>3</a:t>
            </a:fld>
            <a:endParaRPr lang="en-US"/>
          </a:p>
        </p:txBody>
      </p:sp>
      <p:sp>
        <p:nvSpPr>
          <p:cNvPr id="7" name="Line 15">
            <a:extLst>
              <a:ext uri="{FF2B5EF4-FFF2-40B4-BE49-F238E27FC236}">
                <a16:creationId xmlns:a16="http://schemas.microsoft.com/office/drawing/2014/main" id="{FADC4662-B70C-1795-4AE1-71D07AF7CB0E}"/>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69A7DECA-180F-57DF-DCF9-F6F79FBC3CFD}"/>
              </a:ext>
            </a:extLst>
          </p:cNvPr>
          <p:cNvGrpSpPr/>
          <p:nvPr/>
        </p:nvGrpSpPr>
        <p:grpSpPr>
          <a:xfrm>
            <a:off x="-542797" y="625071"/>
            <a:ext cx="338328" cy="3872943"/>
            <a:chOff x="-460920" y="279546"/>
            <a:chExt cx="338328" cy="3872943"/>
          </a:xfrm>
        </p:grpSpPr>
        <p:sp>
          <p:nvSpPr>
            <p:cNvPr id="39" name="Google Shape;139;p2">
              <a:extLst>
                <a:ext uri="{FF2B5EF4-FFF2-40B4-BE49-F238E27FC236}">
                  <a16:creationId xmlns:a16="http://schemas.microsoft.com/office/drawing/2014/main" id="{583DF28C-A8CB-8D52-05D0-616406AD509E}"/>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0" name="Google Shape;140;p2">
              <a:extLst>
                <a:ext uri="{FF2B5EF4-FFF2-40B4-BE49-F238E27FC236}">
                  <a16:creationId xmlns:a16="http://schemas.microsoft.com/office/drawing/2014/main" id="{C6F25640-9F10-8F48-CCC1-CA3791BACEF3}"/>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1" name="Google Shape;141;p2">
              <a:extLst>
                <a:ext uri="{FF2B5EF4-FFF2-40B4-BE49-F238E27FC236}">
                  <a16:creationId xmlns:a16="http://schemas.microsoft.com/office/drawing/2014/main" id="{7E0DDFCA-70EB-3A68-1C05-97A0D803366B}"/>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2" name="Google Shape;142;p2">
              <a:extLst>
                <a:ext uri="{FF2B5EF4-FFF2-40B4-BE49-F238E27FC236}">
                  <a16:creationId xmlns:a16="http://schemas.microsoft.com/office/drawing/2014/main" id="{4E3D133B-FD2B-D03B-1DF2-5E6711769C4D}"/>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3" name="Google Shape;143;p2">
              <a:extLst>
                <a:ext uri="{FF2B5EF4-FFF2-40B4-BE49-F238E27FC236}">
                  <a16:creationId xmlns:a16="http://schemas.microsoft.com/office/drawing/2014/main" id="{8E2D7CF0-E1D8-0F17-6CFA-EF80A819F0B5}"/>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4" name="Google Shape;147;p2">
              <a:extLst>
                <a:ext uri="{FF2B5EF4-FFF2-40B4-BE49-F238E27FC236}">
                  <a16:creationId xmlns:a16="http://schemas.microsoft.com/office/drawing/2014/main" id="{23248525-ED47-BF92-8E05-961EBDCCBBE4}"/>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5" name="Google Shape;151;p2">
              <a:extLst>
                <a:ext uri="{FF2B5EF4-FFF2-40B4-BE49-F238E27FC236}">
                  <a16:creationId xmlns:a16="http://schemas.microsoft.com/office/drawing/2014/main" id="{7FCE23D9-1ADE-2295-840C-E4153D836C16}"/>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6" name="Google Shape;147;p2">
              <a:extLst>
                <a:ext uri="{FF2B5EF4-FFF2-40B4-BE49-F238E27FC236}">
                  <a16:creationId xmlns:a16="http://schemas.microsoft.com/office/drawing/2014/main" id="{352515F8-2E54-EFF2-2B1E-FF4FCC2697A5}"/>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3FF521-BBC5-07EB-8880-F5096B362665}"/>
            </a:ext>
          </a:extLst>
        </p:cNvPr>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5B43E57D-D24A-A65A-020C-89BA79AAFD35}"/>
              </a:ext>
            </a:extLst>
          </p:cNvPr>
          <p:cNvGraphicFramePr>
            <a:graphicFrameLocks/>
          </p:cNvGraphicFramePr>
          <p:nvPr>
            <p:custDataLst>
              <p:tags r:id="rId1"/>
            </p:custDataLst>
            <p:extLst>
              <p:ext uri="{D42A27DB-BD31-4B8C-83A1-F6EECF244321}">
                <p14:modId xmlns:p14="http://schemas.microsoft.com/office/powerpoint/2010/main" val="8198182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8" imgW="425" imgH="425" progId="TCLayout.ActiveDocument.1">
                  <p:embed/>
                </p:oleObj>
              </mc:Choice>
              <mc:Fallback>
                <p:oleObj name="think-cell Slide" r:id="rId18" imgW="425" imgH="425" progId="TCLayout.ActiveDocument.1">
                  <p:embed/>
                  <p:pic>
                    <p:nvPicPr>
                      <p:cNvPr id="10" name="think-cell data - do not delete" hidden="1">
                        <a:extLst>
                          <a:ext uri="{FF2B5EF4-FFF2-40B4-BE49-F238E27FC236}">
                            <a16:creationId xmlns:a16="http://schemas.microsoft.com/office/drawing/2014/main" id="{5B43E57D-D24A-A65A-020C-89BA79AAFD35}"/>
                          </a:ext>
                        </a:extLst>
                      </p:cNvPr>
                      <p:cNvPicPr/>
                      <p:nvPr/>
                    </p:nvPicPr>
                    <p:blipFill>
                      <a:blip r:embed="rId19"/>
                      <a:stretch>
                        <a:fillRect/>
                      </a:stretch>
                    </p:blipFill>
                    <p:spPr>
                      <a:xfrm>
                        <a:off x="1588" y="1588"/>
                        <a:ext cx="1588" cy="1588"/>
                      </a:xfrm>
                      <a:prstGeom prst="rect">
                        <a:avLst/>
                      </a:prstGeom>
                    </p:spPr>
                  </p:pic>
                </p:oleObj>
              </mc:Fallback>
            </mc:AlternateContent>
          </a:graphicData>
        </a:graphic>
      </p:graphicFrame>
      <p:sp>
        <p:nvSpPr>
          <p:cNvPr id="60" name="Rectangle 59">
            <a:extLst>
              <a:ext uri="{FF2B5EF4-FFF2-40B4-BE49-F238E27FC236}">
                <a16:creationId xmlns:a16="http://schemas.microsoft.com/office/drawing/2014/main" id="{03DAB433-3C82-D7C0-970B-5B0FAD9F6F6B}"/>
              </a:ext>
            </a:extLst>
          </p:cNvPr>
          <p:cNvSpPr/>
          <p:nvPr/>
        </p:nvSpPr>
        <p:spPr>
          <a:xfrm>
            <a:off x="5082526" y="1794381"/>
            <a:ext cx="1987139" cy="4927090"/>
          </a:xfrm>
          <a:prstGeom prst="rect">
            <a:avLst/>
          </a:prstGeom>
          <a:solidFill>
            <a:schemeClr val="bg1"/>
          </a:solidFill>
          <a:ln>
            <a:noFill/>
          </a:ln>
          <a:effectLst>
            <a:outerShdw blurRad="63500" algn="ctr" rotWithShape="0">
              <a:schemeClr val="tx1">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Rectangle 58">
            <a:extLst>
              <a:ext uri="{FF2B5EF4-FFF2-40B4-BE49-F238E27FC236}">
                <a16:creationId xmlns:a16="http://schemas.microsoft.com/office/drawing/2014/main" id="{3279C9EB-098D-ECED-25F8-CAA8DF99EB21}"/>
              </a:ext>
            </a:extLst>
          </p:cNvPr>
          <p:cNvSpPr/>
          <p:nvPr/>
        </p:nvSpPr>
        <p:spPr>
          <a:xfrm>
            <a:off x="2870122" y="1794381"/>
            <a:ext cx="1987139" cy="4927090"/>
          </a:xfrm>
          <a:prstGeom prst="rect">
            <a:avLst/>
          </a:prstGeom>
          <a:solidFill>
            <a:schemeClr val="bg1"/>
          </a:solidFill>
          <a:ln>
            <a:noFill/>
          </a:ln>
          <a:effectLst>
            <a:outerShdw blurRad="63500" algn="ctr" rotWithShape="0">
              <a:schemeClr val="tx1">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a:extLst>
              <a:ext uri="{FF2B5EF4-FFF2-40B4-BE49-F238E27FC236}">
                <a16:creationId xmlns:a16="http://schemas.microsoft.com/office/drawing/2014/main" id="{C2F44F74-7BF7-F698-89A5-B424327080E4}"/>
              </a:ext>
            </a:extLst>
          </p:cNvPr>
          <p:cNvSpPr/>
          <p:nvPr/>
        </p:nvSpPr>
        <p:spPr>
          <a:xfrm>
            <a:off x="657717" y="1794381"/>
            <a:ext cx="1987139" cy="4927090"/>
          </a:xfrm>
          <a:prstGeom prst="rect">
            <a:avLst/>
          </a:prstGeom>
          <a:solidFill>
            <a:schemeClr val="bg1"/>
          </a:solidFill>
          <a:ln>
            <a:noFill/>
          </a:ln>
          <a:effectLst>
            <a:outerShdw blurRad="63500" algn="ctr" rotWithShape="0">
              <a:schemeClr val="tx1">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Slide Number Placeholder 1">
            <a:extLst>
              <a:ext uri="{FF2B5EF4-FFF2-40B4-BE49-F238E27FC236}">
                <a16:creationId xmlns:a16="http://schemas.microsoft.com/office/drawing/2014/main" id="{2AB9A692-7AC8-A40F-F459-AF50E228449C}"/>
              </a:ext>
            </a:extLst>
          </p:cNvPr>
          <p:cNvSpPr>
            <a:spLocks noGrp="1"/>
          </p:cNvSpPr>
          <p:nvPr>
            <p:ph type="sldNum" sz="quarter" idx="12"/>
          </p:nvPr>
        </p:nvSpPr>
        <p:spPr/>
        <p:txBody>
          <a:bodyPr/>
          <a:lstStyle/>
          <a:p>
            <a:fld id="{8E1CF2E5-4A16-4FBD-9713-265FD1DAAE65}" type="slidenum">
              <a:rPr lang="en-US" smtClean="0"/>
              <a:t>4</a:t>
            </a:fld>
            <a:endParaRPr lang="en-US"/>
          </a:p>
        </p:txBody>
      </p:sp>
      <p:cxnSp>
        <p:nvCxnSpPr>
          <p:cNvPr id="38" name="Straight Connector 37">
            <a:extLst>
              <a:ext uri="{FF2B5EF4-FFF2-40B4-BE49-F238E27FC236}">
                <a16:creationId xmlns:a16="http://schemas.microsoft.com/office/drawing/2014/main" id="{0679646A-7A77-8ACD-783D-51AF63807654}"/>
              </a:ext>
            </a:extLst>
          </p:cNvPr>
          <p:cNvCxnSpPr/>
          <p:nvPr>
            <p:custDataLst>
              <p:tags r:id="rId2"/>
            </p:custDataLst>
          </p:nvPr>
        </p:nvCxnSpPr>
        <p:spPr bwMode="auto">
          <a:xfrm>
            <a:off x="2263775" y="2408238"/>
            <a:ext cx="981075"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8715E945-5A6A-82A2-A673-A4620260F456}"/>
              </a:ext>
            </a:extLst>
          </p:cNvPr>
          <p:cNvCxnSpPr/>
          <p:nvPr>
            <p:custDataLst>
              <p:tags r:id="rId3"/>
            </p:custDataLst>
          </p:nvPr>
        </p:nvCxnSpPr>
        <p:spPr bwMode="auto">
          <a:xfrm>
            <a:off x="4471988" y="2289175"/>
            <a:ext cx="979488"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0AA59CF7-586E-D992-9ADB-1E238D8B880C}"/>
              </a:ext>
            </a:extLst>
          </p:cNvPr>
          <p:cNvCxnSpPr/>
          <p:nvPr>
            <p:custDataLst>
              <p:tags r:id="rId4"/>
            </p:custDataLst>
          </p:nvPr>
        </p:nvCxnSpPr>
        <p:spPr bwMode="auto">
          <a:xfrm>
            <a:off x="6678613" y="1930400"/>
            <a:ext cx="981075"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8D6A1C43-9A2A-3F42-B2EC-CCA3C3484D48}"/>
              </a:ext>
            </a:extLst>
          </p:cNvPr>
          <p:cNvCxnSpPr/>
          <p:nvPr>
            <p:custDataLst>
              <p:tags r:id="rId5"/>
            </p:custDataLst>
          </p:nvPr>
        </p:nvCxnSpPr>
        <p:spPr bwMode="auto">
          <a:xfrm>
            <a:off x="8886825" y="1871663"/>
            <a:ext cx="981075"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32" name="Chart 31">
            <a:extLst>
              <a:ext uri="{FF2B5EF4-FFF2-40B4-BE49-F238E27FC236}">
                <a16:creationId xmlns:a16="http://schemas.microsoft.com/office/drawing/2014/main" id="{163F12E2-E059-4058-0365-D9E8F714B66E}"/>
              </a:ext>
            </a:extLst>
          </p:cNvPr>
          <p:cNvGraphicFramePr/>
          <p:nvPr>
            <p:custDataLst>
              <p:tags r:id="rId6"/>
            </p:custDataLst>
            <p:extLst>
              <p:ext uri="{D42A27DB-BD31-4B8C-83A1-F6EECF244321}">
                <p14:modId xmlns:p14="http://schemas.microsoft.com/office/powerpoint/2010/main" val="2194502092"/>
              </p:ext>
            </p:extLst>
          </p:nvPr>
        </p:nvGraphicFramePr>
        <p:xfrm>
          <a:off x="463550" y="1382713"/>
          <a:ext cx="11204575" cy="1851025"/>
        </p:xfrm>
        <a:graphic>
          <a:graphicData uri="http://schemas.openxmlformats.org/drawingml/2006/chart">
            <c:chart xmlns:c="http://schemas.openxmlformats.org/drawingml/2006/chart" xmlns:r="http://schemas.openxmlformats.org/officeDocument/2006/relationships" r:id="rId20"/>
          </a:graphicData>
        </a:graphic>
      </p:graphicFrame>
      <p:sp>
        <p:nvSpPr>
          <p:cNvPr id="3" name="Text Placeholder 2">
            <a:extLst>
              <a:ext uri="{FF2B5EF4-FFF2-40B4-BE49-F238E27FC236}">
                <a16:creationId xmlns:a16="http://schemas.microsoft.com/office/drawing/2014/main" id="{EC94012D-6B72-C20A-FAB9-DEEA673E2724}"/>
              </a:ext>
            </a:extLst>
          </p:cNvPr>
          <p:cNvSpPr>
            <a:spLocks/>
          </p:cNvSpPr>
          <p:nvPr>
            <p:custDataLst>
              <p:tags r:id="rId7"/>
            </p:custDataLst>
          </p:nvPr>
        </p:nvSpPr>
        <p:spPr bwMode="auto">
          <a:xfrm>
            <a:off x="954088" y="2962275"/>
            <a:ext cx="13906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73388E6-CA4A-4736-8536-22E301C1DC0C}" type="datetime'''''V''''ol''''um''''''''''''''e'' d''''r''''''i''ve''''''n'">
              <a:rPr lang="en-GB" altLang="en-US" sz="1800" b="1" smtClean="0">
                <a:solidFill>
                  <a:srgbClr val="17B2AF"/>
                </a:solidFill>
              </a:rPr>
              <a:pPr marL="0" lvl="0" indent="0" algn="ctr">
                <a:spcBef>
                  <a:spcPct val="0"/>
                </a:spcBef>
                <a:spcAft>
                  <a:spcPct val="0"/>
                </a:spcAft>
                <a:buNone/>
              </a:pPr>
              <a:t>Volume driven</a:t>
            </a:fld>
            <a:endParaRPr lang="en-GB" sz="1800" b="1">
              <a:solidFill>
                <a:srgbClr val="17B2AF"/>
              </a:solidFill>
            </a:endParaRPr>
          </a:p>
        </p:txBody>
      </p:sp>
      <p:sp>
        <p:nvSpPr>
          <p:cNvPr id="45" name="Text Placeholder 2">
            <a:extLst>
              <a:ext uri="{FF2B5EF4-FFF2-40B4-BE49-F238E27FC236}">
                <a16:creationId xmlns:a16="http://schemas.microsoft.com/office/drawing/2014/main" id="{7A83B6C8-0A08-233F-5D86-95DA545B7E00}"/>
              </a:ext>
            </a:extLst>
          </p:cNvPr>
          <p:cNvSpPr>
            <a:spLocks/>
          </p:cNvSpPr>
          <p:nvPr>
            <p:custDataLst>
              <p:tags r:id="rId8"/>
            </p:custDataLst>
          </p:nvPr>
        </p:nvSpPr>
        <p:spPr bwMode="gray">
          <a:xfrm>
            <a:off x="3778250" y="2238375"/>
            <a:ext cx="160338" cy="219075"/>
          </a:xfrm>
          <a:prstGeom prst="rect">
            <a:avLst/>
          </a:prstGeom>
          <a:solidFill>
            <a:srgbClr val="17B2AF"/>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50476BA-7EF6-40AB-BCFA-F34069D7F272}" type="datetime'''''''''''''''''''''''''''''''''''''''''''2'''">
              <a:rPr lang="en-GB" altLang="en-US" sz="1600" smtClean="0">
                <a:solidFill>
                  <a:schemeClr val="bg1"/>
                </a:solidFill>
                <a:effectLst/>
              </a:rPr>
              <a:pPr marL="0" lvl="0" indent="0" algn="ctr">
                <a:spcBef>
                  <a:spcPct val="0"/>
                </a:spcBef>
                <a:spcAft>
                  <a:spcPct val="0"/>
                </a:spcAft>
                <a:buNone/>
              </a:pPr>
              <a:t>2</a:t>
            </a:fld>
            <a:endParaRPr lang="en-GB" sz="1600">
              <a:solidFill>
                <a:schemeClr val="bg1"/>
              </a:solidFill>
            </a:endParaRPr>
          </a:p>
        </p:txBody>
      </p:sp>
      <p:sp>
        <p:nvSpPr>
          <p:cNvPr id="5" name="Text Placeholder 2">
            <a:extLst>
              <a:ext uri="{FF2B5EF4-FFF2-40B4-BE49-F238E27FC236}">
                <a16:creationId xmlns:a16="http://schemas.microsoft.com/office/drawing/2014/main" id="{0DC080F8-2135-FFA8-B804-00E2F11524A3}"/>
              </a:ext>
            </a:extLst>
          </p:cNvPr>
          <p:cNvSpPr>
            <a:spLocks/>
          </p:cNvSpPr>
          <p:nvPr>
            <p:custDataLst>
              <p:tags r:id="rId9"/>
            </p:custDataLst>
          </p:nvPr>
        </p:nvSpPr>
        <p:spPr bwMode="auto">
          <a:xfrm>
            <a:off x="3290888" y="2962275"/>
            <a:ext cx="1135063"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68C2BE7-145A-4D85-9B56-21CC89686559}" type="datetime'''''''''P''rice'' ''d''''''r''''iv''''''''e''''''''''''n'''''">
              <a:rPr lang="en-GB" altLang="en-US" sz="1800" b="1" smtClean="0">
                <a:solidFill>
                  <a:srgbClr val="17B2AF"/>
                </a:solidFill>
              </a:rPr>
              <a:pPr marL="0" lvl="0" indent="0" algn="ctr">
                <a:spcBef>
                  <a:spcPct val="0"/>
                </a:spcBef>
                <a:spcAft>
                  <a:spcPct val="0"/>
                </a:spcAft>
                <a:buNone/>
              </a:pPr>
              <a:t>Price driven</a:t>
            </a:fld>
            <a:endParaRPr lang="en-GB" sz="1800" b="1">
              <a:solidFill>
                <a:srgbClr val="17B2AF"/>
              </a:solidFill>
            </a:endParaRPr>
          </a:p>
        </p:txBody>
      </p:sp>
      <p:sp>
        <p:nvSpPr>
          <p:cNvPr id="6" name="Text Placeholder 2">
            <a:extLst>
              <a:ext uri="{FF2B5EF4-FFF2-40B4-BE49-F238E27FC236}">
                <a16:creationId xmlns:a16="http://schemas.microsoft.com/office/drawing/2014/main" id="{04EF939B-14FD-B3A1-D455-1DE8462EE012}"/>
              </a:ext>
            </a:extLst>
          </p:cNvPr>
          <p:cNvSpPr>
            <a:spLocks/>
          </p:cNvSpPr>
          <p:nvPr>
            <p:custDataLst>
              <p:tags r:id="rId10"/>
            </p:custDataLst>
          </p:nvPr>
        </p:nvSpPr>
        <p:spPr bwMode="auto">
          <a:xfrm>
            <a:off x="5634038" y="2962275"/>
            <a:ext cx="860425"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E17268A-F73F-4B40-9CDD-BA2DA907E31A}" type="datetime'''''''''''''B''r''''''''a''''''n''''d''i''''''''''n''g'">
              <a:rPr lang="en-GB" altLang="en-US" sz="1800" b="1" smtClean="0">
                <a:solidFill>
                  <a:srgbClr val="17B2AF"/>
                </a:solidFill>
              </a:rPr>
              <a:pPr marL="0" lvl="0" indent="0" algn="ctr">
                <a:spcBef>
                  <a:spcPct val="0"/>
                </a:spcBef>
                <a:spcAft>
                  <a:spcPct val="0"/>
                </a:spcAft>
                <a:buNone/>
              </a:pPr>
              <a:t>Branding</a:t>
            </a:fld>
            <a:endParaRPr lang="en-GB" sz="1800" b="1">
              <a:solidFill>
                <a:srgbClr val="17B2AF"/>
              </a:solidFill>
            </a:endParaRPr>
          </a:p>
        </p:txBody>
      </p:sp>
      <p:sp>
        <p:nvSpPr>
          <p:cNvPr id="75" name="Text Placeholder 2">
            <a:extLst>
              <a:ext uri="{FF2B5EF4-FFF2-40B4-BE49-F238E27FC236}">
                <a16:creationId xmlns:a16="http://schemas.microsoft.com/office/drawing/2014/main" id="{A323D03C-A3D0-97FC-847C-756D53D2B673}"/>
              </a:ext>
            </a:extLst>
          </p:cNvPr>
          <p:cNvSpPr>
            <a:spLocks/>
          </p:cNvSpPr>
          <p:nvPr>
            <p:custDataLst>
              <p:tags r:id="rId11"/>
            </p:custDataLst>
          </p:nvPr>
        </p:nvSpPr>
        <p:spPr bwMode="gray">
          <a:xfrm>
            <a:off x="8193088" y="1790700"/>
            <a:ext cx="160338" cy="219075"/>
          </a:xfrm>
          <a:prstGeom prst="rect">
            <a:avLst/>
          </a:prstGeom>
          <a:solidFill>
            <a:srgbClr val="17B2AF"/>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2413B53-0D48-4A33-8548-973B2D14E994}" type="datetime'''1'''''''''''''''''''">
              <a:rPr lang="en-GB" altLang="en-US" sz="1600" smtClean="0">
                <a:solidFill>
                  <a:schemeClr val="bg1"/>
                </a:solidFill>
                <a:effectLst/>
              </a:rPr>
              <a:pPr marL="0" lvl="0" indent="0" algn="ctr">
                <a:spcBef>
                  <a:spcPct val="0"/>
                </a:spcBef>
                <a:spcAft>
                  <a:spcPct val="0"/>
                </a:spcAft>
                <a:buNone/>
              </a:pPr>
              <a:t>1</a:t>
            </a:fld>
            <a:endParaRPr lang="en-GB" sz="1600">
              <a:solidFill>
                <a:schemeClr val="bg1"/>
              </a:solidFill>
            </a:endParaRPr>
          </a:p>
        </p:txBody>
      </p:sp>
      <p:sp>
        <p:nvSpPr>
          <p:cNvPr id="29" name="Text Placeholder 2">
            <a:extLst>
              <a:ext uri="{FF2B5EF4-FFF2-40B4-BE49-F238E27FC236}">
                <a16:creationId xmlns:a16="http://schemas.microsoft.com/office/drawing/2014/main" id="{88152621-297C-C768-EA15-DBF802C2A619}"/>
              </a:ext>
            </a:extLst>
          </p:cNvPr>
          <p:cNvSpPr>
            <a:spLocks/>
          </p:cNvSpPr>
          <p:nvPr>
            <p:custDataLst>
              <p:tags r:id="rId12"/>
            </p:custDataLst>
          </p:nvPr>
        </p:nvSpPr>
        <p:spPr bwMode="auto">
          <a:xfrm>
            <a:off x="7991475" y="2962275"/>
            <a:ext cx="563563"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5FE11E9-8A25-4A1E-8267-F858F6884CBF}" type="datetime'''''''''''''''O''''''''''''''''''''''t''her'''''">
              <a:rPr lang="en-GB" altLang="en-US" sz="1800" b="1" smtClean="0">
                <a:solidFill>
                  <a:srgbClr val="17B2AF"/>
                </a:solidFill>
              </a:rPr>
              <a:pPr marL="0" lvl="0" indent="0" algn="ctr">
                <a:spcBef>
                  <a:spcPct val="0"/>
                </a:spcBef>
                <a:spcAft>
                  <a:spcPct val="0"/>
                </a:spcAft>
                <a:buNone/>
              </a:pPr>
              <a:t>Other</a:t>
            </a:fld>
            <a:endParaRPr lang="en-GB" sz="1800" b="1">
              <a:solidFill>
                <a:srgbClr val="17B2AF"/>
              </a:solidFill>
            </a:endParaRPr>
          </a:p>
        </p:txBody>
      </p:sp>
      <p:sp>
        <p:nvSpPr>
          <p:cNvPr id="12" name="2. Slide Title">
            <a:extLst>
              <a:ext uri="{FF2B5EF4-FFF2-40B4-BE49-F238E27FC236}">
                <a16:creationId xmlns:a16="http://schemas.microsoft.com/office/drawing/2014/main" id="{5CD98CE8-0A51-E430-2AC6-79723364B2F4}"/>
              </a:ext>
            </a:extLst>
          </p:cNvPr>
          <p:cNvSpPr txBox="1">
            <a:spLocks/>
          </p:cNvSpPr>
          <p:nvPr>
            <p:custDataLst>
              <p:tags r:id="rId13"/>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dirty="0">
                <a:solidFill>
                  <a:srgbClr val="0A0A0A"/>
                </a:solidFill>
                <a:latin typeface="Georgia" panose="02040502050405020303" pitchFamily="18" charset="0"/>
                <a:cs typeface="Arial" panose="020B0604020202020204" pitchFamily="34" charset="0"/>
              </a:rPr>
              <a:t>17 value creation initiatives</a:t>
            </a:r>
            <a:r>
              <a:rPr lang="en-US" sz="2600" b="0" dirty="0">
                <a:solidFill>
                  <a:srgbClr val="0A0A0A"/>
                </a:solidFill>
                <a:latin typeface="Georgia" panose="02040502050405020303" pitchFamily="18" charset="0"/>
                <a:cs typeface="Arial" panose="020B0604020202020204" pitchFamily="34" charset="0"/>
              </a:rPr>
              <a:t> driving impact via influx of patients, development of high-value capabilities and enhanced brand image</a:t>
            </a:r>
          </a:p>
        </p:txBody>
      </p:sp>
      <p:sp>
        <p:nvSpPr>
          <p:cNvPr id="13" name="Line 15">
            <a:extLst>
              <a:ext uri="{FF2B5EF4-FFF2-40B4-BE49-F238E27FC236}">
                <a16:creationId xmlns:a16="http://schemas.microsoft.com/office/drawing/2014/main" id="{A971961E-23FD-DE48-EB59-61041E73C9F4}"/>
              </a:ext>
            </a:extLst>
          </p:cNvPr>
          <p:cNvSpPr>
            <a:spLocks noChangeShapeType="1"/>
          </p:cNvSpPr>
          <p:nvPr>
            <p:custDataLst>
              <p:tags r:id="rId14"/>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Rectangle 79">
            <a:extLst>
              <a:ext uri="{FF2B5EF4-FFF2-40B4-BE49-F238E27FC236}">
                <a16:creationId xmlns:a16="http://schemas.microsoft.com/office/drawing/2014/main" id="{227DA728-398A-C5DD-674E-627B0E697159}"/>
              </a:ext>
            </a:extLst>
          </p:cNvPr>
          <p:cNvSpPr/>
          <p:nvPr/>
        </p:nvSpPr>
        <p:spPr>
          <a:xfrm>
            <a:off x="769159" y="5454312"/>
            <a:ext cx="1764254" cy="195729"/>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B2B Speciality Pharma</a:t>
            </a:r>
          </a:p>
        </p:txBody>
      </p:sp>
      <p:grpSp>
        <p:nvGrpSpPr>
          <p:cNvPr id="4" name="Group 3">
            <a:extLst>
              <a:ext uri="{FF2B5EF4-FFF2-40B4-BE49-F238E27FC236}">
                <a16:creationId xmlns:a16="http://schemas.microsoft.com/office/drawing/2014/main" id="{68B617C8-5789-0467-35F6-41FDCE4F2375}"/>
              </a:ext>
            </a:extLst>
          </p:cNvPr>
          <p:cNvGrpSpPr/>
          <p:nvPr/>
        </p:nvGrpSpPr>
        <p:grpSpPr>
          <a:xfrm>
            <a:off x="-460920" y="279546"/>
            <a:ext cx="338328" cy="6397662"/>
            <a:chOff x="-460920" y="279546"/>
            <a:chExt cx="338328" cy="6397662"/>
          </a:xfrm>
        </p:grpSpPr>
        <p:sp>
          <p:nvSpPr>
            <p:cNvPr id="17" name="Google Shape;139;p2">
              <a:extLst>
                <a:ext uri="{FF2B5EF4-FFF2-40B4-BE49-F238E27FC236}">
                  <a16:creationId xmlns:a16="http://schemas.microsoft.com/office/drawing/2014/main" id="{2D0A3211-51DA-1729-C9C5-BF158B2B18E1}"/>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8" name="Google Shape;140;p2">
              <a:extLst>
                <a:ext uri="{FF2B5EF4-FFF2-40B4-BE49-F238E27FC236}">
                  <a16:creationId xmlns:a16="http://schemas.microsoft.com/office/drawing/2014/main" id="{C2F08197-092E-5D47-5C39-C988265883A0}"/>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9" name="Google Shape;141;p2">
              <a:extLst>
                <a:ext uri="{FF2B5EF4-FFF2-40B4-BE49-F238E27FC236}">
                  <a16:creationId xmlns:a16="http://schemas.microsoft.com/office/drawing/2014/main" id="{31B19045-788B-C940-7193-54605E1B30C6}"/>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20" name="Google Shape;142;p2">
              <a:extLst>
                <a:ext uri="{FF2B5EF4-FFF2-40B4-BE49-F238E27FC236}">
                  <a16:creationId xmlns:a16="http://schemas.microsoft.com/office/drawing/2014/main" id="{52A79020-E3FC-0F83-7FC4-CCD3168D8D9F}"/>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22" name="Google Shape;143;p2">
              <a:extLst>
                <a:ext uri="{FF2B5EF4-FFF2-40B4-BE49-F238E27FC236}">
                  <a16:creationId xmlns:a16="http://schemas.microsoft.com/office/drawing/2014/main" id="{3CEDA2BA-ABBD-9385-8091-11EC6816E4AE}"/>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23" name="Google Shape;144;p2">
              <a:extLst>
                <a:ext uri="{FF2B5EF4-FFF2-40B4-BE49-F238E27FC236}">
                  <a16:creationId xmlns:a16="http://schemas.microsoft.com/office/drawing/2014/main" id="{0BE2B818-56C4-8DCA-880D-423E0E28FF53}"/>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24" name="Google Shape;145;p2">
              <a:extLst>
                <a:ext uri="{FF2B5EF4-FFF2-40B4-BE49-F238E27FC236}">
                  <a16:creationId xmlns:a16="http://schemas.microsoft.com/office/drawing/2014/main" id="{81AD520E-68C9-8C46-7F74-E0D0AAEE5A20}"/>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25" name="Google Shape;146;p2">
              <a:extLst>
                <a:ext uri="{FF2B5EF4-FFF2-40B4-BE49-F238E27FC236}">
                  <a16:creationId xmlns:a16="http://schemas.microsoft.com/office/drawing/2014/main" id="{82E370E6-649D-01F7-E0FA-4EF1E3ABC451}"/>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26" name="Google Shape;147;p2">
              <a:extLst>
                <a:ext uri="{FF2B5EF4-FFF2-40B4-BE49-F238E27FC236}">
                  <a16:creationId xmlns:a16="http://schemas.microsoft.com/office/drawing/2014/main" id="{9D04C422-5D41-0C09-DD9F-676D4E3678F2}"/>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27" name="Google Shape;148;p2">
              <a:extLst>
                <a:ext uri="{FF2B5EF4-FFF2-40B4-BE49-F238E27FC236}">
                  <a16:creationId xmlns:a16="http://schemas.microsoft.com/office/drawing/2014/main" id="{CC59906B-40B4-6019-A090-0DBC834B6AF8}"/>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28" name="Google Shape;149;p2">
              <a:extLst>
                <a:ext uri="{FF2B5EF4-FFF2-40B4-BE49-F238E27FC236}">
                  <a16:creationId xmlns:a16="http://schemas.microsoft.com/office/drawing/2014/main" id="{316989B9-06AD-575F-CF5A-81DFE2157AC3}"/>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0" name="Google Shape;151;p2">
              <a:extLst>
                <a:ext uri="{FF2B5EF4-FFF2-40B4-BE49-F238E27FC236}">
                  <a16:creationId xmlns:a16="http://schemas.microsoft.com/office/drawing/2014/main" id="{BA87AAFF-3E42-1C1E-AC58-A41B9BE9975F}"/>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 name="Google Shape;147;p2">
              <a:extLst>
                <a:ext uri="{FF2B5EF4-FFF2-40B4-BE49-F238E27FC236}">
                  <a16:creationId xmlns:a16="http://schemas.microsoft.com/office/drawing/2014/main" id="{E2740823-B63E-F569-DA05-6F09AA376C8D}"/>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sp>
        <p:nvSpPr>
          <p:cNvPr id="71" name="Rectangle 70">
            <a:extLst>
              <a:ext uri="{FF2B5EF4-FFF2-40B4-BE49-F238E27FC236}">
                <a16:creationId xmlns:a16="http://schemas.microsoft.com/office/drawing/2014/main" id="{D92B6F2E-F63A-B7B7-11C9-2C01F51A89AC}"/>
              </a:ext>
            </a:extLst>
          </p:cNvPr>
          <p:cNvSpPr/>
          <p:nvPr>
            <p:custDataLst>
              <p:tags r:id="rId15"/>
            </p:custDataLst>
          </p:nvPr>
        </p:nvSpPr>
        <p:spPr>
          <a:xfrm>
            <a:off x="648193" y="1261836"/>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r>
              <a:rPr lang="en-US" b="1">
                <a:solidFill>
                  <a:srgbClr val="DDDDDD">
                    <a:lumMod val="10000"/>
                  </a:srgbClr>
                </a:solidFill>
                <a:latin typeface="Calibri"/>
                <a:ea typeface="Calibri" panose="020F0502020204030204" pitchFamily="34" charset="0"/>
                <a:cs typeface="Calibri"/>
              </a:rPr>
              <a:t>Initiatives breakdown by impact</a:t>
            </a:r>
            <a:endParaRPr kumimoji="0" lang="en-US"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grpSp>
        <p:nvGrpSpPr>
          <p:cNvPr id="73" name="Group 72">
            <a:extLst>
              <a:ext uri="{FF2B5EF4-FFF2-40B4-BE49-F238E27FC236}">
                <a16:creationId xmlns:a16="http://schemas.microsoft.com/office/drawing/2014/main" id="{381E9F47-B5D2-03EE-BD96-C6DBAAD3CBB7}"/>
              </a:ext>
            </a:extLst>
          </p:cNvPr>
          <p:cNvGrpSpPr/>
          <p:nvPr/>
        </p:nvGrpSpPr>
        <p:grpSpPr>
          <a:xfrm>
            <a:off x="648193" y="1587940"/>
            <a:ext cx="2751896" cy="75251"/>
            <a:chOff x="552451" y="1573126"/>
            <a:chExt cx="5233105" cy="46038"/>
          </a:xfrm>
        </p:grpSpPr>
        <p:cxnSp>
          <p:nvCxnSpPr>
            <p:cNvPr id="76" name="Straight Connector 75">
              <a:extLst>
                <a:ext uri="{FF2B5EF4-FFF2-40B4-BE49-F238E27FC236}">
                  <a16:creationId xmlns:a16="http://schemas.microsoft.com/office/drawing/2014/main" id="{4DBBA254-2A05-D62F-3136-C461BFF6541F}"/>
                </a:ext>
              </a:extLst>
            </p:cNvPr>
            <p:cNvCxnSpPr>
              <a:cxnSpLocks/>
            </p:cNvCxnSpPr>
            <p:nvPr/>
          </p:nvCxnSpPr>
          <p:spPr>
            <a:xfrm>
              <a:off x="577397" y="1604800"/>
              <a:ext cx="5208159"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7" name="Rectangle 76">
              <a:extLst>
                <a:ext uri="{FF2B5EF4-FFF2-40B4-BE49-F238E27FC236}">
                  <a16:creationId xmlns:a16="http://schemas.microsoft.com/office/drawing/2014/main" id="{ADA459F4-0C3F-8C44-A933-4ACC897E6A07}"/>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85" name="Rectangle 84">
            <a:extLst>
              <a:ext uri="{FF2B5EF4-FFF2-40B4-BE49-F238E27FC236}">
                <a16:creationId xmlns:a16="http://schemas.microsoft.com/office/drawing/2014/main" id="{5AA0589C-94BA-74A3-14B3-3A2AC05AE457}"/>
              </a:ext>
            </a:extLst>
          </p:cNvPr>
          <p:cNvSpPr/>
          <p:nvPr/>
        </p:nvSpPr>
        <p:spPr>
          <a:xfrm>
            <a:off x="769159" y="5742588"/>
            <a:ext cx="1764254" cy="195729"/>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Exclusive insurance referrals</a:t>
            </a:r>
          </a:p>
        </p:txBody>
      </p:sp>
      <p:sp>
        <p:nvSpPr>
          <p:cNvPr id="86" name="Rectangle 85">
            <a:extLst>
              <a:ext uri="{FF2B5EF4-FFF2-40B4-BE49-F238E27FC236}">
                <a16:creationId xmlns:a16="http://schemas.microsoft.com/office/drawing/2014/main" id="{78CF4A71-2E1C-FD7D-99EE-D8744E2C25CE}"/>
              </a:ext>
            </a:extLst>
          </p:cNvPr>
          <p:cNvSpPr/>
          <p:nvPr/>
        </p:nvSpPr>
        <p:spPr>
          <a:xfrm>
            <a:off x="769159" y="6030864"/>
            <a:ext cx="1764254" cy="195729"/>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NUPCO Tenders</a:t>
            </a:r>
          </a:p>
        </p:txBody>
      </p:sp>
      <p:sp>
        <p:nvSpPr>
          <p:cNvPr id="87" name="Rectangle 86">
            <a:extLst>
              <a:ext uri="{FF2B5EF4-FFF2-40B4-BE49-F238E27FC236}">
                <a16:creationId xmlns:a16="http://schemas.microsoft.com/office/drawing/2014/main" id="{B993D8C0-1849-AFFD-4E8D-C4C90520E6E8}"/>
              </a:ext>
            </a:extLst>
          </p:cNvPr>
          <p:cNvSpPr/>
          <p:nvPr/>
        </p:nvSpPr>
        <p:spPr>
          <a:xfrm>
            <a:off x="769159" y="6319137"/>
            <a:ext cx="1764254" cy="195729"/>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Onco-insurance Product</a:t>
            </a:r>
          </a:p>
        </p:txBody>
      </p:sp>
      <p:sp>
        <p:nvSpPr>
          <p:cNvPr id="97" name="Rectangle 96">
            <a:extLst>
              <a:ext uri="{FF2B5EF4-FFF2-40B4-BE49-F238E27FC236}">
                <a16:creationId xmlns:a16="http://schemas.microsoft.com/office/drawing/2014/main" id="{63F80CDD-D47E-4091-14CC-A0EFF3ACE17D}"/>
              </a:ext>
            </a:extLst>
          </p:cNvPr>
          <p:cNvSpPr/>
          <p:nvPr/>
        </p:nvSpPr>
        <p:spPr>
          <a:xfrm>
            <a:off x="2970815" y="4314193"/>
            <a:ext cx="1764254" cy="192024"/>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Non-oncology Infusions</a:t>
            </a:r>
          </a:p>
        </p:txBody>
      </p:sp>
      <p:sp>
        <p:nvSpPr>
          <p:cNvPr id="98" name="TextBox 97">
            <a:extLst>
              <a:ext uri="{FF2B5EF4-FFF2-40B4-BE49-F238E27FC236}">
                <a16:creationId xmlns:a16="http://schemas.microsoft.com/office/drawing/2014/main" id="{8C626C71-2EAE-F61C-E5C5-686C85D82563}"/>
              </a:ext>
            </a:extLst>
          </p:cNvPr>
          <p:cNvSpPr txBox="1"/>
          <p:nvPr/>
        </p:nvSpPr>
        <p:spPr>
          <a:xfrm>
            <a:off x="2970815" y="3253778"/>
            <a:ext cx="1764254" cy="646331"/>
          </a:xfrm>
          <a:prstGeom prst="rect">
            <a:avLst/>
          </a:prstGeom>
          <a:solidFill>
            <a:srgbClr val="EDEDED"/>
          </a:solidFill>
          <a:effectLst>
            <a:outerShdw blurRad="63500" algn="ctr" rotWithShape="0">
              <a:prstClr val="black">
                <a:alpha val="40000"/>
              </a:prstClr>
            </a:outerShdw>
          </a:effectLst>
        </p:spPr>
        <p:txBody>
          <a:bodyPr wrap="square" rtlCol="0">
            <a:spAutoFit/>
          </a:bodyPr>
          <a:lstStyle/>
          <a:p>
            <a:pPr algn="ctr"/>
            <a:r>
              <a:rPr lang="en-GB" sz="1200"/>
              <a:t>High-cost procedures for chronic diseases and prostate cancer</a:t>
            </a:r>
          </a:p>
        </p:txBody>
      </p:sp>
      <p:sp>
        <p:nvSpPr>
          <p:cNvPr id="99" name="Rectangle 98">
            <a:extLst>
              <a:ext uri="{FF2B5EF4-FFF2-40B4-BE49-F238E27FC236}">
                <a16:creationId xmlns:a16="http://schemas.microsoft.com/office/drawing/2014/main" id="{95AE2EBD-5BF7-0D69-9DF3-1CD94FD0AABC}"/>
              </a:ext>
            </a:extLst>
          </p:cNvPr>
          <p:cNvSpPr/>
          <p:nvPr/>
        </p:nvSpPr>
        <p:spPr>
          <a:xfrm>
            <a:off x="2970815" y="4599240"/>
            <a:ext cx="1764254" cy="192024"/>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Prostate Surgery - Profound</a:t>
            </a:r>
          </a:p>
        </p:txBody>
      </p:sp>
      <p:sp>
        <p:nvSpPr>
          <p:cNvPr id="100" name="Arrow: Down 99">
            <a:extLst>
              <a:ext uri="{FF2B5EF4-FFF2-40B4-BE49-F238E27FC236}">
                <a16:creationId xmlns:a16="http://schemas.microsoft.com/office/drawing/2014/main" id="{B60B46D0-9F2B-045F-327A-41C2062FEA3E}"/>
              </a:ext>
            </a:extLst>
          </p:cNvPr>
          <p:cNvSpPr/>
          <p:nvPr/>
        </p:nvSpPr>
        <p:spPr>
          <a:xfrm>
            <a:off x="3707434" y="3996739"/>
            <a:ext cx="291016" cy="284429"/>
          </a:xfrm>
          <a:prstGeom prst="downArrow">
            <a:avLst/>
          </a:prstGeom>
          <a:solidFill>
            <a:srgbClr val="BFBFB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Rectangle 100">
            <a:extLst>
              <a:ext uri="{FF2B5EF4-FFF2-40B4-BE49-F238E27FC236}">
                <a16:creationId xmlns:a16="http://schemas.microsoft.com/office/drawing/2014/main" id="{68DF0944-6A8E-B69D-6116-6E705A1A15F8}"/>
              </a:ext>
            </a:extLst>
          </p:cNvPr>
          <p:cNvSpPr/>
          <p:nvPr/>
        </p:nvSpPr>
        <p:spPr>
          <a:xfrm>
            <a:off x="5193968" y="4320889"/>
            <a:ext cx="1764254" cy="192024"/>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Teleconsultations</a:t>
            </a:r>
          </a:p>
        </p:txBody>
      </p:sp>
      <p:sp>
        <p:nvSpPr>
          <p:cNvPr id="102" name="TextBox 101">
            <a:extLst>
              <a:ext uri="{FF2B5EF4-FFF2-40B4-BE49-F238E27FC236}">
                <a16:creationId xmlns:a16="http://schemas.microsoft.com/office/drawing/2014/main" id="{6DD569F6-286C-6D2D-56F3-0A8DB2DE9419}"/>
              </a:ext>
            </a:extLst>
          </p:cNvPr>
          <p:cNvSpPr txBox="1"/>
          <p:nvPr/>
        </p:nvSpPr>
        <p:spPr>
          <a:xfrm>
            <a:off x="5193968" y="3253778"/>
            <a:ext cx="1764254" cy="646331"/>
          </a:xfrm>
          <a:prstGeom prst="rect">
            <a:avLst/>
          </a:prstGeom>
          <a:solidFill>
            <a:srgbClr val="EDEDED"/>
          </a:solidFill>
          <a:effectLst>
            <a:outerShdw blurRad="63500" algn="ctr" rotWithShape="0">
              <a:prstClr val="black">
                <a:alpha val="40000"/>
              </a:prstClr>
            </a:outerShdw>
          </a:effectLst>
        </p:spPr>
        <p:txBody>
          <a:bodyPr wrap="square" rtlCol="0">
            <a:spAutoFit/>
          </a:bodyPr>
          <a:lstStyle/>
          <a:p>
            <a:pPr algn="ctr"/>
            <a:r>
              <a:rPr lang="en-GB" sz="1200"/>
              <a:t>Enhancing customer experience and brand perception for OC</a:t>
            </a:r>
          </a:p>
        </p:txBody>
      </p:sp>
      <p:sp>
        <p:nvSpPr>
          <p:cNvPr id="103" name="Rectangle 102">
            <a:extLst>
              <a:ext uri="{FF2B5EF4-FFF2-40B4-BE49-F238E27FC236}">
                <a16:creationId xmlns:a16="http://schemas.microsoft.com/office/drawing/2014/main" id="{B1FC085E-0E76-D26D-432B-7DB8F40C4DA5}"/>
              </a:ext>
            </a:extLst>
          </p:cNvPr>
          <p:cNvSpPr/>
          <p:nvPr/>
        </p:nvSpPr>
        <p:spPr>
          <a:xfrm>
            <a:off x="5193968" y="4605229"/>
            <a:ext cx="1764254" cy="192024"/>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Longevity Care Salon</a:t>
            </a:r>
          </a:p>
        </p:txBody>
      </p:sp>
      <p:sp>
        <p:nvSpPr>
          <p:cNvPr id="104" name="Rectangle 103">
            <a:extLst>
              <a:ext uri="{FF2B5EF4-FFF2-40B4-BE49-F238E27FC236}">
                <a16:creationId xmlns:a16="http://schemas.microsoft.com/office/drawing/2014/main" id="{8B0931FA-8B7A-6DC7-53FF-7150C91F90E0}"/>
              </a:ext>
            </a:extLst>
          </p:cNvPr>
          <p:cNvSpPr/>
          <p:nvPr/>
        </p:nvSpPr>
        <p:spPr>
          <a:xfrm>
            <a:off x="5193968" y="4889569"/>
            <a:ext cx="1764254" cy="192024"/>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Drug Sponsorship Fund</a:t>
            </a:r>
          </a:p>
        </p:txBody>
      </p:sp>
      <p:sp>
        <p:nvSpPr>
          <p:cNvPr id="105" name="Rectangle 104">
            <a:extLst>
              <a:ext uri="{FF2B5EF4-FFF2-40B4-BE49-F238E27FC236}">
                <a16:creationId xmlns:a16="http://schemas.microsoft.com/office/drawing/2014/main" id="{3A69A28B-02EA-501C-D57D-3C3D39EC9CAC}"/>
              </a:ext>
            </a:extLst>
          </p:cNvPr>
          <p:cNvSpPr/>
          <p:nvPr/>
        </p:nvSpPr>
        <p:spPr>
          <a:xfrm>
            <a:off x="5193968" y="5173909"/>
            <a:ext cx="1764254" cy="192024"/>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Al-Dawa Marketing </a:t>
            </a:r>
          </a:p>
        </p:txBody>
      </p:sp>
      <p:sp>
        <p:nvSpPr>
          <p:cNvPr id="107" name="Arrow: Down 106">
            <a:extLst>
              <a:ext uri="{FF2B5EF4-FFF2-40B4-BE49-F238E27FC236}">
                <a16:creationId xmlns:a16="http://schemas.microsoft.com/office/drawing/2014/main" id="{9B6F3865-D434-ACBE-E45B-0706404DCE74}"/>
              </a:ext>
            </a:extLst>
          </p:cNvPr>
          <p:cNvSpPr/>
          <p:nvPr/>
        </p:nvSpPr>
        <p:spPr>
          <a:xfrm>
            <a:off x="5930587" y="3996739"/>
            <a:ext cx="291016" cy="284429"/>
          </a:xfrm>
          <a:prstGeom prst="downArrow">
            <a:avLst/>
          </a:prstGeom>
          <a:solidFill>
            <a:srgbClr val="BFBFB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Rectangle 108">
            <a:extLst>
              <a:ext uri="{FF2B5EF4-FFF2-40B4-BE49-F238E27FC236}">
                <a16:creationId xmlns:a16="http://schemas.microsoft.com/office/drawing/2014/main" id="{CE9627F0-5179-55E0-185E-ED76EB8A8A07}"/>
              </a:ext>
            </a:extLst>
          </p:cNvPr>
          <p:cNvSpPr/>
          <p:nvPr/>
        </p:nvSpPr>
        <p:spPr>
          <a:xfrm>
            <a:off x="7414149" y="4320889"/>
            <a:ext cx="1764254" cy="192024"/>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Sub-leasing</a:t>
            </a:r>
          </a:p>
        </p:txBody>
      </p:sp>
      <p:sp>
        <p:nvSpPr>
          <p:cNvPr id="110" name="TextBox 109">
            <a:extLst>
              <a:ext uri="{FF2B5EF4-FFF2-40B4-BE49-F238E27FC236}">
                <a16:creationId xmlns:a16="http://schemas.microsoft.com/office/drawing/2014/main" id="{49D7C7E7-D4D9-664D-E95F-876504B98D27}"/>
              </a:ext>
            </a:extLst>
          </p:cNvPr>
          <p:cNvSpPr txBox="1"/>
          <p:nvPr/>
        </p:nvSpPr>
        <p:spPr>
          <a:xfrm>
            <a:off x="7414149" y="3253778"/>
            <a:ext cx="1764254" cy="646331"/>
          </a:xfrm>
          <a:prstGeom prst="rect">
            <a:avLst/>
          </a:prstGeom>
          <a:solidFill>
            <a:srgbClr val="EDEDED"/>
          </a:solidFill>
          <a:effectLst>
            <a:outerShdw blurRad="63500" algn="ctr" rotWithShape="0">
              <a:prstClr val="black">
                <a:alpha val="40000"/>
              </a:prstClr>
            </a:outerShdw>
          </a:effectLst>
        </p:spPr>
        <p:txBody>
          <a:bodyPr wrap="square" rtlCol="0" anchor="ctr">
            <a:noAutofit/>
          </a:bodyPr>
          <a:lstStyle/>
          <a:p>
            <a:pPr algn="ctr"/>
            <a:r>
              <a:rPr lang="en-GB" sz="1200"/>
              <a:t>Initiatives driven by excess capacity utilization</a:t>
            </a:r>
          </a:p>
        </p:txBody>
      </p:sp>
      <p:sp>
        <p:nvSpPr>
          <p:cNvPr id="111" name="Arrow: Down 110">
            <a:extLst>
              <a:ext uri="{FF2B5EF4-FFF2-40B4-BE49-F238E27FC236}">
                <a16:creationId xmlns:a16="http://schemas.microsoft.com/office/drawing/2014/main" id="{37D4E951-8B29-0DA8-8E8E-48B06FE54FB4}"/>
              </a:ext>
            </a:extLst>
          </p:cNvPr>
          <p:cNvSpPr/>
          <p:nvPr/>
        </p:nvSpPr>
        <p:spPr>
          <a:xfrm>
            <a:off x="8150768" y="3996739"/>
            <a:ext cx="291016" cy="284429"/>
          </a:xfrm>
          <a:prstGeom prst="downArrow">
            <a:avLst/>
          </a:prstGeom>
          <a:solidFill>
            <a:srgbClr val="BFBFB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Arrow: Down 34">
            <a:extLst>
              <a:ext uri="{FF2B5EF4-FFF2-40B4-BE49-F238E27FC236}">
                <a16:creationId xmlns:a16="http://schemas.microsoft.com/office/drawing/2014/main" id="{763C5687-09CB-5C10-E66F-D9D30D9B376A}"/>
              </a:ext>
            </a:extLst>
          </p:cNvPr>
          <p:cNvSpPr/>
          <p:nvPr/>
        </p:nvSpPr>
        <p:spPr>
          <a:xfrm>
            <a:off x="10370905" y="3253778"/>
            <a:ext cx="291016" cy="284429"/>
          </a:xfrm>
          <a:prstGeom prst="downArrow">
            <a:avLst/>
          </a:prstGeom>
          <a:solidFill>
            <a:srgbClr val="BFBFB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TextBox 36">
            <a:extLst>
              <a:ext uri="{FF2B5EF4-FFF2-40B4-BE49-F238E27FC236}">
                <a16:creationId xmlns:a16="http://schemas.microsoft.com/office/drawing/2014/main" id="{10A4CE9E-DA63-1051-D7FD-9FC1C523C537}"/>
              </a:ext>
            </a:extLst>
          </p:cNvPr>
          <p:cNvSpPr txBox="1"/>
          <p:nvPr/>
        </p:nvSpPr>
        <p:spPr>
          <a:xfrm>
            <a:off x="9773720" y="4070785"/>
            <a:ext cx="2227982" cy="1754326"/>
          </a:xfrm>
          <a:prstGeom prst="rect">
            <a:avLst/>
          </a:prstGeom>
          <a:noFill/>
        </p:spPr>
        <p:txBody>
          <a:bodyPr wrap="none" rtlCol="0">
            <a:spAutoFit/>
          </a:bodyPr>
          <a:lstStyle/>
          <a:p>
            <a:pPr marL="285750" indent="-285750">
              <a:buFont typeface="Arial" panose="020B0604020202020204" pitchFamily="34" charset="0"/>
              <a:buChar char="•"/>
            </a:pPr>
            <a:r>
              <a:rPr lang="en-GB" sz="1200"/>
              <a:t>Doctor-patient relationships</a:t>
            </a:r>
          </a:p>
          <a:p>
            <a:pPr marL="285750" indent="-285750">
              <a:buFont typeface="Arial" panose="020B0604020202020204" pitchFamily="34" charset="0"/>
              <a:buChar char="•"/>
            </a:pPr>
            <a:r>
              <a:rPr lang="en-GB" sz="1200"/>
              <a:t>Referrals &amp; Partnerships</a:t>
            </a:r>
          </a:p>
          <a:p>
            <a:pPr marL="285750" indent="-285750">
              <a:buFont typeface="Arial" panose="020B0604020202020204" pitchFamily="34" charset="0"/>
              <a:buChar char="•"/>
            </a:pPr>
            <a:r>
              <a:rPr lang="en-GB" sz="1200"/>
              <a:t>Service expansion</a:t>
            </a:r>
          </a:p>
          <a:p>
            <a:pPr marL="285750" indent="-285750">
              <a:buFont typeface="Arial" panose="020B0604020202020204" pitchFamily="34" charset="0"/>
              <a:buChar char="•"/>
            </a:pPr>
            <a:r>
              <a:rPr lang="en-GB" sz="1200"/>
              <a:t>Geographical expansion</a:t>
            </a:r>
          </a:p>
          <a:p>
            <a:pPr marL="285750" indent="-285750">
              <a:buFont typeface="Arial" panose="020B0604020202020204" pitchFamily="34" charset="0"/>
              <a:buChar char="•"/>
            </a:pPr>
            <a:r>
              <a:rPr lang="en-GB" sz="1200"/>
              <a:t>Marketing campaigns </a:t>
            </a:r>
          </a:p>
          <a:p>
            <a:pPr marL="285750" indent="-285750">
              <a:buFont typeface="Arial" panose="020B0604020202020204" pitchFamily="34" charset="0"/>
              <a:buChar char="•"/>
            </a:pPr>
            <a:r>
              <a:rPr lang="en-GB" sz="1200"/>
              <a:t>Co-branding</a:t>
            </a:r>
          </a:p>
          <a:p>
            <a:pPr marL="285750" indent="-285750">
              <a:buFont typeface="Arial" panose="020B0604020202020204" pitchFamily="34" charset="0"/>
              <a:buChar char="•"/>
            </a:pPr>
            <a:r>
              <a:rPr lang="en-GB" sz="1200"/>
              <a:t>Digitally-enabled services</a:t>
            </a:r>
          </a:p>
          <a:p>
            <a:pPr marL="285750" indent="-285750">
              <a:buFont typeface="Arial" panose="020B0604020202020204" pitchFamily="34" charset="0"/>
              <a:buChar char="•"/>
            </a:pPr>
            <a:r>
              <a:rPr lang="en-GB" sz="1200"/>
              <a:t>Ancillary services</a:t>
            </a:r>
          </a:p>
          <a:p>
            <a:pPr marL="285750" indent="-285750">
              <a:buFont typeface="Arial" panose="020B0604020202020204" pitchFamily="34" charset="0"/>
              <a:buChar char="•"/>
            </a:pPr>
            <a:r>
              <a:rPr lang="en-GB" sz="1200"/>
              <a:t>Remote capabilities</a:t>
            </a:r>
          </a:p>
        </p:txBody>
      </p:sp>
      <p:sp>
        <p:nvSpPr>
          <p:cNvPr id="42" name="Isosceles Triangle 41">
            <a:extLst>
              <a:ext uri="{FF2B5EF4-FFF2-40B4-BE49-F238E27FC236}">
                <a16:creationId xmlns:a16="http://schemas.microsoft.com/office/drawing/2014/main" id="{6D6A402C-4FBB-A14D-478F-E5F3E0372EF2}"/>
              </a:ext>
            </a:extLst>
          </p:cNvPr>
          <p:cNvSpPr/>
          <p:nvPr/>
        </p:nvSpPr>
        <p:spPr>
          <a:xfrm rot="5400000">
            <a:off x="8903254" y="4865725"/>
            <a:ext cx="1430833" cy="243799"/>
          </a:xfrm>
          <a:prstGeom prst="triangl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ight Brace 42">
            <a:extLst>
              <a:ext uri="{FF2B5EF4-FFF2-40B4-BE49-F238E27FC236}">
                <a16:creationId xmlns:a16="http://schemas.microsoft.com/office/drawing/2014/main" id="{01706C4D-7BA4-29FC-BE10-6399B3DAC25C}"/>
              </a:ext>
            </a:extLst>
          </p:cNvPr>
          <p:cNvSpPr/>
          <p:nvPr/>
        </p:nvSpPr>
        <p:spPr>
          <a:xfrm>
            <a:off x="9275753" y="3253778"/>
            <a:ext cx="187868" cy="3467693"/>
          </a:xfrm>
          <a:prstGeom prst="rightBrac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4" name="TextBox 43">
            <a:extLst>
              <a:ext uri="{FF2B5EF4-FFF2-40B4-BE49-F238E27FC236}">
                <a16:creationId xmlns:a16="http://schemas.microsoft.com/office/drawing/2014/main" id="{4266EF5F-B06D-5091-23B4-9847FA259375}"/>
              </a:ext>
            </a:extLst>
          </p:cNvPr>
          <p:cNvSpPr txBox="1"/>
          <p:nvPr/>
        </p:nvSpPr>
        <p:spPr>
          <a:xfrm>
            <a:off x="9736323" y="3768477"/>
            <a:ext cx="2227077" cy="307777"/>
          </a:xfrm>
          <a:prstGeom prst="rect">
            <a:avLst/>
          </a:prstGeom>
          <a:noFill/>
        </p:spPr>
        <p:txBody>
          <a:bodyPr wrap="square" rtlCol="0" anchor="ctr">
            <a:spAutoFit/>
          </a:bodyPr>
          <a:lstStyle/>
          <a:p>
            <a:r>
              <a:rPr lang="en-GB" sz="1400" b="1">
                <a:solidFill>
                  <a:srgbClr val="17B2AF"/>
                </a:solidFill>
              </a:rPr>
              <a:t>Drivers &amp; Enablers</a:t>
            </a:r>
          </a:p>
        </p:txBody>
      </p:sp>
      <p:sp>
        <p:nvSpPr>
          <p:cNvPr id="7" name="Rectangle 6">
            <a:extLst>
              <a:ext uri="{FF2B5EF4-FFF2-40B4-BE49-F238E27FC236}">
                <a16:creationId xmlns:a16="http://schemas.microsoft.com/office/drawing/2014/main" id="{FCCF9003-4399-6B0E-FD46-1631B92FE760}"/>
              </a:ext>
            </a:extLst>
          </p:cNvPr>
          <p:cNvSpPr/>
          <p:nvPr/>
        </p:nvSpPr>
        <p:spPr>
          <a:xfrm>
            <a:off x="769159" y="4301208"/>
            <a:ext cx="1764254" cy="195729"/>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Non-oncology Diagnostics</a:t>
            </a:r>
          </a:p>
        </p:txBody>
      </p:sp>
      <p:sp>
        <p:nvSpPr>
          <p:cNvPr id="8" name="Rectangle 7">
            <a:extLst>
              <a:ext uri="{FF2B5EF4-FFF2-40B4-BE49-F238E27FC236}">
                <a16:creationId xmlns:a16="http://schemas.microsoft.com/office/drawing/2014/main" id="{D219D342-A822-D935-1730-231885DCFDA7}"/>
              </a:ext>
            </a:extLst>
          </p:cNvPr>
          <p:cNvSpPr/>
          <p:nvPr/>
        </p:nvSpPr>
        <p:spPr>
          <a:xfrm>
            <a:off x="769159" y="4589484"/>
            <a:ext cx="1764254" cy="195729"/>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Preventive Care</a:t>
            </a:r>
          </a:p>
        </p:txBody>
      </p:sp>
      <p:sp>
        <p:nvSpPr>
          <p:cNvPr id="9" name="Rectangle 8">
            <a:extLst>
              <a:ext uri="{FF2B5EF4-FFF2-40B4-BE49-F238E27FC236}">
                <a16:creationId xmlns:a16="http://schemas.microsoft.com/office/drawing/2014/main" id="{4310DD1D-02AB-C263-8350-EF71C914BD94}"/>
              </a:ext>
            </a:extLst>
          </p:cNvPr>
          <p:cNvSpPr/>
          <p:nvPr/>
        </p:nvSpPr>
        <p:spPr>
          <a:xfrm>
            <a:off x="769159" y="4877760"/>
            <a:ext cx="1764254" cy="195729"/>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Onco-fertility</a:t>
            </a:r>
          </a:p>
        </p:txBody>
      </p:sp>
      <p:sp>
        <p:nvSpPr>
          <p:cNvPr id="11" name="Rectangle 10">
            <a:extLst>
              <a:ext uri="{FF2B5EF4-FFF2-40B4-BE49-F238E27FC236}">
                <a16:creationId xmlns:a16="http://schemas.microsoft.com/office/drawing/2014/main" id="{0E628D59-A311-5B0F-5F7A-E06DFF0169CA}"/>
              </a:ext>
            </a:extLst>
          </p:cNvPr>
          <p:cNvSpPr/>
          <p:nvPr/>
        </p:nvSpPr>
        <p:spPr>
          <a:xfrm>
            <a:off x="769159" y="5166036"/>
            <a:ext cx="1764254" cy="195729"/>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Operational Management</a:t>
            </a:r>
          </a:p>
        </p:txBody>
      </p:sp>
      <p:sp>
        <p:nvSpPr>
          <p:cNvPr id="14" name="Arrow: Down 13">
            <a:extLst>
              <a:ext uri="{FF2B5EF4-FFF2-40B4-BE49-F238E27FC236}">
                <a16:creationId xmlns:a16="http://schemas.microsoft.com/office/drawing/2014/main" id="{0E38221E-C714-1563-EB46-925870609CF9}"/>
              </a:ext>
            </a:extLst>
          </p:cNvPr>
          <p:cNvSpPr/>
          <p:nvPr/>
        </p:nvSpPr>
        <p:spPr>
          <a:xfrm>
            <a:off x="1498003" y="3996739"/>
            <a:ext cx="291016" cy="284429"/>
          </a:xfrm>
          <a:prstGeom prst="downArrow">
            <a:avLst/>
          </a:prstGeom>
          <a:solidFill>
            <a:srgbClr val="BFBFB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TextBox 14">
            <a:extLst>
              <a:ext uri="{FF2B5EF4-FFF2-40B4-BE49-F238E27FC236}">
                <a16:creationId xmlns:a16="http://schemas.microsoft.com/office/drawing/2014/main" id="{E8621957-17E1-A691-535E-DAAEF028BF46}"/>
              </a:ext>
            </a:extLst>
          </p:cNvPr>
          <p:cNvSpPr txBox="1"/>
          <p:nvPr/>
        </p:nvSpPr>
        <p:spPr>
          <a:xfrm>
            <a:off x="768943" y="3253778"/>
            <a:ext cx="1764254" cy="646331"/>
          </a:xfrm>
          <a:prstGeom prst="rect">
            <a:avLst/>
          </a:prstGeom>
          <a:solidFill>
            <a:srgbClr val="EDEDED"/>
          </a:solidFill>
          <a:effectLst>
            <a:outerShdw blurRad="63500" algn="ctr" rotWithShape="0">
              <a:prstClr val="black">
                <a:alpha val="40000"/>
              </a:prstClr>
            </a:outerShdw>
          </a:effectLst>
        </p:spPr>
        <p:txBody>
          <a:bodyPr wrap="square" rtlCol="0">
            <a:spAutoFit/>
          </a:bodyPr>
          <a:lstStyle/>
          <a:p>
            <a:pPr algn="ctr"/>
            <a:r>
              <a:rPr lang="en-GB" sz="1200"/>
              <a:t>Driving patient pools (cancer &amp; non-cancer) within B2C and B2B</a:t>
            </a:r>
          </a:p>
        </p:txBody>
      </p:sp>
      <p:sp>
        <p:nvSpPr>
          <p:cNvPr id="33" name="Rectangle 32">
            <a:extLst>
              <a:ext uri="{FF2B5EF4-FFF2-40B4-BE49-F238E27FC236}">
                <a16:creationId xmlns:a16="http://schemas.microsoft.com/office/drawing/2014/main" id="{2CE8F19F-8ABD-3931-B8E6-E391AB2FB375}"/>
              </a:ext>
            </a:extLst>
          </p:cNvPr>
          <p:cNvSpPr/>
          <p:nvPr/>
        </p:nvSpPr>
        <p:spPr>
          <a:xfrm>
            <a:off x="5193968" y="5458249"/>
            <a:ext cx="1764254" cy="192024"/>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AI Imaging &amp; Analytics</a:t>
            </a:r>
          </a:p>
        </p:txBody>
      </p:sp>
      <p:sp>
        <p:nvSpPr>
          <p:cNvPr id="34" name="Rectangle 33">
            <a:extLst>
              <a:ext uri="{FF2B5EF4-FFF2-40B4-BE49-F238E27FC236}">
                <a16:creationId xmlns:a16="http://schemas.microsoft.com/office/drawing/2014/main" id="{1F945EA7-CC0E-9573-7A95-80986E782A25}"/>
              </a:ext>
            </a:extLst>
          </p:cNvPr>
          <p:cNvSpPr/>
          <p:nvPr/>
        </p:nvSpPr>
        <p:spPr>
          <a:xfrm>
            <a:off x="5193968" y="5742588"/>
            <a:ext cx="1764254" cy="192024"/>
          </a:xfrm>
          <a:prstGeom prst="rect">
            <a:avLst/>
          </a:prstGeom>
          <a:solidFill>
            <a:schemeClr val="bg1"/>
          </a:solidFill>
          <a:ln w="6350">
            <a:solidFill>
              <a:schemeClr val="tx1"/>
            </a:solidFill>
            <a:prstDash val="dash"/>
          </a:ln>
          <a:effectLst>
            <a:outerShdw blurRad="50800" dist="38100" dir="5400000" algn="t" rotWithShape="0">
              <a:schemeClr val="bg1">
                <a:lumMod val="65000"/>
                <a:alpha val="5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050">
                <a:solidFill>
                  <a:schemeClr val="tx1"/>
                </a:solidFill>
              </a:rPr>
              <a:t>Research Centre</a:t>
            </a:r>
          </a:p>
        </p:txBody>
      </p:sp>
    </p:spTree>
    <p:extLst>
      <p:ext uri="{BB962C8B-B14F-4D97-AF65-F5344CB8AC3E}">
        <p14:creationId xmlns:p14="http://schemas.microsoft.com/office/powerpoint/2010/main" val="220831849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37073B-4C99-6125-915D-D23019DE4271}"/>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D697D489-DD50-3005-8075-9FBDBDED6024}"/>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04" imgH="405" progId="TCLayout.ActiveDocument.1">
                  <p:embed/>
                </p:oleObj>
              </mc:Choice>
              <mc:Fallback>
                <p:oleObj name="think-cell Slide" r:id="rId5" imgW="404" imgH="405" progId="TCLayout.ActiveDocument.1">
                  <p:embed/>
                  <p:pic>
                    <p:nvPicPr>
                      <p:cNvPr id="4" name="think-cell data - do not delete" hidden="1">
                        <a:extLst>
                          <a:ext uri="{FF2B5EF4-FFF2-40B4-BE49-F238E27FC236}">
                            <a16:creationId xmlns:a16="http://schemas.microsoft.com/office/drawing/2014/main" id="{D697D489-DD50-3005-8075-9FBDBDED6024}"/>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Rectangle 6">
            <a:extLst>
              <a:ext uri="{FF2B5EF4-FFF2-40B4-BE49-F238E27FC236}">
                <a16:creationId xmlns:a16="http://schemas.microsoft.com/office/drawing/2014/main" id="{D92C687B-FA79-65B3-2C1C-B97D87B90501}"/>
              </a:ext>
            </a:extLst>
          </p:cNvPr>
          <p:cNvSpPr>
            <a:spLocks/>
          </p:cNvSpPr>
          <p:nvPr/>
        </p:nvSpPr>
        <p:spPr>
          <a:xfrm>
            <a:off x="286396" y="1952171"/>
            <a:ext cx="844991" cy="4519792"/>
          </a:xfrm>
          <a:prstGeom prst="rect">
            <a:avLst/>
          </a:prstGeom>
          <a:solidFill>
            <a:srgbClr val="04748A"/>
          </a:solidFill>
          <a:ln>
            <a:noFill/>
          </a:ln>
        </p:spPr>
        <p:style>
          <a:lnRef idx="2">
            <a:schemeClr val="dk1"/>
          </a:lnRef>
          <a:fillRef idx="1">
            <a:schemeClr val="lt1"/>
          </a:fillRef>
          <a:effectRef idx="0">
            <a:schemeClr val="dk1"/>
          </a:effectRef>
          <a:fontRef idx="minor">
            <a:schemeClr val="dk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bg1"/>
                </a:solidFill>
                <a:effectLst/>
                <a:uLnTx/>
                <a:uFillTx/>
                <a:ea typeface="+mn-ea"/>
                <a:cs typeface="Arial" panose="020B0604020202020204" pitchFamily="34" charset="0"/>
              </a:rPr>
              <a:t>Strategic initiatives</a:t>
            </a:r>
          </a:p>
        </p:txBody>
      </p:sp>
      <p:sp>
        <p:nvSpPr>
          <p:cNvPr id="2" name="Isosceles Triangle 1">
            <a:extLst>
              <a:ext uri="{FF2B5EF4-FFF2-40B4-BE49-F238E27FC236}">
                <a16:creationId xmlns:a16="http://schemas.microsoft.com/office/drawing/2014/main" id="{FB467AA0-F8BE-0A30-BBE1-0520F1EFDEAA}"/>
              </a:ext>
            </a:extLst>
          </p:cNvPr>
          <p:cNvSpPr/>
          <p:nvPr/>
        </p:nvSpPr>
        <p:spPr>
          <a:xfrm>
            <a:off x="286396" y="883607"/>
            <a:ext cx="11772897" cy="1022780"/>
          </a:xfrm>
          <a:prstGeom prst="triangle">
            <a:avLst>
              <a:gd name="adj" fmla="val 50000"/>
            </a:avLst>
          </a:prstGeom>
          <a:solidFill>
            <a:srgbClr val="1F476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6000" tIns="324000" rIns="36000" bIns="360000" rtlCol="0" anchor="ctr"/>
          <a:lstStyle/>
          <a:p>
            <a:pPr algn="ctr">
              <a:defRPr/>
            </a:pPr>
            <a:endParaRPr lang="en-US" sz="1000" b="1">
              <a:sym typeface="Calibri" panose="020F0502020204030204" pitchFamily="34" charset="0"/>
            </a:endParaRPr>
          </a:p>
        </p:txBody>
      </p:sp>
      <p:sp>
        <p:nvSpPr>
          <p:cNvPr id="23" name="Slide Number Placeholder 2">
            <a:extLst>
              <a:ext uri="{FF2B5EF4-FFF2-40B4-BE49-F238E27FC236}">
                <a16:creationId xmlns:a16="http://schemas.microsoft.com/office/drawing/2014/main" id="{ADC2A5AB-0E4F-608C-17BA-0A4F7BB923C8}"/>
              </a:ext>
            </a:extLst>
          </p:cNvPr>
          <p:cNvSpPr>
            <a:spLocks noGrp="1"/>
          </p:cNvSpPr>
          <p:nvPr>
            <p:ph type="sldNum" sz="quarter" idx="12"/>
          </p:nvPr>
        </p:nvSpPr>
        <p:spPr>
          <a:xfrm>
            <a:off x="9448800"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34998AE-0B4E-4A04-BD42-41291CCF365D}" type="slidenum">
              <a:rPr kumimoji="0" lang="en-US" sz="1200" b="0" i="0" u="none" strike="noStrike" kern="1200" cap="none" spc="0" normalizeH="0" baseline="0" noProof="0" smtClean="0">
                <a:ln>
                  <a:noFill/>
                </a:ln>
                <a:solidFill>
                  <a:prstClr val="black">
                    <a:tint val="82000"/>
                  </a:prstClr>
                </a:solidFill>
                <a:effectLst/>
                <a:uLnTx/>
                <a:uFillTx/>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tint val="82000"/>
                </a:prstClr>
              </a:solidFill>
              <a:effectLst/>
              <a:uLnTx/>
              <a:uFillTx/>
              <a:ea typeface="+mn-ea"/>
              <a:cs typeface="+mn-cs"/>
            </a:endParaRPr>
          </a:p>
        </p:txBody>
      </p:sp>
      <p:sp>
        <p:nvSpPr>
          <p:cNvPr id="128" name="Rectangle 127">
            <a:extLst>
              <a:ext uri="{FF2B5EF4-FFF2-40B4-BE49-F238E27FC236}">
                <a16:creationId xmlns:a16="http://schemas.microsoft.com/office/drawing/2014/main" id="{7FA2A879-47BE-D1EB-AA96-3EBBA3E2B6E7}"/>
              </a:ext>
            </a:extLst>
          </p:cNvPr>
          <p:cNvSpPr/>
          <p:nvPr>
            <p:custDataLst>
              <p:tags r:id="rId2"/>
            </p:custDataLst>
          </p:nvPr>
        </p:nvSpPr>
        <p:spPr>
          <a:xfrm>
            <a:off x="132707" y="1186398"/>
            <a:ext cx="1385911"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100" b="1" i="1" u="none" strike="noStrike" kern="1200" cap="none" spc="0" normalizeH="0" baseline="0" noProof="0">
              <a:ln>
                <a:noFill/>
              </a:ln>
              <a:solidFill>
                <a:prstClr val="black"/>
              </a:solidFill>
              <a:effectLst/>
              <a:uLnTx/>
              <a:uFillTx/>
              <a:ea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6E3B99BA-9701-71C1-2B96-CAE3AD262BB8}"/>
              </a:ext>
            </a:extLst>
          </p:cNvPr>
          <p:cNvSpPr>
            <a:spLocks/>
          </p:cNvSpPr>
          <p:nvPr/>
        </p:nvSpPr>
        <p:spPr>
          <a:xfrm>
            <a:off x="1214335" y="1952170"/>
            <a:ext cx="2592000" cy="589091"/>
          </a:xfrm>
          <a:prstGeom prst="rect">
            <a:avLst/>
          </a:prstGeom>
          <a:solidFill>
            <a:srgbClr val="04748A"/>
          </a:solidFill>
          <a:ln w="6350">
            <a:noFill/>
          </a:ln>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1. Core: Oncology diagnostics and treatment</a:t>
            </a:r>
          </a:p>
        </p:txBody>
      </p:sp>
      <p:sp>
        <p:nvSpPr>
          <p:cNvPr id="36" name="Rectangle 35">
            <a:extLst>
              <a:ext uri="{FF2B5EF4-FFF2-40B4-BE49-F238E27FC236}">
                <a16:creationId xmlns:a16="http://schemas.microsoft.com/office/drawing/2014/main" id="{AAEFBA73-9F7F-44FF-D96F-DCA430C19111}"/>
              </a:ext>
            </a:extLst>
          </p:cNvPr>
          <p:cNvSpPr>
            <a:spLocks/>
          </p:cNvSpPr>
          <p:nvPr/>
        </p:nvSpPr>
        <p:spPr>
          <a:xfrm>
            <a:off x="1214335" y="2587044"/>
            <a:ext cx="2592000" cy="1795857"/>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576" tIns="457200" rIns="36000" bIns="36000" rtlCol="0" anchor="ctr">
            <a:noAutofit/>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lang="en-US" sz="1200" b="1">
                <a:solidFill>
                  <a:schemeClr val="tx1"/>
                </a:solidFill>
                <a:cs typeface="Arial" panose="020B0604020202020204" pitchFamily="34" charset="0"/>
              </a:rPr>
              <a:t>Increasing oncology patients</a:t>
            </a:r>
            <a:endPar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endParaRPr>
          </a:p>
          <a:p>
            <a:pPr marR="0" lvl="0" algn="l" defTabSz="914400" rtl="0" eaLnBrk="1" fontAlgn="auto" latinLnBrk="0" hangingPunct="1">
              <a:lnSpc>
                <a:spcPct val="100000"/>
              </a:lnSpc>
              <a:spcBef>
                <a:spcPts val="200"/>
              </a:spcBef>
              <a:spcAft>
                <a:spcPts val="200"/>
              </a:spcAft>
              <a:buClrTx/>
              <a:buSzTx/>
              <a:tabLst/>
              <a:defRPr/>
            </a:pPr>
            <a:r>
              <a:rPr kumimoji="0" lang="en-US" sz="1200" i="0" u="none" strike="noStrike" kern="1200" cap="none" spc="0" normalizeH="0" baseline="0" noProof="0">
                <a:ln>
                  <a:noFill/>
                </a:ln>
                <a:solidFill>
                  <a:schemeClr val="tx1"/>
                </a:solidFill>
                <a:effectLst/>
                <a:uLnTx/>
                <a:uFillTx/>
                <a:ea typeface="+mn-ea"/>
                <a:cs typeface="Arial" panose="020B0604020202020204" pitchFamily="34" charset="0"/>
              </a:rPr>
              <a:t>Leverage doctor &amp; private clinic referrals</a:t>
            </a:r>
            <a:r>
              <a:rPr lang="en-US" sz="1200">
                <a:solidFill>
                  <a:schemeClr val="tx1"/>
                </a:solidFill>
                <a:cs typeface="Arial" panose="020B0604020202020204" pitchFamily="34" charset="0"/>
              </a:rPr>
              <a:t>, alongside marketing initiatives with BPG, Dana Farber and others</a:t>
            </a: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a:p>
            <a:pPr marR="0" lvl="0" algn="l" defTabSz="914400" rtl="0" eaLnBrk="1" fontAlgn="auto" latinLnBrk="0" hangingPunct="1">
              <a:lnSpc>
                <a:spcPct val="100000"/>
              </a:lnSpc>
              <a:spcBef>
                <a:spcPts val="200"/>
              </a:spcBef>
              <a:spcAft>
                <a:spcPts val="200"/>
              </a:spcAft>
              <a:buClrTx/>
              <a:buSzTx/>
              <a:tabLst/>
              <a:defRPr/>
            </a:pPr>
            <a:endPar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endParaRPr>
          </a:p>
          <a:p>
            <a:pPr marL="0" marR="0" lvl="0" indent="0" algn="l" defTabSz="914400" rtl="0" eaLnBrk="1" fontAlgn="auto" latinLnBrk="0" hangingPunct="1">
              <a:lnSpc>
                <a:spcPct val="100000"/>
              </a:lnSpc>
              <a:spcBef>
                <a:spcPts val="200"/>
              </a:spcBef>
              <a:spcAft>
                <a:spcPts val="200"/>
              </a:spcAft>
              <a:buClrTx/>
              <a:buSzTx/>
              <a:buFontTx/>
              <a:buNone/>
              <a:tabLst/>
              <a:defRPr/>
            </a:pP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p:txBody>
      </p:sp>
      <p:sp>
        <p:nvSpPr>
          <p:cNvPr id="50" name="Rectangle 49">
            <a:extLst>
              <a:ext uri="{FF2B5EF4-FFF2-40B4-BE49-F238E27FC236}">
                <a16:creationId xmlns:a16="http://schemas.microsoft.com/office/drawing/2014/main" id="{74B9CD30-1727-463F-E73B-D65AAAE85CCB}"/>
              </a:ext>
            </a:extLst>
          </p:cNvPr>
          <p:cNvSpPr>
            <a:spLocks/>
          </p:cNvSpPr>
          <p:nvPr/>
        </p:nvSpPr>
        <p:spPr>
          <a:xfrm>
            <a:off x="3965321" y="1952170"/>
            <a:ext cx="2592000" cy="589091"/>
          </a:xfrm>
          <a:prstGeom prst="rect">
            <a:avLst/>
          </a:prstGeom>
          <a:solidFill>
            <a:srgbClr val="04748A"/>
          </a:solidFill>
          <a:ln w="6350">
            <a:noFill/>
          </a:ln>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2. Core adjacency: leverage existing capacity</a:t>
            </a:r>
            <a:endParaRPr kumimoji="0" lang="en-US" sz="1200" b="1" i="0" u="none" strike="noStrike" kern="1200" cap="none" spc="0" normalizeH="0" baseline="30000" noProof="0">
              <a:ln>
                <a:noFill/>
              </a:ln>
              <a:solidFill>
                <a:prstClr val="white"/>
              </a:solidFill>
              <a:effectLst/>
              <a:uLnTx/>
              <a:uFillTx/>
              <a:ea typeface="+mn-ea"/>
              <a:cs typeface="Arial" panose="020B0604020202020204" pitchFamily="34" charset="0"/>
            </a:endParaRPr>
          </a:p>
        </p:txBody>
      </p:sp>
      <p:sp>
        <p:nvSpPr>
          <p:cNvPr id="55" name="Rectangle 54">
            <a:extLst>
              <a:ext uri="{FF2B5EF4-FFF2-40B4-BE49-F238E27FC236}">
                <a16:creationId xmlns:a16="http://schemas.microsoft.com/office/drawing/2014/main" id="{D089D613-A547-8C54-CF0A-5E7977F89F2F}"/>
              </a:ext>
            </a:extLst>
          </p:cNvPr>
          <p:cNvSpPr>
            <a:spLocks/>
          </p:cNvSpPr>
          <p:nvPr/>
        </p:nvSpPr>
        <p:spPr>
          <a:xfrm>
            <a:off x="6716307" y="2587044"/>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Floor/Operations Management Contracts</a:t>
            </a:r>
            <a:b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Partner with Fakeeh Madina &amp; Dallah Khobar to manage their oncology wings</a:t>
            </a:r>
          </a:p>
        </p:txBody>
      </p:sp>
      <p:sp>
        <p:nvSpPr>
          <p:cNvPr id="61" name="Rectangle 60">
            <a:extLst>
              <a:ext uri="{FF2B5EF4-FFF2-40B4-BE49-F238E27FC236}">
                <a16:creationId xmlns:a16="http://schemas.microsoft.com/office/drawing/2014/main" id="{5AAEC66A-027A-D651-2A5F-BC259FC1565D}"/>
              </a:ext>
            </a:extLst>
          </p:cNvPr>
          <p:cNvSpPr>
            <a:spLocks/>
          </p:cNvSpPr>
          <p:nvPr/>
        </p:nvSpPr>
        <p:spPr>
          <a:xfrm>
            <a:off x="6716307" y="1952170"/>
            <a:ext cx="2592000" cy="589091"/>
          </a:xfrm>
          <a:prstGeom prst="rect">
            <a:avLst/>
          </a:prstGeom>
          <a:solidFill>
            <a:srgbClr val="04748A"/>
          </a:solidFill>
          <a:ln w="6350">
            <a:noFill/>
          </a:ln>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3. Core expansion: Expansion beyond core to oncology support initiatives</a:t>
            </a:r>
          </a:p>
        </p:txBody>
      </p:sp>
      <p:sp>
        <p:nvSpPr>
          <p:cNvPr id="48" name="Rectangle 47">
            <a:extLst>
              <a:ext uri="{FF2B5EF4-FFF2-40B4-BE49-F238E27FC236}">
                <a16:creationId xmlns:a16="http://schemas.microsoft.com/office/drawing/2014/main" id="{F0C37AB0-7BB6-F4F9-FEB0-AE17AD927552}"/>
              </a:ext>
            </a:extLst>
          </p:cNvPr>
          <p:cNvSpPr>
            <a:spLocks/>
          </p:cNvSpPr>
          <p:nvPr/>
        </p:nvSpPr>
        <p:spPr>
          <a:xfrm>
            <a:off x="6716307" y="3940839"/>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Day Surgery </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(prostate cancer)</a:t>
            </a:r>
            <a:b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Performing minimally invasive procedures</a:t>
            </a:r>
            <a:r>
              <a:rPr lang="en-US" sz="1200">
                <a:solidFill>
                  <a:sysClr val="windowText" lastClr="000000"/>
                </a:solidFill>
                <a:cs typeface="Arial" panose="020B0604020202020204" pitchFamily="34" charset="0"/>
              </a:rPr>
              <a:t> for prostate cancer through profound</a:t>
            </a:r>
            <a:endPar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66CF7221-1230-CECC-3E6B-3D9351393ED7}"/>
              </a:ext>
            </a:extLst>
          </p:cNvPr>
          <p:cNvSpPr>
            <a:spLocks/>
          </p:cNvSpPr>
          <p:nvPr/>
        </p:nvSpPr>
        <p:spPr>
          <a:xfrm>
            <a:off x="3914521" y="2587044"/>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Non-oncology diagnostics</a:t>
            </a:r>
            <a:b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Referral agreements with poly-clinics to offer diagnostic services to drive non-oncology patient volumes</a:t>
            </a:r>
          </a:p>
        </p:txBody>
      </p:sp>
      <p:sp>
        <p:nvSpPr>
          <p:cNvPr id="13" name="Rectangle 12">
            <a:extLst>
              <a:ext uri="{FF2B5EF4-FFF2-40B4-BE49-F238E27FC236}">
                <a16:creationId xmlns:a16="http://schemas.microsoft.com/office/drawing/2014/main" id="{BB22145D-4A0A-47B6-F960-A491407EF8D6}"/>
              </a:ext>
            </a:extLst>
          </p:cNvPr>
          <p:cNvSpPr>
            <a:spLocks/>
          </p:cNvSpPr>
          <p:nvPr/>
        </p:nvSpPr>
        <p:spPr>
          <a:xfrm>
            <a:off x="9467293" y="1952170"/>
            <a:ext cx="2592000" cy="589091"/>
          </a:xfrm>
          <a:prstGeom prst="rect">
            <a:avLst/>
          </a:prstGeom>
          <a:solidFill>
            <a:srgbClr val="04748A"/>
          </a:solidFill>
          <a:ln w="6350">
            <a:noFill/>
          </a:ln>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3. Other adjacencies: Target </a:t>
            </a:r>
            <a:r>
              <a:rPr lang="en-US" sz="1200" b="1">
                <a:solidFill>
                  <a:prstClr val="white"/>
                </a:solidFill>
                <a:cs typeface="Arial" panose="020B0604020202020204" pitchFamily="34" charset="0"/>
              </a:rPr>
              <a:t>non-oncology</a:t>
            </a: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 patient segments</a:t>
            </a:r>
          </a:p>
        </p:txBody>
      </p:sp>
      <p:sp>
        <p:nvSpPr>
          <p:cNvPr id="21" name="Rectangle 20">
            <a:extLst>
              <a:ext uri="{FF2B5EF4-FFF2-40B4-BE49-F238E27FC236}">
                <a16:creationId xmlns:a16="http://schemas.microsoft.com/office/drawing/2014/main" id="{A9463AE3-73D1-9DCE-93EB-277FC1B6CCF7}"/>
              </a:ext>
            </a:extLst>
          </p:cNvPr>
          <p:cNvSpPr>
            <a:spLocks/>
          </p:cNvSpPr>
          <p:nvPr/>
        </p:nvSpPr>
        <p:spPr>
          <a:xfrm>
            <a:off x="3914521" y="3942653"/>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Supportive Care &amp; Non-oncology infusions</a:t>
            </a:r>
            <a:b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lang="en-US" sz="1200">
                <a:solidFill>
                  <a:sysClr val="windowText" lastClr="000000"/>
                </a:solidFill>
                <a:cs typeface="Arial" panose="020B0604020202020204" pitchFamily="34" charset="0"/>
              </a:rPr>
              <a:t>O</a:t>
            </a:r>
            <a:r>
              <a:rPr kumimoji="0" lang="en-US" sz="1200" i="0" u="none" strike="noStrike" kern="1200" cap="none" spc="0" normalizeH="0" baseline="0" noProof="0" err="1">
                <a:ln>
                  <a:noFill/>
                </a:ln>
                <a:solidFill>
                  <a:sysClr val="windowText" lastClr="000000"/>
                </a:solidFill>
                <a:effectLst/>
                <a:uLnTx/>
                <a:uFillTx/>
                <a:ea typeface="+mn-ea"/>
                <a:cs typeface="Arial" panose="020B0604020202020204" pitchFamily="34" charset="0"/>
              </a:rPr>
              <a:t>ffering</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 longevity support for patients and hematology services, driven by doctor referrals</a:t>
            </a:r>
          </a:p>
        </p:txBody>
      </p:sp>
      <p:sp>
        <p:nvSpPr>
          <p:cNvPr id="22" name="Rectangle 21">
            <a:extLst>
              <a:ext uri="{FF2B5EF4-FFF2-40B4-BE49-F238E27FC236}">
                <a16:creationId xmlns:a16="http://schemas.microsoft.com/office/drawing/2014/main" id="{0CE3BF86-90F3-4873-4126-630395B03737}"/>
              </a:ext>
            </a:extLst>
          </p:cNvPr>
          <p:cNvSpPr>
            <a:spLocks/>
          </p:cNvSpPr>
          <p:nvPr/>
        </p:nvSpPr>
        <p:spPr>
          <a:xfrm>
            <a:off x="3914521" y="5298261"/>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algn="l" defTabSz="914400" rtl="0" eaLnBrk="1" fontAlgn="auto" latinLnBrk="0" hangingPunct="1">
              <a:lnSpc>
                <a:spcPct val="100000"/>
              </a:lnSpc>
              <a:spcBef>
                <a:spcPts val="0"/>
              </a:spcBef>
              <a:spcAft>
                <a:spcPts val="0"/>
              </a:spcAft>
              <a:buClrTx/>
              <a:buSzTx/>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Preventive care </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a:t>
            </a:r>
            <a:r>
              <a:rPr lang="en-US" sz="1200">
                <a:solidFill>
                  <a:sysClr val="windowText" lastClr="000000"/>
                </a:solidFill>
                <a:cs typeface="Arial" panose="020B0604020202020204" pitchFamily="34" charset="0"/>
              </a:rPr>
              <a:t>3</a:t>
            </a:r>
            <a:r>
              <a:rPr lang="en-US" sz="1200" baseline="30000">
                <a:solidFill>
                  <a:sysClr val="windowText" lastClr="000000"/>
                </a:solidFill>
                <a:cs typeface="Arial" panose="020B0604020202020204" pitchFamily="34" charset="0"/>
              </a:rPr>
              <a:t>rd</a:t>
            </a:r>
            <a:r>
              <a:rPr lang="en-US" sz="1200">
                <a:solidFill>
                  <a:sysClr val="windowText" lastClr="000000"/>
                </a:solidFill>
                <a:cs typeface="Arial" panose="020B0604020202020204" pitchFamily="34" charset="0"/>
              </a:rPr>
              <a:t>-party</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a:t>
            </a:r>
            <a:endParaRPr lang="en-US" sz="1200" b="1">
              <a:solidFill>
                <a:sysClr val="windowText" lastClr="000000"/>
              </a:solidFill>
              <a:cs typeface="Arial" panose="020B0604020202020204" pitchFamily="34" charset="0"/>
            </a:endParaRPr>
          </a:p>
          <a:p>
            <a:pPr marL="91440" marR="0" lvl="0" algn="l" defTabSz="914400" rtl="0" eaLnBrk="1" fontAlgn="auto" latinLnBrk="0" hangingPunct="1">
              <a:lnSpc>
                <a:spcPct val="100000"/>
              </a:lnSpc>
              <a:spcBef>
                <a:spcPts val="0"/>
              </a:spcBef>
              <a:spcAft>
                <a:spcPts val="0"/>
              </a:spcAft>
              <a:buClrTx/>
              <a:buSzTx/>
              <a:tabLst/>
              <a:defRPr/>
            </a:pP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Preparing </a:t>
            </a:r>
            <a:r>
              <a:rPr lang="en-US" sz="1200">
                <a:solidFill>
                  <a:sysClr val="windowText" lastClr="000000"/>
                </a:solidFill>
                <a:cs typeface="Arial" panose="020B0604020202020204" pitchFamily="34" charset="0"/>
              </a:rPr>
              <a:t>c</a:t>
            </a:r>
            <a:r>
              <a:rPr kumimoji="0" lang="en-US" sz="1200" i="0" u="none" strike="noStrike" kern="1200" cap="none" spc="0" normalizeH="0" baseline="0" noProof="0" err="1">
                <a:ln>
                  <a:noFill/>
                </a:ln>
                <a:solidFill>
                  <a:sysClr val="windowText" lastClr="000000"/>
                </a:solidFill>
                <a:effectLst/>
                <a:uLnTx/>
                <a:uFillTx/>
                <a:ea typeface="+mn-ea"/>
                <a:cs typeface="Arial" panose="020B0604020202020204" pitchFamily="34" charset="0"/>
              </a:rPr>
              <a:t>orporate</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 wellness packages, VIP packages featuring Dana-Farber</a:t>
            </a:r>
            <a:r>
              <a:rPr lang="en-US" sz="1200">
                <a:solidFill>
                  <a:sysClr val="windowText" lastClr="000000"/>
                </a:solidFill>
                <a:cs typeface="Arial" panose="020B0604020202020204" pitchFamily="34" charset="0"/>
              </a:rPr>
              <a:t> </a:t>
            </a:r>
          </a:p>
          <a:p>
            <a:pPr marL="91440" marR="0" lvl="0" algn="l" defTabSz="914400" rtl="0" eaLnBrk="1" fontAlgn="auto" latinLnBrk="0" hangingPunct="1">
              <a:lnSpc>
                <a:spcPct val="100000"/>
              </a:lnSpc>
              <a:spcBef>
                <a:spcPts val="0"/>
              </a:spcBef>
              <a:spcAft>
                <a:spcPts val="0"/>
              </a:spcAft>
              <a:buClrTx/>
              <a:buSzTx/>
              <a:tabLst/>
              <a:defRPr/>
            </a:pPr>
            <a:r>
              <a:rPr lang="en-US" sz="900">
                <a:solidFill>
                  <a:sysClr val="windowText" lastClr="000000"/>
                </a:solidFill>
                <a:cs typeface="Arial" panose="020B0604020202020204" pitchFamily="34" charset="0"/>
              </a:rPr>
              <a:t>(B2C periodic health checkups &amp; CBC tests)</a:t>
            </a:r>
            <a:endParaRPr kumimoji="0" lang="en-US" sz="900" i="0" u="none" strike="noStrike" kern="120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5" name="Rectangle 4">
            <a:extLst>
              <a:ext uri="{FF2B5EF4-FFF2-40B4-BE49-F238E27FC236}">
                <a16:creationId xmlns:a16="http://schemas.microsoft.com/office/drawing/2014/main" id="{F7729451-68A5-F1B7-CFEB-17B2B1DD6AF8}"/>
              </a:ext>
            </a:extLst>
          </p:cNvPr>
          <p:cNvSpPr>
            <a:spLocks/>
          </p:cNvSpPr>
          <p:nvPr/>
        </p:nvSpPr>
        <p:spPr>
          <a:xfrm>
            <a:off x="6716307" y="5298261"/>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Onco-fertility</a:t>
            </a:r>
            <a:b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lang="en-US" sz="1200"/>
              <a:t>Pilot onco-fertility services through referrals to clinics like Samir Abbas and set-up an in-house IVF clinic (2027 onwards)</a:t>
            </a:r>
          </a:p>
        </p:txBody>
      </p:sp>
      <p:sp>
        <p:nvSpPr>
          <p:cNvPr id="6" name="Rectangle 5">
            <a:extLst>
              <a:ext uri="{FF2B5EF4-FFF2-40B4-BE49-F238E27FC236}">
                <a16:creationId xmlns:a16="http://schemas.microsoft.com/office/drawing/2014/main" id="{9C20A73D-66E7-7587-D9C8-9206350EB9C1}"/>
              </a:ext>
            </a:extLst>
          </p:cNvPr>
          <p:cNvSpPr>
            <a:spLocks/>
          </p:cNvSpPr>
          <p:nvPr/>
        </p:nvSpPr>
        <p:spPr>
          <a:xfrm>
            <a:off x="9467293" y="2587044"/>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a:buNone/>
            </a:pPr>
            <a:r>
              <a:rPr lang="en-US" sz="1200" b="1">
                <a:solidFill>
                  <a:sysClr val="windowText" lastClr="000000"/>
                </a:solidFill>
                <a:cs typeface="Arial" panose="020B0604020202020204" pitchFamily="34" charset="0"/>
              </a:rPr>
              <a:t>Teleconsultations</a:t>
            </a:r>
            <a:br>
              <a:rPr lang="en-US" sz="1200" b="1">
                <a:solidFill>
                  <a:sysClr val="windowText" lastClr="000000"/>
                </a:solidFill>
                <a:cs typeface="Arial" panose="020B0604020202020204" pitchFamily="34" charset="0"/>
              </a:rPr>
            </a:br>
            <a:r>
              <a:rPr lang="en-US" sz="1200"/>
              <a:t>Integrate telemedicine to provide seamless virtual consultations</a:t>
            </a:r>
          </a:p>
        </p:txBody>
      </p:sp>
      <p:sp>
        <p:nvSpPr>
          <p:cNvPr id="9" name="Rectangle 8">
            <a:extLst>
              <a:ext uri="{FF2B5EF4-FFF2-40B4-BE49-F238E27FC236}">
                <a16:creationId xmlns:a16="http://schemas.microsoft.com/office/drawing/2014/main" id="{4507C52D-3031-137A-7407-7DA503900CD2}"/>
              </a:ext>
            </a:extLst>
          </p:cNvPr>
          <p:cNvSpPr>
            <a:spLocks/>
          </p:cNvSpPr>
          <p:nvPr/>
        </p:nvSpPr>
        <p:spPr>
          <a:xfrm>
            <a:off x="9467293" y="3940839"/>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B2B specialty pharma</a:t>
            </a:r>
            <a:b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Done through </a:t>
            </a:r>
            <a:r>
              <a:rPr lang="en-US" sz="1200">
                <a:solidFill>
                  <a:srgbClr val="000000"/>
                </a:solidFill>
                <a:latin typeface="Calibri Body"/>
                <a:ea typeface="Arial"/>
                <a:cs typeface="Arial"/>
                <a:sym typeface="Arial"/>
              </a:rPr>
              <a:t>third-party partnership (OC compounding IV drugs for longevity)</a:t>
            </a:r>
          </a:p>
        </p:txBody>
      </p:sp>
      <p:sp>
        <p:nvSpPr>
          <p:cNvPr id="10" name="Rectangle 9">
            <a:extLst>
              <a:ext uri="{FF2B5EF4-FFF2-40B4-BE49-F238E27FC236}">
                <a16:creationId xmlns:a16="http://schemas.microsoft.com/office/drawing/2014/main" id="{EE6B1614-BBE6-2183-93F1-94F9EC838524}"/>
              </a:ext>
            </a:extLst>
          </p:cNvPr>
          <p:cNvSpPr>
            <a:spLocks/>
          </p:cNvSpPr>
          <p:nvPr/>
        </p:nvSpPr>
        <p:spPr>
          <a:xfrm>
            <a:off x="9467293" y="5298261"/>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Supportive care salon</a:t>
            </a:r>
            <a:endPar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endParaRPr>
          </a:p>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Partner with a salon for on-site operations, expanding into spa wellness, while setting up the wig </a:t>
            </a:r>
            <a:r>
              <a:rPr lang="en-US" sz="1200">
                <a:solidFill>
                  <a:sysClr val="windowText" lastClr="000000"/>
                </a:solidFill>
                <a:cs typeface="Arial" panose="020B0604020202020204" pitchFamily="34" charset="0"/>
              </a:rPr>
              <a:t>p</a:t>
            </a:r>
            <a:r>
              <a:rPr kumimoji="0" lang="en-US" sz="1200" i="0" u="none" strike="noStrike" kern="1200" cap="none" spc="0" normalizeH="0" baseline="0" noProof="0" err="1">
                <a:ln>
                  <a:noFill/>
                </a:ln>
                <a:solidFill>
                  <a:sysClr val="windowText" lastClr="000000"/>
                </a:solidFill>
                <a:effectLst/>
                <a:uLnTx/>
                <a:uFillTx/>
                <a:ea typeface="+mn-ea"/>
                <a:cs typeface="Arial" panose="020B0604020202020204" pitchFamily="34" charset="0"/>
              </a:rPr>
              <a:t>rogram</a:t>
            </a:r>
            <a:endPar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AE2BEA1F-722F-62B1-2147-A32C19599135}"/>
              </a:ext>
            </a:extLst>
          </p:cNvPr>
          <p:cNvSpPr/>
          <p:nvPr/>
        </p:nvSpPr>
        <p:spPr>
          <a:xfrm>
            <a:off x="1426841" y="4071667"/>
            <a:ext cx="2287717" cy="140400"/>
          </a:xfrm>
          <a:prstGeom prst="rect">
            <a:avLst/>
          </a:prstGeom>
          <a:noFill/>
          <a:ln w="63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i="1" dirty="0">
                <a:solidFill>
                  <a:prstClr val="black"/>
                </a:solidFill>
                <a:cs typeface="Arial"/>
              </a:rPr>
              <a:t>Other aspects like public referrals and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900" i="1" dirty="0">
                <a:solidFill>
                  <a:prstClr val="black"/>
                </a:solidFill>
                <a:cs typeface="Arial"/>
              </a:rPr>
              <a:t>medical tourism in the long term</a:t>
            </a:r>
            <a:endParaRPr kumimoji="0" lang="en-US" sz="700" i="1" u="none" strike="noStrike" kern="1200" cap="none" spc="0" normalizeH="0" baseline="0" noProof="0" dirty="0">
              <a:ln>
                <a:noFill/>
              </a:ln>
              <a:solidFill>
                <a:prstClr val="black"/>
              </a:solidFill>
              <a:effectLst/>
              <a:uLnTx/>
              <a:uFillTx/>
              <a:ea typeface="+mn-ea"/>
              <a:cs typeface="Arial"/>
            </a:endParaRPr>
          </a:p>
        </p:txBody>
      </p:sp>
      <p:sp>
        <p:nvSpPr>
          <p:cNvPr id="16" name="Rectangle 15">
            <a:extLst>
              <a:ext uri="{FF2B5EF4-FFF2-40B4-BE49-F238E27FC236}">
                <a16:creationId xmlns:a16="http://schemas.microsoft.com/office/drawing/2014/main" id="{C2A27060-630D-00A9-577D-A236A0FF99A7}"/>
              </a:ext>
            </a:extLst>
          </p:cNvPr>
          <p:cNvSpPr>
            <a:spLocks/>
          </p:cNvSpPr>
          <p:nvPr/>
        </p:nvSpPr>
        <p:spPr>
          <a:xfrm>
            <a:off x="1214335" y="4676106"/>
            <a:ext cx="2592000" cy="1795857"/>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576" tIns="457200" rIns="36000" bIns="36000" rtlCol="0" anchor="ctr">
            <a:noAutofit/>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rPr>
              <a:t>Multi-disciplinary consultations</a:t>
            </a:r>
          </a:p>
          <a:p>
            <a:pPr marR="0" lvl="0" algn="l" defTabSz="914400" rtl="0" eaLnBrk="1" fontAlgn="auto" latinLnBrk="0" hangingPunct="1">
              <a:lnSpc>
                <a:spcPct val="100000"/>
              </a:lnSpc>
              <a:spcBef>
                <a:spcPts val="200"/>
              </a:spcBef>
              <a:spcAft>
                <a:spcPts val="200"/>
              </a:spcAft>
              <a:buClrTx/>
              <a:buSzTx/>
              <a:tabLst/>
              <a:defRPr/>
            </a:pPr>
            <a:r>
              <a:rPr lang="en-US" sz="1200">
                <a:solidFill>
                  <a:schemeClr val="tx1"/>
                </a:solidFill>
                <a:cs typeface="Arial" panose="020B0604020202020204" pitchFamily="34" charset="0"/>
              </a:rPr>
              <a:t>Conducted through part-time nutritionist, dentists and psychologist  </a:t>
            </a: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a:p>
            <a:pPr marL="0" marR="0" lvl="0" indent="0" algn="l" defTabSz="914400" rtl="0" eaLnBrk="1" fontAlgn="auto" latinLnBrk="0" hangingPunct="1">
              <a:lnSpc>
                <a:spcPct val="100000"/>
              </a:lnSpc>
              <a:spcBef>
                <a:spcPts val="200"/>
              </a:spcBef>
              <a:spcAft>
                <a:spcPts val="200"/>
              </a:spcAft>
              <a:buClrTx/>
              <a:buSzTx/>
              <a:buFontTx/>
              <a:buNone/>
              <a:tabLst/>
              <a:defRPr/>
            </a:pP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a:p>
            <a:pPr marL="0" marR="0" lvl="0" indent="0" algn="l" defTabSz="914400" rtl="0" eaLnBrk="1" fontAlgn="auto" latinLnBrk="0" hangingPunct="1">
              <a:lnSpc>
                <a:spcPct val="100000"/>
              </a:lnSpc>
              <a:spcBef>
                <a:spcPts val="200"/>
              </a:spcBef>
              <a:spcAft>
                <a:spcPts val="200"/>
              </a:spcAft>
              <a:buClrTx/>
              <a:buSzTx/>
              <a:buFontTx/>
              <a:buNone/>
              <a:tabLst/>
              <a:defRPr/>
            </a:pP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p:txBody>
      </p:sp>
      <p:sp>
        <p:nvSpPr>
          <p:cNvPr id="12" name="TextBox 11">
            <a:extLst>
              <a:ext uri="{FF2B5EF4-FFF2-40B4-BE49-F238E27FC236}">
                <a16:creationId xmlns:a16="http://schemas.microsoft.com/office/drawing/2014/main" id="{AB4CB452-1B33-851C-80E6-68CCF6D304D6}"/>
              </a:ext>
            </a:extLst>
          </p:cNvPr>
          <p:cNvSpPr txBox="1"/>
          <p:nvPr/>
        </p:nvSpPr>
        <p:spPr>
          <a:xfrm>
            <a:off x="2870200" y="1628815"/>
            <a:ext cx="6811962" cy="261610"/>
          </a:xfrm>
          <a:prstGeom prst="rect">
            <a:avLst/>
          </a:prstGeom>
          <a:noFill/>
        </p:spPr>
        <p:txBody>
          <a:bodyPr wrap="square" anchor="ctr">
            <a:spAutoFit/>
          </a:bodyPr>
          <a:lstStyle/>
          <a:p>
            <a:pPr algn="ctr">
              <a:defRPr/>
            </a:pPr>
            <a:r>
              <a:rPr lang="en-US" sz="1100">
                <a:solidFill>
                  <a:schemeClr val="bg1"/>
                </a:solidFill>
                <a:sym typeface="Calibri" panose="020F0502020204030204" pitchFamily="34" charset="0"/>
              </a:rPr>
              <a:t>Fighting cancer by giving every patient the best possible care – with compassion, innovation and integrity</a:t>
            </a:r>
          </a:p>
        </p:txBody>
      </p:sp>
      <p:sp>
        <p:nvSpPr>
          <p:cNvPr id="14" name="TextBox 13">
            <a:extLst>
              <a:ext uri="{FF2B5EF4-FFF2-40B4-BE49-F238E27FC236}">
                <a16:creationId xmlns:a16="http://schemas.microsoft.com/office/drawing/2014/main" id="{42C5E90F-936C-0071-96B4-1DC720A7C21E}"/>
              </a:ext>
            </a:extLst>
          </p:cNvPr>
          <p:cNvSpPr txBox="1"/>
          <p:nvPr/>
        </p:nvSpPr>
        <p:spPr>
          <a:xfrm>
            <a:off x="4223074" y="1095823"/>
            <a:ext cx="3899541" cy="400110"/>
          </a:xfrm>
          <a:prstGeom prst="rect">
            <a:avLst/>
          </a:prstGeom>
          <a:noFill/>
        </p:spPr>
        <p:txBody>
          <a:bodyPr wrap="square" anchor="ctr">
            <a:spAutoFit/>
          </a:bodyPr>
          <a:lstStyle/>
          <a:p>
            <a:pPr algn="ctr">
              <a:defRPr/>
            </a:pPr>
            <a:r>
              <a:rPr lang="en-US" sz="1000" b="1">
                <a:solidFill>
                  <a:schemeClr val="bg1"/>
                </a:solidFill>
                <a:sym typeface="Calibri" panose="020F0502020204030204" pitchFamily="34" charset="0"/>
              </a:rPr>
              <a:t> </a:t>
            </a:r>
            <a:r>
              <a:rPr lang="en-US" sz="1000">
                <a:solidFill>
                  <a:schemeClr val="bg1"/>
                </a:solidFill>
                <a:sym typeface="Calibri" panose="020F0502020204030204" pitchFamily="34" charset="0"/>
              </a:rPr>
              <a:t>To be the place people trust most for cancer care in KSA </a:t>
            </a:r>
          </a:p>
          <a:p>
            <a:pPr algn="ctr">
              <a:defRPr/>
            </a:pPr>
            <a:r>
              <a:rPr lang="en-US" sz="1000">
                <a:solidFill>
                  <a:schemeClr val="bg1"/>
                </a:solidFill>
                <a:sym typeface="Calibri" panose="020F0502020204030204" pitchFamily="34" charset="0"/>
              </a:rPr>
              <a:t>and our region – combining medical excellence with heart</a:t>
            </a:r>
            <a:endParaRPr lang="en-US" sz="1000" b="1">
              <a:solidFill>
                <a:schemeClr val="bg1"/>
              </a:solidFill>
              <a:sym typeface="Calibri" panose="020F0502020204030204" pitchFamily="34" charset="0"/>
            </a:endParaRPr>
          </a:p>
        </p:txBody>
      </p:sp>
      <p:sp>
        <p:nvSpPr>
          <p:cNvPr id="15" name="TextBox 14">
            <a:extLst>
              <a:ext uri="{FF2B5EF4-FFF2-40B4-BE49-F238E27FC236}">
                <a16:creationId xmlns:a16="http://schemas.microsoft.com/office/drawing/2014/main" id="{2DFDD2A1-3549-77B0-418C-6FD217437E45}"/>
              </a:ext>
            </a:extLst>
          </p:cNvPr>
          <p:cNvSpPr txBox="1"/>
          <p:nvPr/>
        </p:nvSpPr>
        <p:spPr>
          <a:xfrm>
            <a:off x="5650212" y="944795"/>
            <a:ext cx="1045265" cy="276999"/>
          </a:xfrm>
          <a:prstGeom prst="rect">
            <a:avLst/>
          </a:prstGeom>
          <a:noFill/>
        </p:spPr>
        <p:txBody>
          <a:bodyPr wrap="square">
            <a:spAutoFit/>
          </a:bodyPr>
          <a:lstStyle/>
          <a:p>
            <a:pPr algn="ctr">
              <a:defRPr/>
            </a:pPr>
            <a:r>
              <a:rPr lang="en-US" sz="1200" b="1">
                <a:solidFill>
                  <a:schemeClr val="bg1"/>
                </a:solidFill>
                <a:sym typeface="Calibri" panose="020F0502020204030204" pitchFamily="34" charset="0"/>
              </a:rPr>
              <a:t>Vision</a:t>
            </a:r>
          </a:p>
        </p:txBody>
      </p:sp>
      <p:sp>
        <p:nvSpPr>
          <p:cNvPr id="17" name="TextBox 16">
            <a:extLst>
              <a:ext uri="{FF2B5EF4-FFF2-40B4-BE49-F238E27FC236}">
                <a16:creationId xmlns:a16="http://schemas.microsoft.com/office/drawing/2014/main" id="{2DE2385F-BD8A-CB83-30FA-CCD4E4D0DE37}"/>
              </a:ext>
            </a:extLst>
          </p:cNvPr>
          <p:cNvSpPr txBox="1"/>
          <p:nvPr/>
        </p:nvSpPr>
        <p:spPr>
          <a:xfrm>
            <a:off x="5650212" y="1458113"/>
            <a:ext cx="1045265" cy="276999"/>
          </a:xfrm>
          <a:prstGeom prst="rect">
            <a:avLst/>
          </a:prstGeom>
          <a:noFill/>
        </p:spPr>
        <p:txBody>
          <a:bodyPr wrap="square">
            <a:spAutoFit/>
          </a:bodyPr>
          <a:lstStyle/>
          <a:p>
            <a:pPr algn="ctr">
              <a:defRPr/>
            </a:pPr>
            <a:r>
              <a:rPr lang="en-US" sz="1200" b="1">
                <a:solidFill>
                  <a:schemeClr val="bg1"/>
                </a:solidFill>
                <a:sym typeface="Calibri" panose="020F0502020204030204" pitchFamily="34" charset="0"/>
              </a:rPr>
              <a:t>Mission</a:t>
            </a:r>
          </a:p>
        </p:txBody>
      </p:sp>
      <p:sp>
        <p:nvSpPr>
          <p:cNvPr id="25" name="Title 3">
            <a:extLst>
              <a:ext uri="{FF2B5EF4-FFF2-40B4-BE49-F238E27FC236}">
                <a16:creationId xmlns:a16="http://schemas.microsoft.com/office/drawing/2014/main" id="{6B9C322E-69D4-685A-F727-FF7D3A7D20A2}"/>
              </a:ext>
            </a:extLst>
          </p:cNvPr>
          <p:cNvSpPr txBox="1">
            <a:spLocks/>
          </p:cNvSpPr>
          <p:nvPr/>
        </p:nvSpPr>
        <p:spPr>
          <a:xfrm>
            <a:off x="554736" y="369678"/>
            <a:ext cx="11350868" cy="731520"/>
          </a:xfrm>
          <a:prstGeom prst="rect">
            <a:avLst/>
          </a:prstGeom>
        </p:spPr>
        <p:txBody>
          <a:bodyPr vert="horz" wrap="square" lIns="0" tIns="0" rIns="0" bIns="0" rtlCol="0" anchor="t" anchorCtr="0">
            <a:noAutofit/>
          </a:bodyPr>
          <a:lstStyle>
            <a:defPPr>
              <a:defRPr lang="en-US"/>
            </a:defPPr>
            <a:lvl1pPr marR="0" lvl="0" indent="0" fontAlgn="auto">
              <a:lnSpc>
                <a:spcPct val="100000"/>
              </a:lnSpc>
              <a:spcBef>
                <a:spcPct val="0"/>
              </a:spcBef>
              <a:spcAft>
                <a:spcPts val="0"/>
              </a:spcAft>
              <a:buClrTx/>
              <a:buSzTx/>
              <a:buFontTx/>
              <a:buNone/>
              <a:tabLst/>
              <a:defRPr sz="2600" b="1" spc="0" baseline="0">
                <a:ln w="6350" cap="flat">
                  <a:noFill/>
                  <a:miter lim="800000"/>
                </a:ln>
                <a:solidFill>
                  <a:srgbClr val="0A0A0A"/>
                </a:solidFill>
                <a:latin typeface="Georgia" panose="02040502050405020303" pitchFamily="18" charset="0"/>
                <a:ea typeface="+mj-ea"/>
                <a:cs typeface="Arial" panose="020B0604020202020204" pitchFamily="34" charset="0"/>
              </a:defRPr>
            </a:lvl1pPr>
          </a:lstStyle>
          <a:p>
            <a:r>
              <a:rPr lang="en-US" b="0" dirty="0">
                <a:sym typeface="Calibri" panose="020F0502020204030204" pitchFamily="34" charset="0"/>
              </a:rPr>
              <a:t>Growth in business will be supported by core and adjacent expansions</a:t>
            </a:r>
            <a:endParaRPr lang="en-US" b="0" dirty="0"/>
          </a:p>
        </p:txBody>
      </p:sp>
    </p:spTree>
    <p:extLst>
      <p:ext uri="{BB962C8B-B14F-4D97-AF65-F5344CB8AC3E}">
        <p14:creationId xmlns:p14="http://schemas.microsoft.com/office/powerpoint/2010/main" val="356654930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6F5A7D43-D4D5-7768-DEB1-512FB476E13B}"/>
              </a:ext>
            </a:extLst>
          </p:cNvPr>
          <p:cNvGraphicFramePr>
            <a:graphicFrameLocks/>
          </p:cNvGraphicFramePr>
          <p:nvPr>
            <p:custDataLst>
              <p:tags r:id="rId1"/>
            </p:custDataLst>
            <p:extLst>
              <p:ext uri="{D42A27DB-BD31-4B8C-83A1-F6EECF244321}">
                <p14:modId xmlns:p14="http://schemas.microsoft.com/office/powerpoint/2010/main" val="11689183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0" imgW="425" imgH="425" progId="TCLayout.ActiveDocument.1">
                  <p:embed/>
                </p:oleObj>
              </mc:Choice>
              <mc:Fallback>
                <p:oleObj name="think-cell Slide" r:id="rId70" imgW="425" imgH="425" progId="TCLayout.ActiveDocument.1">
                  <p:embed/>
                  <p:pic>
                    <p:nvPicPr>
                      <p:cNvPr id="11" name="think-cell data - do not delete" hidden="1">
                        <a:extLst>
                          <a:ext uri="{FF2B5EF4-FFF2-40B4-BE49-F238E27FC236}">
                            <a16:creationId xmlns:a16="http://schemas.microsoft.com/office/drawing/2014/main" id="{6F5A7D43-D4D5-7768-DEB1-512FB476E13B}"/>
                          </a:ext>
                        </a:extLst>
                      </p:cNvPr>
                      <p:cNvPicPr/>
                      <p:nvPr/>
                    </p:nvPicPr>
                    <p:blipFill>
                      <a:blip r:embed="rId71"/>
                      <a:stretch>
                        <a:fillRect/>
                      </a:stretch>
                    </p:blipFill>
                    <p:spPr>
                      <a:xfrm>
                        <a:off x="1588" y="1588"/>
                        <a:ext cx="1588" cy="1588"/>
                      </a:xfrm>
                      <a:prstGeom prst="rect">
                        <a:avLst/>
                      </a:prstGeom>
                    </p:spPr>
                  </p:pic>
                </p:oleObj>
              </mc:Fallback>
            </mc:AlternateContent>
          </a:graphicData>
        </a:graphic>
      </p:graphicFrame>
      <p:sp>
        <p:nvSpPr>
          <p:cNvPr id="60" name="Rectangle 59">
            <a:extLst>
              <a:ext uri="{FF2B5EF4-FFF2-40B4-BE49-F238E27FC236}">
                <a16:creationId xmlns:a16="http://schemas.microsoft.com/office/drawing/2014/main" id="{F67A2169-4FED-B3AD-AAB4-6B8F138319D0}"/>
              </a:ext>
            </a:extLst>
          </p:cNvPr>
          <p:cNvSpPr/>
          <p:nvPr/>
        </p:nvSpPr>
        <p:spPr>
          <a:xfrm>
            <a:off x="2468562" y="3933268"/>
            <a:ext cx="2115145" cy="1318181"/>
          </a:xfrm>
          <a:prstGeom prst="rect">
            <a:avLst/>
          </a:prstGeom>
          <a:solidFill>
            <a:srgbClr val="E2F0D9">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a:extLst>
              <a:ext uri="{FF2B5EF4-FFF2-40B4-BE49-F238E27FC236}">
                <a16:creationId xmlns:a16="http://schemas.microsoft.com/office/drawing/2014/main" id="{9D67521F-4C9A-FF19-F9D9-2E9C8ECD90A7}"/>
              </a:ext>
            </a:extLst>
          </p:cNvPr>
          <p:cNvSpPr>
            <a:spLocks noGrp="1"/>
          </p:cNvSpPr>
          <p:nvPr>
            <p:ph type="sldNum" sz="quarter" idx="12"/>
          </p:nvPr>
        </p:nvSpPr>
        <p:spPr/>
        <p:txBody>
          <a:bodyPr/>
          <a:lstStyle/>
          <a:p>
            <a:fld id="{8E1CF2E5-4A16-4FBD-9713-265FD1DAAE65}" type="slidenum">
              <a:rPr lang="en-US" smtClean="0"/>
              <a:t>6</a:t>
            </a:fld>
            <a:endParaRPr lang="en-US"/>
          </a:p>
        </p:txBody>
      </p:sp>
      <p:cxnSp>
        <p:nvCxnSpPr>
          <p:cNvPr id="445" name="Straight Connector 444">
            <a:extLst>
              <a:ext uri="{FF2B5EF4-FFF2-40B4-BE49-F238E27FC236}">
                <a16:creationId xmlns:a16="http://schemas.microsoft.com/office/drawing/2014/main" id="{E670B5FB-0825-4393-0A0B-FC31C9507BA6}"/>
              </a:ext>
            </a:extLst>
          </p:cNvPr>
          <p:cNvCxnSpPr/>
          <p:nvPr>
            <p:custDataLst>
              <p:tags r:id="rId2"/>
            </p:custDataLst>
          </p:nvPr>
        </p:nvCxnSpPr>
        <p:spPr bwMode="auto">
          <a:xfrm>
            <a:off x="2316163"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45" name="Straight Connector 244">
            <a:extLst>
              <a:ext uri="{FF2B5EF4-FFF2-40B4-BE49-F238E27FC236}">
                <a16:creationId xmlns:a16="http://schemas.microsoft.com/office/drawing/2014/main" id="{38DCA872-B2E5-D88D-C97A-F884798B4F04}"/>
              </a:ext>
            </a:extLst>
          </p:cNvPr>
          <p:cNvCxnSpPr/>
          <p:nvPr>
            <p:custDataLst>
              <p:tags r:id="rId3"/>
            </p:custDataLst>
          </p:nvPr>
        </p:nvCxnSpPr>
        <p:spPr bwMode="auto">
          <a:xfrm>
            <a:off x="909638"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7" name="Straight Connector 446">
            <a:extLst>
              <a:ext uri="{FF2B5EF4-FFF2-40B4-BE49-F238E27FC236}">
                <a16:creationId xmlns:a16="http://schemas.microsoft.com/office/drawing/2014/main" id="{36A0EA0B-9E16-A610-9820-BD32F381696A}"/>
              </a:ext>
            </a:extLst>
          </p:cNvPr>
          <p:cNvCxnSpPr/>
          <p:nvPr>
            <p:custDataLst>
              <p:tags r:id="rId4"/>
            </p:custDataLst>
          </p:nvPr>
        </p:nvCxnSpPr>
        <p:spPr bwMode="auto">
          <a:xfrm>
            <a:off x="4191000"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4" name="Straight Connector 443">
            <a:extLst>
              <a:ext uri="{FF2B5EF4-FFF2-40B4-BE49-F238E27FC236}">
                <a16:creationId xmlns:a16="http://schemas.microsoft.com/office/drawing/2014/main" id="{00B32B4A-B2F9-8AB8-ABA5-F1CDF4F269F9}"/>
              </a:ext>
            </a:extLst>
          </p:cNvPr>
          <p:cNvCxnSpPr/>
          <p:nvPr>
            <p:custDataLst>
              <p:tags r:id="rId5"/>
            </p:custDataLst>
          </p:nvPr>
        </p:nvCxnSpPr>
        <p:spPr bwMode="auto">
          <a:xfrm>
            <a:off x="1377950"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5" name="Straight Connector 144">
            <a:extLst>
              <a:ext uri="{FF2B5EF4-FFF2-40B4-BE49-F238E27FC236}">
                <a16:creationId xmlns:a16="http://schemas.microsoft.com/office/drawing/2014/main" id="{B54F9D2A-75EB-207E-188A-BB1CC6BA6A8E}"/>
              </a:ext>
            </a:extLst>
          </p:cNvPr>
          <p:cNvCxnSpPr/>
          <p:nvPr>
            <p:custDataLst>
              <p:tags r:id="rId6"/>
            </p:custDataLst>
          </p:nvPr>
        </p:nvCxnSpPr>
        <p:spPr bwMode="auto">
          <a:xfrm>
            <a:off x="6535738"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07" name="Straight Connector 406">
            <a:extLst>
              <a:ext uri="{FF2B5EF4-FFF2-40B4-BE49-F238E27FC236}">
                <a16:creationId xmlns:a16="http://schemas.microsoft.com/office/drawing/2014/main" id="{53CD117F-60B7-5A19-7D29-C5B838DF3E71}"/>
              </a:ext>
            </a:extLst>
          </p:cNvPr>
          <p:cNvCxnSpPr/>
          <p:nvPr>
            <p:custDataLst>
              <p:tags r:id="rId7"/>
            </p:custDataLst>
          </p:nvPr>
        </p:nvCxnSpPr>
        <p:spPr bwMode="auto">
          <a:xfrm>
            <a:off x="1847850" y="5637213"/>
            <a:ext cx="0" cy="58738"/>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52" name="Straight Connector 251">
            <a:extLst>
              <a:ext uri="{FF2B5EF4-FFF2-40B4-BE49-F238E27FC236}">
                <a16:creationId xmlns:a16="http://schemas.microsoft.com/office/drawing/2014/main" id="{8D02A78B-0403-FBC9-3B3D-F7FA7187DB6B}"/>
              </a:ext>
            </a:extLst>
          </p:cNvPr>
          <p:cNvCxnSpPr/>
          <p:nvPr>
            <p:custDataLst>
              <p:tags r:id="rId8"/>
            </p:custDataLst>
          </p:nvPr>
        </p:nvCxnSpPr>
        <p:spPr bwMode="auto">
          <a:xfrm>
            <a:off x="4660900"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21" name="Straight Connector 420">
            <a:extLst>
              <a:ext uri="{FF2B5EF4-FFF2-40B4-BE49-F238E27FC236}">
                <a16:creationId xmlns:a16="http://schemas.microsoft.com/office/drawing/2014/main" id="{D4C59CA1-9F7D-7B90-61A1-0184E29742F0}"/>
              </a:ext>
            </a:extLst>
          </p:cNvPr>
          <p:cNvCxnSpPr/>
          <p:nvPr>
            <p:custDataLst>
              <p:tags r:id="rId9"/>
            </p:custDataLst>
          </p:nvPr>
        </p:nvCxnSpPr>
        <p:spPr bwMode="auto">
          <a:xfrm>
            <a:off x="9172575" y="5637213"/>
            <a:ext cx="0" cy="58738"/>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9" name="Straight Connector 448">
            <a:extLst>
              <a:ext uri="{FF2B5EF4-FFF2-40B4-BE49-F238E27FC236}">
                <a16:creationId xmlns:a16="http://schemas.microsoft.com/office/drawing/2014/main" id="{01A307FE-A40B-32A2-A0ED-35E6E563C16F}"/>
              </a:ext>
            </a:extLst>
          </p:cNvPr>
          <p:cNvCxnSpPr/>
          <p:nvPr>
            <p:custDataLst>
              <p:tags r:id="rId10"/>
            </p:custDataLst>
          </p:nvPr>
        </p:nvCxnSpPr>
        <p:spPr bwMode="auto">
          <a:xfrm>
            <a:off x="6067425"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48" name="Straight Connector 247">
            <a:extLst>
              <a:ext uri="{FF2B5EF4-FFF2-40B4-BE49-F238E27FC236}">
                <a16:creationId xmlns:a16="http://schemas.microsoft.com/office/drawing/2014/main" id="{D7ACD4C0-221E-EDE0-66DB-60FB665106BB}"/>
              </a:ext>
            </a:extLst>
          </p:cNvPr>
          <p:cNvCxnSpPr/>
          <p:nvPr>
            <p:custDataLst>
              <p:tags r:id="rId11"/>
            </p:custDataLst>
          </p:nvPr>
        </p:nvCxnSpPr>
        <p:spPr bwMode="auto">
          <a:xfrm>
            <a:off x="2784475"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8" name="Straight Connector 447">
            <a:extLst>
              <a:ext uri="{FF2B5EF4-FFF2-40B4-BE49-F238E27FC236}">
                <a16:creationId xmlns:a16="http://schemas.microsoft.com/office/drawing/2014/main" id="{DAF9D8E9-5015-3001-A9AA-FB7D95F66385}"/>
              </a:ext>
            </a:extLst>
          </p:cNvPr>
          <p:cNvCxnSpPr/>
          <p:nvPr>
            <p:custDataLst>
              <p:tags r:id="rId12"/>
            </p:custDataLst>
          </p:nvPr>
        </p:nvCxnSpPr>
        <p:spPr bwMode="auto">
          <a:xfrm>
            <a:off x="5129213"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6" name="Straight Connector 445">
            <a:extLst>
              <a:ext uri="{FF2B5EF4-FFF2-40B4-BE49-F238E27FC236}">
                <a16:creationId xmlns:a16="http://schemas.microsoft.com/office/drawing/2014/main" id="{DCEDB025-3D0F-8D0F-84E0-29452A248F02}"/>
              </a:ext>
            </a:extLst>
          </p:cNvPr>
          <p:cNvCxnSpPr/>
          <p:nvPr>
            <p:custDataLst>
              <p:tags r:id="rId13"/>
            </p:custDataLst>
          </p:nvPr>
        </p:nvCxnSpPr>
        <p:spPr bwMode="auto">
          <a:xfrm>
            <a:off x="3254375"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50" name="Straight Connector 449">
            <a:extLst>
              <a:ext uri="{FF2B5EF4-FFF2-40B4-BE49-F238E27FC236}">
                <a16:creationId xmlns:a16="http://schemas.microsoft.com/office/drawing/2014/main" id="{B5D99DE2-F76A-CB48-3CAB-F5BB7C2D911B}"/>
              </a:ext>
            </a:extLst>
          </p:cNvPr>
          <p:cNvCxnSpPr/>
          <p:nvPr>
            <p:custDataLst>
              <p:tags r:id="rId14"/>
            </p:custDataLst>
          </p:nvPr>
        </p:nvCxnSpPr>
        <p:spPr bwMode="auto">
          <a:xfrm>
            <a:off x="7004050"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50" name="Straight Connector 249">
            <a:extLst>
              <a:ext uri="{FF2B5EF4-FFF2-40B4-BE49-F238E27FC236}">
                <a16:creationId xmlns:a16="http://schemas.microsoft.com/office/drawing/2014/main" id="{24C33F01-3713-FA79-3CFC-B9C137395EA8}"/>
              </a:ext>
            </a:extLst>
          </p:cNvPr>
          <p:cNvCxnSpPr/>
          <p:nvPr>
            <p:custDataLst>
              <p:tags r:id="rId15"/>
            </p:custDataLst>
          </p:nvPr>
        </p:nvCxnSpPr>
        <p:spPr bwMode="auto">
          <a:xfrm>
            <a:off x="3722688"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54" name="Straight Connector 253">
            <a:extLst>
              <a:ext uri="{FF2B5EF4-FFF2-40B4-BE49-F238E27FC236}">
                <a16:creationId xmlns:a16="http://schemas.microsoft.com/office/drawing/2014/main" id="{345711D2-A16D-71D5-DE0F-523B1CB07AEB}"/>
              </a:ext>
            </a:extLst>
          </p:cNvPr>
          <p:cNvCxnSpPr/>
          <p:nvPr>
            <p:custDataLst>
              <p:tags r:id="rId16"/>
            </p:custDataLst>
          </p:nvPr>
        </p:nvCxnSpPr>
        <p:spPr bwMode="auto">
          <a:xfrm>
            <a:off x="5597525"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5" name="Straight Connector 384">
            <a:extLst>
              <a:ext uri="{FF2B5EF4-FFF2-40B4-BE49-F238E27FC236}">
                <a16:creationId xmlns:a16="http://schemas.microsoft.com/office/drawing/2014/main" id="{7A78766A-4E09-B799-2F65-AB3230EFE04B}"/>
              </a:ext>
            </a:extLst>
          </p:cNvPr>
          <p:cNvCxnSpPr/>
          <p:nvPr>
            <p:custDataLst>
              <p:tags r:id="rId17"/>
            </p:custDataLst>
          </p:nvPr>
        </p:nvCxnSpPr>
        <p:spPr bwMode="auto">
          <a:xfrm>
            <a:off x="7473950"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51" name="Straight Connector 450">
            <a:extLst>
              <a:ext uri="{FF2B5EF4-FFF2-40B4-BE49-F238E27FC236}">
                <a16:creationId xmlns:a16="http://schemas.microsoft.com/office/drawing/2014/main" id="{A8DA1E9D-F393-3316-2D55-CC7BED36B1AF}"/>
              </a:ext>
            </a:extLst>
          </p:cNvPr>
          <p:cNvCxnSpPr/>
          <p:nvPr>
            <p:custDataLst>
              <p:tags r:id="rId18"/>
            </p:custDataLst>
          </p:nvPr>
        </p:nvCxnSpPr>
        <p:spPr bwMode="auto">
          <a:xfrm>
            <a:off x="7942263"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7" name="Straight Connector 386">
            <a:extLst>
              <a:ext uri="{FF2B5EF4-FFF2-40B4-BE49-F238E27FC236}">
                <a16:creationId xmlns:a16="http://schemas.microsoft.com/office/drawing/2014/main" id="{5A13EAA9-5D3C-C641-8D0E-829A5AE869C9}"/>
              </a:ext>
            </a:extLst>
          </p:cNvPr>
          <p:cNvCxnSpPr/>
          <p:nvPr>
            <p:custDataLst>
              <p:tags r:id="rId19"/>
            </p:custDataLst>
          </p:nvPr>
        </p:nvCxnSpPr>
        <p:spPr bwMode="auto">
          <a:xfrm>
            <a:off x="8410575"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52" name="Straight Connector 451">
            <a:extLst>
              <a:ext uri="{FF2B5EF4-FFF2-40B4-BE49-F238E27FC236}">
                <a16:creationId xmlns:a16="http://schemas.microsoft.com/office/drawing/2014/main" id="{0023F887-7335-3043-C1C2-D0EB3CA00F27}"/>
              </a:ext>
            </a:extLst>
          </p:cNvPr>
          <p:cNvCxnSpPr/>
          <p:nvPr>
            <p:custDataLst>
              <p:tags r:id="rId20"/>
            </p:custDataLst>
          </p:nvPr>
        </p:nvCxnSpPr>
        <p:spPr bwMode="auto">
          <a:xfrm>
            <a:off x="9640888" y="5637213"/>
            <a:ext cx="0" cy="58737"/>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9" name="Chart 8">
            <a:extLst>
              <a:ext uri="{FF2B5EF4-FFF2-40B4-BE49-F238E27FC236}">
                <a16:creationId xmlns:a16="http://schemas.microsoft.com/office/drawing/2014/main" id="{BF9C0C8F-8EAB-87CB-C2B5-9BCB73D7F1E7}"/>
              </a:ext>
            </a:extLst>
          </p:cNvPr>
          <p:cNvGraphicFramePr/>
          <p:nvPr>
            <p:custDataLst>
              <p:tags r:id="rId21"/>
            </p:custDataLst>
            <p:extLst>
              <p:ext uri="{D42A27DB-BD31-4B8C-83A1-F6EECF244321}">
                <p14:modId xmlns:p14="http://schemas.microsoft.com/office/powerpoint/2010/main" val="2869262639"/>
              </p:ext>
            </p:extLst>
          </p:nvPr>
        </p:nvGraphicFramePr>
        <p:xfrm>
          <a:off x="428625" y="2060575"/>
          <a:ext cx="9294813" cy="3806825"/>
        </p:xfrm>
        <a:graphic>
          <a:graphicData uri="http://schemas.openxmlformats.org/drawingml/2006/chart">
            <c:chart xmlns:c="http://schemas.openxmlformats.org/drawingml/2006/chart" xmlns:r="http://schemas.openxmlformats.org/officeDocument/2006/relationships" r:id="rId72"/>
          </a:graphicData>
        </a:graphic>
      </p:graphicFrame>
      <p:sp>
        <p:nvSpPr>
          <p:cNvPr id="231" name="Text Placeholder 2">
            <a:extLst>
              <a:ext uri="{FF2B5EF4-FFF2-40B4-BE49-F238E27FC236}">
                <a16:creationId xmlns:a16="http://schemas.microsoft.com/office/drawing/2014/main" id="{87BB863F-9716-77B5-70B5-97E8A856AB8A}"/>
              </a:ext>
            </a:extLst>
          </p:cNvPr>
          <p:cNvSpPr>
            <a:spLocks/>
          </p:cNvSpPr>
          <p:nvPr>
            <p:custDataLst>
              <p:tags r:id="rId22"/>
            </p:custDataLst>
          </p:nvPr>
        </p:nvSpPr>
        <p:spPr bwMode="gray">
          <a:xfrm>
            <a:off x="3678238"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29349E5-A2A3-4DE2-83FB-FD2AA209744A}" type="datetime'''''''''''''''''''''''''''''''''''4'''''''''''''''''">
              <a:rPr lang="en-US" altLang="en-US" sz="1400" smtClean="0">
                <a:effectLst/>
              </a:rPr>
              <a:pPr marL="0" lvl="0" indent="0" algn="ctr">
                <a:spcBef>
                  <a:spcPct val="0"/>
                </a:spcBef>
                <a:spcAft>
                  <a:spcPct val="0"/>
                </a:spcAft>
                <a:buNone/>
              </a:pPr>
              <a:t>4</a:t>
            </a:fld>
            <a:endParaRPr lang="en-US" sz="1400"/>
          </a:p>
        </p:txBody>
      </p:sp>
      <p:sp>
        <p:nvSpPr>
          <p:cNvPr id="438" name="Text Placeholder 2">
            <a:extLst>
              <a:ext uri="{FF2B5EF4-FFF2-40B4-BE49-F238E27FC236}">
                <a16:creationId xmlns:a16="http://schemas.microsoft.com/office/drawing/2014/main" id="{87BB863F-9716-77B5-70B5-97E8A856AB8A}"/>
              </a:ext>
            </a:extLst>
          </p:cNvPr>
          <p:cNvSpPr>
            <a:spLocks/>
          </p:cNvSpPr>
          <p:nvPr>
            <p:custDataLst>
              <p:tags r:id="rId23"/>
            </p:custDataLst>
          </p:nvPr>
        </p:nvSpPr>
        <p:spPr bwMode="gray">
          <a:xfrm>
            <a:off x="4146550"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D9CD979-90F8-4FAE-BE34-1D70635ADEB9}" type="datetime'''''''''''''''''''''5'''''''''''''''''''''''''''">
              <a:rPr lang="en-US" altLang="en-US" sz="1400" smtClean="0">
                <a:effectLst/>
              </a:rPr>
              <a:pPr marL="0" lvl="0" indent="0" algn="ctr">
                <a:spcBef>
                  <a:spcPct val="0"/>
                </a:spcBef>
                <a:spcAft>
                  <a:spcPct val="0"/>
                </a:spcAft>
                <a:buNone/>
              </a:pPr>
              <a:t>5</a:t>
            </a:fld>
            <a:endParaRPr lang="en-US" sz="1400"/>
          </a:p>
        </p:txBody>
      </p:sp>
      <p:sp>
        <p:nvSpPr>
          <p:cNvPr id="233" name="Text Placeholder 2">
            <a:extLst>
              <a:ext uri="{FF2B5EF4-FFF2-40B4-BE49-F238E27FC236}">
                <a16:creationId xmlns:a16="http://schemas.microsoft.com/office/drawing/2014/main" id="{87BB863F-9716-77B5-70B5-97E8A856AB8A}"/>
              </a:ext>
            </a:extLst>
          </p:cNvPr>
          <p:cNvSpPr>
            <a:spLocks/>
          </p:cNvSpPr>
          <p:nvPr>
            <p:custDataLst>
              <p:tags r:id="rId24"/>
            </p:custDataLst>
          </p:nvPr>
        </p:nvSpPr>
        <p:spPr bwMode="gray">
          <a:xfrm>
            <a:off x="4616450"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AC7AA73-A1BF-4835-9FB5-6452B79A49C8}" type="datetime'''''''''''''''''''''6'''''''''''''''''''">
              <a:rPr lang="en-US" altLang="en-US" sz="1400" smtClean="0">
                <a:effectLst/>
              </a:rPr>
              <a:pPr marL="0" lvl="0" indent="0" algn="ctr">
                <a:spcBef>
                  <a:spcPct val="0"/>
                </a:spcBef>
                <a:spcAft>
                  <a:spcPct val="0"/>
                </a:spcAft>
                <a:buNone/>
              </a:pPr>
              <a:t>6</a:t>
            </a:fld>
            <a:endParaRPr lang="en-US" sz="1400"/>
          </a:p>
        </p:txBody>
      </p:sp>
      <p:sp>
        <p:nvSpPr>
          <p:cNvPr id="439" name="Text Placeholder 2">
            <a:extLst>
              <a:ext uri="{FF2B5EF4-FFF2-40B4-BE49-F238E27FC236}">
                <a16:creationId xmlns:a16="http://schemas.microsoft.com/office/drawing/2014/main" id="{87BB863F-9716-77B5-70B5-97E8A856AB8A}"/>
              </a:ext>
            </a:extLst>
          </p:cNvPr>
          <p:cNvSpPr>
            <a:spLocks/>
          </p:cNvSpPr>
          <p:nvPr>
            <p:custDataLst>
              <p:tags r:id="rId25"/>
            </p:custDataLst>
          </p:nvPr>
        </p:nvSpPr>
        <p:spPr bwMode="gray">
          <a:xfrm>
            <a:off x="5084763"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2130549-DDC5-4BE1-A950-05F849A4C13C}" type="datetime'''''''''''''''''''''''''''''7'''''''''''">
              <a:rPr lang="en-US" altLang="en-US" sz="1400" smtClean="0">
                <a:effectLst/>
              </a:rPr>
              <a:pPr marL="0" lvl="0" indent="0" algn="ctr">
                <a:spcBef>
                  <a:spcPct val="0"/>
                </a:spcBef>
                <a:spcAft>
                  <a:spcPct val="0"/>
                </a:spcAft>
                <a:buNone/>
              </a:pPr>
              <a:t>7</a:t>
            </a:fld>
            <a:endParaRPr lang="en-US" sz="1400"/>
          </a:p>
        </p:txBody>
      </p:sp>
      <p:sp>
        <p:nvSpPr>
          <p:cNvPr id="237" name="Text Placeholder 2">
            <a:extLst>
              <a:ext uri="{FF2B5EF4-FFF2-40B4-BE49-F238E27FC236}">
                <a16:creationId xmlns:a16="http://schemas.microsoft.com/office/drawing/2014/main" id="{87BB863F-9716-77B5-70B5-97E8A856AB8A}"/>
              </a:ext>
            </a:extLst>
          </p:cNvPr>
          <p:cNvSpPr>
            <a:spLocks/>
          </p:cNvSpPr>
          <p:nvPr>
            <p:custDataLst>
              <p:tags r:id="rId26"/>
            </p:custDataLst>
          </p:nvPr>
        </p:nvSpPr>
        <p:spPr bwMode="gray">
          <a:xfrm>
            <a:off x="5553075"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3903759-1C74-413A-9ADC-C472682ABB1B}" type="datetime'''''''''''''''''''''''''''''''''''''''''''''''''''''''''8'''">
              <a:rPr lang="en-US" altLang="en-US" sz="1400" smtClean="0">
                <a:effectLst/>
              </a:rPr>
              <a:pPr marL="0" lvl="0" indent="0" algn="ctr">
                <a:spcBef>
                  <a:spcPct val="0"/>
                </a:spcBef>
                <a:spcAft>
                  <a:spcPct val="0"/>
                </a:spcAft>
                <a:buNone/>
              </a:pPr>
              <a:t>8</a:t>
            </a:fld>
            <a:endParaRPr lang="en-US" sz="1400"/>
          </a:p>
        </p:txBody>
      </p:sp>
      <p:sp>
        <p:nvSpPr>
          <p:cNvPr id="440" name="Text Placeholder 2">
            <a:extLst>
              <a:ext uri="{FF2B5EF4-FFF2-40B4-BE49-F238E27FC236}">
                <a16:creationId xmlns:a16="http://schemas.microsoft.com/office/drawing/2014/main" id="{87BB863F-9716-77B5-70B5-97E8A856AB8A}"/>
              </a:ext>
            </a:extLst>
          </p:cNvPr>
          <p:cNvSpPr>
            <a:spLocks/>
          </p:cNvSpPr>
          <p:nvPr>
            <p:custDataLst>
              <p:tags r:id="rId27"/>
            </p:custDataLst>
          </p:nvPr>
        </p:nvSpPr>
        <p:spPr bwMode="gray">
          <a:xfrm>
            <a:off x="6022975"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180D26D-8AFB-4CCF-8FD8-6F7228365298}" type="datetime'''''''''''''''''9'''''''''''''''''">
              <a:rPr lang="en-US" altLang="en-US" sz="1400" smtClean="0">
                <a:effectLst/>
              </a:rPr>
              <a:pPr marL="0" lvl="0" indent="0" algn="ctr">
                <a:spcBef>
                  <a:spcPct val="0"/>
                </a:spcBef>
                <a:spcAft>
                  <a:spcPct val="0"/>
                </a:spcAft>
                <a:buNone/>
              </a:pPr>
              <a:t>9</a:t>
            </a:fld>
            <a:endParaRPr lang="en-US" sz="1400"/>
          </a:p>
        </p:txBody>
      </p:sp>
      <p:sp>
        <p:nvSpPr>
          <p:cNvPr id="137" name="Text Placeholder 2">
            <a:extLst>
              <a:ext uri="{FF2B5EF4-FFF2-40B4-BE49-F238E27FC236}">
                <a16:creationId xmlns:a16="http://schemas.microsoft.com/office/drawing/2014/main" id="{87BB863F-9716-77B5-70B5-97E8A856AB8A}"/>
              </a:ext>
            </a:extLst>
          </p:cNvPr>
          <p:cNvSpPr>
            <a:spLocks/>
          </p:cNvSpPr>
          <p:nvPr>
            <p:custDataLst>
              <p:tags r:id="rId28"/>
            </p:custDataLst>
          </p:nvPr>
        </p:nvSpPr>
        <p:spPr bwMode="gray">
          <a:xfrm>
            <a:off x="6445250" y="5770563"/>
            <a:ext cx="1809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17CF46D-3122-4236-AC8B-D15CA3A8C815}" type="datetime'''''''1''''''''''''''''''''''''''''''''''''0'''''''''">
              <a:rPr lang="en-US" altLang="en-US" sz="1400" smtClean="0">
                <a:effectLst/>
              </a:rPr>
              <a:pPr marL="0" lvl="0" indent="0" algn="ctr">
                <a:spcBef>
                  <a:spcPct val="0"/>
                </a:spcBef>
                <a:spcAft>
                  <a:spcPct val="0"/>
                </a:spcAft>
                <a:buNone/>
              </a:pPr>
              <a:t>10</a:t>
            </a:fld>
            <a:endParaRPr lang="en-US" sz="1400"/>
          </a:p>
        </p:txBody>
      </p:sp>
      <p:sp>
        <p:nvSpPr>
          <p:cNvPr id="441" name="Text Placeholder 2">
            <a:extLst>
              <a:ext uri="{FF2B5EF4-FFF2-40B4-BE49-F238E27FC236}">
                <a16:creationId xmlns:a16="http://schemas.microsoft.com/office/drawing/2014/main" id="{87BB863F-9716-77B5-70B5-97E8A856AB8A}"/>
              </a:ext>
            </a:extLst>
          </p:cNvPr>
          <p:cNvSpPr>
            <a:spLocks/>
          </p:cNvSpPr>
          <p:nvPr>
            <p:custDataLst>
              <p:tags r:id="rId29"/>
            </p:custDataLst>
          </p:nvPr>
        </p:nvSpPr>
        <p:spPr bwMode="gray">
          <a:xfrm>
            <a:off x="6913563" y="5770563"/>
            <a:ext cx="1809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B8C7F94-5805-42B8-9549-DE09638125FA}" type="datetime'''1''''''''''1'''''''''''''''''''''''''''''''''''''''''''''">
              <a:rPr lang="en-US" altLang="en-US" sz="1400" smtClean="0">
                <a:effectLst/>
              </a:rPr>
              <a:pPr marL="0" lvl="0" indent="0" algn="ctr">
                <a:spcBef>
                  <a:spcPct val="0"/>
                </a:spcBef>
                <a:spcAft>
                  <a:spcPct val="0"/>
                </a:spcAft>
                <a:buNone/>
              </a:pPr>
              <a:t>11</a:t>
            </a:fld>
            <a:endParaRPr lang="en-US" sz="1400"/>
          </a:p>
        </p:txBody>
      </p:sp>
      <p:sp>
        <p:nvSpPr>
          <p:cNvPr id="226" name="Text Placeholder 2">
            <a:extLst>
              <a:ext uri="{FF2B5EF4-FFF2-40B4-BE49-F238E27FC236}">
                <a16:creationId xmlns:a16="http://schemas.microsoft.com/office/drawing/2014/main" id="{87BB863F-9716-77B5-70B5-97E8A856AB8A}"/>
              </a:ext>
            </a:extLst>
          </p:cNvPr>
          <p:cNvSpPr>
            <a:spLocks/>
          </p:cNvSpPr>
          <p:nvPr>
            <p:custDataLst>
              <p:tags r:id="rId30"/>
            </p:custDataLst>
          </p:nvPr>
        </p:nvSpPr>
        <p:spPr bwMode="gray">
          <a:xfrm>
            <a:off x="838200" y="5770563"/>
            <a:ext cx="1444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4C8DDCA-6B79-40CA-B23B-939F13F05717}" type="datetime'''''''''''-''''''''''''''''''''''''''''2'''''''''''">
              <a:rPr lang="en-US" altLang="en-US" sz="1400" smtClean="0">
                <a:effectLst/>
              </a:rPr>
              <a:pPr marL="0" lvl="0" indent="0" algn="ctr">
                <a:spcBef>
                  <a:spcPct val="0"/>
                </a:spcBef>
                <a:spcAft>
                  <a:spcPct val="0"/>
                </a:spcAft>
                <a:buNone/>
              </a:pPr>
              <a:t>-2</a:t>
            </a:fld>
            <a:endParaRPr lang="en-US" sz="1400"/>
          </a:p>
        </p:txBody>
      </p:sp>
      <p:sp>
        <p:nvSpPr>
          <p:cNvPr id="435" name="Text Placeholder 2">
            <a:extLst>
              <a:ext uri="{FF2B5EF4-FFF2-40B4-BE49-F238E27FC236}">
                <a16:creationId xmlns:a16="http://schemas.microsoft.com/office/drawing/2014/main" id="{87BB863F-9716-77B5-70B5-97E8A856AB8A}"/>
              </a:ext>
            </a:extLst>
          </p:cNvPr>
          <p:cNvSpPr>
            <a:spLocks/>
          </p:cNvSpPr>
          <p:nvPr>
            <p:custDataLst>
              <p:tags r:id="rId31"/>
            </p:custDataLst>
          </p:nvPr>
        </p:nvSpPr>
        <p:spPr bwMode="gray">
          <a:xfrm>
            <a:off x="1306513" y="5770563"/>
            <a:ext cx="1444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70E05A5-A12D-42EC-BE5A-C8F7A79B85D4}" type="datetime'''''''''''''''''''''''''-''''''''''''''''''''''1'''''''''''">
              <a:rPr lang="en-US" altLang="en-US" sz="1400" smtClean="0">
                <a:effectLst/>
              </a:rPr>
              <a:pPr marL="0" lvl="0" indent="0" algn="ctr">
                <a:spcBef>
                  <a:spcPct val="0"/>
                </a:spcBef>
                <a:spcAft>
                  <a:spcPct val="0"/>
                </a:spcAft>
                <a:buNone/>
              </a:pPr>
              <a:t>-1</a:t>
            </a:fld>
            <a:endParaRPr lang="en-US" sz="1400"/>
          </a:p>
        </p:txBody>
      </p:sp>
      <p:sp>
        <p:nvSpPr>
          <p:cNvPr id="442" name="Text Placeholder 2">
            <a:extLst>
              <a:ext uri="{FF2B5EF4-FFF2-40B4-BE49-F238E27FC236}">
                <a16:creationId xmlns:a16="http://schemas.microsoft.com/office/drawing/2014/main" id="{87BB863F-9716-77B5-70B5-97E8A856AB8A}"/>
              </a:ext>
            </a:extLst>
          </p:cNvPr>
          <p:cNvSpPr>
            <a:spLocks/>
          </p:cNvSpPr>
          <p:nvPr>
            <p:custDataLst>
              <p:tags r:id="rId32"/>
            </p:custDataLst>
          </p:nvPr>
        </p:nvSpPr>
        <p:spPr bwMode="gray">
          <a:xfrm>
            <a:off x="7851775" y="5770563"/>
            <a:ext cx="1809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583B7E6-649E-4B91-BCBF-8CCF78179D99}" type="datetime'''''''13'''">
              <a:rPr lang="en-US" altLang="en-US" sz="1400" smtClean="0">
                <a:effectLst/>
              </a:rPr>
              <a:pPr marL="0" lvl="0" indent="0" algn="ctr">
                <a:spcBef>
                  <a:spcPct val="0"/>
                </a:spcBef>
                <a:spcAft>
                  <a:spcPct val="0"/>
                </a:spcAft>
                <a:buNone/>
              </a:pPr>
              <a:t>13</a:t>
            </a:fld>
            <a:endParaRPr lang="en-US" sz="1400"/>
          </a:p>
        </p:txBody>
      </p:sp>
      <p:sp>
        <p:nvSpPr>
          <p:cNvPr id="391" name="Text Placeholder 2">
            <a:extLst>
              <a:ext uri="{FF2B5EF4-FFF2-40B4-BE49-F238E27FC236}">
                <a16:creationId xmlns:a16="http://schemas.microsoft.com/office/drawing/2014/main" id="{87BB863F-9716-77B5-70B5-97E8A856AB8A}"/>
              </a:ext>
            </a:extLst>
          </p:cNvPr>
          <p:cNvSpPr>
            <a:spLocks/>
          </p:cNvSpPr>
          <p:nvPr>
            <p:custDataLst>
              <p:tags r:id="rId33"/>
            </p:custDataLst>
          </p:nvPr>
        </p:nvSpPr>
        <p:spPr bwMode="gray">
          <a:xfrm>
            <a:off x="1803400"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9CEE2C4-51CF-4E5F-A143-657DA4BBA140}" type="datetime'''''''''''''''''''''''''''''''0'''''''''''''''''''''''">
              <a:rPr lang="en-US" altLang="en-US" sz="1400" smtClean="0">
                <a:effectLst/>
              </a:rPr>
              <a:pPr marL="0" lvl="0" indent="0" algn="ctr">
                <a:spcBef>
                  <a:spcPct val="0"/>
                </a:spcBef>
                <a:spcAft>
                  <a:spcPct val="0"/>
                </a:spcAft>
                <a:buNone/>
              </a:pPr>
              <a:t>0</a:t>
            </a:fld>
            <a:endParaRPr lang="en-US" sz="1400"/>
          </a:p>
        </p:txBody>
      </p:sp>
      <p:sp>
        <p:nvSpPr>
          <p:cNvPr id="243" name="Text Placeholder 2">
            <a:extLst>
              <a:ext uri="{FF2B5EF4-FFF2-40B4-BE49-F238E27FC236}">
                <a16:creationId xmlns:a16="http://schemas.microsoft.com/office/drawing/2014/main" id="{87BB863F-9716-77B5-70B5-97E8A856AB8A}"/>
              </a:ext>
            </a:extLst>
          </p:cNvPr>
          <p:cNvSpPr>
            <a:spLocks/>
          </p:cNvSpPr>
          <p:nvPr>
            <p:custDataLst>
              <p:tags r:id="rId34"/>
            </p:custDataLst>
          </p:nvPr>
        </p:nvSpPr>
        <p:spPr bwMode="gray">
          <a:xfrm>
            <a:off x="8320088" y="5770563"/>
            <a:ext cx="1809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4AE5673-E7F4-4507-A71A-78C64F3AD837}" type="datetime'''''1''''''''''''''''''''''''''''''''''''''''4'''''''">
              <a:rPr lang="en-US" altLang="en-US" sz="1400" smtClean="0">
                <a:effectLst/>
              </a:rPr>
              <a:pPr marL="0" lvl="0" indent="0" algn="ctr">
                <a:spcBef>
                  <a:spcPct val="0"/>
                </a:spcBef>
                <a:spcAft>
                  <a:spcPct val="0"/>
                </a:spcAft>
                <a:buNone/>
              </a:pPr>
              <a:t>14</a:t>
            </a:fld>
            <a:endParaRPr lang="en-US" sz="1400"/>
          </a:p>
        </p:txBody>
      </p:sp>
      <p:sp>
        <p:nvSpPr>
          <p:cNvPr id="436" name="Text Placeholder 2">
            <a:extLst>
              <a:ext uri="{FF2B5EF4-FFF2-40B4-BE49-F238E27FC236}">
                <a16:creationId xmlns:a16="http://schemas.microsoft.com/office/drawing/2014/main" id="{87BB863F-9716-77B5-70B5-97E8A856AB8A}"/>
              </a:ext>
            </a:extLst>
          </p:cNvPr>
          <p:cNvSpPr>
            <a:spLocks/>
          </p:cNvSpPr>
          <p:nvPr>
            <p:custDataLst>
              <p:tags r:id="rId35"/>
            </p:custDataLst>
          </p:nvPr>
        </p:nvSpPr>
        <p:spPr bwMode="gray">
          <a:xfrm>
            <a:off x="2271713"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23096AF-E879-47BA-938F-4C5A6193CCB0}" type="datetime'1'''''''">
              <a:rPr lang="en-US" altLang="en-US" sz="1400" smtClean="0">
                <a:effectLst/>
              </a:rPr>
              <a:pPr marL="0" lvl="0" indent="0" algn="ctr">
                <a:spcBef>
                  <a:spcPct val="0"/>
                </a:spcBef>
                <a:spcAft>
                  <a:spcPct val="0"/>
                </a:spcAft>
                <a:buNone/>
              </a:pPr>
              <a:t>1</a:t>
            </a:fld>
            <a:endParaRPr lang="en-US" sz="1400"/>
          </a:p>
        </p:txBody>
      </p:sp>
      <p:sp>
        <p:nvSpPr>
          <p:cNvPr id="405" name="Text Placeholder 2">
            <a:extLst>
              <a:ext uri="{FF2B5EF4-FFF2-40B4-BE49-F238E27FC236}">
                <a16:creationId xmlns:a16="http://schemas.microsoft.com/office/drawing/2014/main" id="{87BB863F-9716-77B5-70B5-97E8A856AB8A}"/>
              </a:ext>
            </a:extLst>
          </p:cNvPr>
          <p:cNvSpPr>
            <a:spLocks/>
          </p:cNvSpPr>
          <p:nvPr>
            <p:custDataLst>
              <p:tags r:id="rId36"/>
            </p:custDataLst>
          </p:nvPr>
        </p:nvSpPr>
        <p:spPr bwMode="gray">
          <a:xfrm>
            <a:off x="9082088" y="5770563"/>
            <a:ext cx="1809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CB95F5F-C556-4FF7-9D3C-E58B73E63598}" type="datetime'''''''''''''''''''''''''''''''''''''''4''''''''''''0'">
              <a:rPr lang="en-US" altLang="en-US" sz="1400" smtClean="0">
                <a:effectLst/>
              </a:rPr>
              <a:pPr marL="0" lvl="0" indent="0" algn="ctr">
                <a:spcBef>
                  <a:spcPct val="0"/>
                </a:spcBef>
                <a:spcAft>
                  <a:spcPct val="0"/>
                </a:spcAft>
                <a:buNone/>
              </a:pPr>
              <a:t>40</a:t>
            </a:fld>
            <a:endParaRPr lang="en-US" sz="1400"/>
          </a:p>
        </p:txBody>
      </p:sp>
      <p:sp>
        <p:nvSpPr>
          <p:cNvPr id="241" name="Text Placeholder 2">
            <a:extLst>
              <a:ext uri="{FF2B5EF4-FFF2-40B4-BE49-F238E27FC236}">
                <a16:creationId xmlns:a16="http://schemas.microsoft.com/office/drawing/2014/main" id="{87BB863F-9716-77B5-70B5-97E8A856AB8A}"/>
              </a:ext>
            </a:extLst>
          </p:cNvPr>
          <p:cNvSpPr>
            <a:spLocks/>
          </p:cNvSpPr>
          <p:nvPr>
            <p:custDataLst>
              <p:tags r:id="rId37"/>
            </p:custDataLst>
          </p:nvPr>
        </p:nvSpPr>
        <p:spPr bwMode="gray">
          <a:xfrm>
            <a:off x="7383463" y="5770563"/>
            <a:ext cx="1809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5131262-1235-40F2-8E95-85C0EF49118C}" type="datetime'''''''''''''1''''2'''''''''''''''''''''''''''''''">
              <a:rPr lang="en-US" altLang="en-US" sz="1400" smtClean="0">
                <a:effectLst/>
              </a:rPr>
              <a:pPr marL="0" lvl="0" indent="0" algn="ctr">
                <a:spcBef>
                  <a:spcPct val="0"/>
                </a:spcBef>
                <a:spcAft>
                  <a:spcPct val="0"/>
                </a:spcAft>
                <a:buNone/>
              </a:pPr>
              <a:t>12</a:t>
            </a:fld>
            <a:endParaRPr lang="en-US" sz="1400"/>
          </a:p>
        </p:txBody>
      </p:sp>
      <p:sp>
        <p:nvSpPr>
          <p:cNvPr id="443" name="Text Placeholder 2">
            <a:extLst>
              <a:ext uri="{FF2B5EF4-FFF2-40B4-BE49-F238E27FC236}">
                <a16:creationId xmlns:a16="http://schemas.microsoft.com/office/drawing/2014/main" id="{87BB863F-9716-77B5-70B5-97E8A856AB8A}"/>
              </a:ext>
            </a:extLst>
          </p:cNvPr>
          <p:cNvSpPr>
            <a:spLocks/>
          </p:cNvSpPr>
          <p:nvPr>
            <p:custDataLst>
              <p:tags r:id="rId38"/>
            </p:custDataLst>
          </p:nvPr>
        </p:nvSpPr>
        <p:spPr bwMode="gray">
          <a:xfrm>
            <a:off x="9550400" y="5770563"/>
            <a:ext cx="1809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4D06EC6-5F81-418F-B132-77FD76A89F14}" type="datetime'''''''''''''''''''''''''4''1'''''''''''">
              <a:rPr lang="en-US" altLang="en-US" sz="1400" smtClean="0">
                <a:effectLst/>
              </a:rPr>
              <a:pPr marL="0" lvl="0" indent="0" algn="ctr">
                <a:spcBef>
                  <a:spcPct val="0"/>
                </a:spcBef>
                <a:spcAft>
                  <a:spcPct val="0"/>
                </a:spcAft>
                <a:buNone/>
              </a:pPr>
              <a:t>41</a:t>
            </a:fld>
            <a:endParaRPr lang="en-US" sz="1400"/>
          </a:p>
        </p:txBody>
      </p:sp>
      <p:sp>
        <p:nvSpPr>
          <p:cNvPr id="229" name="Text Placeholder 2">
            <a:extLst>
              <a:ext uri="{FF2B5EF4-FFF2-40B4-BE49-F238E27FC236}">
                <a16:creationId xmlns:a16="http://schemas.microsoft.com/office/drawing/2014/main" id="{87BB863F-9716-77B5-70B5-97E8A856AB8A}"/>
              </a:ext>
            </a:extLst>
          </p:cNvPr>
          <p:cNvSpPr>
            <a:spLocks/>
          </p:cNvSpPr>
          <p:nvPr>
            <p:custDataLst>
              <p:tags r:id="rId39"/>
            </p:custDataLst>
          </p:nvPr>
        </p:nvSpPr>
        <p:spPr bwMode="gray">
          <a:xfrm>
            <a:off x="2740025"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538929C-AAF5-44AE-8EF7-2AB99EA562F2}" type="datetime'''''''''''''''''2'''''''''''''''''''''''''''''''''''''''">
              <a:rPr lang="en-US" altLang="en-US" sz="1400" smtClean="0">
                <a:effectLst/>
              </a:rPr>
              <a:pPr marL="0" lvl="0" indent="0" algn="ctr">
                <a:spcBef>
                  <a:spcPct val="0"/>
                </a:spcBef>
                <a:spcAft>
                  <a:spcPct val="0"/>
                </a:spcAft>
                <a:buNone/>
              </a:pPr>
              <a:t>2</a:t>
            </a:fld>
            <a:endParaRPr lang="en-US" sz="1400"/>
          </a:p>
        </p:txBody>
      </p:sp>
      <p:sp>
        <p:nvSpPr>
          <p:cNvPr id="437" name="Text Placeholder 2">
            <a:extLst>
              <a:ext uri="{FF2B5EF4-FFF2-40B4-BE49-F238E27FC236}">
                <a16:creationId xmlns:a16="http://schemas.microsoft.com/office/drawing/2014/main" id="{87BB863F-9716-77B5-70B5-97E8A856AB8A}"/>
              </a:ext>
            </a:extLst>
          </p:cNvPr>
          <p:cNvSpPr>
            <a:spLocks/>
          </p:cNvSpPr>
          <p:nvPr>
            <p:custDataLst>
              <p:tags r:id="rId40"/>
            </p:custDataLst>
          </p:nvPr>
        </p:nvSpPr>
        <p:spPr bwMode="gray">
          <a:xfrm>
            <a:off x="3209925" y="5770563"/>
            <a:ext cx="904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D7F13B5-BB58-43CB-A59B-846163652D00}" type="datetime'''''''''''''''''''''''''''''''3'''''''''''''''''''''''">
              <a:rPr lang="en-US" altLang="en-US" sz="1400" smtClean="0">
                <a:effectLst/>
              </a:rPr>
              <a:pPr marL="0" lvl="0" indent="0" algn="ctr">
                <a:spcBef>
                  <a:spcPct val="0"/>
                </a:spcBef>
                <a:spcAft>
                  <a:spcPct val="0"/>
                </a:spcAft>
                <a:buNone/>
              </a:pPr>
              <a:t>3</a:t>
            </a:fld>
            <a:endParaRPr lang="en-US" sz="1400"/>
          </a:p>
        </p:txBody>
      </p:sp>
      <p:sp useBgFill="1">
        <p:nvSpPr>
          <p:cNvPr id="8" name="Freeform: Shape 7">
            <a:extLst>
              <a:ext uri="{FF2B5EF4-FFF2-40B4-BE49-F238E27FC236}">
                <a16:creationId xmlns:a16="http://schemas.microsoft.com/office/drawing/2014/main" id="{60E21CCC-D2E1-9416-1D4F-DBB149F58BE8}"/>
              </a:ext>
            </a:extLst>
          </p:cNvPr>
          <p:cNvSpPr/>
          <p:nvPr>
            <p:custDataLst>
              <p:tags r:id="rId41"/>
            </p:custDataLst>
          </p:nvPr>
        </p:nvSpPr>
        <p:spPr bwMode="auto">
          <a:xfrm>
            <a:off x="8720138" y="5564188"/>
            <a:ext cx="96838" cy="146051"/>
          </a:xfrm>
          <a:custGeom>
            <a:avLst/>
            <a:gdLst/>
            <a:ahLst/>
            <a:cxnLst/>
            <a:rect l="0" t="0" r="0" b="0"/>
            <a:pathLst>
              <a:path w="96838" h="146051">
                <a:moveTo>
                  <a:pt x="96837" y="0"/>
                </a:moveTo>
                <a:lnTo>
                  <a:pt x="57150" y="146050"/>
                </a:lnTo>
                <a:lnTo>
                  <a:pt x="0" y="146050"/>
                </a:lnTo>
                <a:lnTo>
                  <a:pt x="39687" y="0"/>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Shape 3">
            <a:extLst>
              <a:ext uri="{FF2B5EF4-FFF2-40B4-BE49-F238E27FC236}">
                <a16:creationId xmlns:a16="http://schemas.microsoft.com/office/drawing/2014/main" id="{CC5F7023-1117-5A12-BA42-09B375C1F861}"/>
              </a:ext>
            </a:extLst>
          </p:cNvPr>
          <p:cNvSpPr/>
          <p:nvPr>
            <p:custDataLst>
              <p:tags r:id="rId42"/>
            </p:custDataLst>
          </p:nvPr>
        </p:nvSpPr>
        <p:spPr bwMode="auto">
          <a:xfrm>
            <a:off x="8720138" y="55641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 name="Freeform: Shape 6">
            <a:extLst>
              <a:ext uri="{FF2B5EF4-FFF2-40B4-BE49-F238E27FC236}">
                <a16:creationId xmlns:a16="http://schemas.microsoft.com/office/drawing/2014/main" id="{D7806A87-D3FC-B16E-B3A0-0948C4A9B335}"/>
              </a:ext>
            </a:extLst>
          </p:cNvPr>
          <p:cNvSpPr/>
          <p:nvPr>
            <p:custDataLst>
              <p:tags r:id="rId43"/>
            </p:custDataLst>
          </p:nvPr>
        </p:nvSpPr>
        <p:spPr bwMode="auto">
          <a:xfrm>
            <a:off x="8777288" y="5564188"/>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Text Placeholder 2">
            <a:extLst>
              <a:ext uri="{FF2B5EF4-FFF2-40B4-BE49-F238E27FC236}">
                <a16:creationId xmlns:a16="http://schemas.microsoft.com/office/drawing/2014/main" id="{87BB863F-9716-77B5-70B5-97E8A856AB8A}"/>
              </a:ext>
            </a:extLst>
          </p:cNvPr>
          <p:cNvSpPr>
            <a:spLocks/>
          </p:cNvSpPr>
          <p:nvPr>
            <p:custDataLst>
              <p:tags r:id="rId44"/>
            </p:custDataLst>
          </p:nvPr>
        </p:nvSpPr>
        <p:spPr bwMode="auto">
          <a:xfrm>
            <a:off x="552450" y="1484313"/>
            <a:ext cx="1200150" cy="549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r>
              <a:rPr lang="en-US" altLang="en-US" sz="2000" b="1">
                <a:solidFill>
                  <a:srgbClr val="1BA8AF"/>
                </a:solidFill>
              </a:rPr>
              <a:t>Industry </a:t>
            </a:r>
            <a:br>
              <a:rPr lang="en-US" altLang="en-US" sz="2000" b="1">
                <a:solidFill>
                  <a:srgbClr val="1BA8AF"/>
                </a:solidFill>
              </a:rPr>
            </a:br>
            <a:fld id="{BF804940-E80D-4BFD-BA6C-4CB0A69BBBFC}" type="datetime'''''G''''''''''''''''''r''''''''''o''''''''w''''t''h'''''">
              <a:rPr lang="en-US" altLang="en-US" sz="2000" b="1" smtClean="0">
                <a:solidFill>
                  <a:srgbClr val="1BA8AF"/>
                </a:solidFill>
              </a:rPr>
              <a:pPr marL="0" lvl="0" indent="0">
                <a:spcBef>
                  <a:spcPct val="0"/>
                </a:spcBef>
                <a:spcAft>
                  <a:spcPct val="0"/>
                </a:spcAft>
                <a:buNone/>
              </a:pPr>
              <a:t>Growth</a:t>
            </a:fld>
            <a:r>
              <a:rPr lang="en-US" altLang="en-US" sz="2000" b="1">
                <a:solidFill>
                  <a:srgbClr val="1BA8AF"/>
                </a:solidFill>
              </a:rPr>
              <a:t> (%)</a:t>
            </a:r>
            <a:endParaRPr lang="en-US" sz="1400" b="1">
              <a:solidFill>
                <a:srgbClr val="1BA8AF"/>
              </a:solidFill>
            </a:endParaRPr>
          </a:p>
        </p:txBody>
      </p:sp>
      <p:sp>
        <p:nvSpPr>
          <p:cNvPr id="153" name="Text Placeholder 2">
            <a:extLst>
              <a:ext uri="{FF2B5EF4-FFF2-40B4-BE49-F238E27FC236}">
                <a16:creationId xmlns:a16="http://schemas.microsoft.com/office/drawing/2014/main" id="{87BB863F-9716-77B5-70B5-97E8A856AB8A}"/>
              </a:ext>
            </a:extLst>
          </p:cNvPr>
          <p:cNvSpPr>
            <a:spLocks/>
          </p:cNvSpPr>
          <p:nvPr>
            <p:custDataLst>
              <p:tags r:id="rId45"/>
            </p:custDataLst>
          </p:nvPr>
        </p:nvSpPr>
        <p:spPr bwMode="gray">
          <a:xfrm>
            <a:off x="1968500" y="4278313"/>
            <a:ext cx="1330325" cy="150813"/>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3FDF47E0-A860-4CCD-8CE9-19EB3F47AC38}" type="datetime'Onc''''''''of''e''''r''''''t''ilit''y'' ''Referral''''s'''">
              <a:rPr lang="en-US" altLang="en-US" sz="1100" b="1" u="sng" smtClean="0">
                <a:effectLst/>
              </a:rPr>
              <a:pPr marL="0" lvl="0" indent="0">
                <a:spcBef>
                  <a:spcPct val="0"/>
                </a:spcBef>
                <a:spcAft>
                  <a:spcPct val="0"/>
                </a:spcAft>
                <a:buNone/>
              </a:pPr>
              <a:t>Oncofertility Referrals</a:t>
            </a:fld>
            <a:endParaRPr lang="en-US" sz="1100" b="1" u="sng"/>
          </a:p>
        </p:txBody>
      </p:sp>
      <p:sp>
        <p:nvSpPr>
          <p:cNvPr id="5" name="Text Placeholder 2">
            <a:extLst>
              <a:ext uri="{FF2B5EF4-FFF2-40B4-BE49-F238E27FC236}">
                <a16:creationId xmlns:a16="http://schemas.microsoft.com/office/drawing/2014/main" id="{87BB863F-9716-77B5-70B5-97E8A856AB8A}"/>
              </a:ext>
            </a:extLst>
          </p:cNvPr>
          <p:cNvSpPr>
            <a:spLocks/>
          </p:cNvSpPr>
          <p:nvPr>
            <p:custDataLst>
              <p:tags r:id="rId46"/>
            </p:custDataLst>
          </p:nvPr>
        </p:nvSpPr>
        <p:spPr bwMode="auto">
          <a:xfrm>
            <a:off x="9874250" y="5362575"/>
            <a:ext cx="989013" cy="5492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5B4B9CFD-7F82-4AEC-AF94-AF2994621685}" type="datetime'R''''''e''''''''''''''''''''''''''ve''''''''''''''n''''ue'">
              <a:rPr lang="en-US" altLang="en-US" sz="2000" b="1" smtClean="0">
                <a:solidFill>
                  <a:srgbClr val="1BA8AF"/>
                </a:solidFill>
              </a:rPr>
              <a:pPr marL="0" lvl="0" indent="0">
                <a:spcBef>
                  <a:spcPct val="0"/>
                </a:spcBef>
                <a:spcAft>
                  <a:spcPct val="0"/>
                </a:spcAft>
                <a:buNone/>
              </a:pPr>
              <a:t>Revenue</a:t>
            </a:fld>
            <a:br>
              <a:rPr lang="en-US" altLang="en-US" sz="2000" b="1">
                <a:solidFill>
                  <a:srgbClr val="1BA8AF"/>
                </a:solidFill>
              </a:rPr>
            </a:br>
            <a:r>
              <a:rPr lang="en-US" altLang="en-US" sz="2000" b="1">
                <a:solidFill>
                  <a:srgbClr val="1BA8AF"/>
                </a:solidFill>
              </a:rPr>
              <a:t>(SAR Mn)</a:t>
            </a:r>
            <a:endParaRPr lang="en-US" sz="2000" b="1">
              <a:solidFill>
                <a:srgbClr val="1BA8AF"/>
              </a:solidFill>
            </a:endParaRPr>
          </a:p>
        </p:txBody>
      </p:sp>
      <p:sp>
        <p:nvSpPr>
          <p:cNvPr id="155" name="Text Placeholder 2">
            <a:extLst>
              <a:ext uri="{FF2B5EF4-FFF2-40B4-BE49-F238E27FC236}">
                <a16:creationId xmlns:a16="http://schemas.microsoft.com/office/drawing/2014/main" id="{87BB863F-9716-77B5-70B5-97E8A856AB8A}"/>
              </a:ext>
            </a:extLst>
          </p:cNvPr>
          <p:cNvSpPr>
            <a:spLocks/>
          </p:cNvSpPr>
          <p:nvPr>
            <p:custDataLst>
              <p:tags r:id="rId47"/>
            </p:custDataLst>
          </p:nvPr>
        </p:nvSpPr>
        <p:spPr bwMode="gray">
          <a:xfrm>
            <a:off x="3671888" y="4041775"/>
            <a:ext cx="860425" cy="301625"/>
          </a:xfrm>
          <a:prstGeom prst="rect">
            <a:avLst/>
          </a:prstGeom>
          <a:noFill/>
          <a:ln>
            <a:noFill/>
          </a:ln>
          <a:effectLst/>
          <a:extLst>
            <a:ext uri="{909E8E84-426E-40DD-AFC4-6F175D3DCCD1}">
              <a14:hiddenFill xmlns:a14="http://schemas.microsoft.com/office/drawing/2010/main">
                <a:solidFill>
                  <a:srgbClr val="17B2AF"/>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0A463C12-682A-4412-90A9-B00EE1DC4669}" type="datetime'''N''on'' O''''nc''o''log''y&#10;''D''iagno''''s''t''ic''''s'">
              <a:rPr lang="en-US" altLang="en-US" sz="1100" b="1" smtClean="0">
                <a:effectLst/>
              </a:rPr>
              <a:pPr marL="0" lvl="0" indent="0">
                <a:spcBef>
                  <a:spcPct val="0"/>
                </a:spcBef>
                <a:spcAft>
                  <a:spcPct val="0"/>
                </a:spcAft>
                <a:buNone/>
              </a:pPr>
              <a:t>Non Oncology
Diagnostics</a:t>
            </a:fld>
            <a:endParaRPr lang="en-US" sz="1100" b="1"/>
          </a:p>
        </p:txBody>
      </p:sp>
      <p:sp>
        <p:nvSpPr>
          <p:cNvPr id="156" name="Text Placeholder 2">
            <a:extLst>
              <a:ext uri="{FF2B5EF4-FFF2-40B4-BE49-F238E27FC236}">
                <a16:creationId xmlns:a16="http://schemas.microsoft.com/office/drawing/2014/main" id="{87BB863F-9716-77B5-70B5-97E8A856AB8A}"/>
              </a:ext>
            </a:extLst>
          </p:cNvPr>
          <p:cNvSpPr>
            <a:spLocks/>
          </p:cNvSpPr>
          <p:nvPr>
            <p:custDataLst>
              <p:tags r:id="rId48"/>
            </p:custDataLst>
          </p:nvPr>
        </p:nvSpPr>
        <p:spPr bwMode="gray">
          <a:xfrm>
            <a:off x="8407400" y="4845050"/>
            <a:ext cx="892175"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A625E26C-3E7C-439F-A66D-C7A528C78C18}" type="datetime'No''n'''''' O''n''''col''''ogy ''''&#10;I''n''fu''''''sion''''''s'">
              <a:rPr lang="en-US" altLang="en-US" sz="1100" b="1" smtClean="0">
                <a:effectLst/>
              </a:rPr>
              <a:pPr marL="0" lvl="0" indent="0">
                <a:spcBef>
                  <a:spcPct val="0"/>
                </a:spcBef>
                <a:spcAft>
                  <a:spcPct val="0"/>
                </a:spcAft>
                <a:buNone/>
              </a:pPr>
              <a:t>Non Oncology 
Infusions</a:t>
            </a:fld>
            <a:endParaRPr lang="en-US" sz="1100" b="1"/>
          </a:p>
        </p:txBody>
      </p:sp>
      <p:sp>
        <p:nvSpPr>
          <p:cNvPr id="133" name="Text Placeholder 2">
            <a:extLst>
              <a:ext uri="{FF2B5EF4-FFF2-40B4-BE49-F238E27FC236}">
                <a16:creationId xmlns:a16="http://schemas.microsoft.com/office/drawing/2014/main" id="{F13DC88D-3877-5144-9A80-DA75613FB89E}"/>
              </a:ext>
            </a:extLst>
          </p:cNvPr>
          <p:cNvSpPr>
            <a:spLocks/>
          </p:cNvSpPr>
          <p:nvPr>
            <p:custDataLst>
              <p:tags r:id="rId49"/>
            </p:custDataLst>
          </p:nvPr>
        </p:nvSpPr>
        <p:spPr bwMode="gray">
          <a:xfrm>
            <a:off x="8772525" y="3344863"/>
            <a:ext cx="801688" cy="301625"/>
          </a:xfrm>
          <a:prstGeom prst="rect">
            <a:avLst/>
          </a:prstGeom>
          <a:noFill/>
          <a:ln>
            <a:noFill/>
          </a:ln>
          <a:effectLst/>
          <a:extLst>
            <a:ext uri="{909E8E84-426E-40DD-AFC4-6F175D3DCCD1}">
              <a14:hiddenFill xmlns:a14="http://schemas.microsoft.com/office/drawing/2010/main">
                <a:solidFill>
                  <a:srgbClr val="04748A"/>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C52EBACD-6236-4B23-BFAB-00AEE2AC606A}" type="datetime'''Ope''r''ati''''o''''ns'''' &#10;Mana''ge''''''''''''''m''ent'''">
              <a:rPr lang="en-US" altLang="en-US" sz="1100" smtClean="0">
                <a:effectLst/>
              </a:rPr>
              <a:pPr marL="0" lvl="0" indent="0">
                <a:spcBef>
                  <a:spcPct val="0"/>
                </a:spcBef>
                <a:spcAft>
                  <a:spcPct val="0"/>
                </a:spcAft>
                <a:buNone/>
              </a:pPr>
              <a:t>Operations 
Management</a:t>
            </a:fld>
            <a:endParaRPr lang="en-US" sz="1100"/>
          </a:p>
        </p:txBody>
      </p:sp>
      <p:sp>
        <p:nvSpPr>
          <p:cNvPr id="157" name="Text Placeholder 2">
            <a:extLst>
              <a:ext uri="{FF2B5EF4-FFF2-40B4-BE49-F238E27FC236}">
                <a16:creationId xmlns:a16="http://schemas.microsoft.com/office/drawing/2014/main" id="{87BB863F-9716-77B5-70B5-97E8A856AB8A}"/>
              </a:ext>
            </a:extLst>
          </p:cNvPr>
          <p:cNvSpPr>
            <a:spLocks/>
          </p:cNvSpPr>
          <p:nvPr>
            <p:custDataLst>
              <p:tags r:id="rId50"/>
            </p:custDataLst>
          </p:nvPr>
        </p:nvSpPr>
        <p:spPr bwMode="gray">
          <a:xfrm>
            <a:off x="5022850" y="4278313"/>
            <a:ext cx="552450" cy="150813"/>
          </a:xfrm>
          <a:prstGeom prst="rect">
            <a:avLst/>
          </a:prstGeom>
          <a:noFill/>
          <a:ln>
            <a:noFill/>
          </a:ln>
          <a:effectLst/>
          <a:extLst>
            <a:ext uri="{909E8E84-426E-40DD-AFC4-6F175D3DCCD1}">
              <a14:hiddenFill xmlns:a14="http://schemas.microsoft.com/office/drawing/2010/main">
                <a:solidFill>
                  <a:srgbClr val="04748A"/>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133075DE-7D20-4CD9-9B3E-45CBED295E1B}" type="datetime'''I''''''''V''''''F'''' Cli''''ni''''''''''c'''''''''''''">
              <a:rPr lang="en-US" altLang="en-US" sz="1100" smtClean="0">
                <a:effectLst/>
              </a:rPr>
              <a:pPr marL="0" lvl="0" indent="0">
                <a:spcBef>
                  <a:spcPct val="0"/>
                </a:spcBef>
                <a:spcAft>
                  <a:spcPct val="0"/>
                </a:spcAft>
                <a:buNone/>
              </a:pPr>
              <a:t>IVF Clinic</a:t>
            </a:fld>
            <a:endParaRPr lang="en-US" sz="1100"/>
          </a:p>
        </p:txBody>
      </p:sp>
      <p:sp>
        <p:nvSpPr>
          <p:cNvPr id="159" name="Text Placeholder 2">
            <a:extLst>
              <a:ext uri="{FF2B5EF4-FFF2-40B4-BE49-F238E27FC236}">
                <a16:creationId xmlns:a16="http://schemas.microsoft.com/office/drawing/2014/main" id="{87BB863F-9716-77B5-70B5-97E8A856AB8A}"/>
              </a:ext>
            </a:extLst>
          </p:cNvPr>
          <p:cNvSpPr>
            <a:spLocks/>
          </p:cNvSpPr>
          <p:nvPr>
            <p:custDataLst>
              <p:tags r:id="rId51"/>
            </p:custDataLst>
          </p:nvPr>
        </p:nvSpPr>
        <p:spPr bwMode="gray">
          <a:xfrm>
            <a:off x="2471738" y="4797425"/>
            <a:ext cx="1104900" cy="301625"/>
          </a:xfrm>
          <a:prstGeom prst="rect">
            <a:avLst/>
          </a:prstGeom>
          <a:noFill/>
          <a:ln>
            <a:noFill/>
          </a:ln>
          <a:effectLst/>
          <a:extLst>
            <a:ext uri="{909E8E84-426E-40DD-AFC4-6F175D3DCCD1}">
              <a14:hiddenFill xmlns:a14="http://schemas.microsoft.com/office/drawing/2010/main">
                <a:solidFill>
                  <a:srgbClr val="04748A"/>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7C367F95-A1CD-4333-A709-793A4CDDDEC5}" type="datetime'''''''Pr''o''fou''nd ''''P''''''rostate&#10;''Su''rg''''''''e''ry'">
              <a:rPr lang="en-US" altLang="en-US" sz="1100" b="1" smtClean="0"/>
              <a:pPr marL="0" lvl="0" indent="0">
                <a:spcBef>
                  <a:spcPct val="0"/>
                </a:spcBef>
                <a:spcAft>
                  <a:spcPct val="0"/>
                </a:spcAft>
                <a:buNone/>
              </a:pPr>
              <a:t>Profound Prostate
Surgery</a:t>
            </a:fld>
            <a:endParaRPr lang="en-US" sz="1100" b="1"/>
          </a:p>
        </p:txBody>
      </p:sp>
      <p:sp>
        <p:nvSpPr>
          <p:cNvPr id="160" name="Text Placeholder 2">
            <a:extLst>
              <a:ext uri="{FF2B5EF4-FFF2-40B4-BE49-F238E27FC236}">
                <a16:creationId xmlns:a16="http://schemas.microsoft.com/office/drawing/2014/main" id="{87BB863F-9716-77B5-70B5-97E8A856AB8A}"/>
              </a:ext>
            </a:extLst>
          </p:cNvPr>
          <p:cNvSpPr>
            <a:spLocks/>
          </p:cNvSpPr>
          <p:nvPr>
            <p:custDataLst>
              <p:tags r:id="rId52"/>
            </p:custDataLst>
          </p:nvPr>
        </p:nvSpPr>
        <p:spPr bwMode="gray">
          <a:xfrm>
            <a:off x="2260600" y="2673350"/>
            <a:ext cx="1035050" cy="150813"/>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8CFB183D-8C7F-4872-AB9C-4A3F8BDD4A67}" type="datetime'''''T''''''e''le''con''''sul''''''''''tat''io''''''ns'''''">
              <a:rPr lang="en-US" altLang="en-US" sz="1100" smtClean="0">
                <a:effectLst/>
              </a:rPr>
              <a:pPr marL="0" lvl="0" indent="0">
                <a:spcBef>
                  <a:spcPct val="0"/>
                </a:spcBef>
                <a:spcAft>
                  <a:spcPct val="0"/>
                </a:spcAft>
                <a:buNone/>
              </a:pPr>
              <a:t>Teleconsultations</a:t>
            </a:fld>
            <a:endParaRPr lang="en-US" sz="1100"/>
          </a:p>
        </p:txBody>
      </p:sp>
      <p:sp>
        <p:nvSpPr>
          <p:cNvPr id="154" name="Text Placeholder 2">
            <a:extLst>
              <a:ext uri="{FF2B5EF4-FFF2-40B4-BE49-F238E27FC236}">
                <a16:creationId xmlns:a16="http://schemas.microsoft.com/office/drawing/2014/main" id="{87BB863F-9716-77B5-70B5-97E8A856AB8A}"/>
              </a:ext>
            </a:extLst>
          </p:cNvPr>
          <p:cNvSpPr>
            <a:spLocks/>
          </p:cNvSpPr>
          <p:nvPr>
            <p:custDataLst>
              <p:tags r:id="rId53"/>
            </p:custDataLst>
          </p:nvPr>
        </p:nvSpPr>
        <p:spPr bwMode="gray">
          <a:xfrm>
            <a:off x="3195638" y="4589463"/>
            <a:ext cx="960438" cy="150813"/>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E469028B-5FE4-4855-8520-DADA89AF50AC}" type="datetime'''''Pr''''''ev''''''e''''''nt''''''i''ve C''''ar''''''''''''e'">
              <a:rPr lang="en-US" altLang="en-US" sz="1100" b="1" smtClean="0">
                <a:effectLst/>
              </a:rPr>
              <a:pPr marL="0" lvl="0" indent="0">
                <a:spcBef>
                  <a:spcPct val="0"/>
                </a:spcBef>
                <a:spcAft>
                  <a:spcPct val="0"/>
                </a:spcAft>
                <a:buNone/>
              </a:pPr>
              <a:t>Preventive Care</a:t>
            </a:fld>
            <a:endParaRPr lang="en-US" sz="1100" b="1"/>
          </a:p>
        </p:txBody>
      </p:sp>
      <p:sp>
        <p:nvSpPr>
          <p:cNvPr id="162" name="Text Placeholder 2">
            <a:extLst>
              <a:ext uri="{FF2B5EF4-FFF2-40B4-BE49-F238E27FC236}">
                <a16:creationId xmlns:a16="http://schemas.microsoft.com/office/drawing/2014/main" id="{87BB863F-9716-77B5-70B5-97E8A856AB8A}"/>
              </a:ext>
            </a:extLst>
          </p:cNvPr>
          <p:cNvSpPr>
            <a:spLocks/>
          </p:cNvSpPr>
          <p:nvPr>
            <p:custDataLst>
              <p:tags r:id="rId54"/>
            </p:custDataLst>
          </p:nvPr>
        </p:nvSpPr>
        <p:spPr bwMode="gray">
          <a:xfrm>
            <a:off x="1354138" y="5435600"/>
            <a:ext cx="1409700" cy="150813"/>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A7A681B2-E36D-4E26-BBE9-5B55817F2493}" type="datetime'''''''''''Su''b''-l''ea''se ''&amp;'''''' ''''''audito''rium'''''">
              <a:rPr lang="en-US" altLang="en-US" sz="1100" b="1" u="sng" smtClean="0"/>
              <a:pPr/>
              <a:t>Sub-lease &amp; auditorium</a:t>
            </a:fld>
            <a:endParaRPr lang="en-US" sz="1100" b="1" u="sng"/>
          </a:p>
        </p:txBody>
      </p:sp>
      <p:sp>
        <p:nvSpPr>
          <p:cNvPr id="163" name="Text Placeholder 2">
            <a:extLst>
              <a:ext uri="{FF2B5EF4-FFF2-40B4-BE49-F238E27FC236}">
                <a16:creationId xmlns:a16="http://schemas.microsoft.com/office/drawing/2014/main" id="{87BB863F-9716-77B5-70B5-97E8A856AB8A}"/>
              </a:ext>
            </a:extLst>
          </p:cNvPr>
          <p:cNvSpPr>
            <a:spLocks/>
          </p:cNvSpPr>
          <p:nvPr>
            <p:custDataLst>
              <p:tags r:id="rId55"/>
            </p:custDataLst>
          </p:nvPr>
        </p:nvSpPr>
        <p:spPr bwMode="gray">
          <a:xfrm>
            <a:off x="2547938" y="3636963"/>
            <a:ext cx="901700" cy="150813"/>
          </a:xfrm>
          <a:prstGeom prst="rect">
            <a:avLst/>
          </a:prstGeom>
          <a:noFill/>
          <a:ln>
            <a:noFill/>
          </a:ln>
          <a:effectLst/>
          <a:extLst>
            <a:ext uri="{909E8E84-426E-40DD-AFC4-6F175D3DCCD1}">
              <a14:hiddenFill xmlns:a14="http://schemas.microsoft.com/office/drawing/2010/main">
                <a:solidFill>
                  <a:srgbClr val="04748A"/>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8CAE611F-3170-4443-BBC4-ED11338910C5}" type="datetime'''Lo''''''''''ng''''evit''y'' S''''u''it''''''''e'''''">
              <a:rPr lang="en-US" altLang="en-US" sz="1100" smtClean="0">
                <a:effectLst/>
              </a:rPr>
              <a:pPr marL="0" lvl="0" indent="0">
                <a:spcBef>
                  <a:spcPct val="0"/>
                </a:spcBef>
                <a:spcAft>
                  <a:spcPct val="0"/>
                </a:spcAft>
                <a:buNone/>
              </a:pPr>
              <a:t>Longevity Suite</a:t>
            </a:fld>
            <a:endParaRPr lang="en-US" sz="1100"/>
          </a:p>
        </p:txBody>
      </p:sp>
      <p:sp>
        <p:nvSpPr>
          <p:cNvPr id="210" name="Text Placeholder 2">
            <a:extLst>
              <a:ext uri="{FF2B5EF4-FFF2-40B4-BE49-F238E27FC236}">
                <a16:creationId xmlns:a16="http://schemas.microsoft.com/office/drawing/2014/main" id="{114FAA29-A329-6E47-F815-C8ECB6D5D397}"/>
              </a:ext>
            </a:extLst>
          </p:cNvPr>
          <p:cNvSpPr>
            <a:spLocks/>
          </p:cNvSpPr>
          <p:nvPr>
            <p:custDataLst>
              <p:tags r:id="rId56"/>
            </p:custDataLst>
          </p:nvPr>
        </p:nvSpPr>
        <p:spPr bwMode="gray">
          <a:xfrm>
            <a:off x="2192338" y="4117975"/>
            <a:ext cx="887413" cy="150813"/>
          </a:xfrm>
          <a:prstGeom prst="rect">
            <a:avLst/>
          </a:prstGeom>
          <a:noFill/>
          <a:ln>
            <a:noFill/>
          </a:ln>
          <a:effectLst/>
          <a:extLst>
            <a:ext uri="{909E8E84-426E-40DD-AFC4-6F175D3DCCD1}">
              <a14:hiddenFill xmlns:a14="http://schemas.microsoft.com/office/drawing/2010/main">
                <a:solidFill>
                  <a:srgbClr val="04748A"/>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7A8E6B0D-FF2B-469C-AD20-54E3449237D5}" type="datetime'''''O''''''n''''c''oi''''''ns''''u''''''r''''anc''e'''''">
              <a:rPr lang="en-US" altLang="en-US" sz="1100" smtClean="0"/>
              <a:pPr marL="0" lvl="0" indent="0">
                <a:spcBef>
                  <a:spcPct val="0"/>
                </a:spcBef>
                <a:spcAft>
                  <a:spcPct val="0"/>
                </a:spcAft>
                <a:buNone/>
              </a:pPr>
              <a:t>Oncoinsurance</a:t>
            </a:fld>
            <a:endParaRPr lang="en-US" sz="1100"/>
          </a:p>
        </p:txBody>
      </p:sp>
      <p:sp>
        <p:nvSpPr>
          <p:cNvPr id="161" name="Text Placeholder 2">
            <a:extLst>
              <a:ext uri="{FF2B5EF4-FFF2-40B4-BE49-F238E27FC236}">
                <a16:creationId xmlns:a16="http://schemas.microsoft.com/office/drawing/2014/main" id="{87BB863F-9716-77B5-70B5-97E8A856AB8A}"/>
              </a:ext>
            </a:extLst>
          </p:cNvPr>
          <p:cNvSpPr>
            <a:spLocks/>
          </p:cNvSpPr>
          <p:nvPr>
            <p:custDataLst>
              <p:tags r:id="rId57"/>
            </p:custDataLst>
          </p:nvPr>
        </p:nvSpPr>
        <p:spPr bwMode="gray">
          <a:xfrm>
            <a:off x="1462088" y="4567238"/>
            <a:ext cx="865188" cy="3016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1494E228-1175-4D92-9B97-2CA18ECD1E5F}" type="datetime'''B''''2B ''''''Sp''ecia''''l''''ity &#10;''''P''''''''''harma'">
              <a:rPr lang="en-US" altLang="en-US" sz="1100" smtClean="0">
                <a:effectLst/>
              </a:rPr>
              <a:pPr marL="0" lvl="0" indent="0">
                <a:spcBef>
                  <a:spcPct val="0"/>
                </a:spcBef>
                <a:spcAft>
                  <a:spcPct val="0"/>
                </a:spcAft>
                <a:buNone/>
              </a:pPr>
              <a:t>B2B Speciality 
Pharma</a:t>
            </a:fld>
            <a:endParaRPr lang="en-US" sz="1100"/>
          </a:p>
        </p:txBody>
      </p:sp>
      <p:sp>
        <p:nvSpPr>
          <p:cNvPr id="198" name="Oval 197">
            <a:extLst>
              <a:ext uri="{FF2B5EF4-FFF2-40B4-BE49-F238E27FC236}">
                <a16:creationId xmlns:a16="http://schemas.microsoft.com/office/drawing/2014/main" id="{7CD3D363-F1AC-A854-E922-B282B9045402}"/>
              </a:ext>
            </a:extLst>
          </p:cNvPr>
          <p:cNvSpPr/>
          <p:nvPr>
            <p:custDataLst>
              <p:tags r:id="rId58"/>
            </p:custDataLst>
          </p:nvPr>
        </p:nvSpPr>
        <p:spPr bwMode="auto">
          <a:xfrm>
            <a:off x="3198813" y="1708150"/>
            <a:ext cx="187325" cy="187325"/>
          </a:xfrm>
          <a:prstGeom prst="ellipse">
            <a:avLst/>
          </a:prstGeom>
          <a:solidFill>
            <a:srgbClr val="17B2AF"/>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Oval 199">
            <a:extLst>
              <a:ext uri="{FF2B5EF4-FFF2-40B4-BE49-F238E27FC236}">
                <a16:creationId xmlns:a16="http://schemas.microsoft.com/office/drawing/2014/main" id="{0EC56D75-EB62-6C20-097E-D8F58D02D695}"/>
              </a:ext>
            </a:extLst>
          </p:cNvPr>
          <p:cNvSpPr/>
          <p:nvPr>
            <p:custDataLst>
              <p:tags r:id="rId59"/>
            </p:custDataLst>
          </p:nvPr>
        </p:nvSpPr>
        <p:spPr bwMode="auto">
          <a:xfrm>
            <a:off x="4384675" y="1708150"/>
            <a:ext cx="187325" cy="187325"/>
          </a:xfrm>
          <a:prstGeom prst="ellipse">
            <a:avLst/>
          </a:prstGeom>
          <a:solidFill>
            <a:srgbClr val="04748A"/>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Oval 198">
            <a:extLst>
              <a:ext uri="{FF2B5EF4-FFF2-40B4-BE49-F238E27FC236}">
                <a16:creationId xmlns:a16="http://schemas.microsoft.com/office/drawing/2014/main" id="{1BB0390B-87B5-0052-DA09-552D46E2884B}"/>
              </a:ext>
            </a:extLst>
          </p:cNvPr>
          <p:cNvSpPr/>
          <p:nvPr>
            <p:custDataLst>
              <p:tags r:id="rId60"/>
            </p:custDataLst>
          </p:nvPr>
        </p:nvSpPr>
        <p:spPr bwMode="auto">
          <a:xfrm>
            <a:off x="5399088" y="1708150"/>
            <a:ext cx="187325" cy="187325"/>
          </a:xfrm>
          <a:prstGeom prst="ellipse">
            <a:avLst/>
          </a:prstGeom>
          <a:solidFill>
            <a:srgbClr val="C0C0C0"/>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Text Placeholder 2">
            <a:extLst>
              <a:ext uri="{FF2B5EF4-FFF2-40B4-BE49-F238E27FC236}">
                <a16:creationId xmlns:a16="http://schemas.microsoft.com/office/drawing/2014/main" id="{87BB863F-9716-77B5-70B5-97E8A856AB8A}"/>
              </a:ext>
            </a:extLst>
          </p:cNvPr>
          <p:cNvSpPr>
            <a:spLocks/>
          </p:cNvSpPr>
          <p:nvPr>
            <p:custDataLst>
              <p:tags r:id="rId61"/>
            </p:custDataLst>
          </p:nvPr>
        </p:nvSpPr>
        <p:spPr bwMode="auto">
          <a:xfrm>
            <a:off x="3468688" y="1719263"/>
            <a:ext cx="78263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3D726B21-F1EA-46D5-87D4-4F2448032B59}" type="datetime'''''''''''''''''''''''I''''''''m''''m''e''''''d''ia''''te'">
              <a:rPr lang="en-US" altLang="en-US" sz="1400" smtClean="0">
                <a:effectLst/>
              </a:rPr>
              <a:pPr marL="0" lvl="0" indent="0">
                <a:spcBef>
                  <a:spcPct val="0"/>
                </a:spcBef>
                <a:spcAft>
                  <a:spcPct val="0"/>
                </a:spcAft>
                <a:buNone/>
              </a:pPr>
              <a:t>Immediate</a:t>
            </a:fld>
            <a:endParaRPr lang="en-US" sz="1400"/>
          </a:p>
        </p:txBody>
      </p:sp>
      <p:sp>
        <p:nvSpPr>
          <p:cNvPr id="196" name="Text Placeholder 2">
            <a:extLst>
              <a:ext uri="{FF2B5EF4-FFF2-40B4-BE49-F238E27FC236}">
                <a16:creationId xmlns:a16="http://schemas.microsoft.com/office/drawing/2014/main" id="{87BB863F-9716-77B5-70B5-97E8A856AB8A}"/>
              </a:ext>
            </a:extLst>
          </p:cNvPr>
          <p:cNvSpPr>
            <a:spLocks/>
          </p:cNvSpPr>
          <p:nvPr>
            <p:custDataLst>
              <p:tags r:id="rId62"/>
            </p:custDataLst>
          </p:nvPr>
        </p:nvSpPr>
        <p:spPr bwMode="auto">
          <a:xfrm>
            <a:off x="4654550" y="1719263"/>
            <a:ext cx="6111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B745B8EE-64A1-4A9D-BCEE-ABE67D9A69F0}" type="datetime'''''M''''''''''e''d''''''''''''''i''u''''''''''''''''''m'''''">
              <a:rPr lang="en-US" altLang="en-US" sz="1400" smtClean="0">
                <a:effectLst/>
              </a:rPr>
              <a:pPr marL="0" lvl="0" indent="0">
                <a:spcBef>
                  <a:spcPct val="0"/>
                </a:spcBef>
                <a:spcAft>
                  <a:spcPct val="0"/>
                </a:spcAft>
                <a:buNone/>
              </a:pPr>
              <a:t>Medium</a:t>
            </a:fld>
            <a:endParaRPr lang="en-US" sz="1400"/>
          </a:p>
        </p:txBody>
      </p:sp>
      <p:sp>
        <p:nvSpPr>
          <p:cNvPr id="194" name="Text Placeholder 2">
            <a:extLst>
              <a:ext uri="{FF2B5EF4-FFF2-40B4-BE49-F238E27FC236}">
                <a16:creationId xmlns:a16="http://schemas.microsoft.com/office/drawing/2014/main" id="{87BB863F-9716-77B5-70B5-97E8A856AB8A}"/>
              </a:ext>
            </a:extLst>
          </p:cNvPr>
          <p:cNvSpPr>
            <a:spLocks/>
          </p:cNvSpPr>
          <p:nvPr>
            <p:custDataLst>
              <p:tags r:id="rId63"/>
            </p:custDataLst>
          </p:nvPr>
        </p:nvSpPr>
        <p:spPr bwMode="auto">
          <a:xfrm>
            <a:off x="5668963" y="1719263"/>
            <a:ext cx="7493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F61F58D1-A507-4914-8B77-425BCF1337A7}" type="datetime'''L''''ong'''' ''''''''T''''e''rm'''''''''''''''''''''''''''''">
              <a:rPr lang="en-US" altLang="en-US" sz="1400" smtClean="0">
                <a:effectLst/>
              </a:rPr>
              <a:pPr marL="0" lvl="0" indent="0">
                <a:spcBef>
                  <a:spcPct val="0"/>
                </a:spcBef>
                <a:spcAft>
                  <a:spcPct val="0"/>
                </a:spcAft>
                <a:buNone/>
              </a:pPr>
              <a:t>Long Term</a:t>
            </a:fld>
            <a:endParaRPr lang="en-US" sz="1400"/>
          </a:p>
        </p:txBody>
      </p:sp>
      <p:sp>
        <p:nvSpPr>
          <p:cNvPr id="201" name="Google Shape;2094;p21">
            <a:extLst>
              <a:ext uri="{FF2B5EF4-FFF2-40B4-BE49-F238E27FC236}">
                <a16:creationId xmlns:a16="http://schemas.microsoft.com/office/drawing/2014/main" id="{92EABE4D-841F-CDF7-1BE5-D3EADFDB5FDC}"/>
              </a:ext>
            </a:extLst>
          </p:cNvPr>
          <p:cNvSpPr/>
          <p:nvPr/>
        </p:nvSpPr>
        <p:spPr>
          <a:xfrm flipH="1">
            <a:off x="3119054" y="1322433"/>
            <a:ext cx="2011680" cy="422503"/>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400" b="1" i="0" u="none" strike="noStrike" cap="none">
                <a:ea typeface="Arial"/>
                <a:cs typeface="Arial"/>
                <a:sym typeface="Arial"/>
              </a:rPr>
              <a:t>Timeline</a:t>
            </a:r>
            <a:endParaRPr sz="1400" b="0" i="0" u="none" strike="noStrike" cap="none">
              <a:ea typeface="Arial"/>
              <a:cs typeface="Arial"/>
              <a:sym typeface="Arial"/>
            </a:endParaRPr>
          </a:p>
        </p:txBody>
      </p:sp>
      <p:sp>
        <p:nvSpPr>
          <p:cNvPr id="202" name="2. Slide Title">
            <a:extLst>
              <a:ext uri="{FF2B5EF4-FFF2-40B4-BE49-F238E27FC236}">
                <a16:creationId xmlns:a16="http://schemas.microsoft.com/office/drawing/2014/main" id="{C4CB53C9-DD62-D9A6-DE45-366E74CEB1D3}"/>
              </a:ext>
            </a:extLst>
          </p:cNvPr>
          <p:cNvSpPr txBox="1">
            <a:spLocks/>
          </p:cNvSpPr>
          <p:nvPr>
            <p:custDataLst>
              <p:tags r:id="rId64"/>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a:solidFill>
                  <a:srgbClr val="0A0A0A"/>
                </a:solidFill>
                <a:latin typeface="Georgia" panose="02040502050405020303" pitchFamily="18" charset="0"/>
                <a:cs typeface="Arial" panose="020B0604020202020204" pitchFamily="34" charset="0"/>
              </a:rPr>
              <a:t>Shortlisting exercise </a:t>
            </a:r>
            <a:r>
              <a:rPr lang="en-US" sz="2600" b="0">
                <a:solidFill>
                  <a:srgbClr val="0A0A0A"/>
                </a:solidFill>
                <a:latin typeface="Georgia" panose="02040502050405020303" pitchFamily="18" charset="0"/>
                <a:cs typeface="Arial" panose="020B0604020202020204" pitchFamily="34" charset="0"/>
              </a:rPr>
              <a:t>conducted based on a combination of revenue potential, investment required and overall market growth rate</a:t>
            </a:r>
          </a:p>
        </p:txBody>
      </p:sp>
      <p:sp>
        <p:nvSpPr>
          <p:cNvPr id="203" name="Line 15">
            <a:extLst>
              <a:ext uri="{FF2B5EF4-FFF2-40B4-BE49-F238E27FC236}">
                <a16:creationId xmlns:a16="http://schemas.microsoft.com/office/drawing/2014/main" id="{0972EDC5-3E68-3CF5-B83A-FB01047174F0}"/>
              </a:ext>
            </a:extLst>
          </p:cNvPr>
          <p:cNvSpPr>
            <a:spLocks noChangeShapeType="1"/>
          </p:cNvSpPr>
          <p:nvPr>
            <p:custDataLst>
              <p:tags r:id="rId65"/>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A4D71713-419D-E6BB-5FFC-8435CF3B773F}"/>
              </a:ext>
            </a:extLst>
          </p:cNvPr>
          <p:cNvSpPr/>
          <p:nvPr>
            <p:custDataLst>
              <p:tags r:id="rId66"/>
            </p:custDataLst>
          </p:nvPr>
        </p:nvSpPr>
        <p:spPr bwMode="auto">
          <a:xfrm>
            <a:off x="7069138" y="1735138"/>
            <a:ext cx="161925" cy="161925"/>
          </a:xfrm>
          <a:prstGeom prst="ellipse">
            <a:avLst/>
          </a:prstGeom>
          <a:solidFill>
            <a:srgbClr val="FFFFFF"/>
          </a:solidFill>
          <a:ln w="9525" cap="flat" cmpd="sng" algn="ctr">
            <a:solidFill>
              <a:schemeClr val="tx1"/>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Text Placeholder 2">
            <a:extLst>
              <a:ext uri="{FF2B5EF4-FFF2-40B4-BE49-F238E27FC236}">
                <a16:creationId xmlns:a16="http://schemas.microsoft.com/office/drawing/2014/main" id="{87BB863F-9716-77B5-70B5-97E8A856AB8A}"/>
              </a:ext>
            </a:extLst>
          </p:cNvPr>
          <p:cNvSpPr>
            <a:spLocks/>
          </p:cNvSpPr>
          <p:nvPr>
            <p:custDataLst>
              <p:tags r:id="rId67"/>
            </p:custDataLst>
          </p:nvPr>
        </p:nvSpPr>
        <p:spPr bwMode="auto">
          <a:xfrm>
            <a:off x="7286625" y="1733550"/>
            <a:ext cx="37623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C42E8A6E-1FD7-4236-B7EF-07B3B6024EBD}" type="datetime'''''''''''1'''''''''''''''''''">
              <a:rPr lang="en-US" altLang="en-US" sz="1400" smtClean="0"/>
              <a:pPr marL="0" lvl="0" indent="0">
                <a:spcBef>
                  <a:spcPct val="0"/>
                </a:spcBef>
                <a:spcAft>
                  <a:spcPct val="0"/>
                </a:spcAft>
                <a:buNone/>
              </a:pPr>
              <a:t>1</a:t>
            </a:fld>
            <a:r>
              <a:rPr lang="en-US" altLang="en-US" sz="1400">
                <a:effectLst/>
              </a:rPr>
              <a:t> Mn</a:t>
            </a:r>
            <a:endParaRPr lang="en-US" sz="1400"/>
          </a:p>
        </p:txBody>
      </p:sp>
      <p:sp>
        <p:nvSpPr>
          <p:cNvPr id="238" name="Google Shape;2094;p21">
            <a:extLst>
              <a:ext uri="{FF2B5EF4-FFF2-40B4-BE49-F238E27FC236}">
                <a16:creationId xmlns:a16="http://schemas.microsoft.com/office/drawing/2014/main" id="{965CB471-8270-AD56-9588-52C04A5DEF61}"/>
              </a:ext>
            </a:extLst>
          </p:cNvPr>
          <p:cNvSpPr/>
          <p:nvPr/>
        </p:nvSpPr>
        <p:spPr>
          <a:xfrm flipH="1">
            <a:off x="6974704" y="1267892"/>
            <a:ext cx="1842272" cy="422503"/>
          </a:xfrm>
          <a:prstGeom prst="rect">
            <a:avLst/>
          </a:prstGeom>
          <a:no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US" sz="1100">
                <a:ea typeface="Arial"/>
                <a:cs typeface="Arial"/>
                <a:sym typeface="Arial"/>
              </a:rPr>
              <a:t>Size of the circle represents estimated cost to initiate</a:t>
            </a:r>
            <a:endParaRPr sz="1100" i="0" u="none" strike="noStrike" cap="none">
              <a:ea typeface="Arial"/>
              <a:cs typeface="Arial"/>
              <a:sym typeface="Arial"/>
            </a:endParaRPr>
          </a:p>
        </p:txBody>
      </p:sp>
      <p:sp>
        <p:nvSpPr>
          <p:cNvPr id="15" name="Speech Bubble: Oval 14">
            <a:extLst>
              <a:ext uri="{FF2B5EF4-FFF2-40B4-BE49-F238E27FC236}">
                <a16:creationId xmlns:a16="http://schemas.microsoft.com/office/drawing/2014/main" id="{22DFC8AD-EE5E-8211-8B9B-AC76C18DF5D3}"/>
              </a:ext>
            </a:extLst>
          </p:cNvPr>
          <p:cNvSpPr/>
          <p:nvPr/>
        </p:nvSpPr>
        <p:spPr>
          <a:xfrm>
            <a:off x="8741910" y="1495087"/>
            <a:ext cx="3096678" cy="931436"/>
          </a:xfrm>
          <a:prstGeom prst="wedgeEllipseCallout">
            <a:avLst/>
          </a:prstGeom>
          <a:solidFill>
            <a:schemeClr val="bg1">
              <a:lumMod val="95000"/>
            </a:schemeClr>
          </a:solidFill>
          <a:ln>
            <a:noFill/>
          </a:ln>
          <a:effectLst>
            <a:outerShdw blurRad="63500" algn="ctr" rotWithShape="0">
              <a:schemeClr val="bg1">
                <a:lumMod val="7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Other evaluation considerations: access to newer markets (such as in Madinah), partnerships to scale</a:t>
            </a:r>
          </a:p>
        </p:txBody>
      </p:sp>
      <p:sp>
        <p:nvSpPr>
          <p:cNvPr id="59" name="TextBox 58">
            <a:extLst>
              <a:ext uri="{FF2B5EF4-FFF2-40B4-BE49-F238E27FC236}">
                <a16:creationId xmlns:a16="http://schemas.microsoft.com/office/drawing/2014/main" id="{678BAD9F-31D6-0633-ADF5-016F42404F41}"/>
              </a:ext>
            </a:extLst>
          </p:cNvPr>
          <p:cNvSpPr txBox="1"/>
          <p:nvPr/>
        </p:nvSpPr>
        <p:spPr>
          <a:xfrm>
            <a:off x="910077" y="6236900"/>
            <a:ext cx="8206093" cy="430887"/>
          </a:xfrm>
          <a:prstGeom prst="rect">
            <a:avLst/>
          </a:prstGeom>
          <a:noFill/>
        </p:spPr>
        <p:txBody>
          <a:bodyPr wrap="none" rtlCol="0">
            <a:spAutoFit/>
          </a:bodyPr>
          <a:lstStyle/>
          <a:p>
            <a:r>
              <a:rPr lang="en-US" sz="1100" dirty="0"/>
              <a:t>The initiatives in bold were prioritized by the management due to ease of implementation considering existing infrastructure and operations</a:t>
            </a:r>
          </a:p>
          <a:p>
            <a:r>
              <a:rPr lang="en-US" sz="1100" dirty="0"/>
              <a:t>Underlined initiatives are natural extensions of core business (oncofertility) and/or quick optimizations using existing space. </a:t>
            </a:r>
          </a:p>
        </p:txBody>
      </p:sp>
      <p:sp>
        <p:nvSpPr>
          <p:cNvPr id="63" name="TextBox 62">
            <a:extLst>
              <a:ext uri="{FF2B5EF4-FFF2-40B4-BE49-F238E27FC236}">
                <a16:creationId xmlns:a16="http://schemas.microsoft.com/office/drawing/2014/main" id="{220B1DD1-E537-791F-BAFE-1ADD8919A879}"/>
              </a:ext>
            </a:extLst>
          </p:cNvPr>
          <p:cNvSpPr txBox="1"/>
          <p:nvPr/>
        </p:nvSpPr>
        <p:spPr>
          <a:xfrm>
            <a:off x="3119054" y="3429000"/>
            <a:ext cx="184731" cy="369332"/>
          </a:xfrm>
          <a:prstGeom prst="rect">
            <a:avLst/>
          </a:prstGeom>
          <a:noFill/>
        </p:spPr>
        <p:txBody>
          <a:bodyPr wrap="square" rtlCol="0">
            <a:spAutoFit/>
          </a:bodyPr>
          <a:lstStyle/>
          <a:p>
            <a:endParaRPr lang="en-US"/>
          </a:p>
        </p:txBody>
      </p:sp>
      <p:sp>
        <p:nvSpPr>
          <p:cNvPr id="129" name="TextBox 128">
            <a:extLst>
              <a:ext uri="{FF2B5EF4-FFF2-40B4-BE49-F238E27FC236}">
                <a16:creationId xmlns:a16="http://schemas.microsoft.com/office/drawing/2014/main" id="{E05710C2-8FF1-86CB-83D7-8F89E5E3B794}"/>
              </a:ext>
            </a:extLst>
          </p:cNvPr>
          <p:cNvSpPr txBox="1"/>
          <p:nvPr/>
        </p:nvSpPr>
        <p:spPr>
          <a:xfrm>
            <a:off x="3489325" y="3422290"/>
            <a:ext cx="3660775" cy="461665"/>
          </a:xfrm>
          <a:prstGeom prst="rect">
            <a:avLst/>
          </a:prstGeom>
          <a:noFill/>
        </p:spPr>
        <p:txBody>
          <a:bodyPr wrap="square">
            <a:spAutoFit/>
          </a:bodyPr>
          <a:lstStyle/>
          <a:p>
            <a:r>
              <a:rPr lang="en-US" sz="1200" b="1" i="1">
                <a:solidFill>
                  <a:schemeClr val="accent6">
                    <a:lumMod val="75000"/>
                  </a:schemeClr>
                </a:solidFill>
              </a:rPr>
              <a:t>Golden zone</a:t>
            </a:r>
            <a:r>
              <a:rPr lang="en-US" sz="1200" i="1">
                <a:solidFill>
                  <a:schemeClr val="accent6">
                    <a:lumMod val="75000"/>
                  </a:schemeClr>
                </a:solidFill>
              </a:rPr>
              <a:t>: decent growth, sizeable revenue impact, low capex, and faster time to implementation</a:t>
            </a:r>
          </a:p>
        </p:txBody>
      </p:sp>
      <p:sp>
        <p:nvSpPr>
          <p:cNvPr id="164" name="Speech Bubble: Oval 163">
            <a:extLst>
              <a:ext uri="{FF2B5EF4-FFF2-40B4-BE49-F238E27FC236}">
                <a16:creationId xmlns:a16="http://schemas.microsoft.com/office/drawing/2014/main" id="{3FADDB89-2517-7D77-7016-062E1072DB4D}"/>
              </a:ext>
            </a:extLst>
          </p:cNvPr>
          <p:cNvSpPr/>
          <p:nvPr/>
        </p:nvSpPr>
        <p:spPr>
          <a:xfrm>
            <a:off x="8741910" y="3887480"/>
            <a:ext cx="3072335" cy="871236"/>
          </a:xfrm>
          <a:prstGeom prst="wedgeEllipseCallout">
            <a:avLst/>
          </a:prstGeom>
          <a:solidFill>
            <a:schemeClr val="bg1">
              <a:lumMod val="95000"/>
            </a:schemeClr>
          </a:solidFill>
          <a:ln>
            <a:noFill/>
          </a:ln>
          <a:effectLst>
            <a:outerShdw blurRad="63500" algn="ctr" rotWithShape="0">
              <a:schemeClr val="bg1">
                <a:lumMod val="7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Low growth because of sizeable absolute base; easier route to market with existing capacity</a:t>
            </a:r>
          </a:p>
        </p:txBody>
      </p:sp>
    </p:spTree>
    <p:extLst>
      <p:ext uri="{BB962C8B-B14F-4D97-AF65-F5344CB8AC3E}">
        <p14:creationId xmlns:p14="http://schemas.microsoft.com/office/powerpoint/2010/main" val="263555229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E4FCFB-2B1B-20CB-66C3-E5C0B92D1E94}"/>
            </a:ext>
          </a:extLst>
        </p:cNvPr>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EA4AC27E-2A20-89C0-A4D0-4CAEF81A37C7}"/>
              </a:ext>
            </a:extLst>
          </p:cNvPr>
          <p:cNvGraphicFramePr>
            <a:graphicFrameLocks/>
          </p:cNvGraphicFramePr>
          <p:nvPr>
            <p:custDataLst>
              <p:tags r:id="rId1"/>
            </p:custDataLst>
            <p:extLst>
              <p:ext uri="{D42A27DB-BD31-4B8C-83A1-F6EECF244321}">
                <p14:modId xmlns:p14="http://schemas.microsoft.com/office/powerpoint/2010/main" val="3834181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21" imgH="420" progId="TCLayout.ActiveDocument.1">
                  <p:embed/>
                </p:oleObj>
              </mc:Choice>
              <mc:Fallback>
                <p:oleObj name="think-cell Slide" r:id="rId6" imgW="421" imgH="420" progId="TCLayout.ActiveDocument.1">
                  <p:embed/>
                  <p:pic>
                    <p:nvPicPr>
                      <p:cNvPr id="5" name="think-cell data - do not delete" hidden="1">
                        <a:extLst>
                          <a:ext uri="{FF2B5EF4-FFF2-40B4-BE49-F238E27FC236}">
                            <a16:creationId xmlns:a16="http://schemas.microsoft.com/office/drawing/2014/main" id="{EA4AC27E-2A20-89C0-A4D0-4CAEF81A37C7}"/>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9" name="Rectangle: Rounded Corners 8">
            <a:extLst>
              <a:ext uri="{FF2B5EF4-FFF2-40B4-BE49-F238E27FC236}">
                <a16:creationId xmlns:a16="http://schemas.microsoft.com/office/drawing/2014/main" id="{7A370047-A0DD-5CAA-FC3F-10329D4DBB11}"/>
              </a:ext>
            </a:extLst>
          </p:cNvPr>
          <p:cNvSpPr/>
          <p:nvPr/>
        </p:nvSpPr>
        <p:spPr>
          <a:xfrm>
            <a:off x="7919600" y="3929197"/>
            <a:ext cx="3474720" cy="1124186"/>
          </a:xfrm>
          <a:prstGeom prst="roundRect">
            <a:avLst/>
          </a:prstGeom>
          <a:solidFill>
            <a:srgbClr val="04748A"/>
          </a:solidFill>
          <a:ln w="6350" cap="sq">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100"/>
              </a:spcBef>
              <a:spcAft>
                <a:spcPts val="100"/>
              </a:spcAft>
              <a:buClrTx/>
              <a:buSzTx/>
              <a:buFontTx/>
              <a:buNone/>
              <a:tabLst/>
              <a:defRPr/>
            </a:pPr>
            <a:endParaRPr kumimoji="0" lang="en-US" sz="1400" b="1" i="0" u="none" strike="noStrike" kern="1200" cap="none" spc="0" normalizeH="0" baseline="0" noProof="0">
              <a:ln>
                <a:noFill/>
              </a:ln>
              <a:solidFill>
                <a:schemeClr val="bg1"/>
              </a:solidFill>
              <a:effectLst/>
              <a:uLnTx/>
              <a:uFillTx/>
              <a:latin typeface="Calibri" panose="020F0502020204030204"/>
              <a:ea typeface="Calibri"/>
              <a:cs typeface="Calibri"/>
            </a:endParaRPr>
          </a:p>
          <a:p>
            <a:pPr lvl="0" algn="ctr">
              <a:spcBef>
                <a:spcPts val="100"/>
              </a:spcBef>
              <a:spcAft>
                <a:spcPts val="100"/>
              </a:spcAft>
              <a:defRPr/>
            </a:pPr>
            <a:r>
              <a:rPr lang="en-US" sz="1400" b="1">
                <a:solidFill>
                  <a:schemeClr val="bg1"/>
                </a:solidFill>
                <a:ea typeface="Calibri"/>
                <a:cs typeface="Calibri"/>
              </a:rPr>
              <a:t>Prostate Cancer Surgery – Profound</a:t>
            </a:r>
          </a:p>
          <a:p>
            <a:pPr lvl="0" algn="ctr">
              <a:spcBef>
                <a:spcPts val="100"/>
              </a:spcBef>
              <a:spcAft>
                <a:spcPts val="100"/>
              </a:spcAft>
              <a:defRPr/>
            </a:pPr>
            <a:r>
              <a:rPr lang="en-US" sz="1200">
                <a:solidFill>
                  <a:schemeClr val="bg1"/>
                </a:solidFill>
                <a:ea typeface="Calibri"/>
                <a:cs typeface="Calibri"/>
              </a:rPr>
              <a:t>Utilize TULSA Pro machine for surgery through top doctors like Dr Otaibi</a:t>
            </a:r>
          </a:p>
          <a:p>
            <a:pPr algn="ctr">
              <a:spcBef>
                <a:spcPts val="100"/>
              </a:spcBef>
              <a:spcAft>
                <a:spcPts val="100"/>
              </a:spcAft>
              <a:defRPr/>
            </a:pPr>
            <a:endParaRPr lang="en-US" sz="1400" b="0" i="1" u="none" strike="noStrike" kern="1200" cap="none" spc="0" normalizeH="0" baseline="0" noProof="0">
              <a:ln>
                <a:noFill/>
              </a:ln>
              <a:solidFill>
                <a:schemeClr val="bg1"/>
              </a:solidFill>
              <a:effectLst/>
              <a:uLnTx/>
              <a:uFillTx/>
              <a:latin typeface="Calibri" panose="020F0502020204030204"/>
              <a:ea typeface="Calibri"/>
              <a:cs typeface="Calibri"/>
            </a:endParaRPr>
          </a:p>
        </p:txBody>
      </p:sp>
      <p:sp>
        <p:nvSpPr>
          <p:cNvPr id="12" name="Rectangle: Rounded Corners 11">
            <a:extLst>
              <a:ext uri="{FF2B5EF4-FFF2-40B4-BE49-F238E27FC236}">
                <a16:creationId xmlns:a16="http://schemas.microsoft.com/office/drawing/2014/main" id="{8D0793A0-BE75-1C0F-EAD4-31FE7018EC19}"/>
              </a:ext>
            </a:extLst>
          </p:cNvPr>
          <p:cNvSpPr/>
          <p:nvPr/>
        </p:nvSpPr>
        <p:spPr>
          <a:xfrm>
            <a:off x="568411" y="3929197"/>
            <a:ext cx="3474720" cy="1124186"/>
          </a:xfrm>
          <a:prstGeom prst="roundRect">
            <a:avLst/>
          </a:prstGeom>
          <a:solidFill>
            <a:srgbClr val="04748A"/>
          </a:solidFill>
          <a:ln w="6350" cap="sq">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100"/>
              </a:spcBef>
              <a:spcAft>
                <a:spcPts val="100"/>
              </a:spcAft>
              <a:buClrTx/>
              <a:buSzTx/>
              <a:buFontTx/>
              <a:buNone/>
              <a:tabLst/>
              <a:defRPr/>
            </a:pPr>
            <a:endParaRPr kumimoji="0" lang="en-US" sz="1400" b="1" i="0" u="none" strike="noStrike" kern="1200" cap="none" spc="0" normalizeH="0" baseline="0" noProof="0">
              <a:ln>
                <a:noFill/>
              </a:ln>
              <a:solidFill>
                <a:schemeClr val="bg1"/>
              </a:solidFill>
              <a:effectLst/>
              <a:uLnTx/>
              <a:uFillTx/>
              <a:latin typeface="Calibri" panose="020F0502020204030204"/>
              <a:ea typeface="Calibri"/>
              <a:cs typeface="Calibri"/>
            </a:endParaRPr>
          </a:p>
          <a:p>
            <a:pPr lvl="0" algn="ctr">
              <a:spcBef>
                <a:spcPts val="100"/>
              </a:spcBef>
              <a:spcAft>
                <a:spcPts val="100"/>
              </a:spcAft>
              <a:defRPr/>
            </a:pPr>
            <a:r>
              <a:rPr lang="en-US" sz="1400" b="1">
                <a:solidFill>
                  <a:schemeClr val="bg1"/>
                </a:solidFill>
                <a:ea typeface="Calibri"/>
                <a:cs typeface="Calibri"/>
              </a:rPr>
              <a:t>Onco-fertility Referrals</a:t>
            </a:r>
          </a:p>
          <a:p>
            <a:pPr lvl="0" algn="ctr">
              <a:spcBef>
                <a:spcPts val="100"/>
              </a:spcBef>
              <a:spcAft>
                <a:spcPts val="100"/>
              </a:spcAft>
              <a:defRPr/>
            </a:pPr>
            <a:r>
              <a:rPr lang="en-US" sz="1200">
                <a:solidFill>
                  <a:schemeClr val="bg1"/>
                </a:solidFill>
                <a:cs typeface="Calibri"/>
              </a:rPr>
              <a:t>Referrals for fertility preservation of patients to clinics like Samir Abbas</a:t>
            </a:r>
            <a:endParaRPr lang="en-US" sz="1200">
              <a:solidFill>
                <a:schemeClr val="bg1"/>
              </a:solidFill>
            </a:endParaRPr>
          </a:p>
          <a:p>
            <a:pPr algn="ctr">
              <a:spcBef>
                <a:spcPts val="100"/>
              </a:spcBef>
              <a:spcAft>
                <a:spcPts val="100"/>
              </a:spcAft>
              <a:defRPr/>
            </a:pPr>
            <a:endParaRPr lang="en-US" sz="1400" b="0" i="1" u="none" strike="noStrike" kern="1200" cap="none" spc="0" normalizeH="0" baseline="0" noProof="0">
              <a:ln>
                <a:noFill/>
              </a:ln>
              <a:solidFill>
                <a:schemeClr val="bg1"/>
              </a:solidFill>
              <a:effectLst/>
              <a:uLnTx/>
              <a:uFillTx/>
              <a:latin typeface="Calibri" panose="020F0502020204030204"/>
              <a:ea typeface="Calibri"/>
              <a:cs typeface="Calibri"/>
            </a:endParaRPr>
          </a:p>
        </p:txBody>
      </p:sp>
      <p:sp>
        <p:nvSpPr>
          <p:cNvPr id="18" name="Rectangle: Rounded Corners 17">
            <a:extLst>
              <a:ext uri="{FF2B5EF4-FFF2-40B4-BE49-F238E27FC236}">
                <a16:creationId xmlns:a16="http://schemas.microsoft.com/office/drawing/2014/main" id="{B5CD249C-FF6C-563E-8AF5-7550D000212B}"/>
              </a:ext>
            </a:extLst>
          </p:cNvPr>
          <p:cNvSpPr/>
          <p:nvPr/>
        </p:nvSpPr>
        <p:spPr>
          <a:xfrm>
            <a:off x="4225417" y="3929197"/>
            <a:ext cx="3474720" cy="1124186"/>
          </a:xfrm>
          <a:prstGeom prst="roundRect">
            <a:avLst/>
          </a:prstGeom>
          <a:solidFill>
            <a:srgbClr val="04748A"/>
          </a:solidFill>
          <a:ln w="6350" cap="sq">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100"/>
              </a:spcBef>
              <a:spcAft>
                <a:spcPts val="100"/>
              </a:spcAft>
              <a:buClrTx/>
              <a:buSzTx/>
              <a:buFontTx/>
              <a:buNone/>
              <a:tabLst/>
              <a:defRPr/>
            </a:pPr>
            <a:endParaRPr kumimoji="0" lang="en-US" sz="1400" b="1" i="0" u="none" strike="noStrike" kern="1200" cap="none" spc="0" normalizeH="0" baseline="0" noProof="0">
              <a:ln>
                <a:noFill/>
              </a:ln>
              <a:solidFill>
                <a:schemeClr val="bg1"/>
              </a:solidFill>
              <a:effectLst/>
              <a:uLnTx/>
              <a:uFillTx/>
              <a:latin typeface="Calibri" panose="020F0502020204030204"/>
              <a:ea typeface="Calibri"/>
              <a:cs typeface="Calibri"/>
            </a:endParaRPr>
          </a:p>
          <a:p>
            <a:pPr lvl="0" algn="ctr">
              <a:spcBef>
                <a:spcPts val="100"/>
              </a:spcBef>
              <a:spcAft>
                <a:spcPts val="100"/>
              </a:spcAft>
              <a:defRPr/>
            </a:pPr>
            <a:r>
              <a:rPr lang="en-US" sz="1400" b="1">
                <a:solidFill>
                  <a:schemeClr val="bg1"/>
                </a:solidFill>
                <a:ea typeface="Calibri"/>
                <a:cs typeface="Calibri"/>
              </a:rPr>
              <a:t>DSFH Oncology Wing Management</a:t>
            </a:r>
          </a:p>
          <a:p>
            <a:pPr algn="ctr">
              <a:spcBef>
                <a:spcPts val="100"/>
              </a:spcBef>
              <a:spcAft>
                <a:spcPts val="100"/>
              </a:spcAft>
              <a:defRPr/>
            </a:pPr>
            <a:r>
              <a:rPr lang="en-US" sz="1200">
                <a:solidFill>
                  <a:schemeClr val="bg1"/>
                </a:solidFill>
                <a:ea typeface="Calibri"/>
                <a:cs typeface="Calibri"/>
              </a:rPr>
              <a:t>Operating </a:t>
            </a:r>
            <a:r>
              <a:rPr lang="en-US" sz="1200" err="1">
                <a:solidFill>
                  <a:schemeClr val="bg1"/>
                </a:solidFill>
                <a:ea typeface="Calibri"/>
                <a:cs typeface="Calibri"/>
              </a:rPr>
              <a:t>Dr.Soliman</a:t>
            </a:r>
            <a:r>
              <a:rPr lang="en-US" sz="1200">
                <a:solidFill>
                  <a:schemeClr val="bg1"/>
                </a:solidFill>
                <a:ea typeface="Calibri"/>
                <a:cs typeface="Calibri"/>
              </a:rPr>
              <a:t> Fakeeh Medical Center’s ready to use oncology wing</a:t>
            </a:r>
          </a:p>
          <a:p>
            <a:pPr algn="ctr">
              <a:spcBef>
                <a:spcPts val="100"/>
              </a:spcBef>
              <a:spcAft>
                <a:spcPts val="100"/>
              </a:spcAft>
              <a:defRPr/>
            </a:pPr>
            <a:endParaRPr lang="en-US" sz="1400" b="0" i="1" u="none" strike="noStrike" kern="1200" cap="none" spc="0" normalizeH="0" baseline="0" noProof="0">
              <a:ln>
                <a:noFill/>
              </a:ln>
              <a:solidFill>
                <a:schemeClr val="bg1"/>
              </a:solidFill>
              <a:effectLst/>
              <a:uLnTx/>
              <a:uFillTx/>
              <a:latin typeface="Calibri" panose="020F0502020204030204"/>
              <a:ea typeface="Calibri"/>
              <a:cs typeface="Calibri"/>
            </a:endParaRPr>
          </a:p>
        </p:txBody>
      </p:sp>
      <p:sp>
        <p:nvSpPr>
          <p:cNvPr id="19" name="Rectangle: Rounded Corners 18">
            <a:extLst>
              <a:ext uri="{FF2B5EF4-FFF2-40B4-BE49-F238E27FC236}">
                <a16:creationId xmlns:a16="http://schemas.microsoft.com/office/drawing/2014/main" id="{98A91C63-BAF8-EC07-19F7-089E79E11D34}"/>
              </a:ext>
            </a:extLst>
          </p:cNvPr>
          <p:cNvSpPr/>
          <p:nvPr/>
        </p:nvSpPr>
        <p:spPr>
          <a:xfrm>
            <a:off x="568411" y="1671876"/>
            <a:ext cx="3474720" cy="1124186"/>
          </a:xfrm>
          <a:prstGeom prst="roundRect">
            <a:avLst/>
          </a:prstGeom>
          <a:solidFill>
            <a:srgbClr val="04748A"/>
          </a:solidFill>
          <a:ln w="6350" cap="sq">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100"/>
              </a:spcBef>
              <a:spcAft>
                <a:spcPts val="100"/>
              </a:spcAft>
              <a:buClrTx/>
              <a:buSzTx/>
              <a:buFontTx/>
              <a:buNone/>
              <a:tabLst/>
              <a:defRPr/>
            </a:pPr>
            <a:endParaRPr kumimoji="0" lang="en-US" sz="1400" b="1" i="0" u="none" strike="noStrike" kern="1200" cap="none" spc="0" normalizeH="0" baseline="0" noProof="0">
              <a:ln>
                <a:noFill/>
              </a:ln>
              <a:solidFill>
                <a:schemeClr val="bg1"/>
              </a:solidFill>
              <a:effectLst/>
              <a:uLnTx/>
              <a:uFillTx/>
              <a:latin typeface="Calibri" panose="020F0502020204030204"/>
              <a:ea typeface="Calibri"/>
              <a:cs typeface="Calibri"/>
            </a:endParaRPr>
          </a:p>
          <a:p>
            <a:pPr marL="0" marR="0" lvl="0" indent="0" algn="ctr" defTabSz="914400" rtl="0" eaLnBrk="1" fontAlgn="auto" latinLnBrk="0" hangingPunct="1">
              <a:lnSpc>
                <a:spcPct val="100000"/>
              </a:lnSpc>
              <a:spcBef>
                <a:spcPts val="100"/>
              </a:spcBef>
              <a:spcAft>
                <a:spcPts val="100"/>
              </a:spcAft>
              <a:buClrTx/>
              <a:buSzTx/>
              <a:buFontTx/>
              <a:buNone/>
              <a:tabLst/>
              <a:defRPr/>
            </a:pPr>
            <a:r>
              <a:rPr lang="en-US" sz="1400" b="1">
                <a:solidFill>
                  <a:schemeClr val="bg1"/>
                </a:solidFill>
                <a:latin typeface="Calibri" panose="020F0502020204030204"/>
                <a:ea typeface="Calibri"/>
                <a:cs typeface="Calibri"/>
              </a:rPr>
              <a:t>Non-oncology Diagnostics</a:t>
            </a:r>
            <a:endParaRPr kumimoji="0" lang="en-US" sz="1400" b="1" i="0" u="none" strike="noStrike" kern="1200" cap="none" spc="0" normalizeH="0" baseline="0" noProof="0">
              <a:ln>
                <a:noFill/>
              </a:ln>
              <a:solidFill>
                <a:schemeClr val="bg1"/>
              </a:solidFill>
              <a:effectLst/>
              <a:uLnTx/>
              <a:uFillTx/>
              <a:latin typeface="Calibri" panose="020F0502020204030204"/>
              <a:ea typeface="Calibri"/>
              <a:cs typeface="Calibri"/>
            </a:endParaRPr>
          </a:p>
          <a:p>
            <a:pPr algn="ctr">
              <a:spcBef>
                <a:spcPts val="100"/>
              </a:spcBef>
              <a:spcAft>
                <a:spcPts val="100"/>
              </a:spcAft>
              <a:defRPr/>
            </a:pPr>
            <a:r>
              <a:rPr lang="en-US" sz="1200">
                <a:solidFill>
                  <a:schemeClr val="bg1"/>
                </a:solidFill>
                <a:latin typeface="Calibri" panose="020F0502020204030204"/>
                <a:ea typeface="Calibri"/>
                <a:cs typeface="Calibri"/>
              </a:rPr>
              <a:t>Utilizing current excess capacity for non-cancer diagnostic screenings</a:t>
            </a:r>
            <a:endParaRPr lang="en-US" sz="1200">
              <a:solidFill>
                <a:schemeClr val="bg1"/>
              </a:solidFill>
              <a:ea typeface="Calibri"/>
              <a:cs typeface="Calibri"/>
            </a:endParaRPr>
          </a:p>
          <a:p>
            <a:pPr algn="ctr">
              <a:spcBef>
                <a:spcPts val="100"/>
              </a:spcBef>
              <a:spcAft>
                <a:spcPts val="100"/>
              </a:spcAft>
              <a:defRPr/>
            </a:pPr>
            <a:endParaRPr lang="en-US" sz="1400" b="0" i="1" u="none" strike="noStrike" kern="1200" cap="none" spc="0" normalizeH="0" baseline="0" noProof="0">
              <a:ln>
                <a:noFill/>
              </a:ln>
              <a:solidFill>
                <a:schemeClr val="bg1"/>
              </a:solidFill>
              <a:effectLst/>
              <a:uLnTx/>
              <a:uFillTx/>
              <a:latin typeface="Calibri" panose="020F0502020204030204"/>
              <a:ea typeface="Calibri"/>
              <a:cs typeface="Calibri"/>
            </a:endParaRPr>
          </a:p>
        </p:txBody>
      </p:sp>
      <p:sp>
        <p:nvSpPr>
          <p:cNvPr id="20" name="Rectangle: Rounded Corners 19">
            <a:extLst>
              <a:ext uri="{FF2B5EF4-FFF2-40B4-BE49-F238E27FC236}">
                <a16:creationId xmlns:a16="http://schemas.microsoft.com/office/drawing/2014/main" id="{E0A28CDC-0A3D-B303-F26A-0AAF33CBD974}"/>
              </a:ext>
            </a:extLst>
          </p:cNvPr>
          <p:cNvSpPr/>
          <p:nvPr/>
        </p:nvSpPr>
        <p:spPr>
          <a:xfrm>
            <a:off x="4225417" y="1671876"/>
            <a:ext cx="3474720" cy="1124186"/>
          </a:xfrm>
          <a:prstGeom prst="roundRect">
            <a:avLst/>
          </a:prstGeom>
          <a:solidFill>
            <a:srgbClr val="04748A"/>
          </a:solidFill>
          <a:ln w="6350" cap="sq">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100"/>
              </a:spcBef>
              <a:spcAft>
                <a:spcPts val="100"/>
              </a:spcAft>
              <a:buClrTx/>
              <a:buSzTx/>
              <a:buFontTx/>
              <a:buNone/>
              <a:tabLst/>
              <a:defRPr/>
            </a:pPr>
            <a:r>
              <a:rPr kumimoji="0" lang="en-US" sz="1400" b="1" i="0" u="none" strike="noStrike" kern="1200" cap="none" spc="0" normalizeH="0" baseline="0" noProof="0">
                <a:ln>
                  <a:noFill/>
                </a:ln>
                <a:solidFill>
                  <a:schemeClr val="bg1"/>
                </a:solidFill>
                <a:effectLst/>
                <a:uLnTx/>
                <a:uFillTx/>
                <a:latin typeface="Calibri"/>
                <a:ea typeface="Calibri"/>
                <a:cs typeface="Calibri"/>
              </a:rPr>
              <a:t>Chronic disease infusions</a:t>
            </a:r>
          </a:p>
          <a:p>
            <a:pPr marL="0" marR="0" lvl="0" indent="0" algn="ctr" defTabSz="914400" rtl="0" eaLnBrk="1" fontAlgn="auto" latinLnBrk="0" hangingPunct="1">
              <a:lnSpc>
                <a:spcPct val="100000"/>
              </a:lnSpc>
              <a:spcBef>
                <a:spcPts val="100"/>
              </a:spcBef>
              <a:spcAft>
                <a:spcPts val="100"/>
              </a:spcAft>
              <a:buClrTx/>
              <a:buSzTx/>
              <a:buFontTx/>
              <a:buNone/>
              <a:tabLst/>
              <a:defRPr/>
            </a:pPr>
            <a:r>
              <a:rPr kumimoji="0" lang="en-US" sz="1200" u="none" strike="noStrike" kern="1200" cap="none" spc="0" normalizeH="0" baseline="0" noProof="0">
                <a:ln>
                  <a:noFill/>
                </a:ln>
                <a:solidFill>
                  <a:schemeClr val="bg1"/>
                </a:solidFill>
                <a:effectLst/>
                <a:uLnTx/>
                <a:uFillTx/>
                <a:latin typeface="Calibri"/>
                <a:ea typeface="Calibri"/>
                <a:cs typeface="Calibri"/>
              </a:rPr>
              <a:t>Supportive care for pa</a:t>
            </a:r>
            <a:r>
              <a:rPr lang="en-US" sz="1200" err="1">
                <a:solidFill>
                  <a:schemeClr val="bg1"/>
                </a:solidFill>
                <a:latin typeface="Calibri"/>
                <a:ea typeface="Calibri"/>
                <a:cs typeface="Calibri"/>
              </a:rPr>
              <a:t>tients</a:t>
            </a:r>
            <a:r>
              <a:rPr lang="en-US" sz="1200">
                <a:solidFill>
                  <a:schemeClr val="bg1"/>
                </a:solidFill>
                <a:latin typeface="Calibri"/>
                <a:ea typeface="Calibri"/>
                <a:cs typeface="Calibri"/>
              </a:rPr>
              <a:t>, alongside hematology treatment and other non-cancer infusions</a:t>
            </a:r>
            <a:endParaRPr kumimoji="0" lang="en-US" sz="1200" u="none" strike="noStrike" kern="1200" cap="none" spc="0" normalizeH="0" baseline="0" noProof="0">
              <a:ln>
                <a:noFill/>
              </a:ln>
              <a:solidFill>
                <a:schemeClr val="bg1"/>
              </a:solidFill>
              <a:effectLst/>
              <a:uLnTx/>
              <a:uFillTx/>
              <a:latin typeface="Calibri"/>
              <a:ea typeface="Calibri"/>
              <a:cs typeface="Calibri"/>
            </a:endParaRPr>
          </a:p>
        </p:txBody>
      </p:sp>
      <p:sp>
        <p:nvSpPr>
          <p:cNvPr id="23" name="Rectangle: Rounded Corners 22">
            <a:extLst>
              <a:ext uri="{FF2B5EF4-FFF2-40B4-BE49-F238E27FC236}">
                <a16:creationId xmlns:a16="http://schemas.microsoft.com/office/drawing/2014/main" id="{3F443848-A1A3-882A-B824-8A348020F806}"/>
              </a:ext>
            </a:extLst>
          </p:cNvPr>
          <p:cNvSpPr/>
          <p:nvPr/>
        </p:nvSpPr>
        <p:spPr>
          <a:xfrm>
            <a:off x="7919600" y="1689908"/>
            <a:ext cx="3474720" cy="1124186"/>
          </a:xfrm>
          <a:prstGeom prst="roundRect">
            <a:avLst/>
          </a:prstGeom>
          <a:solidFill>
            <a:srgbClr val="04748A"/>
          </a:solidFill>
          <a:ln w="6350" cap="sq">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0" rIns="91440" bIns="45720" numCol="1" spcCol="0" rtlCol="0" fromWordArt="0" anchor="ctr" anchorCtr="0" forceAA="0" compatLnSpc="1">
            <a:prstTxWarp prst="textNoShape">
              <a:avLst/>
            </a:prstTxWarp>
            <a:noAutofit/>
          </a:bodyPr>
          <a:lstStyle/>
          <a:p>
            <a:pPr lvl="0" algn="ctr">
              <a:spcBef>
                <a:spcPts val="100"/>
              </a:spcBef>
              <a:spcAft>
                <a:spcPts val="100"/>
              </a:spcAft>
              <a:defRPr/>
            </a:pPr>
            <a:r>
              <a:rPr lang="en-US" sz="1400" b="1">
                <a:solidFill>
                  <a:schemeClr val="bg1"/>
                </a:solidFill>
                <a:ea typeface="Calibri"/>
                <a:cs typeface="Calibri"/>
              </a:rPr>
              <a:t>Corporate Screening Partnerships</a:t>
            </a:r>
          </a:p>
          <a:p>
            <a:pPr lvl="0" algn="ctr">
              <a:spcBef>
                <a:spcPts val="100"/>
              </a:spcBef>
              <a:spcAft>
                <a:spcPts val="100"/>
              </a:spcAft>
              <a:defRPr/>
            </a:pPr>
            <a:r>
              <a:rPr lang="en-US" sz="1200">
                <a:solidFill>
                  <a:schemeClr val="bg1"/>
                </a:solidFill>
                <a:cs typeface="Calibri"/>
              </a:rPr>
              <a:t>B2B basic health check-up packages through a lab partner (</a:t>
            </a:r>
            <a:r>
              <a:rPr lang="en-US" sz="1200" err="1">
                <a:solidFill>
                  <a:schemeClr val="bg1"/>
                </a:solidFill>
                <a:cs typeface="Calibri"/>
              </a:rPr>
              <a:t>Sajaya</a:t>
            </a:r>
            <a:r>
              <a:rPr lang="en-US" sz="1200">
                <a:solidFill>
                  <a:schemeClr val="bg1"/>
                </a:solidFill>
                <a:cs typeface="Calibri"/>
              </a:rPr>
              <a:t>)</a:t>
            </a:r>
            <a:endParaRPr lang="en-US" sz="1200">
              <a:solidFill>
                <a:schemeClr val="bg1"/>
              </a:solidFill>
            </a:endParaRPr>
          </a:p>
        </p:txBody>
      </p:sp>
      <p:sp>
        <p:nvSpPr>
          <p:cNvPr id="22" name="Espaço Reservado para Número de Slide 5">
            <a:extLst>
              <a:ext uri="{FF2B5EF4-FFF2-40B4-BE49-F238E27FC236}">
                <a16:creationId xmlns:a16="http://schemas.microsoft.com/office/drawing/2014/main" id="{302FD482-3BA1-2038-B817-9A84926DB540}"/>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pPr marL="0" marR="0" lvl="0" indent="0" algn="r" defTabSz="914400" eaLnBrk="1" fontAlgn="auto" latinLnBrk="0" hangingPunct="1">
              <a:lnSpc>
                <a:spcPct val="100000"/>
              </a:lnSpc>
              <a:spcBef>
                <a:spcPts val="0"/>
              </a:spcBef>
              <a:spcAft>
                <a:spcPts val="0"/>
              </a:spcAft>
              <a:buClrTx/>
              <a:buSzTx/>
              <a:buFontTx/>
              <a:buNone/>
              <a:tabLst/>
              <a:defRPr/>
            </a:pPr>
            <a:fld id="{9B14BDE4-840A-4586-B946-2B3474FE743E}" type="slidenum">
              <a:rPr kumimoji="0" lang="en-US" sz="1200" b="0" i="0" u="none" strike="noStrike" kern="1200" cap="none" spc="0" normalizeH="0" baseline="0" noProof="0" smtClean="0">
                <a:ln>
                  <a:noFill/>
                </a:ln>
                <a:solidFill>
                  <a:srgbClr val="2C3846">
                    <a:tint val="75000"/>
                  </a:srgbClr>
                </a:solidFill>
                <a:effectLst/>
                <a:uLnTx/>
                <a:uFillTx/>
                <a:latin typeface="Calibri" panose="020F0502020204030204" pitchFamily="34" charset="0"/>
                <a:cs typeface="Calibri" panose="020F0502020204030204" pitchFamily="34" charset="0"/>
                <a:sym typeface="Calibri" panose="020F0502020204030204" pitchFamily="34" charset="0"/>
              </a:rPr>
              <a:pPr marL="0" marR="0" lvl="0" indent="0" algn="r" defTabSz="91440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srgbClr val="2C3846">
                  <a:tint val="75000"/>
                </a:srgbClr>
              </a:solidFill>
              <a:effectLst/>
              <a:uLnTx/>
              <a:uFillTx/>
              <a:latin typeface="Calibri" panose="020F0502020204030204" pitchFamily="34" charset="0"/>
              <a:cs typeface="Calibri" panose="020F0502020204030204" pitchFamily="34" charset="0"/>
              <a:sym typeface="Calibri" panose="020F0502020204030204" pitchFamily="34" charset="0"/>
            </a:endParaRPr>
          </a:p>
        </p:txBody>
      </p:sp>
      <p:pic>
        <p:nvPicPr>
          <p:cNvPr id="3" name="Graphic 2" descr="IV outline">
            <a:extLst>
              <a:ext uri="{FF2B5EF4-FFF2-40B4-BE49-F238E27FC236}">
                <a16:creationId xmlns:a16="http://schemas.microsoft.com/office/drawing/2014/main" id="{8C34F05F-8CC8-CF5A-E8B9-6442A98163A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782086" y="1778533"/>
            <a:ext cx="353067" cy="353067"/>
          </a:xfrm>
          <a:prstGeom prst="rect">
            <a:avLst/>
          </a:prstGeom>
        </p:spPr>
      </p:pic>
      <p:pic>
        <p:nvPicPr>
          <p:cNvPr id="10" name="Graphic 9" descr="Photocopier outline">
            <a:extLst>
              <a:ext uri="{FF2B5EF4-FFF2-40B4-BE49-F238E27FC236}">
                <a16:creationId xmlns:a16="http://schemas.microsoft.com/office/drawing/2014/main" id="{CE8CA337-8A3B-241E-78D9-06F07FC24249}"/>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2093238" y="1746691"/>
            <a:ext cx="383393" cy="383393"/>
          </a:xfrm>
          <a:prstGeom prst="rect">
            <a:avLst/>
          </a:prstGeom>
        </p:spPr>
      </p:pic>
      <p:pic>
        <p:nvPicPr>
          <p:cNvPr id="24" name="Graphic 23" descr="Test tubes outline">
            <a:extLst>
              <a:ext uri="{FF2B5EF4-FFF2-40B4-BE49-F238E27FC236}">
                <a16:creationId xmlns:a16="http://schemas.microsoft.com/office/drawing/2014/main" id="{0C7C309D-BA13-004F-3F9D-0A9C9DB518B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2140996" y="4021672"/>
            <a:ext cx="329551" cy="329551"/>
          </a:xfrm>
          <a:prstGeom prst="rect">
            <a:avLst/>
          </a:prstGeom>
        </p:spPr>
      </p:pic>
      <p:pic>
        <p:nvPicPr>
          <p:cNvPr id="26" name="Graphic 25" descr="Hospital outline">
            <a:extLst>
              <a:ext uri="{FF2B5EF4-FFF2-40B4-BE49-F238E27FC236}">
                <a16:creationId xmlns:a16="http://schemas.microsoft.com/office/drawing/2014/main" id="{1E541D7A-03F2-B439-0A41-D5994518A333}"/>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5785021" y="4008691"/>
            <a:ext cx="355512" cy="355512"/>
          </a:xfrm>
          <a:prstGeom prst="rect">
            <a:avLst/>
          </a:prstGeom>
        </p:spPr>
      </p:pic>
      <p:pic>
        <p:nvPicPr>
          <p:cNvPr id="28" name="Graphic 27" descr="Doctor male outline">
            <a:extLst>
              <a:ext uri="{FF2B5EF4-FFF2-40B4-BE49-F238E27FC236}">
                <a16:creationId xmlns:a16="http://schemas.microsoft.com/office/drawing/2014/main" id="{4208172F-EDE6-1FB8-302E-7A0F8CA301C1}"/>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499246" y="4028733"/>
            <a:ext cx="315428" cy="315428"/>
          </a:xfrm>
          <a:prstGeom prst="rect">
            <a:avLst/>
          </a:prstGeom>
        </p:spPr>
      </p:pic>
      <p:pic>
        <p:nvPicPr>
          <p:cNvPr id="33" name="Graphic 32" descr="Shield Tick outline">
            <a:extLst>
              <a:ext uri="{FF2B5EF4-FFF2-40B4-BE49-F238E27FC236}">
                <a16:creationId xmlns:a16="http://schemas.microsoft.com/office/drawing/2014/main" id="{C00EE0CD-B6C4-4CD8-0E85-814E2AE62114}"/>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9487540" y="1804856"/>
            <a:ext cx="338840" cy="308035"/>
          </a:xfrm>
          <a:prstGeom prst="rect">
            <a:avLst/>
          </a:prstGeom>
        </p:spPr>
      </p:pic>
      <p:sp>
        <p:nvSpPr>
          <p:cNvPr id="34" name="2. Slide Title">
            <a:extLst>
              <a:ext uri="{FF2B5EF4-FFF2-40B4-BE49-F238E27FC236}">
                <a16:creationId xmlns:a16="http://schemas.microsoft.com/office/drawing/2014/main" id="{4C57A5B8-7CD8-33A1-59C4-5D3F9E4B6140}"/>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a:solidFill>
                  <a:srgbClr val="0A0A0A"/>
                </a:solidFill>
                <a:latin typeface="Georgia" panose="02040502050405020303" pitchFamily="18" charset="0"/>
                <a:cs typeface="Arial" panose="020B0604020202020204" pitchFamily="34" charset="0"/>
              </a:rPr>
              <a:t>As a result</a:t>
            </a:r>
            <a:r>
              <a:rPr lang="en-US" sz="2600" b="0">
                <a:solidFill>
                  <a:srgbClr val="0A0A0A"/>
                </a:solidFill>
                <a:latin typeface="Georgia" panose="02040502050405020303" pitchFamily="18" charset="0"/>
                <a:cs typeface="Arial" panose="020B0604020202020204" pitchFamily="34" charset="0"/>
              </a:rPr>
              <a:t>, 6x key initiatives were prioritized for implementation in 2026, and incorporated in OC’s current business case</a:t>
            </a:r>
          </a:p>
        </p:txBody>
      </p:sp>
      <p:sp>
        <p:nvSpPr>
          <p:cNvPr id="35" name="Line 15">
            <a:extLst>
              <a:ext uri="{FF2B5EF4-FFF2-40B4-BE49-F238E27FC236}">
                <a16:creationId xmlns:a16="http://schemas.microsoft.com/office/drawing/2014/main" id="{908731DE-7AD8-68AD-2641-27DE6ECBCCCB}"/>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47" name="Graphic 46" descr="Money outline">
            <a:extLst>
              <a:ext uri="{FF2B5EF4-FFF2-40B4-BE49-F238E27FC236}">
                <a16:creationId xmlns:a16="http://schemas.microsoft.com/office/drawing/2014/main" id="{5EA5CE91-A5DB-149A-30EC-9AAA4D6DB9C2}"/>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943395" y="2980821"/>
            <a:ext cx="271446" cy="271446"/>
          </a:xfrm>
          <a:prstGeom prst="rect">
            <a:avLst/>
          </a:prstGeom>
        </p:spPr>
      </p:pic>
      <p:pic>
        <p:nvPicPr>
          <p:cNvPr id="13" name="Graphic 12" descr="Money outline">
            <a:extLst>
              <a:ext uri="{FF2B5EF4-FFF2-40B4-BE49-F238E27FC236}">
                <a16:creationId xmlns:a16="http://schemas.microsoft.com/office/drawing/2014/main" id="{A24519E9-5D64-3B2C-59FA-FC4B3757D5DC}"/>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4562516" y="2980821"/>
            <a:ext cx="271446" cy="271446"/>
          </a:xfrm>
          <a:prstGeom prst="rect">
            <a:avLst/>
          </a:prstGeom>
        </p:spPr>
      </p:pic>
      <p:sp>
        <p:nvSpPr>
          <p:cNvPr id="17" name="Rectangle 16">
            <a:extLst>
              <a:ext uri="{FF2B5EF4-FFF2-40B4-BE49-F238E27FC236}">
                <a16:creationId xmlns:a16="http://schemas.microsoft.com/office/drawing/2014/main" id="{3A59D005-36B0-8DF6-EB61-40922D69F84A}"/>
              </a:ext>
            </a:extLst>
          </p:cNvPr>
          <p:cNvSpPr/>
          <p:nvPr/>
        </p:nvSpPr>
        <p:spPr>
          <a:xfrm>
            <a:off x="4954995" y="2971189"/>
            <a:ext cx="2215173" cy="290711"/>
          </a:xfrm>
          <a:prstGeom prst="rect">
            <a:avLst/>
          </a:prstGeom>
          <a:solidFill>
            <a:srgbClr val="17B2AF"/>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200">
                <a:solidFill>
                  <a:schemeClr val="bg1"/>
                </a:solidFill>
              </a:rPr>
              <a:t>Revenue (SAR)</a:t>
            </a:r>
            <a:r>
              <a:rPr lang="en-US" sz="1200" b="1">
                <a:solidFill>
                  <a:schemeClr val="bg1"/>
                </a:solidFill>
              </a:rPr>
              <a:t>: 14.3 Mn</a:t>
            </a:r>
          </a:p>
        </p:txBody>
      </p:sp>
      <p:pic>
        <p:nvPicPr>
          <p:cNvPr id="27" name="Graphic 26" descr="Money outline">
            <a:extLst>
              <a:ext uri="{FF2B5EF4-FFF2-40B4-BE49-F238E27FC236}">
                <a16:creationId xmlns:a16="http://schemas.microsoft.com/office/drawing/2014/main" id="{8FDAA699-D6C4-81A4-8991-09AF0A3F87BE}"/>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8250238" y="2980821"/>
            <a:ext cx="271446" cy="271446"/>
          </a:xfrm>
          <a:prstGeom prst="rect">
            <a:avLst/>
          </a:prstGeom>
        </p:spPr>
      </p:pic>
      <p:pic>
        <p:nvPicPr>
          <p:cNvPr id="42" name="Graphic 41" descr="Money outline">
            <a:extLst>
              <a:ext uri="{FF2B5EF4-FFF2-40B4-BE49-F238E27FC236}">
                <a16:creationId xmlns:a16="http://schemas.microsoft.com/office/drawing/2014/main" id="{C0265251-82CA-CFE2-3AAD-8C7C6AB842A9}"/>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943395" y="5227655"/>
            <a:ext cx="271446" cy="271446"/>
          </a:xfrm>
          <a:prstGeom prst="rect">
            <a:avLst/>
          </a:prstGeom>
        </p:spPr>
      </p:pic>
      <p:pic>
        <p:nvPicPr>
          <p:cNvPr id="43" name="Graphic 42" descr="Group brainstorm outline">
            <a:extLst>
              <a:ext uri="{FF2B5EF4-FFF2-40B4-BE49-F238E27FC236}">
                <a16:creationId xmlns:a16="http://schemas.microsoft.com/office/drawing/2014/main" id="{B6C91B8A-6C11-D9D0-02DF-92F96F5AEFAF}"/>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943395" y="5570344"/>
            <a:ext cx="271446" cy="271446"/>
          </a:xfrm>
          <a:prstGeom prst="rect">
            <a:avLst/>
          </a:prstGeom>
        </p:spPr>
      </p:pic>
      <p:pic>
        <p:nvPicPr>
          <p:cNvPr id="44" name="Graphic 43" descr="Radioactive outline">
            <a:extLst>
              <a:ext uri="{FF2B5EF4-FFF2-40B4-BE49-F238E27FC236}">
                <a16:creationId xmlns:a16="http://schemas.microsoft.com/office/drawing/2014/main" id="{FE5551BD-87AB-55BD-27B8-F12084F16B66}"/>
              </a:ext>
            </a:extLst>
          </p:cNvPr>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943395" y="5891477"/>
            <a:ext cx="271446" cy="271446"/>
          </a:xfrm>
          <a:prstGeom prst="rect">
            <a:avLst/>
          </a:prstGeom>
        </p:spPr>
      </p:pic>
      <p:pic>
        <p:nvPicPr>
          <p:cNvPr id="87" name="Graphic 86" descr="Money outline">
            <a:extLst>
              <a:ext uri="{FF2B5EF4-FFF2-40B4-BE49-F238E27FC236}">
                <a16:creationId xmlns:a16="http://schemas.microsoft.com/office/drawing/2014/main" id="{2D2D9E0B-09B5-2FA0-2A1E-B359C34DD64B}"/>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4562516" y="5226328"/>
            <a:ext cx="271446" cy="271446"/>
          </a:xfrm>
          <a:prstGeom prst="rect">
            <a:avLst/>
          </a:prstGeom>
        </p:spPr>
      </p:pic>
      <p:pic>
        <p:nvPicPr>
          <p:cNvPr id="88" name="Graphic 87" descr="Group brainstorm outline">
            <a:extLst>
              <a:ext uri="{FF2B5EF4-FFF2-40B4-BE49-F238E27FC236}">
                <a16:creationId xmlns:a16="http://schemas.microsoft.com/office/drawing/2014/main" id="{40E39AC6-2D78-06BB-1291-5203EDCDCE05}"/>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4562516" y="5567689"/>
            <a:ext cx="271446" cy="271446"/>
          </a:xfrm>
          <a:prstGeom prst="rect">
            <a:avLst/>
          </a:prstGeom>
        </p:spPr>
      </p:pic>
      <p:pic>
        <p:nvPicPr>
          <p:cNvPr id="89" name="Graphic 88" descr="Radioactive outline">
            <a:extLst>
              <a:ext uri="{FF2B5EF4-FFF2-40B4-BE49-F238E27FC236}">
                <a16:creationId xmlns:a16="http://schemas.microsoft.com/office/drawing/2014/main" id="{DB384A25-8730-689B-63F6-369D5688D835}"/>
              </a:ext>
            </a:extLst>
          </p:cNvPr>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4562516" y="5888822"/>
            <a:ext cx="271446" cy="271446"/>
          </a:xfrm>
          <a:prstGeom prst="rect">
            <a:avLst/>
          </a:prstGeom>
        </p:spPr>
      </p:pic>
      <p:pic>
        <p:nvPicPr>
          <p:cNvPr id="96" name="Graphic 95" descr="Money outline">
            <a:extLst>
              <a:ext uri="{FF2B5EF4-FFF2-40B4-BE49-F238E27FC236}">
                <a16:creationId xmlns:a16="http://schemas.microsoft.com/office/drawing/2014/main" id="{B319941A-A48D-D8D3-5AB7-9FC00D6A6B6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8250238" y="5234601"/>
            <a:ext cx="271446" cy="271446"/>
          </a:xfrm>
          <a:prstGeom prst="rect">
            <a:avLst/>
          </a:prstGeom>
        </p:spPr>
      </p:pic>
      <p:pic>
        <p:nvPicPr>
          <p:cNvPr id="97" name="Graphic 96" descr="Group brainstorm outline">
            <a:extLst>
              <a:ext uri="{FF2B5EF4-FFF2-40B4-BE49-F238E27FC236}">
                <a16:creationId xmlns:a16="http://schemas.microsoft.com/office/drawing/2014/main" id="{AB4620BE-D45C-B067-81B3-365F0443B789}"/>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8250238" y="5584235"/>
            <a:ext cx="271446" cy="271446"/>
          </a:xfrm>
          <a:prstGeom prst="rect">
            <a:avLst/>
          </a:prstGeom>
        </p:spPr>
      </p:pic>
      <p:pic>
        <p:nvPicPr>
          <p:cNvPr id="98" name="Graphic 97" descr="Radioactive outline">
            <a:extLst>
              <a:ext uri="{FF2B5EF4-FFF2-40B4-BE49-F238E27FC236}">
                <a16:creationId xmlns:a16="http://schemas.microsoft.com/office/drawing/2014/main" id="{DA83D079-E2FB-2B1F-49A0-6812B462C442}"/>
              </a:ext>
            </a:extLst>
          </p:cNvPr>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8250238" y="5905368"/>
            <a:ext cx="271446" cy="271446"/>
          </a:xfrm>
          <a:prstGeom prst="rect">
            <a:avLst/>
          </a:prstGeom>
        </p:spPr>
      </p:pic>
      <p:sp>
        <p:nvSpPr>
          <p:cNvPr id="54" name="Rectangle 53">
            <a:extLst>
              <a:ext uri="{FF2B5EF4-FFF2-40B4-BE49-F238E27FC236}">
                <a16:creationId xmlns:a16="http://schemas.microsoft.com/office/drawing/2014/main" id="{A2C587DC-B529-AFCC-91DB-BF2B4979BA26}"/>
              </a:ext>
            </a:extLst>
          </p:cNvPr>
          <p:cNvSpPr/>
          <p:nvPr/>
        </p:nvSpPr>
        <p:spPr>
          <a:xfrm>
            <a:off x="1335872" y="5577374"/>
            <a:ext cx="770519" cy="246768"/>
          </a:xfrm>
          <a:prstGeom prst="rect">
            <a:avLst/>
          </a:prstGeom>
          <a:solidFill>
            <a:srgbClr val="E2F0D9"/>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100">
                <a:solidFill>
                  <a:schemeClr val="tx1"/>
                </a:solidFill>
              </a:rPr>
              <a:t>CAPEX</a:t>
            </a:r>
            <a:endParaRPr lang="en-US" sz="1100" b="1">
              <a:solidFill>
                <a:schemeClr val="tx1"/>
              </a:solidFill>
            </a:endParaRPr>
          </a:p>
        </p:txBody>
      </p:sp>
      <p:sp>
        <p:nvSpPr>
          <p:cNvPr id="55" name="Rectangle 54">
            <a:extLst>
              <a:ext uri="{FF2B5EF4-FFF2-40B4-BE49-F238E27FC236}">
                <a16:creationId xmlns:a16="http://schemas.microsoft.com/office/drawing/2014/main" id="{BB7464FF-C06E-2D28-B3E8-A4CDA3802F63}"/>
              </a:ext>
            </a:extLst>
          </p:cNvPr>
          <p:cNvSpPr/>
          <p:nvPr/>
        </p:nvSpPr>
        <p:spPr>
          <a:xfrm>
            <a:off x="1335872" y="5911717"/>
            <a:ext cx="770519" cy="246768"/>
          </a:xfrm>
          <a:prstGeom prst="rect">
            <a:avLst/>
          </a:prstGeom>
          <a:solidFill>
            <a:srgbClr val="E2F0D9"/>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100">
                <a:solidFill>
                  <a:schemeClr val="tx1"/>
                </a:solidFill>
              </a:rPr>
              <a:t>Risk</a:t>
            </a:r>
            <a:endParaRPr lang="en-US" sz="1100" b="1">
              <a:solidFill>
                <a:schemeClr val="tx1"/>
              </a:solidFill>
            </a:endParaRPr>
          </a:p>
        </p:txBody>
      </p:sp>
      <p:sp>
        <p:nvSpPr>
          <p:cNvPr id="60" name="Rectangle 59">
            <a:extLst>
              <a:ext uri="{FF2B5EF4-FFF2-40B4-BE49-F238E27FC236}">
                <a16:creationId xmlns:a16="http://schemas.microsoft.com/office/drawing/2014/main" id="{B16405B9-8FE0-9446-8106-36078FC646C8}"/>
              </a:ext>
            </a:extLst>
          </p:cNvPr>
          <p:cNvSpPr/>
          <p:nvPr/>
        </p:nvSpPr>
        <p:spPr>
          <a:xfrm>
            <a:off x="1335872" y="2971189"/>
            <a:ext cx="2215173" cy="290711"/>
          </a:xfrm>
          <a:prstGeom prst="rect">
            <a:avLst/>
          </a:prstGeom>
          <a:solidFill>
            <a:srgbClr val="17B2AF"/>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200">
                <a:solidFill>
                  <a:schemeClr val="bg1"/>
                </a:solidFill>
              </a:rPr>
              <a:t>Revenue (SAR)</a:t>
            </a:r>
            <a:r>
              <a:rPr lang="en-US" sz="1200" b="1">
                <a:solidFill>
                  <a:schemeClr val="bg1"/>
                </a:solidFill>
              </a:rPr>
              <a:t>: 3.8 Mn</a:t>
            </a:r>
          </a:p>
        </p:txBody>
      </p:sp>
      <p:sp>
        <p:nvSpPr>
          <p:cNvPr id="62" name="Rectangle 61">
            <a:extLst>
              <a:ext uri="{FF2B5EF4-FFF2-40B4-BE49-F238E27FC236}">
                <a16:creationId xmlns:a16="http://schemas.microsoft.com/office/drawing/2014/main" id="{D47A42F8-94DD-D8C5-6495-BEA8D2CC46E0}"/>
              </a:ext>
            </a:extLst>
          </p:cNvPr>
          <p:cNvSpPr/>
          <p:nvPr/>
        </p:nvSpPr>
        <p:spPr>
          <a:xfrm>
            <a:off x="8640953" y="2971189"/>
            <a:ext cx="2215173" cy="290711"/>
          </a:xfrm>
          <a:prstGeom prst="rect">
            <a:avLst/>
          </a:prstGeom>
          <a:solidFill>
            <a:srgbClr val="17B2AF"/>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200">
                <a:solidFill>
                  <a:schemeClr val="bg1"/>
                </a:solidFill>
              </a:rPr>
              <a:t>Revenue (SAR)</a:t>
            </a:r>
            <a:r>
              <a:rPr lang="en-US" sz="1200" b="1">
                <a:solidFill>
                  <a:schemeClr val="bg1"/>
                </a:solidFill>
              </a:rPr>
              <a:t>: 0.8 Mn</a:t>
            </a:r>
          </a:p>
        </p:txBody>
      </p:sp>
      <p:sp>
        <p:nvSpPr>
          <p:cNvPr id="70" name="Rectangle 69">
            <a:extLst>
              <a:ext uri="{FF2B5EF4-FFF2-40B4-BE49-F238E27FC236}">
                <a16:creationId xmlns:a16="http://schemas.microsoft.com/office/drawing/2014/main" id="{B501C03F-6B1E-0E03-6534-66915F059720}"/>
              </a:ext>
            </a:extLst>
          </p:cNvPr>
          <p:cNvSpPr/>
          <p:nvPr/>
        </p:nvSpPr>
        <p:spPr>
          <a:xfrm>
            <a:off x="1335873" y="5227656"/>
            <a:ext cx="2214604" cy="271445"/>
          </a:xfrm>
          <a:prstGeom prst="rect">
            <a:avLst/>
          </a:prstGeom>
          <a:solidFill>
            <a:srgbClr val="17B2AF"/>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200">
                <a:solidFill>
                  <a:schemeClr val="bg1"/>
                </a:solidFill>
              </a:rPr>
              <a:t>Revenue (SAR)</a:t>
            </a:r>
            <a:r>
              <a:rPr lang="en-US" sz="1200" b="1">
                <a:solidFill>
                  <a:schemeClr val="bg1"/>
                </a:solidFill>
              </a:rPr>
              <a:t>: 0.143 Mn</a:t>
            </a:r>
          </a:p>
        </p:txBody>
      </p:sp>
      <p:grpSp>
        <p:nvGrpSpPr>
          <p:cNvPr id="7" name="Group 6">
            <a:extLst>
              <a:ext uri="{FF2B5EF4-FFF2-40B4-BE49-F238E27FC236}">
                <a16:creationId xmlns:a16="http://schemas.microsoft.com/office/drawing/2014/main" id="{7519BB71-8E3C-5EF3-4BAA-99F462529D77}"/>
              </a:ext>
            </a:extLst>
          </p:cNvPr>
          <p:cNvGrpSpPr/>
          <p:nvPr/>
        </p:nvGrpSpPr>
        <p:grpSpPr>
          <a:xfrm>
            <a:off x="8410745" y="6433600"/>
            <a:ext cx="2697007" cy="262002"/>
            <a:chOff x="8591720" y="6433600"/>
            <a:chExt cx="2697007" cy="262002"/>
          </a:xfrm>
        </p:grpSpPr>
        <p:sp>
          <p:nvSpPr>
            <p:cNvPr id="72" name="TextBox 71">
              <a:extLst>
                <a:ext uri="{FF2B5EF4-FFF2-40B4-BE49-F238E27FC236}">
                  <a16:creationId xmlns:a16="http://schemas.microsoft.com/office/drawing/2014/main" id="{AF6A6D2B-387D-BA3A-E6D1-5F924353FAEB}"/>
                </a:ext>
              </a:extLst>
            </p:cNvPr>
            <p:cNvSpPr txBox="1"/>
            <p:nvPr/>
          </p:nvSpPr>
          <p:spPr>
            <a:xfrm>
              <a:off x="8591720" y="6441491"/>
              <a:ext cx="1960143" cy="246221"/>
            </a:xfrm>
            <a:prstGeom prst="rect">
              <a:avLst/>
            </a:prstGeom>
            <a:noFill/>
          </p:spPr>
          <p:txBody>
            <a:bodyPr wrap="square" lIns="91440" tIns="45720" rIns="91440" bIns="45720" anchor="t">
              <a:spAutoFit/>
            </a:bodyPr>
            <a:lstStyle/>
            <a:p>
              <a:r>
                <a:rPr lang="en-US" sz="1000" b="1">
                  <a:latin typeface="Calibri Body"/>
                  <a:cs typeface="Arial"/>
                  <a:sym typeface="Arial"/>
                </a:rPr>
                <a:t>CAPEX/Risk</a:t>
              </a:r>
              <a:endParaRPr lang="en-US" sz="1000" b="1">
                <a:ea typeface="Calibri"/>
                <a:cs typeface="Calibri"/>
              </a:endParaRPr>
            </a:p>
          </p:txBody>
        </p:sp>
        <p:grpSp>
          <p:nvGrpSpPr>
            <p:cNvPr id="73" name="Group 72">
              <a:extLst>
                <a:ext uri="{FF2B5EF4-FFF2-40B4-BE49-F238E27FC236}">
                  <a16:creationId xmlns:a16="http://schemas.microsoft.com/office/drawing/2014/main" id="{F3EA8B18-34FE-0A6A-14E5-87849C2FA821}"/>
                </a:ext>
              </a:extLst>
            </p:cNvPr>
            <p:cNvGrpSpPr/>
            <p:nvPr/>
          </p:nvGrpSpPr>
          <p:grpSpPr>
            <a:xfrm>
              <a:off x="9459394" y="6433600"/>
              <a:ext cx="1829333" cy="262002"/>
              <a:chOff x="568176" y="991571"/>
              <a:chExt cx="1829333" cy="262002"/>
            </a:xfrm>
          </p:grpSpPr>
          <p:sp>
            <p:nvSpPr>
              <p:cNvPr id="74" name="Google Shape;8699;p128">
                <a:extLst>
                  <a:ext uri="{FF2B5EF4-FFF2-40B4-BE49-F238E27FC236}">
                    <a16:creationId xmlns:a16="http://schemas.microsoft.com/office/drawing/2014/main" id="{42BD9084-00C5-63D0-EAF6-7A57625B63B0}"/>
                  </a:ext>
                </a:extLst>
              </p:cNvPr>
              <p:cNvSpPr/>
              <p:nvPr/>
            </p:nvSpPr>
            <p:spPr>
              <a:xfrm>
                <a:off x="568176" y="991571"/>
                <a:ext cx="1829333" cy="262002"/>
              </a:xfrm>
              <a:prstGeom prst="rect">
                <a:avLst/>
              </a:prstGeom>
              <a:solidFill>
                <a:schemeClr val="lt1"/>
              </a:solidFill>
              <a:ln w="9525" cap="flat" cmpd="sng">
                <a:solidFill>
                  <a:schemeClr val="dk1"/>
                </a:solidFill>
                <a:prstDash val="dash"/>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endParaRPr sz="1400" b="0" i="0" u="none" strike="noStrike" cap="none">
                  <a:solidFill>
                    <a:srgbClr val="000000"/>
                  </a:solidFill>
                  <a:latin typeface="Calibri Body"/>
                  <a:ea typeface="Arial"/>
                  <a:cs typeface="Arial"/>
                  <a:sym typeface="Arial"/>
                </a:endParaRPr>
              </a:p>
            </p:txBody>
          </p:sp>
          <p:sp>
            <p:nvSpPr>
              <p:cNvPr id="75" name="Google Shape;8700;p128">
                <a:extLst>
                  <a:ext uri="{FF2B5EF4-FFF2-40B4-BE49-F238E27FC236}">
                    <a16:creationId xmlns:a16="http://schemas.microsoft.com/office/drawing/2014/main" id="{A909EE59-C191-DFCD-6A3A-CE8D3E89528F}"/>
                  </a:ext>
                </a:extLst>
              </p:cNvPr>
              <p:cNvSpPr/>
              <p:nvPr/>
            </p:nvSpPr>
            <p:spPr>
              <a:xfrm>
                <a:off x="1224336" y="1042188"/>
                <a:ext cx="489766" cy="160766"/>
              </a:xfrm>
              <a:prstGeom prst="rect">
                <a:avLst/>
              </a:prstGeom>
              <a:solidFill>
                <a:schemeClr val="accent4">
                  <a:lumMod val="20000"/>
                  <a:lumOff val="8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600" b="0" i="0" u="none" strike="noStrike" cap="none">
                    <a:solidFill>
                      <a:srgbClr val="000000"/>
                    </a:solidFill>
                    <a:latin typeface="Calibri Body"/>
                    <a:ea typeface="Arial"/>
                    <a:cs typeface="Arial"/>
                    <a:sym typeface="Arial"/>
                  </a:rPr>
                  <a:t>Medium</a:t>
                </a:r>
                <a:endParaRPr sz="1000" b="0" i="0" u="none" strike="noStrike" cap="none">
                  <a:solidFill>
                    <a:srgbClr val="000000"/>
                  </a:solidFill>
                  <a:latin typeface="Calibri Body"/>
                  <a:ea typeface="Arial"/>
                  <a:cs typeface="Arial"/>
                  <a:sym typeface="Arial"/>
                </a:endParaRPr>
              </a:p>
            </p:txBody>
          </p:sp>
          <p:sp>
            <p:nvSpPr>
              <p:cNvPr id="76" name="Google Shape;8701;p128">
                <a:extLst>
                  <a:ext uri="{FF2B5EF4-FFF2-40B4-BE49-F238E27FC236}">
                    <a16:creationId xmlns:a16="http://schemas.microsoft.com/office/drawing/2014/main" id="{9F9670D8-E68F-53C0-43B4-81A63413CD19}"/>
                  </a:ext>
                </a:extLst>
              </p:cNvPr>
              <p:cNvSpPr/>
              <p:nvPr/>
            </p:nvSpPr>
            <p:spPr>
              <a:xfrm>
                <a:off x="1819079" y="1042188"/>
                <a:ext cx="489766" cy="160766"/>
              </a:xfrm>
              <a:prstGeom prst="rect">
                <a:avLst/>
              </a:prstGeom>
              <a:solidFill>
                <a:schemeClr val="accent2">
                  <a:lumMod val="20000"/>
                  <a:lumOff val="8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600" b="0" i="0" u="none" strike="noStrike" cap="none">
                    <a:solidFill>
                      <a:srgbClr val="000000"/>
                    </a:solidFill>
                    <a:latin typeface="Calibri Body"/>
                    <a:ea typeface="Arial"/>
                    <a:cs typeface="Arial"/>
                    <a:sym typeface="Arial"/>
                  </a:rPr>
                  <a:t>High</a:t>
                </a:r>
                <a:endParaRPr sz="1000" b="0" i="0" u="none" strike="noStrike" cap="none">
                  <a:solidFill>
                    <a:srgbClr val="000000"/>
                  </a:solidFill>
                  <a:latin typeface="Calibri Body"/>
                  <a:ea typeface="Arial"/>
                  <a:cs typeface="Arial"/>
                  <a:sym typeface="Arial"/>
                </a:endParaRPr>
              </a:p>
            </p:txBody>
          </p:sp>
          <p:sp>
            <p:nvSpPr>
              <p:cNvPr id="77" name="Google Shape;8702;p128">
                <a:extLst>
                  <a:ext uri="{FF2B5EF4-FFF2-40B4-BE49-F238E27FC236}">
                    <a16:creationId xmlns:a16="http://schemas.microsoft.com/office/drawing/2014/main" id="{9655BAC3-D147-8C91-778B-15DD96F90862}"/>
                  </a:ext>
                </a:extLst>
              </p:cNvPr>
              <p:cNvSpPr/>
              <p:nvPr/>
            </p:nvSpPr>
            <p:spPr>
              <a:xfrm>
                <a:off x="643969" y="1042188"/>
                <a:ext cx="489766" cy="160766"/>
              </a:xfrm>
              <a:prstGeom prst="rect">
                <a:avLst/>
              </a:prstGeom>
              <a:solidFill>
                <a:schemeClr val="accent6">
                  <a:lumMod val="20000"/>
                  <a:lumOff val="8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600">
                    <a:solidFill>
                      <a:srgbClr val="000000"/>
                    </a:solidFill>
                    <a:latin typeface="Calibri Body"/>
                    <a:ea typeface="Arial"/>
                    <a:cs typeface="Arial"/>
                    <a:sym typeface="Arial"/>
                  </a:rPr>
                  <a:t>Low</a:t>
                </a:r>
                <a:endParaRPr lang="en-US" sz="600" b="0" i="0" u="none" strike="noStrike" cap="none">
                  <a:solidFill>
                    <a:srgbClr val="000000"/>
                  </a:solidFill>
                  <a:latin typeface="Calibri Body"/>
                  <a:ea typeface="Arial"/>
                  <a:cs typeface="Arial"/>
                  <a:sym typeface="Arial"/>
                </a:endParaRPr>
              </a:p>
            </p:txBody>
          </p:sp>
        </p:grpSp>
      </p:grpSp>
      <p:cxnSp>
        <p:nvCxnSpPr>
          <p:cNvPr id="45" name="Connector: Elbow 44">
            <a:extLst>
              <a:ext uri="{FF2B5EF4-FFF2-40B4-BE49-F238E27FC236}">
                <a16:creationId xmlns:a16="http://schemas.microsoft.com/office/drawing/2014/main" id="{1856E3E6-81C3-9683-86B0-564ADD296F65}"/>
              </a:ext>
            </a:extLst>
          </p:cNvPr>
          <p:cNvCxnSpPr>
            <a:cxnSpLocks/>
            <a:stCxn id="19" idx="0"/>
            <a:endCxn id="23" idx="0"/>
          </p:cNvCxnSpPr>
          <p:nvPr/>
        </p:nvCxnSpPr>
        <p:spPr>
          <a:xfrm rot="16200000" flipH="1">
            <a:off x="5972349" y="-1994702"/>
            <a:ext cx="18032" cy="7351189"/>
          </a:xfrm>
          <a:prstGeom prst="bentConnector3">
            <a:avLst>
              <a:gd name="adj1" fmla="val -1267746"/>
            </a:avLst>
          </a:prstGeom>
          <a:ln>
            <a:solidFill>
              <a:srgbClr val="04748A"/>
            </a:solidFill>
            <a:headEnd type="triangle"/>
            <a:tailEnd type="triangle"/>
          </a:ln>
        </p:spPr>
        <p:style>
          <a:lnRef idx="1">
            <a:schemeClr val="dk1"/>
          </a:lnRef>
          <a:fillRef idx="0">
            <a:schemeClr val="dk1"/>
          </a:fillRef>
          <a:effectRef idx="0">
            <a:schemeClr val="dk1"/>
          </a:effectRef>
          <a:fontRef idx="minor">
            <a:schemeClr val="tx1"/>
          </a:fontRef>
        </p:style>
      </p:cxnSp>
      <p:sp>
        <p:nvSpPr>
          <p:cNvPr id="50" name="TextBox 49">
            <a:extLst>
              <a:ext uri="{FF2B5EF4-FFF2-40B4-BE49-F238E27FC236}">
                <a16:creationId xmlns:a16="http://schemas.microsoft.com/office/drawing/2014/main" id="{82F4FD8C-E980-0A44-EA85-47340CEAABD7}"/>
              </a:ext>
            </a:extLst>
          </p:cNvPr>
          <p:cNvSpPr txBox="1"/>
          <p:nvPr/>
        </p:nvSpPr>
        <p:spPr>
          <a:xfrm>
            <a:off x="5046603" y="1189757"/>
            <a:ext cx="1846468" cy="307777"/>
          </a:xfrm>
          <a:prstGeom prst="rect">
            <a:avLst/>
          </a:prstGeom>
          <a:noFill/>
        </p:spPr>
        <p:txBody>
          <a:bodyPr wrap="none" rtlCol="0">
            <a:spAutoFit/>
          </a:bodyPr>
          <a:lstStyle/>
          <a:p>
            <a:r>
              <a:rPr lang="en-US" sz="1400" b="1">
                <a:solidFill>
                  <a:srgbClr val="1BA8AF"/>
                </a:solidFill>
              </a:rPr>
              <a:t>Faster route to market</a:t>
            </a:r>
          </a:p>
        </p:txBody>
      </p:sp>
      <p:cxnSp>
        <p:nvCxnSpPr>
          <p:cNvPr id="61" name="Connector: Elbow 60">
            <a:extLst>
              <a:ext uri="{FF2B5EF4-FFF2-40B4-BE49-F238E27FC236}">
                <a16:creationId xmlns:a16="http://schemas.microsoft.com/office/drawing/2014/main" id="{1C1A11D6-84EC-7DF9-BF16-59BD9372994E}"/>
              </a:ext>
            </a:extLst>
          </p:cNvPr>
          <p:cNvCxnSpPr>
            <a:cxnSpLocks/>
            <a:stCxn id="12" idx="0"/>
            <a:endCxn id="9" idx="0"/>
          </p:cNvCxnSpPr>
          <p:nvPr/>
        </p:nvCxnSpPr>
        <p:spPr>
          <a:xfrm rot="5400000" flipH="1" flipV="1">
            <a:off x="5981365" y="253603"/>
            <a:ext cx="12700" cy="7351189"/>
          </a:xfrm>
          <a:prstGeom prst="bentConnector3">
            <a:avLst>
              <a:gd name="adj1" fmla="val 1800000"/>
            </a:avLst>
          </a:prstGeom>
          <a:ln>
            <a:solidFill>
              <a:srgbClr val="04748A"/>
            </a:solidFill>
            <a:headEnd type="triangle"/>
            <a:tailEnd type="triangle"/>
          </a:ln>
        </p:spPr>
        <p:style>
          <a:lnRef idx="1">
            <a:schemeClr val="dk1"/>
          </a:lnRef>
          <a:fillRef idx="0">
            <a:schemeClr val="dk1"/>
          </a:fillRef>
          <a:effectRef idx="0">
            <a:schemeClr val="dk1"/>
          </a:effectRef>
          <a:fontRef idx="minor">
            <a:schemeClr val="tx1"/>
          </a:fontRef>
        </p:style>
      </p:cxnSp>
      <p:sp>
        <p:nvSpPr>
          <p:cNvPr id="63" name="TextBox 62">
            <a:extLst>
              <a:ext uri="{FF2B5EF4-FFF2-40B4-BE49-F238E27FC236}">
                <a16:creationId xmlns:a16="http://schemas.microsoft.com/office/drawing/2014/main" id="{C5A51423-522E-987F-121E-02C3F152675B}"/>
              </a:ext>
            </a:extLst>
          </p:cNvPr>
          <p:cNvSpPr txBox="1"/>
          <p:nvPr/>
        </p:nvSpPr>
        <p:spPr>
          <a:xfrm>
            <a:off x="4637132" y="3446730"/>
            <a:ext cx="2665410" cy="307777"/>
          </a:xfrm>
          <a:prstGeom prst="rect">
            <a:avLst/>
          </a:prstGeom>
          <a:noFill/>
        </p:spPr>
        <p:txBody>
          <a:bodyPr wrap="none" rtlCol="0">
            <a:spAutoFit/>
          </a:bodyPr>
          <a:lstStyle/>
          <a:p>
            <a:r>
              <a:rPr lang="en-US" sz="1400" b="1">
                <a:solidFill>
                  <a:srgbClr val="1BA8AF"/>
                </a:solidFill>
              </a:rPr>
              <a:t>Relatively slower route to market</a:t>
            </a:r>
          </a:p>
        </p:txBody>
      </p:sp>
      <p:sp>
        <p:nvSpPr>
          <p:cNvPr id="2" name="TextBox 1">
            <a:extLst>
              <a:ext uri="{FF2B5EF4-FFF2-40B4-BE49-F238E27FC236}">
                <a16:creationId xmlns:a16="http://schemas.microsoft.com/office/drawing/2014/main" id="{47CDF6D3-AA5A-B540-2C0F-40D9A1520EE1}"/>
              </a:ext>
            </a:extLst>
          </p:cNvPr>
          <p:cNvSpPr txBox="1"/>
          <p:nvPr/>
        </p:nvSpPr>
        <p:spPr>
          <a:xfrm>
            <a:off x="2087344" y="5516092"/>
            <a:ext cx="1955788" cy="369332"/>
          </a:xfrm>
          <a:prstGeom prst="rect">
            <a:avLst/>
          </a:prstGeom>
          <a:noFill/>
        </p:spPr>
        <p:txBody>
          <a:bodyPr wrap="square" rtlCol="0">
            <a:spAutoFit/>
          </a:bodyPr>
          <a:lstStyle/>
          <a:p>
            <a:r>
              <a:rPr lang="en-US" sz="900"/>
              <a:t>Cost for additional business development hiring</a:t>
            </a:r>
          </a:p>
        </p:txBody>
      </p:sp>
      <p:sp>
        <p:nvSpPr>
          <p:cNvPr id="6" name="TextBox 5">
            <a:extLst>
              <a:ext uri="{FF2B5EF4-FFF2-40B4-BE49-F238E27FC236}">
                <a16:creationId xmlns:a16="http://schemas.microsoft.com/office/drawing/2014/main" id="{B3726D10-D7A2-6A12-3D98-BAF0191E2856}"/>
              </a:ext>
            </a:extLst>
          </p:cNvPr>
          <p:cNvSpPr txBox="1"/>
          <p:nvPr/>
        </p:nvSpPr>
        <p:spPr>
          <a:xfrm>
            <a:off x="2087344" y="5850435"/>
            <a:ext cx="1955788" cy="369332"/>
          </a:xfrm>
          <a:prstGeom prst="rect">
            <a:avLst/>
          </a:prstGeom>
          <a:noFill/>
        </p:spPr>
        <p:txBody>
          <a:bodyPr wrap="square" rtlCol="0">
            <a:spAutoFit/>
          </a:bodyPr>
          <a:lstStyle/>
          <a:p>
            <a:r>
              <a:rPr lang="en-US" sz="900"/>
              <a:t>Stream to be established </a:t>
            </a:r>
            <a:br>
              <a:rPr lang="en-US" sz="900"/>
            </a:br>
            <a:r>
              <a:rPr lang="en-US" sz="900"/>
              <a:t>through existing patients</a:t>
            </a:r>
          </a:p>
        </p:txBody>
      </p:sp>
      <p:sp>
        <p:nvSpPr>
          <p:cNvPr id="8" name="Rectangle 7">
            <a:extLst>
              <a:ext uri="{FF2B5EF4-FFF2-40B4-BE49-F238E27FC236}">
                <a16:creationId xmlns:a16="http://schemas.microsoft.com/office/drawing/2014/main" id="{52C2BA52-8E40-3899-8509-5C347FA27ED4}"/>
              </a:ext>
            </a:extLst>
          </p:cNvPr>
          <p:cNvSpPr/>
          <p:nvPr/>
        </p:nvSpPr>
        <p:spPr>
          <a:xfrm>
            <a:off x="4953232" y="5226329"/>
            <a:ext cx="2214604" cy="271445"/>
          </a:xfrm>
          <a:prstGeom prst="rect">
            <a:avLst/>
          </a:prstGeom>
          <a:solidFill>
            <a:srgbClr val="17B2AF"/>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200">
                <a:solidFill>
                  <a:schemeClr val="bg1"/>
                </a:solidFill>
              </a:rPr>
              <a:t>Revenue (SAR)</a:t>
            </a:r>
            <a:r>
              <a:rPr lang="en-US" sz="1200" b="1">
                <a:solidFill>
                  <a:schemeClr val="bg1"/>
                </a:solidFill>
              </a:rPr>
              <a:t>: 40 Mn</a:t>
            </a:r>
          </a:p>
        </p:txBody>
      </p:sp>
      <p:sp>
        <p:nvSpPr>
          <p:cNvPr id="11" name="Rectangle 10">
            <a:extLst>
              <a:ext uri="{FF2B5EF4-FFF2-40B4-BE49-F238E27FC236}">
                <a16:creationId xmlns:a16="http://schemas.microsoft.com/office/drawing/2014/main" id="{18E3F72E-430E-DFED-6294-CD3267231AA5}"/>
              </a:ext>
            </a:extLst>
          </p:cNvPr>
          <p:cNvSpPr/>
          <p:nvPr/>
        </p:nvSpPr>
        <p:spPr>
          <a:xfrm>
            <a:off x="4953231" y="5577374"/>
            <a:ext cx="770519" cy="246768"/>
          </a:xfrm>
          <a:prstGeom prst="rect">
            <a:avLst/>
          </a:prstGeom>
          <a:solidFill>
            <a:srgbClr val="FBE5D6"/>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100">
                <a:solidFill>
                  <a:schemeClr val="tx1"/>
                </a:solidFill>
              </a:rPr>
              <a:t>CAPEX</a:t>
            </a:r>
            <a:endParaRPr lang="en-US" sz="1100" b="1">
              <a:solidFill>
                <a:schemeClr val="tx1"/>
              </a:solidFill>
            </a:endParaRPr>
          </a:p>
        </p:txBody>
      </p:sp>
      <p:sp>
        <p:nvSpPr>
          <p:cNvPr id="14" name="Rectangle 13">
            <a:extLst>
              <a:ext uri="{FF2B5EF4-FFF2-40B4-BE49-F238E27FC236}">
                <a16:creationId xmlns:a16="http://schemas.microsoft.com/office/drawing/2014/main" id="{4DFE9A56-8D66-5822-D311-8013720C6A16}"/>
              </a:ext>
            </a:extLst>
          </p:cNvPr>
          <p:cNvSpPr/>
          <p:nvPr/>
        </p:nvSpPr>
        <p:spPr>
          <a:xfrm>
            <a:off x="4953231" y="5911717"/>
            <a:ext cx="770519" cy="246768"/>
          </a:xfrm>
          <a:prstGeom prst="rect">
            <a:avLst/>
          </a:prstGeom>
          <a:solidFill>
            <a:srgbClr val="FBE5D6"/>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100">
                <a:solidFill>
                  <a:schemeClr val="tx1"/>
                </a:solidFill>
              </a:rPr>
              <a:t>Risk</a:t>
            </a:r>
            <a:endParaRPr lang="en-US" sz="1100" b="1">
              <a:solidFill>
                <a:schemeClr val="tx1"/>
              </a:solidFill>
            </a:endParaRPr>
          </a:p>
        </p:txBody>
      </p:sp>
      <p:sp>
        <p:nvSpPr>
          <p:cNvPr id="15" name="TextBox 14">
            <a:extLst>
              <a:ext uri="{FF2B5EF4-FFF2-40B4-BE49-F238E27FC236}">
                <a16:creationId xmlns:a16="http://schemas.microsoft.com/office/drawing/2014/main" id="{5234CD49-000E-1BCE-2253-96757BA913F4}"/>
              </a:ext>
            </a:extLst>
          </p:cNvPr>
          <p:cNvSpPr txBox="1"/>
          <p:nvPr/>
        </p:nvSpPr>
        <p:spPr>
          <a:xfrm>
            <a:off x="5715969" y="5516092"/>
            <a:ext cx="1955788" cy="369332"/>
          </a:xfrm>
          <a:prstGeom prst="rect">
            <a:avLst/>
          </a:prstGeom>
          <a:noFill/>
        </p:spPr>
        <p:txBody>
          <a:bodyPr wrap="square" rtlCol="0">
            <a:spAutoFit/>
          </a:bodyPr>
          <a:lstStyle/>
          <a:p>
            <a:r>
              <a:rPr lang="en-US" sz="900"/>
              <a:t>High cost for machinery and </a:t>
            </a:r>
          </a:p>
          <a:p>
            <a:r>
              <a:rPr lang="en-US" sz="900"/>
              <a:t>resource setup </a:t>
            </a:r>
          </a:p>
        </p:txBody>
      </p:sp>
      <p:sp>
        <p:nvSpPr>
          <p:cNvPr id="16" name="TextBox 15">
            <a:extLst>
              <a:ext uri="{FF2B5EF4-FFF2-40B4-BE49-F238E27FC236}">
                <a16:creationId xmlns:a16="http://schemas.microsoft.com/office/drawing/2014/main" id="{8276F4E3-76F4-1CB5-B2A5-B3FC3F27B3BD}"/>
              </a:ext>
            </a:extLst>
          </p:cNvPr>
          <p:cNvSpPr txBox="1"/>
          <p:nvPr/>
        </p:nvSpPr>
        <p:spPr>
          <a:xfrm>
            <a:off x="5715969" y="5867223"/>
            <a:ext cx="1955788" cy="369332"/>
          </a:xfrm>
          <a:prstGeom prst="rect">
            <a:avLst/>
          </a:prstGeom>
          <a:noFill/>
        </p:spPr>
        <p:txBody>
          <a:bodyPr wrap="square" rtlCol="0">
            <a:spAutoFit/>
          </a:bodyPr>
          <a:lstStyle/>
          <a:p>
            <a:r>
              <a:rPr lang="en-US" sz="900"/>
              <a:t>Risk of patient influx at</a:t>
            </a:r>
          </a:p>
          <a:p>
            <a:r>
              <a:rPr lang="en-US" sz="900"/>
              <a:t>partner location</a:t>
            </a:r>
          </a:p>
        </p:txBody>
      </p:sp>
      <p:sp>
        <p:nvSpPr>
          <p:cNvPr id="21" name="Rectangle 20">
            <a:extLst>
              <a:ext uri="{FF2B5EF4-FFF2-40B4-BE49-F238E27FC236}">
                <a16:creationId xmlns:a16="http://schemas.microsoft.com/office/drawing/2014/main" id="{88E08447-70A8-8DB4-D140-C7BE04A2271B}"/>
              </a:ext>
            </a:extLst>
          </p:cNvPr>
          <p:cNvSpPr/>
          <p:nvPr/>
        </p:nvSpPr>
        <p:spPr>
          <a:xfrm>
            <a:off x="8641522" y="5577374"/>
            <a:ext cx="770519" cy="246768"/>
          </a:xfrm>
          <a:prstGeom prst="rect">
            <a:avLst/>
          </a:prstGeom>
          <a:solidFill>
            <a:srgbClr val="E2F0D9"/>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100">
                <a:solidFill>
                  <a:schemeClr val="tx1"/>
                </a:solidFill>
              </a:rPr>
              <a:t>CAPEX</a:t>
            </a:r>
            <a:endParaRPr lang="en-US" sz="1100" b="1">
              <a:solidFill>
                <a:schemeClr val="tx1"/>
              </a:solidFill>
            </a:endParaRPr>
          </a:p>
        </p:txBody>
      </p:sp>
      <p:sp>
        <p:nvSpPr>
          <p:cNvPr id="25" name="Rectangle 24">
            <a:extLst>
              <a:ext uri="{FF2B5EF4-FFF2-40B4-BE49-F238E27FC236}">
                <a16:creationId xmlns:a16="http://schemas.microsoft.com/office/drawing/2014/main" id="{89A63963-45CB-E18B-0316-5E95D37BB01A}"/>
              </a:ext>
            </a:extLst>
          </p:cNvPr>
          <p:cNvSpPr/>
          <p:nvPr/>
        </p:nvSpPr>
        <p:spPr>
          <a:xfrm>
            <a:off x="8641522" y="5911717"/>
            <a:ext cx="770519" cy="246768"/>
          </a:xfrm>
          <a:prstGeom prst="rect">
            <a:avLst/>
          </a:prstGeom>
          <a:solidFill>
            <a:srgbClr val="E2F0D9"/>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100">
                <a:solidFill>
                  <a:schemeClr val="tx1"/>
                </a:solidFill>
              </a:rPr>
              <a:t>Risk</a:t>
            </a:r>
            <a:endParaRPr lang="en-US" sz="1100" b="1">
              <a:solidFill>
                <a:schemeClr val="tx1"/>
              </a:solidFill>
            </a:endParaRPr>
          </a:p>
        </p:txBody>
      </p:sp>
      <p:sp>
        <p:nvSpPr>
          <p:cNvPr id="29" name="Rectangle 28">
            <a:extLst>
              <a:ext uri="{FF2B5EF4-FFF2-40B4-BE49-F238E27FC236}">
                <a16:creationId xmlns:a16="http://schemas.microsoft.com/office/drawing/2014/main" id="{8952A255-7B52-AAD1-0875-0CADE97B1EBC}"/>
              </a:ext>
            </a:extLst>
          </p:cNvPr>
          <p:cNvSpPr/>
          <p:nvPr/>
        </p:nvSpPr>
        <p:spPr>
          <a:xfrm>
            <a:off x="8641523" y="5234602"/>
            <a:ext cx="2214604" cy="271445"/>
          </a:xfrm>
          <a:prstGeom prst="rect">
            <a:avLst/>
          </a:prstGeom>
          <a:solidFill>
            <a:srgbClr val="17B2AF"/>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1200">
                <a:solidFill>
                  <a:schemeClr val="bg1"/>
                </a:solidFill>
              </a:rPr>
              <a:t>Revenue (SAR)</a:t>
            </a:r>
            <a:r>
              <a:rPr lang="en-US" sz="1200" b="1">
                <a:solidFill>
                  <a:schemeClr val="bg1"/>
                </a:solidFill>
              </a:rPr>
              <a:t>: 1.25 Mn</a:t>
            </a:r>
          </a:p>
        </p:txBody>
      </p:sp>
      <p:sp>
        <p:nvSpPr>
          <p:cNvPr id="30" name="TextBox 29">
            <a:extLst>
              <a:ext uri="{FF2B5EF4-FFF2-40B4-BE49-F238E27FC236}">
                <a16:creationId xmlns:a16="http://schemas.microsoft.com/office/drawing/2014/main" id="{E7AB414C-B8C5-44F9-45F3-E0E1108590E6}"/>
              </a:ext>
            </a:extLst>
          </p:cNvPr>
          <p:cNvSpPr txBox="1"/>
          <p:nvPr/>
        </p:nvSpPr>
        <p:spPr>
          <a:xfrm>
            <a:off x="9392994" y="5516092"/>
            <a:ext cx="1955788" cy="369332"/>
          </a:xfrm>
          <a:prstGeom prst="rect">
            <a:avLst/>
          </a:prstGeom>
          <a:noFill/>
        </p:spPr>
        <p:txBody>
          <a:bodyPr wrap="square" rtlCol="0">
            <a:spAutoFit/>
          </a:bodyPr>
          <a:lstStyle/>
          <a:p>
            <a:r>
              <a:rPr lang="en-US" sz="900"/>
              <a:t>Low as machinery sourced </a:t>
            </a:r>
            <a:br>
              <a:rPr lang="en-US" sz="900"/>
            </a:br>
            <a:r>
              <a:rPr lang="en-US" sz="900"/>
              <a:t>through AFG portfolio</a:t>
            </a:r>
          </a:p>
        </p:txBody>
      </p:sp>
      <p:sp>
        <p:nvSpPr>
          <p:cNvPr id="31" name="TextBox 30">
            <a:extLst>
              <a:ext uri="{FF2B5EF4-FFF2-40B4-BE49-F238E27FC236}">
                <a16:creationId xmlns:a16="http://schemas.microsoft.com/office/drawing/2014/main" id="{ED13B751-80CB-86D2-EB4A-0EAB24D9D6D5}"/>
              </a:ext>
            </a:extLst>
          </p:cNvPr>
          <p:cNvSpPr txBox="1"/>
          <p:nvPr/>
        </p:nvSpPr>
        <p:spPr>
          <a:xfrm>
            <a:off x="9392994" y="5850435"/>
            <a:ext cx="1955788" cy="369332"/>
          </a:xfrm>
          <a:prstGeom prst="rect">
            <a:avLst/>
          </a:prstGeom>
          <a:noFill/>
        </p:spPr>
        <p:txBody>
          <a:bodyPr wrap="square" rtlCol="0">
            <a:spAutoFit/>
          </a:bodyPr>
          <a:lstStyle/>
          <a:p>
            <a:r>
              <a:rPr lang="en-US" sz="900"/>
              <a:t>Utilize existing space and key </a:t>
            </a:r>
            <a:br>
              <a:rPr lang="en-US" sz="900"/>
            </a:br>
            <a:r>
              <a:rPr lang="en-US" sz="900"/>
              <a:t>doctors (Dr Otaibi)</a:t>
            </a:r>
          </a:p>
        </p:txBody>
      </p:sp>
      <p:sp>
        <p:nvSpPr>
          <p:cNvPr id="39" name="Rectangle: Rounded Corners 38">
            <a:extLst>
              <a:ext uri="{FF2B5EF4-FFF2-40B4-BE49-F238E27FC236}">
                <a16:creationId xmlns:a16="http://schemas.microsoft.com/office/drawing/2014/main" id="{2AC8F106-5552-6C40-5B80-8785DA17DFAE}"/>
              </a:ext>
            </a:extLst>
          </p:cNvPr>
          <p:cNvSpPr/>
          <p:nvPr/>
        </p:nvSpPr>
        <p:spPr>
          <a:xfrm>
            <a:off x="3321630" y="1766241"/>
            <a:ext cx="496285" cy="163948"/>
          </a:xfrm>
          <a:prstGeom prst="roundRect">
            <a:avLst/>
          </a:prstGeom>
          <a:solidFill>
            <a:srgbClr val="E2F0D9"/>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800">
                <a:solidFill>
                  <a:schemeClr val="tx1"/>
                </a:solidFill>
              </a:rPr>
              <a:t>CAPEX</a:t>
            </a:r>
            <a:endParaRPr lang="en-US" sz="800" b="1">
              <a:solidFill>
                <a:schemeClr val="tx1"/>
              </a:solidFill>
            </a:endParaRPr>
          </a:p>
        </p:txBody>
      </p:sp>
      <p:sp>
        <p:nvSpPr>
          <p:cNvPr id="40" name="Rectangle: Rounded Corners 39">
            <a:extLst>
              <a:ext uri="{FF2B5EF4-FFF2-40B4-BE49-F238E27FC236}">
                <a16:creationId xmlns:a16="http://schemas.microsoft.com/office/drawing/2014/main" id="{EFFAB396-9D11-5C2A-6A6B-4180CFB9E347}"/>
              </a:ext>
            </a:extLst>
          </p:cNvPr>
          <p:cNvSpPr/>
          <p:nvPr/>
        </p:nvSpPr>
        <p:spPr>
          <a:xfrm>
            <a:off x="3321630" y="1979225"/>
            <a:ext cx="496285" cy="163948"/>
          </a:xfrm>
          <a:prstGeom prst="roundRect">
            <a:avLst/>
          </a:prstGeom>
          <a:solidFill>
            <a:srgbClr val="E2F0D9"/>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800">
                <a:solidFill>
                  <a:schemeClr val="tx1"/>
                </a:solidFill>
              </a:rPr>
              <a:t>Risk</a:t>
            </a:r>
            <a:endParaRPr lang="en-US" sz="800" b="1">
              <a:solidFill>
                <a:schemeClr val="tx1"/>
              </a:solidFill>
            </a:endParaRPr>
          </a:p>
        </p:txBody>
      </p:sp>
      <p:sp>
        <p:nvSpPr>
          <p:cNvPr id="41" name="Rectangle: Rounded Corners 40">
            <a:extLst>
              <a:ext uri="{FF2B5EF4-FFF2-40B4-BE49-F238E27FC236}">
                <a16:creationId xmlns:a16="http://schemas.microsoft.com/office/drawing/2014/main" id="{194C931D-C6A4-118C-A715-573D0E500249}"/>
              </a:ext>
            </a:extLst>
          </p:cNvPr>
          <p:cNvSpPr/>
          <p:nvPr/>
        </p:nvSpPr>
        <p:spPr>
          <a:xfrm>
            <a:off x="7047515" y="1766241"/>
            <a:ext cx="496285" cy="163948"/>
          </a:xfrm>
          <a:prstGeom prst="roundRect">
            <a:avLst/>
          </a:prstGeom>
          <a:solidFill>
            <a:srgbClr val="E2F0D9"/>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800">
                <a:solidFill>
                  <a:schemeClr val="tx1"/>
                </a:solidFill>
              </a:rPr>
              <a:t>CAPEX</a:t>
            </a:r>
            <a:endParaRPr lang="en-US" sz="800" b="1">
              <a:solidFill>
                <a:schemeClr val="tx1"/>
              </a:solidFill>
            </a:endParaRPr>
          </a:p>
        </p:txBody>
      </p:sp>
      <p:sp>
        <p:nvSpPr>
          <p:cNvPr id="46" name="Rectangle: Rounded Corners 45">
            <a:extLst>
              <a:ext uri="{FF2B5EF4-FFF2-40B4-BE49-F238E27FC236}">
                <a16:creationId xmlns:a16="http://schemas.microsoft.com/office/drawing/2014/main" id="{ACDEE5A7-279F-04BB-19A4-D7437F074EE8}"/>
              </a:ext>
            </a:extLst>
          </p:cNvPr>
          <p:cNvSpPr/>
          <p:nvPr/>
        </p:nvSpPr>
        <p:spPr>
          <a:xfrm>
            <a:off x="7047515" y="1979225"/>
            <a:ext cx="496285" cy="163948"/>
          </a:xfrm>
          <a:prstGeom prst="roundRect">
            <a:avLst/>
          </a:prstGeom>
          <a:solidFill>
            <a:srgbClr val="E2F0D9"/>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800">
                <a:solidFill>
                  <a:schemeClr val="tx1"/>
                </a:solidFill>
              </a:rPr>
              <a:t>Risk</a:t>
            </a:r>
            <a:endParaRPr lang="en-US" sz="800" b="1">
              <a:solidFill>
                <a:schemeClr val="tx1"/>
              </a:solidFill>
            </a:endParaRPr>
          </a:p>
        </p:txBody>
      </p:sp>
      <p:sp>
        <p:nvSpPr>
          <p:cNvPr id="48" name="Rectangle: Rounded Corners 47">
            <a:extLst>
              <a:ext uri="{FF2B5EF4-FFF2-40B4-BE49-F238E27FC236}">
                <a16:creationId xmlns:a16="http://schemas.microsoft.com/office/drawing/2014/main" id="{624B20BB-AD51-B64E-439D-D87431A4B4EC}"/>
              </a:ext>
            </a:extLst>
          </p:cNvPr>
          <p:cNvSpPr/>
          <p:nvPr/>
        </p:nvSpPr>
        <p:spPr>
          <a:xfrm>
            <a:off x="10684290" y="1766241"/>
            <a:ext cx="496285" cy="163948"/>
          </a:xfrm>
          <a:prstGeom prst="roundRect">
            <a:avLst/>
          </a:prstGeom>
          <a:solidFill>
            <a:srgbClr val="FFF2CC"/>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800">
                <a:solidFill>
                  <a:schemeClr val="tx1"/>
                </a:solidFill>
              </a:rPr>
              <a:t>CAPEX</a:t>
            </a:r>
            <a:endParaRPr lang="en-US" sz="800" b="1">
              <a:solidFill>
                <a:schemeClr val="tx1"/>
              </a:solidFill>
            </a:endParaRPr>
          </a:p>
        </p:txBody>
      </p:sp>
      <p:sp>
        <p:nvSpPr>
          <p:cNvPr id="49" name="Rectangle: Rounded Corners 48">
            <a:extLst>
              <a:ext uri="{FF2B5EF4-FFF2-40B4-BE49-F238E27FC236}">
                <a16:creationId xmlns:a16="http://schemas.microsoft.com/office/drawing/2014/main" id="{2915057D-5033-7348-C09A-4F07BE45844E}"/>
              </a:ext>
            </a:extLst>
          </p:cNvPr>
          <p:cNvSpPr/>
          <p:nvPr/>
        </p:nvSpPr>
        <p:spPr>
          <a:xfrm>
            <a:off x="10684290" y="1979225"/>
            <a:ext cx="496285" cy="163948"/>
          </a:xfrm>
          <a:prstGeom prst="roundRect">
            <a:avLst/>
          </a:prstGeom>
          <a:solidFill>
            <a:srgbClr val="E2F0D9"/>
          </a:solidFill>
          <a:ln w="6350">
            <a:noFill/>
            <a:prstDash val="dash"/>
          </a:ln>
        </p:spPr>
        <p:style>
          <a:lnRef idx="2">
            <a:schemeClr val="accent1">
              <a:shade val="15000"/>
            </a:schemeClr>
          </a:lnRef>
          <a:fillRef idx="1">
            <a:schemeClr val="accent1"/>
          </a:fillRef>
          <a:effectRef idx="0">
            <a:schemeClr val="accent1"/>
          </a:effectRef>
          <a:fontRef idx="minor">
            <a:schemeClr val="lt1"/>
          </a:fontRef>
        </p:style>
        <p:txBody>
          <a:bodyPr lIns="91440" rtlCol="0" anchor="ctr"/>
          <a:lstStyle/>
          <a:p>
            <a:pPr algn="ctr"/>
            <a:r>
              <a:rPr lang="en-US" sz="800">
                <a:solidFill>
                  <a:schemeClr val="tx1"/>
                </a:solidFill>
              </a:rPr>
              <a:t>Risk</a:t>
            </a:r>
            <a:endParaRPr lang="en-US" sz="800" b="1">
              <a:solidFill>
                <a:schemeClr val="tx1"/>
              </a:solidFill>
            </a:endParaRPr>
          </a:p>
        </p:txBody>
      </p:sp>
    </p:spTree>
    <p:extLst>
      <p:ext uri="{BB962C8B-B14F-4D97-AF65-F5344CB8AC3E}">
        <p14:creationId xmlns:p14="http://schemas.microsoft.com/office/powerpoint/2010/main" val="10833358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487">
          <a:extLst>
            <a:ext uri="{FF2B5EF4-FFF2-40B4-BE49-F238E27FC236}">
              <a16:creationId xmlns:a16="http://schemas.microsoft.com/office/drawing/2014/main" id="{BBA34078-D210-1BF4-ACB1-F5332519B3B9}"/>
            </a:ext>
          </a:extLst>
        </p:cNvPr>
        <p:cNvGrpSpPr/>
        <p:nvPr/>
      </p:nvGrpSpPr>
      <p:grpSpPr>
        <a:xfrm>
          <a:off x="0" y="0"/>
          <a:ext cx="0" cy="0"/>
          <a:chOff x="0" y="0"/>
          <a:chExt cx="0" cy="0"/>
        </a:xfrm>
      </p:grpSpPr>
      <p:graphicFrame>
        <p:nvGraphicFramePr>
          <p:cNvPr id="18" name="think-cell data - do not delete" hidden="1">
            <a:extLst>
              <a:ext uri="{FF2B5EF4-FFF2-40B4-BE49-F238E27FC236}">
                <a16:creationId xmlns:a16="http://schemas.microsoft.com/office/drawing/2014/main" id="{F4313876-5611-E8D4-2E8C-E77FA64057B9}"/>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5" progId="TCLayout.ActiveDocument.1">
                  <p:embed/>
                </p:oleObj>
              </mc:Choice>
              <mc:Fallback>
                <p:oleObj name="think-cell Slide" r:id="rId7" imgW="425" imgH="425" progId="TCLayout.ActiveDocument.1">
                  <p:embed/>
                  <p:pic>
                    <p:nvPicPr>
                      <p:cNvPr id="18" name="think-cell data - do not delete" hidden="1">
                        <a:extLst>
                          <a:ext uri="{FF2B5EF4-FFF2-40B4-BE49-F238E27FC236}">
                            <a16:creationId xmlns:a16="http://schemas.microsoft.com/office/drawing/2014/main" id="{F4313876-5611-E8D4-2E8C-E77FA64057B9}"/>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2490" name="Google Shape;2490;p28">
            <a:extLst>
              <a:ext uri="{FF2B5EF4-FFF2-40B4-BE49-F238E27FC236}">
                <a16:creationId xmlns:a16="http://schemas.microsoft.com/office/drawing/2014/main" id="{A7CB058D-B18E-411E-AC1C-0EEFC9E641B2}"/>
              </a:ext>
            </a:extLst>
          </p:cNvPr>
          <p:cNvSpPr/>
          <p:nvPr/>
        </p:nvSpPr>
        <p:spPr>
          <a:xfrm>
            <a:off x="4569526" y="5063145"/>
            <a:ext cx="3638303" cy="824403"/>
          </a:xfrm>
          <a:prstGeom prst="roundRect">
            <a:avLst>
              <a:gd name="adj" fmla="val 16667"/>
            </a:avLst>
          </a:prstGeom>
          <a:solidFill>
            <a:schemeClr val="bg1">
              <a:lumMod val="95000"/>
            </a:schemeClr>
          </a:solidFill>
          <a:ln>
            <a:noFill/>
          </a:ln>
          <a:effectLst>
            <a:outerShdw blurRad="63500" sx="102000" sy="102000" algn="ctr" rotWithShape="0">
              <a:prstClr val="black">
                <a:alpha val="40000"/>
              </a:prstClr>
            </a:outerShdw>
          </a:effectLst>
        </p:spPr>
        <p:txBody>
          <a:bodyPr spcFirstLastPara="1" wrap="square" lIns="90000" tIns="46800" rIns="91425" bIns="46800" anchor="ctr" anchorCtr="0">
            <a:noAutofit/>
          </a:bodyPr>
          <a:lstStyle/>
          <a:p>
            <a:pPr>
              <a:buClr>
                <a:srgbClr val="000000"/>
              </a:buClr>
              <a:buSzPts val="1000"/>
            </a:pPr>
            <a:r>
              <a:rPr lang="en-US" sz="1600">
                <a:cs typeface="Arial" panose="020B0604020202020204" pitchFamily="34" charset="0"/>
              </a:rPr>
              <a:t>What level of investment is the board comfortable with to pursue the upside?</a:t>
            </a:r>
          </a:p>
        </p:txBody>
      </p:sp>
      <p:sp>
        <p:nvSpPr>
          <p:cNvPr id="2507" name="Google Shape;2507;p28">
            <a:extLst>
              <a:ext uri="{FF2B5EF4-FFF2-40B4-BE49-F238E27FC236}">
                <a16:creationId xmlns:a16="http://schemas.microsoft.com/office/drawing/2014/main" id="{0DE74946-2BA1-E0BC-A76A-13035385DC44}"/>
              </a:ext>
            </a:extLst>
          </p:cNvPr>
          <p:cNvSpPr txBox="1">
            <a:spLocks noGrp="1"/>
          </p:cNvSpPr>
          <p:nvPr>
            <p:ph type="sldNum" idx="12"/>
          </p:nvPr>
        </p:nvSpPr>
        <p:spPr>
          <a:xfrm>
            <a:off x="8717280" y="6393528"/>
            <a:ext cx="2743200" cy="365125"/>
          </a:xfrm>
          <a:prstGeom prst="rect">
            <a:avLst/>
          </a:prstGeom>
          <a:noFill/>
          <a:ln>
            <a:noFill/>
          </a:ln>
        </p:spPr>
        <p:txBody>
          <a:bodyPr spcFirstLastPara="1" wrap="square" lIns="91425" tIns="45700" rIns="91425" bIns="45700" anchor="ctr" anchorCtr="0">
            <a:noAutofit/>
          </a:bodyPr>
          <a:lstStyle/>
          <a:p>
            <a:pPr marL="0" marR="0" lvl="0" indent="0" algn="r" rtl="0">
              <a:lnSpc>
                <a:spcPct val="100000"/>
              </a:lnSpc>
              <a:spcBef>
                <a:spcPts val="0"/>
              </a:spcBef>
              <a:spcAft>
                <a:spcPts val="0"/>
              </a:spcAft>
              <a:buClr>
                <a:schemeClr val="dk1"/>
              </a:buClr>
              <a:buSzPts val="1000"/>
              <a:buFont typeface="Arial"/>
              <a:buNone/>
            </a:pPr>
            <a:fld id="{00000000-1234-1234-1234-123412341234}" type="slidenum">
              <a:rPr lang="en-US" b="0" i="0" u="none" strike="noStrike" cap="none">
                <a:latin typeface="Arial"/>
                <a:ea typeface="Arial"/>
                <a:cs typeface="Arial"/>
                <a:sym typeface="Arial"/>
              </a:rPr>
              <a:t>8</a:t>
            </a:fld>
            <a:endParaRPr b="0" i="0" u="none" strike="noStrike" cap="none">
              <a:latin typeface="Arial"/>
              <a:ea typeface="Arial"/>
              <a:cs typeface="Arial"/>
              <a:sym typeface="Arial"/>
            </a:endParaRPr>
          </a:p>
        </p:txBody>
      </p:sp>
      <p:sp>
        <p:nvSpPr>
          <p:cNvPr id="2" name="2. Slide Title">
            <a:extLst>
              <a:ext uri="{FF2B5EF4-FFF2-40B4-BE49-F238E27FC236}">
                <a16:creationId xmlns:a16="http://schemas.microsoft.com/office/drawing/2014/main" id="{260CA612-DB33-C1CD-8F3F-91D76CAA1D04}"/>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a:solidFill>
                  <a:srgbClr val="0A0A0A"/>
                </a:solidFill>
                <a:latin typeface="Georgia" panose="02040502050405020303" pitchFamily="18" charset="0"/>
                <a:cs typeface="Arial" panose="020B0604020202020204" pitchFamily="34" charset="0"/>
              </a:rPr>
              <a:t>Questions and decisions: </a:t>
            </a:r>
            <a:r>
              <a:rPr lang="en-US" sz="2600" b="0">
                <a:solidFill>
                  <a:srgbClr val="0A0A0A"/>
                </a:solidFill>
                <a:latin typeface="Georgia" panose="02040502050405020303" pitchFamily="18" charset="0"/>
                <a:cs typeface="Arial" panose="020B0604020202020204" pitchFamily="34" charset="0"/>
              </a:rPr>
              <a:t>to outline the path ahead and which value creation initiatives we should pursue over the next three years</a:t>
            </a:r>
            <a:endParaRPr lang="en-US" sz="2600">
              <a:solidFill>
                <a:srgbClr val="0A0A0A"/>
              </a:solidFill>
              <a:latin typeface="Georgia" panose="02040502050405020303" pitchFamily="18" charset="0"/>
              <a:cs typeface="Arial" panose="020B0604020202020204" pitchFamily="34" charset="0"/>
            </a:endParaRPr>
          </a:p>
        </p:txBody>
      </p:sp>
      <p:sp>
        <p:nvSpPr>
          <p:cNvPr id="2488" name="Google Shape;2488;p28">
            <a:extLst>
              <a:ext uri="{FF2B5EF4-FFF2-40B4-BE49-F238E27FC236}">
                <a16:creationId xmlns:a16="http://schemas.microsoft.com/office/drawing/2014/main" id="{28FF1BC0-94E2-44D9-91B3-FC6E35B5B605}"/>
              </a:ext>
            </a:extLst>
          </p:cNvPr>
          <p:cNvSpPr/>
          <p:nvPr/>
        </p:nvSpPr>
        <p:spPr>
          <a:xfrm>
            <a:off x="4569526" y="1792100"/>
            <a:ext cx="3638303" cy="824401"/>
          </a:xfrm>
          <a:prstGeom prst="roundRect">
            <a:avLst>
              <a:gd name="adj" fmla="val 16667"/>
            </a:avLst>
          </a:prstGeom>
          <a:solidFill>
            <a:schemeClr val="bg1">
              <a:lumMod val="95000"/>
            </a:schemeClr>
          </a:solidFill>
          <a:ln>
            <a:noFill/>
          </a:ln>
          <a:effectLst>
            <a:outerShdw blurRad="63500" sx="102000" sy="102000" algn="ctr" rotWithShape="0">
              <a:prstClr val="black">
                <a:alpha val="40000"/>
              </a:prstClr>
            </a:outerShdw>
          </a:effectLst>
        </p:spPr>
        <p:txBody>
          <a:bodyPr spcFirstLastPara="1" wrap="square" lIns="90000" tIns="46800" rIns="91425" bIns="46800" anchor="ctr" anchorCtr="0">
            <a:noAutofit/>
          </a:bodyPr>
          <a:lstStyle/>
          <a:p>
            <a:pPr>
              <a:buClr>
                <a:srgbClr val="000000"/>
              </a:buClr>
              <a:buSzPts val="1000"/>
            </a:pPr>
            <a:r>
              <a:rPr lang="en-US" sz="1600">
                <a:cs typeface="Arial" panose="020B0604020202020204" pitchFamily="34" charset="0"/>
              </a:rPr>
              <a:t>Which value levers should we prioritize to accelerate profitability?</a:t>
            </a:r>
          </a:p>
        </p:txBody>
      </p:sp>
      <p:sp>
        <p:nvSpPr>
          <p:cNvPr id="2489" name="Google Shape;2489;p28">
            <a:extLst>
              <a:ext uri="{FF2B5EF4-FFF2-40B4-BE49-F238E27FC236}">
                <a16:creationId xmlns:a16="http://schemas.microsoft.com/office/drawing/2014/main" id="{58F060EC-F91E-124A-B1D4-C130A55024CC}"/>
              </a:ext>
            </a:extLst>
          </p:cNvPr>
          <p:cNvSpPr/>
          <p:nvPr/>
        </p:nvSpPr>
        <p:spPr>
          <a:xfrm>
            <a:off x="4569526" y="3427621"/>
            <a:ext cx="3638303" cy="824403"/>
          </a:xfrm>
          <a:prstGeom prst="roundRect">
            <a:avLst>
              <a:gd name="adj" fmla="val 16667"/>
            </a:avLst>
          </a:prstGeom>
          <a:solidFill>
            <a:schemeClr val="bg1">
              <a:lumMod val="95000"/>
            </a:schemeClr>
          </a:solidFill>
          <a:ln>
            <a:noFill/>
          </a:ln>
          <a:effectLst>
            <a:outerShdw blurRad="63500" sx="102000" sy="102000" algn="ctr" rotWithShape="0">
              <a:prstClr val="black">
                <a:alpha val="40000"/>
              </a:prstClr>
            </a:outerShdw>
          </a:effectLst>
        </p:spPr>
        <p:txBody>
          <a:bodyPr spcFirstLastPara="1" wrap="square" lIns="90000" tIns="46800" rIns="91425" bIns="46800" anchor="ctr" anchorCtr="0">
            <a:noAutofit/>
          </a:bodyPr>
          <a:lstStyle/>
          <a:p>
            <a:pPr>
              <a:buClr>
                <a:srgbClr val="000000"/>
              </a:buClr>
              <a:buSzPts val="1000"/>
            </a:pPr>
            <a:r>
              <a:rPr lang="en-US" sz="1600">
                <a:cs typeface="Arial" panose="020B0604020202020204" pitchFamily="34" charset="0"/>
              </a:rPr>
              <a:t>What is the right scale-up model to drive efficient growth without overextending?</a:t>
            </a:r>
          </a:p>
        </p:txBody>
      </p:sp>
      <p:sp>
        <p:nvSpPr>
          <p:cNvPr id="3" name="Line 15">
            <a:extLst>
              <a:ext uri="{FF2B5EF4-FFF2-40B4-BE49-F238E27FC236}">
                <a16:creationId xmlns:a16="http://schemas.microsoft.com/office/drawing/2014/main" id="{4EF7734C-FFB5-A91A-2509-BA8F53A98620}"/>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874F4A70-482F-5B6C-8B99-726CBB6C3266}"/>
              </a:ext>
            </a:extLst>
          </p:cNvPr>
          <p:cNvGrpSpPr/>
          <p:nvPr/>
        </p:nvGrpSpPr>
        <p:grpSpPr>
          <a:xfrm>
            <a:off x="-542797" y="625071"/>
            <a:ext cx="338328" cy="3872943"/>
            <a:chOff x="-460920" y="279546"/>
            <a:chExt cx="338328" cy="3872943"/>
          </a:xfrm>
        </p:grpSpPr>
        <p:sp>
          <p:nvSpPr>
            <p:cNvPr id="7" name="Google Shape;139;p2">
              <a:extLst>
                <a:ext uri="{FF2B5EF4-FFF2-40B4-BE49-F238E27FC236}">
                  <a16:creationId xmlns:a16="http://schemas.microsoft.com/office/drawing/2014/main" id="{A5B8DFED-4856-88A6-F1B5-14213B1F4D2B}"/>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8" name="Google Shape;140;p2">
              <a:extLst>
                <a:ext uri="{FF2B5EF4-FFF2-40B4-BE49-F238E27FC236}">
                  <a16:creationId xmlns:a16="http://schemas.microsoft.com/office/drawing/2014/main" id="{92BA20A1-C1CF-0156-CFE6-6129B39E0F3E}"/>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9" name="Google Shape;141;p2">
              <a:extLst>
                <a:ext uri="{FF2B5EF4-FFF2-40B4-BE49-F238E27FC236}">
                  <a16:creationId xmlns:a16="http://schemas.microsoft.com/office/drawing/2014/main" id="{C4E03477-4180-2F1B-6D13-27EA71757F55}"/>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0" name="Google Shape;142;p2">
              <a:extLst>
                <a:ext uri="{FF2B5EF4-FFF2-40B4-BE49-F238E27FC236}">
                  <a16:creationId xmlns:a16="http://schemas.microsoft.com/office/drawing/2014/main" id="{8353F57F-36E5-A9CD-896D-557075D224BD}"/>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1" name="Google Shape;143;p2">
              <a:extLst>
                <a:ext uri="{FF2B5EF4-FFF2-40B4-BE49-F238E27FC236}">
                  <a16:creationId xmlns:a16="http://schemas.microsoft.com/office/drawing/2014/main" id="{9EFDA896-82F1-64A1-8094-48EDE9C0A996}"/>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2" name="Google Shape;147;p2">
              <a:extLst>
                <a:ext uri="{FF2B5EF4-FFF2-40B4-BE49-F238E27FC236}">
                  <a16:creationId xmlns:a16="http://schemas.microsoft.com/office/drawing/2014/main" id="{4EF3535C-B556-91E6-F572-2B8EA246AF7E}"/>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 name="Google Shape;151;p2">
              <a:extLst>
                <a:ext uri="{FF2B5EF4-FFF2-40B4-BE49-F238E27FC236}">
                  <a16:creationId xmlns:a16="http://schemas.microsoft.com/office/drawing/2014/main" id="{BACFBBAB-9B99-F699-C733-8B2DFF0BF710}"/>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4" name="Google Shape;147;p2">
              <a:extLst>
                <a:ext uri="{FF2B5EF4-FFF2-40B4-BE49-F238E27FC236}">
                  <a16:creationId xmlns:a16="http://schemas.microsoft.com/office/drawing/2014/main" id="{8090CC5A-D45A-E0B0-C767-F231C93876FC}"/>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7" name="Google Shape;2488;p28">
            <a:extLst>
              <a:ext uri="{FF2B5EF4-FFF2-40B4-BE49-F238E27FC236}">
                <a16:creationId xmlns:a16="http://schemas.microsoft.com/office/drawing/2014/main" id="{2B1CDC27-6131-C15A-850B-76735F6D8348}"/>
              </a:ext>
            </a:extLst>
          </p:cNvPr>
          <p:cNvSpPr/>
          <p:nvPr/>
        </p:nvSpPr>
        <p:spPr>
          <a:xfrm>
            <a:off x="546645" y="1792100"/>
            <a:ext cx="2921769" cy="824403"/>
          </a:xfrm>
          <a:prstGeom prst="roundRect">
            <a:avLst>
              <a:gd name="adj" fmla="val 16667"/>
            </a:avLst>
          </a:prstGeom>
          <a:solidFill>
            <a:srgbClr val="206971"/>
          </a:solidFill>
          <a:ln>
            <a:noFill/>
          </a:ln>
          <a:effectLst>
            <a:outerShdw blurRad="63500" sx="102000" sy="102000" algn="ctr" rotWithShape="0">
              <a:prstClr val="black">
                <a:alpha val="40000"/>
              </a:prstClr>
            </a:outerShdw>
          </a:effectLst>
        </p:spPr>
        <p:txBody>
          <a:bodyPr spcFirstLastPara="1" wrap="square" lIns="90000" tIns="46800" rIns="91440" bIns="46800" anchor="ctr" anchorCtr="0">
            <a:noAutofit/>
          </a:bodyPr>
          <a:lstStyle/>
          <a:p>
            <a:pPr marL="822960">
              <a:buClr>
                <a:srgbClr val="000000"/>
              </a:buClr>
              <a:buSzPts val="1000"/>
            </a:pPr>
            <a:r>
              <a:rPr lang="en-US" sz="2400" b="1">
                <a:solidFill>
                  <a:schemeClr val="bg1"/>
                </a:solidFill>
                <a:cs typeface="Arial" panose="020B0604020202020204" pitchFamily="34" charset="0"/>
              </a:rPr>
              <a:t>Prioritization</a:t>
            </a:r>
          </a:p>
        </p:txBody>
      </p:sp>
      <p:pic>
        <p:nvPicPr>
          <p:cNvPr id="4" name="Graphic 3">
            <a:extLst>
              <a:ext uri="{FF2B5EF4-FFF2-40B4-BE49-F238E27FC236}">
                <a16:creationId xmlns:a16="http://schemas.microsoft.com/office/drawing/2014/main" id="{C720CD83-6B1F-5AC9-D315-49DC64265439}"/>
              </a:ext>
            </a:extLst>
          </p:cNvPr>
          <p:cNvPicPr>
            <a:picLocks noChangeAspect="1"/>
          </p:cNvPicPr>
          <p:nvPr/>
        </p:nvPicPr>
        <p:blipFill>
          <a:blip r:embed="rId9">
            <a:extLst>
              <a:ext uri="{96DAC541-7B7A-43D3-8B79-37D633B846F1}">
                <asvg:svgBlip xmlns:asvg="http://schemas.microsoft.com/office/drawing/2016/SVG/main" r:embed="rId10"/>
              </a:ext>
            </a:extLst>
          </a:blip>
          <a:srcRect b="17443"/>
          <a:stretch>
            <a:fillRect/>
          </a:stretch>
        </p:blipFill>
        <p:spPr>
          <a:xfrm>
            <a:off x="900742" y="2038865"/>
            <a:ext cx="323615" cy="327885"/>
          </a:xfrm>
          <a:prstGeom prst="rect">
            <a:avLst/>
          </a:prstGeom>
        </p:spPr>
      </p:pic>
      <p:sp>
        <p:nvSpPr>
          <p:cNvPr id="21" name="Google Shape;2488;p28">
            <a:extLst>
              <a:ext uri="{FF2B5EF4-FFF2-40B4-BE49-F238E27FC236}">
                <a16:creationId xmlns:a16="http://schemas.microsoft.com/office/drawing/2014/main" id="{3BC1ACE8-5118-4DFC-47B8-3070906CB904}"/>
              </a:ext>
            </a:extLst>
          </p:cNvPr>
          <p:cNvSpPr/>
          <p:nvPr/>
        </p:nvSpPr>
        <p:spPr>
          <a:xfrm>
            <a:off x="546645" y="3427623"/>
            <a:ext cx="2921769" cy="824403"/>
          </a:xfrm>
          <a:prstGeom prst="roundRect">
            <a:avLst>
              <a:gd name="adj" fmla="val 16667"/>
            </a:avLst>
          </a:prstGeom>
          <a:solidFill>
            <a:srgbClr val="206971"/>
          </a:solidFill>
          <a:ln>
            <a:noFill/>
          </a:ln>
          <a:effectLst>
            <a:outerShdw blurRad="63500" sx="102000" sy="102000" algn="ctr" rotWithShape="0">
              <a:prstClr val="black">
                <a:alpha val="40000"/>
              </a:prstClr>
            </a:outerShdw>
          </a:effectLst>
        </p:spPr>
        <p:txBody>
          <a:bodyPr spcFirstLastPara="1" wrap="square" lIns="90000" tIns="46800" rIns="91440" bIns="46800" anchor="ctr" anchorCtr="0">
            <a:noAutofit/>
          </a:bodyPr>
          <a:lstStyle/>
          <a:p>
            <a:pPr marL="822960">
              <a:buClr>
                <a:srgbClr val="000000"/>
              </a:buClr>
              <a:buSzPts val="1000"/>
            </a:pPr>
            <a:r>
              <a:rPr lang="en-US" sz="2400" b="1">
                <a:solidFill>
                  <a:schemeClr val="bg1"/>
                </a:solidFill>
                <a:cs typeface="Arial" panose="020B0604020202020204" pitchFamily="34" charset="0"/>
              </a:rPr>
              <a:t>Growth</a:t>
            </a:r>
          </a:p>
        </p:txBody>
      </p:sp>
      <p:sp>
        <p:nvSpPr>
          <p:cNvPr id="22" name="Google Shape;2488;p28">
            <a:extLst>
              <a:ext uri="{FF2B5EF4-FFF2-40B4-BE49-F238E27FC236}">
                <a16:creationId xmlns:a16="http://schemas.microsoft.com/office/drawing/2014/main" id="{6A48426F-B3AB-21AA-FCE1-0E6C95E4ADAE}"/>
              </a:ext>
            </a:extLst>
          </p:cNvPr>
          <p:cNvSpPr/>
          <p:nvPr/>
        </p:nvSpPr>
        <p:spPr>
          <a:xfrm>
            <a:off x="546645" y="5063145"/>
            <a:ext cx="2921769" cy="824403"/>
          </a:xfrm>
          <a:prstGeom prst="roundRect">
            <a:avLst>
              <a:gd name="adj" fmla="val 16667"/>
            </a:avLst>
          </a:prstGeom>
          <a:solidFill>
            <a:srgbClr val="206971"/>
          </a:solidFill>
          <a:ln>
            <a:noFill/>
          </a:ln>
          <a:effectLst>
            <a:outerShdw blurRad="63500" sx="102000" sy="102000" algn="ctr" rotWithShape="0">
              <a:prstClr val="black">
                <a:alpha val="40000"/>
              </a:prstClr>
            </a:outerShdw>
          </a:effectLst>
        </p:spPr>
        <p:txBody>
          <a:bodyPr spcFirstLastPara="1" wrap="square" lIns="90000" tIns="46800" rIns="91440" bIns="46800" anchor="ctr" anchorCtr="0">
            <a:noAutofit/>
          </a:bodyPr>
          <a:lstStyle/>
          <a:p>
            <a:pPr marL="822960">
              <a:buClr>
                <a:srgbClr val="000000"/>
              </a:buClr>
              <a:buSzPts val="1000"/>
            </a:pPr>
            <a:r>
              <a:rPr lang="en-US" sz="2400" b="1">
                <a:solidFill>
                  <a:schemeClr val="bg1"/>
                </a:solidFill>
                <a:cs typeface="Arial" panose="020B0604020202020204" pitchFamily="34" charset="0"/>
              </a:rPr>
              <a:t>Investment</a:t>
            </a:r>
          </a:p>
        </p:txBody>
      </p:sp>
      <p:pic>
        <p:nvPicPr>
          <p:cNvPr id="6" name="Graphic 5">
            <a:extLst>
              <a:ext uri="{FF2B5EF4-FFF2-40B4-BE49-F238E27FC236}">
                <a16:creationId xmlns:a16="http://schemas.microsoft.com/office/drawing/2014/main" id="{D8123295-4296-3D3E-90A8-502722FFB6F1}"/>
              </a:ext>
            </a:extLst>
          </p:cNvPr>
          <p:cNvPicPr>
            <a:picLocks noChangeAspect="1"/>
          </p:cNvPicPr>
          <p:nvPr/>
        </p:nvPicPr>
        <p:blipFill>
          <a:blip r:embed="rId11">
            <a:extLst>
              <a:ext uri="{96DAC541-7B7A-43D3-8B79-37D633B846F1}">
                <asvg:svgBlip xmlns:asvg="http://schemas.microsoft.com/office/drawing/2016/SVG/main" r:embed="rId12"/>
              </a:ext>
            </a:extLst>
          </a:blip>
          <a:srcRect b="14680"/>
          <a:stretch>
            <a:fillRect/>
          </a:stretch>
        </p:blipFill>
        <p:spPr>
          <a:xfrm>
            <a:off x="898863" y="3645332"/>
            <a:ext cx="327373" cy="342792"/>
          </a:xfrm>
          <a:prstGeom prst="rect">
            <a:avLst/>
          </a:prstGeom>
        </p:spPr>
      </p:pic>
      <p:pic>
        <p:nvPicPr>
          <p:cNvPr id="2501" name="Google Shape;2501;p28" descr="Money with solid fill">
            <a:extLst>
              <a:ext uri="{FF2B5EF4-FFF2-40B4-BE49-F238E27FC236}">
                <a16:creationId xmlns:a16="http://schemas.microsoft.com/office/drawing/2014/main" id="{CEE91174-0085-EB9C-BB87-99B753BBD7FF}"/>
              </a:ext>
            </a:extLst>
          </p:cNvPr>
          <p:cNvPicPr preferRelativeResize="0"/>
          <p:nvPr/>
        </p:nvPicPr>
        <p:blipFill rotWithShape="1">
          <a:blip r:embed="rId13">
            <a:alphaModFix/>
          </a:blip>
          <a:srcRect/>
          <a:stretch/>
        </p:blipFill>
        <p:spPr>
          <a:xfrm>
            <a:off x="850867" y="5299368"/>
            <a:ext cx="423365" cy="333664"/>
          </a:xfrm>
          <a:prstGeom prst="rect">
            <a:avLst/>
          </a:prstGeom>
          <a:noFill/>
          <a:ln>
            <a:noFill/>
          </a:ln>
        </p:spPr>
      </p:pic>
      <p:sp>
        <p:nvSpPr>
          <p:cNvPr id="23" name="Google Shape;2078;p21">
            <a:extLst>
              <a:ext uri="{FF2B5EF4-FFF2-40B4-BE49-F238E27FC236}">
                <a16:creationId xmlns:a16="http://schemas.microsoft.com/office/drawing/2014/main" id="{BBA88D5F-D05F-4617-EA1D-C82F5B8C7E9E}"/>
              </a:ext>
            </a:extLst>
          </p:cNvPr>
          <p:cNvSpPr/>
          <p:nvPr/>
        </p:nvSpPr>
        <p:spPr>
          <a:xfrm>
            <a:off x="4055874" y="1891348"/>
            <a:ext cx="234919" cy="580572"/>
          </a:xfrm>
          <a:prstGeom prst="chevron">
            <a:avLst>
              <a:gd name="adj" fmla="val 50000"/>
            </a:avLst>
          </a:prstGeom>
          <a:solidFill>
            <a:srgbClr val="206971"/>
          </a:solidFill>
          <a:ln w="12700" cap="flat" cmpd="sng">
            <a:solidFill>
              <a:srgbClr val="055D7A"/>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04748A"/>
              </a:solidFill>
              <a:ea typeface="Arial"/>
              <a:cs typeface="Arial"/>
              <a:sym typeface="Arial"/>
            </a:endParaRPr>
          </a:p>
        </p:txBody>
      </p:sp>
      <p:sp>
        <p:nvSpPr>
          <p:cNvPr id="24" name="Google Shape;2079;p21">
            <a:extLst>
              <a:ext uri="{FF2B5EF4-FFF2-40B4-BE49-F238E27FC236}">
                <a16:creationId xmlns:a16="http://schemas.microsoft.com/office/drawing/2014/main" id="{86ECB970-3B16-CAEA-06C0-0078989FF680}"/>
              </a:ext>
            </a:extLst>
          </p:cNvPr>
          <p:cNvSpPr/>
          <p:nvPr/>
        </p:nvSpPr>
        <p:spPr>
          <a:xfrm>
            <a:off x="3718420" y="1970383"/>
            <a:ext cx="222961" cy="422502"/>
          </a:xfrm>
          <a:prstGeom prst="chevron">
            <a:avLst>
              <a:gd name="adj" fmla="val 50000"/>
            </a:avLst>
          </a:prstGeom>
          <a:solidFill>
            <a:srgbClr val="DDDDD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dk1"/>
              </a:solidFill>
              <a:ea typeface="Arial"/>
              <a:cs typeface="Arial"/>
              <a:sym typeface="Arial"/>
            </a:endParaRPr>
          </a:p>
        </p:txBody>
      </p:sp>
      <p:sp>
        <p:nvSpPr>
          <p:cNvPr id="27" name="Google Shape;2078;p21">
            <a:extLst>
              <a:ext uri="{FF2B5EF4-FFF2-40B4-BE49-F238E27FC236}">
                <a16:creationId xmlns:a16="http://schemas.microsoft.com/office/drawing/2014/main" id="{8078F281-D8EB-A221-641B-A56608F3A7E6}"/>
              </a:ext>
            </a:extLst>
          </p:cNvPr>
          <p:cNvSpPr/>
          <p:nvPr/>
        </p:nvSpPr>
        <p:spPr>
          <a:xfrm>
            <a:off x="4055874" y="3538204"/>
            <a:ext cx="234919" cy="580572"/>
          </a:xfrm>
          <a:prstGeom prst="chevron">
            <a:avLst>
              <a:gd name="adj" fmla="val 50000"/>
            </a:avLst>
          </a:prstGeom>
          <a:solidFill>
            <a:srgbClr val="206971"/>
          </a:solidFill>
          <a:ln w="12700" cap="flat" cmpd="sng">
            <a:solidFill>
              <a:srgbClr val="055D7A"/>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04748A"/>
              </a:solidFill>
              <a:ea typeface="Arial"/>
              <a:cs typeface="Arial"/>
              <a:sym typeface="Arial"/>
            </a:endParaRPr>
          </a:p>
        </p:txBody>
      </p:sp>
      <p:sp>
        <p:nvSpPr>
          <p:cNvPr id="28" name="Google Shape;2079;p21">
            <a:extLst>
              <a:ext uri="{FF2B5EF4-FFF2-40B4-BE49-F238E27FC236}">
                <a16:creationId xmlns:a16="http://schemas.microsoft.com/office/drawing/2014/main" id="{638135F5-323A-3FA2-9E6C-41F272BAE16E}"/>
              </a:ext>
            </a:extLst>
          </p:cNvPr>
          <p:cNvSpPr/>
          <p:nvPr/>
        </p:nvSpPr>
        <p:spPr>
          <a:xfrm>
            <a:off x="3718420" y="3617239"/>
            <a:ext cx="222961" cy="422502"/>
          </a:xfrm>
          <a:prstGeom prst="chevron">
            <a:avLst>
              <a:gd name="adj" fmla="val 50000"/>
            </a:avLst>
          </a:prstGeom>
          <a:solidFill>
            <a:srgbClr val="DDDDD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dk1"/>
              </a:solidFill>
              <a:ea typeface="Arial"/>
              <a:cs typeface="Arial"/>
              <a:sym typeface="Arial"/>
            </a:endParaRPr>
          </a:p>
        </p:txBody>
      </p:sp>
      <p:sp>
        <p:nvSpPr>
          <p:cNvPr id="30" name="Google Shape;2078;p21">
            <a:extLst>
              <a:ext uri="{FF2B5EF4-FFF2-40B4-BE49-F238E27FC236}">
                <a16:creationId xmlns:a16="http://schemas.microsoft.com/office/drawing/2014/main" id="{0EF13B24-6008-3000-868D-201F2A3E3213}"/>
              </a:ext>
            </a:extLst>
          </p:cNvPr>
          <p:cNvSpPr/>
          <p:nvPr/>
        </p:nvSpPr>
        <p:spPr>
          <a:xfrm>
            <a:off x="4055874" y="5185060"/>
            <a:ext cx="234919" cy="580572"/>
          </a:xfrm>
          <a:prstGeom prst="chevron">
            <a:avLst>
              <a:gd name="adj" fmla="val 50000"/>
            </a:avLst>
          </a:prstGeom>
          <a:solidFill>
            <a:srgbClr val="206971"/>
          </a:solidFill>
          <a:ln w="12700" cap="flat" cmpd="sng">
            <a:solidFill>
              <a:srgbClr val="055D7A"/>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04748A"/>
              </a:solidFill>
              <a:ea typeface="Arial"/>
              <a:cs typeface="Arial"/>
              <a:sym typeface="Arial"/>
            </a:endParaRPr>
          </a:p>
        </p:txBody>
      </p:sp>
      <p:sp>
        <p:nvSpPr>
          <p:cNvPr id="31" name="Google Shape;2079;p21">
            <a:extLst>
              <a:ext uri="{FF2B5EF4-FFF2-40B4-BE49-F238E27FC236}">
                <a16:creationId xmlns:a16="http://schemas.microsoft.com/office/drawing/2014/main" id="{226A7D80-11EC-9EC5-877E-C25E4A03E963}"/>
              </a:ext>
            </a:extLst>
          </p:cNvPr>
          <p:cNvSpPr/>
          <p:nvPr/>
        </p:nvSpPr>
        <p:spPr>
          <a:xfrm>
            <a:off x="3718420" y="5264095"/>
            <a:ext cx="222961" cy="422502"/>
          </a:xfrm>
          <a:prstGeom prst="chevron">
            <a:avLst>
              <a:gd name="adj" fmla="val 50000"/>
            </a:avLst>
          </a:prstGeom>
          <a:solidFill>
            <a:srgbClr val="DDDDD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dk1"/>
              </a:solidFill>
              <a:ea typeface="Arial"/>
              <a:cs typeface="Arial"/>
              <a:sym typeface="Arial"/>
            </a:endParaRPr>
          </a:p>
        </p:txBody>
      </p:sp>
      <p:sp>
        <p:nvSpPr>
          <p:cNvPr id="16" name="TextBox 15">
            <a:extLst>
              <a:ext uri="{FF2B5EF4-FFF2-40B4-BE49-F238E27FC236}">
                <a16:creationId xmlns:a16="http://schemas.microsoft.com/office/drawing/2014/main" id="{0DC42CAF-9021-0D19-8DF2-EEC2B32A24B7}"/>
              </a:ext>
            </a:extLst>
          </p:cNvPr>
          <p:cNvSpPr txBox="1"/>
          <p:nvPr/>
        </p:nvSpPr>
        <p:spPr>
          <a:xfrm>
            <a:off x="8495326" y="1812365"/>
            <a:ext cx="3184432" cy="830997"/>
          </a:xfrm>
          <a:prstGeom prst="rect">
            <a:avLst/>
          </a:prstGeom>
          <a:noFill/>
        </p:spPr>
        <p:txBody>
          <a:bodyPr wrap="square" rtlCol="0">
            <a:spAutoFit/>
          </a:bodyPr>
          <a:lstStyle/>
          <a:p>
            <a:pPr marL="285750" indent="-285750">
              <a:buFont typeface="Arial" panose="020B0604020202020204" pitchFamily="34" charset="0"/>
              <a:buChar char="•"/>
            </a:pPr>
            <a:r>
              <a:rPr lang="en-US" sz="1200"/>
              <a:t>Initiatives that are easier to implement with existing workforce and capacity</a:t>
            </a:r>
          </a:p>
          <a:p>
            <a:pPr marL="285750" indent="-285750">
              <a:buFont typeface="Arial" panose="020B0604020202020204" pitchFamily="34" charset="0"/>
              <a:buChar char="•"/>
            </a:pPr>
            <a:r>
              <a:rPr lang="en-US" sz="1200"/>
              <a:t>Natural subsets of existing cancer core offerings, such as oncofertility</a:t>
            </a:r>
          </a:p>
        </p:txBody>
      </p:sp>
      <p:sp>
        <p:nvSpPr>
          <p:cNvPr id="25" name="TextBox 24">
            <a:extLst>
              <a:ext uri="{FF2B5EF4-FFF2-40B4-BE49-F238E27FC236}">
                <a16:creationId xmlns:a16="http://schemas.microsoft.com/office/drawing/2014/main" id="{0A8BD34E-C691-6355-E241-66860D9C84B1}"/>
              </a:ext>
            </a:extLst>
          </p:cNvPr>
          <p:cNvSpPr txBox="1"/>
          <p:nvPr/>
        </p:nvSpPr>
        <p:spPr>
          <a:xfrm>
            <a:off x="8495326" y="5055095"/>
            <a:ext cx="3186486" cy="830997"/>
          </a:xfrm>
          <a:prstGeom prst="rect">
            <a:avLst/>
          </a:prstGeom>
          <a:noFill/>
        </p:spPr>
        <p:txBody>
          <a:bodyPr wrap="square" rtlCol="0">
            <a:spAutoFit/>
          </a:bodyPr>
          <a:lstStyle>
            <a:defPPr>
              <a:defRPr lang="en-US"/>
            </a:defPPr>
            <a:lvl1pPr marL="285750" indent="-285750">
              <a:buFont typeface="Arial" panose="020B0604020202020204" pitchFamily="34" charset="0"/>
              <a:buChar char="•"/>
              <a:defRPr sz="1200"/>
            </a:lvl1pPr>
          </a:lstStyle>
          <a:p>
            <a:r>
              <a:rPr lang="en-US"/>
              <a:t>Current prioritization incorporates low CAPEX initiatives</a:t>
            </a:r>
          </a:p>
          <a:p>
            <a:r>
              <a:rPr lang="en-US"/>
              <a:t>Non prioritized initiatives requires 5-8 Mn capex injection</a:t>
            </a:r>
          </a:p>
        </p:txBody>
      </p:sp>
      <p:sp>
        <p:nvSpPr>
          <p:cNvPr id="34" name="TextBox 33">
            <a:extLst>
              <a:ext uri="{FF2B5EF4-FFF2-40B4-BE49-F238E27FC236}">
                <a16:creationId xmlns:a16="http://schemas.microsoft.com/office/drawing/2014/main" id="{B3A8543A-ADA7-E480-0EB7-8DF0691593E6}"/>
              </a:ext>
            </a:extLst>
          </p:cNvPr>
          <p:cNvSpPr txBox="1"/>
          <p:nvPr/>
        </p:nvSpPr>
        <p:spPr>
          <a:xfrm>
            <a:off x="8495326" y="3401229"/>
            <a:ext cx="3186486" cy="830997"/>
          </a:xfrm>
          <a:prstGeom prst="rect">
            <a:avLst/>
          </a:prstGeom>
          <a:noFill/>
        </p:spPr>
        <p:txBody>
          <a:bodyPr wrap="square" rtlCol="0">
            <a:spAutoFit/>
          </a:bodyPr>
          <a:lstStyle>
            <a:defPPr>
              <a:defRPr lang="en-US"/>
            </a:defPPr>
            <a:lvl1pPr marL="285750" indent="-285750">
              <a:buFont typeface="Arial" panose="020B0604020202020204" pitchFamily="34" charset="0"/>
              <a:buChar char="•"/>
              <a:defRPr sz="1200"/>
            </a:lvl1pPr>
          </a:lstStyle>
          <a:p>
            <a:r>
              <a:rPr lang="en-US"/>
              <a:t>Initiatives harder to implement but offer higher long-term growth potential</a:t>
            </a:r>
          </a:p>
          <a:p>
            <a:r>
              <a:rPr lang="en-US"/>
              <a:t>Growth should occur naturally and in parallel with geographic expansion</a:t>
            </a:r>
          </a:p>
        </p:txBody>
      </p:sp>
      <p:sp>
        <p:nvSpPr>
          <p:cNvPr id="35" name="Rectangle 34">
            <a:extLst>
              <a:ext uri="{FF2B5EF4-FFF2-40B4-BE49-F238E27FC236}">
                <a16:creationId xmlns:a16="http://schemas.microsoft.com/office/drawing/2014/main" id="{89851415-A51B-9634-AD24-AB6849035951}"/>
              </a:ext>
            </a:extLst>
          </p:cNvPr>
          <p:cNvSpPr/>
          <p:nvPr>
            <p:custDataLst>
              <p:tags r:id="rId4"/>
            </p:custDataLst>
          </p:nvPr>
        </p:nvSpPr>
        <p:spPr>
          <a:xfrm>
            <a:off x="8484440" y="1380626"/>
            <a:ext cx="2846761" cy="33832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r>
              <a:rPr kumimoji="0" lang="en-US" b="1" i="0" u="sng" strike="noStrike" kern="1200" cap="none" spc="0" normalizeH="0" baseline="0" noProof="0">
                <a:ln>
                  <a:noFill/>
                </a:ln>
                <a:solidFill>
                  <a:srgbClr val="DDDDDD">
                    <a:lumMod val="10000"/>
                  </a:srgbClr>
                </a:solidFill>
                <a:effectLst/>
                <a:uLnTx/>
                <a:uFillTx/>
                <a:latin typeface="Calibri"/>
                <a:ea typeface="Calibri" panose="020F0502020204030204" pitchFamily="34" charset="0"/>
                <a:cs typeface="Calibri"/>
              </a:rPr>
              <a:t>Current approaches</a:t>
            </a:r>
            <a:endParaRPr kumimoji="0" lang="en-US" b="1" i="0" u="sng"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57361409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7CF70F-ED8E-10CD-CE81-5D42980377BF}"/>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605B9FD6-4137-3CA3-5371-F4189005E9E6}"/>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84" imgH="486" progId="TCLayout.ActiveDocument.1">
                  <p:embed/>
                </p:oleObj>
              </mc:Choice>
              <mc:Fallback>
                <p:oleObj name="think-cell Slide" r:id="rId4" imgW="484" imgH="486" progId="TCLayout.ActiveDocument.1">
                  <p:embed/>
                  <p:pic>
                    <p:nvPicPr>
                      <p:cNvPr id="4" name="think-cell data - do not delete" hidden="1">
                        <a:extLst>
                          <a:ext uri="{FF2B5EF4-FFF2-40B4-BE49-F238E27FC236}">
                            <a16:creationId xmlns:a16="http://schemas.microsoft.com/office/drawing/2014/main" id="{605B9FD6-4137-3CA3-5371-F4189005E9E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0" name="Rectangle 9">
            <a:extLst>
              <a:ext uri="{FF2B5EF4-FFF2-40B4-BE49-F238E27FC236}">
                <a16:creationId xmlns:a16="http://schemas.microsoft.com/office/drawing/2014/main" id="{5791EAFE-27A3-CC66-7F13-0BC46C3AB48E}"/>
              </a:ext>
            </a:extLst>
          </p:cNvPr>
          <p:cNvSpPr/>
          <p:nvPr/>
        </p:nvSpPr>
        <p:spPr>
          <a:xfrm>
            <a:off x="3788229" y="0"/>
            <a:ext cx="8403771" cy="6858000"/>
          </a:xfrm>
          <a:prstGeom prst="rect">
            <a:avLst/>
          </a:prstGeom>
          <a:solidFill>
            <a:srgbClr val="D8EAEA"/>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8" name="Table 18">
            <a:extLst>
              <a:ext uri="{FF2B5EF4-FFF2-40B4-BE49-F238E27FC236}">
                <a16:creationId xmlns:a16="http://schemas.microsoft.com/office/drawing/2014/main" id="{49373EDA-849C-7432-DFB1-55FFFDFD1389}"/>
              </a:ext>
            </a:extLst>
          </p:cNvPr>
          <p:cNvGraphicFramePr>
            <a:graphicFrameLocks noGrp="1"/>
          </p:cNvGraphicFramePr>
          <p:nvPr>
            <p:extLst>
              <p:ext uri="{D42A27DB-BD31-4B8C-83A1-F6EECF244321}">
                <p14:modId xmlns:p14="http://schemas.microsoft.com/office/powerpoint/2010/main" val="2917897591"/>
              </p:ext>
            </p:extLst>
          </p:nvPr>
        </p:nvGraphicFramePr>
        <p:xfrm>
          <a:off x="4259210" y="2129960"/>
          <a:ext cx="7088060" cy="3188959"/>
        </p:xfrm>
        <a:graphic>
          <a:graphicData uri="http://schemas.openxmlformats.org/drawingml/2006/table">
            <a:tbl>
              <a:tblPr firstRow="1" bandRow="1">
                <a:tableStyleId>{5C22544A-7EE6-4342-B048-85BDC9FD1C3A}</a:tableStyleId>
              </a:tblPr>
              <a:tblGrid>
                <a:gridCol w="609851">
                  <a:extLst>
                    <a:ext uri="{9D8B030D-6E8A-4147-A177-3AD203B41FA5}">
                      <a16:colId xmlns:a16="http://schemas.microsoft.com/office/drawing/2014/main" val="2119018486"/>
                    </a:ext>
                  </a:extLst>
                </a:gridCol>
                <a:gridCol w="6478209">
                  <a:extLst>
                    <a:ext uri="{9D8B030D-6E8A-4147-A177-3AD203B41FA5}">
                      <a16:colId xmlns:a16="http://schemas.microsoft.com/office/drawing/2014/main" val="1725796595"/>
                    </a:ext>
                  </a:extLst>
                </a:gridCol>
              </a:tblGrid>
              <a:tr h="599364">
                <a:tc gridSpan="2">
                  <a:txBody>
                    <a:bodyPr/>
                    <a:lstStyle/>
                    <a:p>
                      <a:pPr rtl="0"/>
                      <a:r>
                        <a:rPr lang="en-US" sz="1600">
                          <a:solidFill>
                            <a:srgbClr val="39BFC3"/>
                          </a:solidFill>
                          <a:latin typeface="Calibri"/>
                          <a:cs typeface="Calibri"/>
                        </a:rPr>
                        <a:t>Topic</a:t>
                      </a:r>
                    </a:p>
                  </a:txBody>
                  <a:tcPr anchor="b">
                    <a:lnL w="12700" cmpd="sng">
                      <a:noFill/>
                    </a:lnL>
                    <a:lnR w="12700" cmpd="sng">
                      <a:noFill/>
                    </a:lnR>
                    <a:lnT w="12700" cmpd="sng">
                      <a:noFill/>
                    </a:lnT>
                    <a:lnB w="28575" cap="flat" cmpd="sng" algn="ctr">
                      <a:solidFill>
                        <a:srgbClr val="39BFC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075572317"/>
                  </a:ext>
                </a:extLst>
              </a:tr>
              <a:tr h="517919">
                <a:tc>
                  <a:txBody>
                    <a:bodyPr/>
                    <a:lstStyle/>
                    <a:p>
                      <a:pPr marL="0" indent="0" algn="ctr" rtl="0">
                        <a:buFont typeface="+mj-lt"/>
                        <a:buNone/>
                      </a:pPr>
                      <a:r>
                        <a:rPr lang="en-US" sz="1600" b="0">
                          <a:solidFill>
                            <a:schemeClr val="accent6">
                              <a:lumMod val="10000"/>
                            </a:schemeClr>
                          </a:solidFill>
                          <a:latin typeface="Calibri"/>
                          <a:cs typeface="Calibri"/>
                        </a:rPr>
                        <a:t>I.</a:t>
                      </a:r>
                    </a:p>
                  </a:txBody>
                  <a:tcPr anchor="ctr">
                    <a:lnL w="12700" cmpd="sng">
                      <a:noFill/>
                    </a:lnL>
                    <a:lnR w="12700" cmpd="sng">
                      <a:noFill/>
                    </a:lnR>
                    <a:lnT w="28575" cap="flat" cmpd="sng" algn="ctr">
                      <a:solidFill>
                        <a:srgbClr val="39BFC3"/>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0" indent="0" rtl="0">
                        <a:buFont typeface="+mj-lt"/>
                        <a:buNone/>
                      </a:pPr>
                      <a:r>
                        <a:rPr lang="en-US" sz="1600" b="0">
                          <a:solidFill>
                            <a:schemeClr val="accent6">
                              <a:lumMod val="10000"/>
                            </a:schemeClr>
                          </a:solidFill>
                          <a:latin typeface="Calibri"/>
                          <a:cs typeface="Calibri"/>
                        </a:rPr>
                        <a:t>Market and Business Context</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3598857473"/>
                  </a:ext>
                </a:extLst>
              </a:tr>
              <a:tr h="517919">
                <a:tc>
                  <a:txBody>
                    <a:bodyPr/>
                    <a:lstStyle/>
                    <a:p>
                      <a:pPr marL="0" indent="0" algn="ctr" rtl="0">
                        <a:buFont typeface="+mj-lt"/>
                        <a:buNone/>
                      </a:pPr>
                      <a:r>
                        <a:rPr lang="en-US" sz="1600" b="0">
                          <a:solidFill>
                            <a:schemeClr val="accent6">
                              <a:lumMod val="10000"/>
                            </a:schemeClr>
                          </a:solidFill>
                          <a:latin typeface="Calibri"/>
                          <a:cs typeface="Calibri"/>
                        </a:rPr>
                        <a:t>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 typeface="+mj-lt"/>
                        <a:buNone/>
                        <a:tabLst/>
                        <a:defRPr/>
                      </a:pPr>
                      <a:r>
                        <a:rPr lang="en-US" sz="1600" kern="1200">
                          <a:solidFill>
                            <a:schemeClr val="accent6">
                              <a:lumMod val="10000"/>
                            </a:schemeClr>
                          </a:solidFill>
                          <a:latin typeface="+mn-lt"/>
                          <a:ea typeface="+mn-ea"/>
                          <a:cs typeface="Calibri"/>
                        </a:rPr>
                        <a:t>Value Creation Plan</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9563607"/>
                  </a:ext>
                </a:extLst>
              </a:tr>
              <a:tr h="517919">
                <a:tc>
                  <a:txBody>
                    <a:bodyPr/>
                    <a:lstStyle/>
                    <a:p>
                      <a:pPr marL="0" marR="0" lvl="0" indent="0" algn="ctr"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Calibri"/>
                          <a:ea typeface="+mn-ea"/>
                          <a:cs typeface="Calibri"/>
                          <a:sym typeface="Calibri" panose="020F0502020204030204" pitchFamily="34" charset="0"/>
                        </a:rPr>
                        <a:t>III.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mn-lt"/>
                          <a:ea typeface="+mn-ea"/>
                          <a:cs typeface="Calibri"/>
                        </a:rPr>
                        <a:t>Revised Business Case</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0638839"/>
                  </a:ext>
                </a:extLst>
              </a:tr>
              <a:tr h="517919">
                <a:tc>
                  <a:txBody>
                    <a:bodyPr/>
                    <a:lstStyle/>
                    <a:p>
                      <a:pPr marL="0" indent="0" algn="ctr" rtl="0">
                        <a:buFont typeface="+mj-lt"/>
                        <a:buNone/>
                      </a:pPr>
                      <a:r>
                        <a:rPr lang="en-US" sz="1600">
                          <a:solidFill>
                            <a:schemeClr val="accent6">
                              <a:lumMod val="10000"/>
                            </a:schemeClr>
                          </a:solidFill>
                          <a:latin typeface="Calibri"/>
                          <a:cs typeface="Calibri"/>
                        </a:rPr>
                        <a:t>IV.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a:solidFill>
                            <a:schemeClr val="accent6">
                              <a:lumMod val="10000"/>
                            </a:schemeClr>
                          </a:solidFill>
                          <a:latin typeface="+mn-lt"/>
                          <a:cs typeface="Calibri"/>
                        </a:rPr>
                        <a:t>Initiatives – Deep Dives</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3471669"/>
                  </a:ext>
                </a:extLst>
              </a:tr>
              <a:tr h="517919">
                <a:tc>
                  <a:txBody>
                    <a:bodyPr/>
                    <a:lstStyle/>
                    <a:p>
                      <a:pPr marL="0" indent="0" algn="ctr" rtl="0">
                        <a:buFont typeface="+mj-lt"/>
                        <a:buNone/>
                      </a:pPr>
                      <a:r>
                        <a:rPr lang="en-US" sz="1600">
                          <a:solidFill>
                            <a:schemeClr val="accent6">
                              <a:lumMod val="10000"/>
                            </a:schemeClr>
                          </a:solidFill>
                          <a:latin typeface="Calibri"/>
                          <a:cs typeface="Calibri"/>
                        </a:rPr>
                        <a:t>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a:solidFill>
                            <a:schemeClr val="bg1">
                              <a:lumMod val="75000"/>
                            </a:schemeClr>
                          </a:solidFill>
                          <a:latin typeface="+mn-lt"/>
                          <a:cs typeface="Calibri"/>
                        </a:rPr>
                        <a:t>Supplementary Material</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2242176"/>
                  </a:ext>
                </a:extLst>
              </a:tr>
            </a:tbl>
          </a:graphicData>
        </a:graphic>
      </p:graphicFrame>
      <p:sp>
        <p:nvSpPr>
          <p:cNvPr id="5" name="Rectangle 4">
            <a:extLst>
              <a:ext uri="{FF2B5EF4-FFF2-40B4-BE49-F238E27FC236}">
                <a16:creationId xmlns:a16="http://schemas.microsoft.com/office/drawing/2014/main" id="{75AABA48-3C7A-21A6-2FDF-0E115CDDFA70}"/>
              </a:ext>
            </a:extLst>
          </p:cNvPr>
          <p:cNvSpPr/>
          <p:nvPr/>
        </p:nvSpPr>
        <p:spPr>
          <a:xfrm>
            <a:off x="547688" y="1539082"/>
            <a:ext cx="3033712" cy="377983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200"/>
              </a:spcBef>
              <a:spcAft>
                <a:spcPts val="200"/>
              </a:spcAft>
              <a:buClrTx/>
              <a:buSzTx/>
              <a:buFontTx/>
              <a:buNone/>
              <a:tabLst/>
              <a:defRPr/>
            </a:pPr>
            <a:r>
              <a:rPr kumimoji="0" lang="en-US" sz="5400" b="1" i="0" u="none" strike="noStrike" kern="1200" cap="none" spc="0" normalizeH="0" baseline="0" noProof="0">
                <a:ln>
                  <a:noFill/>
                </a:ln>
                <a:solidFill>
                  <a:srgbClr val="39BFC3"/>
                </a:solidFill>
                <a:effectLst/>
                <a:uLnTx/>
                <a:uFillTx/>
                <a:latin typeface="Calibri"/>
                <a:ea typeface="Calibri"/>
                <a:cs typeface="Calibri"/>
              </a:rPr>
              <a:t>Agenda</a:t>
            </a:r>
            <a:endParaRPr lang="en-US" sz="5400" b="1" i="0" u="none" strike="noStrike" kern="1200" cap="none" spc="0" normalizeH="0" baseline="0" noProof="0">
              <a:ln>
                <a:noFill/>
              </a:ln>
              <a:solidFill>
                <a:srgbClr val="DDDDDD">
                  <a:lumMod val="10000"/>
                </a:srgbClr>
              </a:solidFill>
              <a:effectLst/>
              <a:uLnTx/>
              <a:uFillTx/>
              <a:latin typeface="Calibri"/>
              <a:ea typeface="Calibri"/>
              <a:cs typeface="Calibri"/>
            </a:endParaRPr>
          </a:p>
        </p:txBody>
      </p:sp>
      <p:pic>
        <p:nvPicPr>
          <p:cNvPr id="6" name="Picture 5" descr="A black background with white text&#10;&#10;AI-generated content may be incorrect.">
            <a:extLst>
              <a:ext uri="{FF2B5EF4-FFF2-40B4-BE49-F238E27FC236}">
                <a16:creationId xmlns:a16="http://schemas.microsoft.com/office/drawing/2014/main" id="{9C4FE5CE-8F06-D011-0818-9E883D00786C}"/>
              </a:ext>
            </a:extLst>
          </p:cNvPr>
          <p:cNvPicPr>
            <a:picLocks noChangeAspect="1"/>
          </p:cNvPicPr>
          <p:nvPr/>
        </p:nvPicPr>
        <p:blipFill>
          <a:blip r:embed="rId6">
            <a:extLst>
              <a:ext uri="{28A0092B-C50C-407E-A947-70E740481C1C}">
                <a14:useLocalDpi xmlns:a14="http://schemas.microsoft.com/office/drawing/2010/main" val="0"/>
              </a:ext>
            </a:extLst>
          </a:blip>
          <a:srcRect b="17751"/>
          <a:stretch>
            <a:fillRect/>
          </a:stretch>
        </p:blipFill>
        <p:spPr>
          <a:xfrm>
            <a:off x="844731" y="4303059"/>
            <a:ext cx="2340263" cy="594742"/>
          </a:xfrm>
          <a:prstGeom prst="rect">
            <a:avLst/>
          </a:prstGeom>
        </p:spPr>
      </p:pic>
    </p:spTree>
    <p:extLst>
      <p:ext uri="{BB962C8B-B14F-4D97-AF65-F5344CB8AC3E}">
        <p14:creationId xmlns:p14="http://schemas.microsoft.com/office/powerpoint/2010/main" val="152957481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3E7AD4-FF97-8CC1-E69A-1478EACBEFD4}"/>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BCB3426B-CEE9-8343-5D4F-2B254ACF4468}"/>
              </a:ext>
            </a:extLst>
          </p:cNvPr>
          <p:cNvGraphicFramePr>
            <a:graphicFrameLocks/>
          </p:cNvGraphicFramePr>
          <p:nvPr>
            <p:custDataLst>
              <p:tags r:id="rId1"/>
            </p:custDataLst>
            <p:extLst>
              <p:ext uri="{D42A27DB-BD31-4B8C-83A1-F6EECF244321}">
                <p14:modId xmlns:p14="http://schemas.microsoft.com/office/powerpoint/2010/main" val="58268961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8" imgW="306" imgH="306" progId="TCLayout.ActiveDocument.1">
                  <p:embed/>
                </p:oleObj>
              </mc:Choice>
              <mc:Fallback>
                <p:oleObj name="think-cell Slide" r:id="rId38" imgW="306" imgH="306" progId="TCLayout.ActiveDocument.1">
                  <p:embed/>
                  <p:pic>
                    <p:nvPicPr>
                      <p:cNvPr id="9" name="Object 8" hidden="1">
                        <a:extLst>
                          <a:ext uri="{FF2B5EF4-FFF2-40B4-BE49-F238E27FC236}">
                            <a16:creationId xmlns:a16="http://schemas.microsoft.com/office/drawing/2014/main" id="{BCB3426B-CEE9-8343-5D4F-2B254ACF4468}"/>
                          </a:ext>
                        </a:extLst>
                      </p:cNvPr>
                      <p:cNvPicPr/>
                      <p:nvPr/>
                    </p:nvPicPr>
                    <p:blipFill>
                      <a:blip r:embed="rId39"/>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9396B7D9-39DD-521E-5B83-CBB01315832F}"/>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a:solidFill>
                  <a:srgbClr val="0A0A0A"/>
                </a:solidFill>
                <a:latin typeface="Georgia" panose="02040502050405020303" pitchFamily="18" charset="0"/>
                <a:cs typeface="Arial" panose="020B0604020202020204" pitchFamily="34" charset="0"/>
              </a:rPr>
              <a:t>Oncology treatment market</a:t>
            </a:r>
            <a:r>
              <a:rPr lang="en-US" sz="2600" b="0">
                <a:solidFill>
                  <a:srgbClr val="0A0A0A"/>
                </a:solidFill>
                <a:latin typeface="Georgia" panose="02040502050405020303" pitchFamily="18" charset="0"/>
                <a:cs typeface="Arial" panose="020B0604020202020204" pitchFamily="34" charset="0"/>
              </a:rPr>
              <a:t> is projected to grow at 17% during 2026-28 on the back of government initiatives and increasing cancer risk in KSA</a:t>
            </a:r>
            <a:endPar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13" name="Rectangle 12">
            <a:extLst>
              <a:ext uri="{FF2B5EF4-FFF2-40B4-BE49-F238E27FC236}">
                <a16:creationId xmlns:a16="http://schemas.microsoft.com/office/drawing/2014/main" id="{83C3A3ED-2EE5-4001-DD1D-2DA380C74A2D}"/>
              </a:ext>
            </a:extLst>
          </p:cNvPr>
          <p:cNvSpPr/>
          <p:nvPr/>
        </p:nvSpPr>
        <p:spPr>
          <a:xfrm>
            <a:off x="538770" y="1286857"/>
            <a:ext cx="5461397"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73FEA227-B687-84B3-4923-DBABF4E2D2C5}"/>
              </a:ext>
            </a:extLst>
          </p:cNvPr>
          <p:cNvGrpSpPr/>
          <p:nvPr/>
        </p:nvGrpSpPr>
        <p:grpSpPr>
          <a:xfrm>
            <a:off x="611664" y="1369902"/>
            <a:ext cx="5275951" cy="266548"/>
            <a:chOff x="611665" y="1744663"/>
            <a:chExt cx="2682378" cy="266567"/>
          </a:xfrm>
        </p:grpSpPr>
        <p:sp>
          <p:nvSpPr>
            <p:cNvPr id="7" name="Rectangle 6">
              <a:extLst>
                <a:ext uri="{FF2B5EF4-FFF2-40B4-BE49-F238E27FC236}">
                  <a16:creationId xmlns:a16="http://schemas.microsoft.com/office/drawing/2014/main" id="{5AEE83F6-A051-137D-88B7-D68A3DCC49B5}"/>
                </a:ext>
              </a:extLst>
            </p:cNvPr>
            <p:cNvSpPr/>
            <p:nvPr>
              <p:custDataLst>
                <p:tags r:id="rId35"/>
              </p:custDataLst>
            </p:nvPr>
          </p:nvSpPr>
          <p:spPr>
            <a:xfrm>
              <a:off x="630237"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a:ea typeface="Calibri"/>
                  <a:cs typeface="Calibri"/>
                </a:rPr>
                <a:t>Oncology Market in KSA, </a:t>
              </a:r>
              <a:r>
                <a:rPr kumimoji="0" lang="en-US" sz="1400" b="0" i="0" u="none" strike="noStrike" kern="1200" cap="none" spc="0" normalizeH="0" baseline="0" noProof="0">
                  <a:ln>
                    <a:noFill/>
                  </a:ln>
                  <a:solidFill>
                    <a:srgbClr val="DDDDDD">
                      <a:lumMod val="10000"/>
                    </a:srgbClr>
                  </a:solidFill>
                  <a:effectLst/>
                  <a:uLnTx/>
                  <a:uFillTx/>
                  <a:latin typeface="Calibri"/>
                  <a:ea typeface="Calibri"/>
                  <a:cs typeface="Calibri"/>
                </a:rPr>
                <a:t>SAR </a:t>
              </a:r>
              <a:r>
                <a:rPr lang="en-US" sz="1400">
                  <a:solidFill>
                    <a:srgbClr val="DDDDDD">
                      <a:lumMod val="10000"/>
                    </a:srgbClr>
                  </a:solidFill>
                  <a:latin typeface="Calibri"/>
                  <a:ea typeface="Calibri"/>
                  <a:cs typeface="Calibri"/>
                </a:rPr>
                <a:t>B</a:t>
              </a:r>
              <a:r>
                <a:rPr kumimoji="0" lang="en-US" sz="1400" b="0" i="0" u="none" strike="noStrike" kern="1200" cap="none" spc="0" normalizeH="0" baseline="0" noProof="0">
                  <a:ln>
                    <a:noFill/>
                  </a:ln>
                  <a:solidFill>
                    <a:srgbClr val="DDDDDD">
                      <a:lumMod val="10000"/>
                    </a:srgbClr>
                  </a:solidFill>
                  <a:effectLst/>
                  <a:uLnTx/>
                  <a:uFillTx/>
                  <a:latin typeface="Calibri"/>
                  <a:ea typeface="Calibri"/>
                  <a:cs typeface="Calibri"/>
                </a:rPr>
                <a:t>n, </a:t>
              </a:r>
              <a:r>
                <a:rPr lang="en-US" sz="1400">
                  <a:solidFill>
                    <a:srgbClr val="DDDDDD">
                      <a:lumMod val="10000"/>
                    </a:srgbClr>
                  </a:solidFill>
                  <a:latin typeface="Calibri"/>
                  <a:ea typeface="Calibri"/>
                  <a:cs typeface="Calibri"/>
                </a:rPr>
                <a:t>2026-2028F</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8" name="Straight Connector 7">
              <a:extLst>
                <a:ext uri="{FF2B5EF4-FFF2-40B4-BE49-F238E27FC236}">
                  <a16:creationId xmlns:a16="http://schemas.microsoft.com/office/drawing/2014/main" id="{D9CE3BFD-73B7-5A46-67AB-98DDB22BC4E4}"/>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8" name="Rectangle 27">
            <a:extLst>
              <a:ext uri="{FF2B5EF4-FFF2-40B4-BE49-F238E27FC236}">
                <a16:creationId xmlns:a16="http://schemas.microsoft.com/office/drawing/2014/main" id="{8642E668-4450-0DB7-9569-B7F3A0DF200D}"/>
              </a:ext>
            </a:extLst>
          </p:cNvPr>
          <p:cNvSpPr/>
          <p:nvPr/>
        </p:nvSpPr>
        <p:spPr>
          <a:xfrm>
            <a:off x="6177534" y="3870147"/>
            <a:ext cx="5471542" cy="2462485"/>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3" name="Rectangle 32">
            <a:extLst>
              <a:ext uri="{FF2B5EF4-FFF2-40B4-BE49-F238E27FC236}">
                <a16:creationId xmlns:a16="http://schemas.microsoft.com/office/drawing/2014/main" id="{6E17E6EE-164E-A525-995A-991534C7B34F}"/>
              </a:ext>
            </a:extLst>
          </p:cNvPr>
          <p:cNvSpPr/>
          <p:nvPr>
            <p:custDataLst>
              <p:tags r:id="rId3"/>
            </p:custDataLst>
          </p:nvPr>
        </p:nvSpPr>
        <p:spPr>
          <a:xfrm>
            <a:off x="6292164" y="3963913"/>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Risks</a:t>
            </a:r>
          </a:p>
        </p:txBody>
      </p:sp>
      <p:cxnSp>
        <p:nvCxnSpPr>
          <p:cNvPr id="34" name="Straight Connector 33">
            <a:extLst>
              <a:ext uri="{FF2B5EF4-FFF2-40B4-BE49-F238E27FC236}">
                <a16:creationId xmlns:a16="http://schemas.microsoft.com/office/drawing/2014/main" id="{EFEEBDCB-7B95-36AC-154C-5B0B657F894B}"/>
              </a:ext>
            </a:extLst>
          </p:cNvPr>
          <p:cNvCxnSpPr>
            <a:cxnSpLocks/>
          </p:cNvCxnSpPr>
          <p:nvPr/>
        </p:nvCxnSpPr>
        <p:spPr>
          <a:xfrm>
            <a:off x="6255635" y="4230461"/>
            <a:ext cx="5275951"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3" name="Oval 282">
            <a:extLst>
              <a:ext uri="{FF2B5EF4-FFF2-40B4-BE49-F238E27FC236}">
                <a16:creationId xmlns:a16="http://schemas.microsoft.com/office/drawing/2014/main" id="{4EDC5700-B59C-F66E-1D3C-177C26BC3409}"/>
              </a:ext>
            </a:extLst>
          </p:cNvPr>
          <p:cNvSpPr/>
          <p:nvPr/>
        </p:nvSpPr>
        <p:spPr bwMode="auto">
          <a:xfrm>
            <a:off x="11232028" y="3949761"/>
            <a:ext cx="252000" cy="252000"/>
          </a:xfrm>
          <a:prstGeom prst="ellipse">
            <a:avLst/>
          </a:prstGeom>
          <a:solidFill>
            <a:srgbClr val="FFC000"/>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84" name="Rectangle 283">
            <a:extLst>
              <a:ext uri="{FF2B5EF4-FFF2-40B4-BE49-F238E27FC236}">
                <a16:creationId xmlns:a16="http://schemas.microsoft.com/office/drawing/2014/main" id="{9BCC131D-47FE-DB33-DF63-D103F4DD9C77}"/>
              </a:ext>
            </a:extLst>
          </p:cNvPr>
          <p:cNvSpPr/>
          <p:nvPr>
            <p:custDataLst>
              <p:tags r:id="rId4"/>
            </p:custDataLst>
          </p:nvPr>
        </p:nvSpPr>
        <p:spPr>
          <a:xfrm>
            <a:off x="10370384" y="3957174"/>
            <a:ext cx="1466202" cy="22760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Level of risk:</a:t>
            </a:r>
          </a:p>
        </p:txBody>
      </p:sp>
      <p:sp>
        <p:nvSpPr>
          <p:cNvPr id="3137" name="Rectangle 3136">
            <a:extLst>
              <a:ext uri="{FF2B5EF4-FFF2-40B4-BE49-F238E27FC236}">
                <a16:creationId xmlns:a16="http://schemas.microsoft.com/office/drawing/2014/main" id="{6ACEC488-88A0-74E5-817A-1950C2620C11}"/>
              </a:ext>
            </a:extLst>
          </p:cNvPr>
          <p:cNvSpPr/>
          <p:nvPr/>
        </p:nvSpPr>
        <p:spPr>
          <a:xfrm>
            <a:off x="3602038" y="1860823"/>
            <a:ext cx="2285575" cy="1661207"/>
          </a:xfrm>
          <a:prstGeom prst="rect">
            <a:avLst/>
          </a:prstGeom>
          <a:noFill/>
        </p:spPr>
        <p:txBody>
          <a:bodyPr wrap="square" lIns="36000" tIns="36000" rIns="36000" bIns="36000" rtlCol="0" anchor="t">
            <a:noAutofit/>
          </a:bodyPr>
          <a:lstStyle/>
          <a:p>
            <a:pPr marL="9525">
              <a:spcBef>
                <a:spcPts val="400"/>
              </a:spcBef>
              <a:spcAft>
                <a:spcPts val="400"/>
              </a:spcAft>
            </a:pPr>
            <a:r>
              <a:rPr lang="en-US" sz="1200" b="1" i="1">
                <a:solidFill>
                  <a:prstClr val="black"/>
                </a:solidFill>
                <a:latin typeface="Calibri" panose="020F0502020204030204"/>
              </a:rPr>
              <a:t>Drivers of growth</a:t>
            </a:r>
          </a:p>
          <a:p>
            <a:pPr marL="180975" indent="-171450">
              <a:spcBef>
                <a:spcPts val="400"/>
              </a:spcBef>
              <a:spcAft>
                <a:spcPts val="400"/>
              </a:spcAft>
              <a:buFont typeface="Arial" panose="020B0604020202020204" pitchFamily="34" charset="0"/>
              <a:buChar char="•"/>
            </a:pPr>
            <a:r>
              <a:rPr lang="en-US" sz="1200"/>
              <a:t>Old-age population % to grow from 3.5% to 5.7% (2024-30)</a:t>
            </a:r>
          </a:p>
          <a:p>
            <a:pPr marL="180975" indent="-171450">
              <a:spcBef>
                <a:spcPts val="400"/>
              </a:spcBef>
              <a:spcAft>
                <a:spcPts val="400"/>
              </a:spcAft>
              <a:buFont typeface="Arial" panose="020B0604020202020204" pitchFamily="34" charset="0"/>
              <a:buChar char="•"/>
            </a:pPr>
            <a:r>
              <a:rPr lang="en-US" sz="1200"/>
              <a:t>Cancer Incidence CAGR at 4.5%, expected to reach 40k by 2030</a:t>
            </a:r>
          </a:p>
          <a:p>
            <a:pPr marL="180975" indent="-171450">
              <a:spcBef>
                <a:spcPts val="400"/>
              </a:spcBef>
              <a:spcAft>
                <a:spcPts val="400"/>
              </a:spcAft>
              <a:buFont typeface="Arial" panose="020B0604020202020204" pitchFamily="34" charset="0"/>
              <a:buChar char="•"/>
            </a:pPr>
            <a:r>
              <a:rPr lang="en-US" sz="1200">
                <a:solidFill>
                  <a:prstClr val="black"/>
                </a:solidFill>
                <a:latin typeface="Calibri" panose="020F0502020204030204"/>
                <a:ea typeface="Calibri"/>
                <a:cs typeface="Calibri"/>
              </a:rPr>
              <a:t>Cancer risk factors (smoking, inactivity, obesity) on the rise</a:t>
            </a:r>
          </a:p>
        </p:txBody>
      </p:sp>
      <p:graphicFrame>
        <p:nvGraphicFramePr>
          <p:cNvPr id="32" name="Chart 31">
            <a:extLst>
              <a:ext uri="{FF2B5EF4-FFF2-40B4-BE49-F238E27FC236}">
                <a16:creationId xmlns:a16="http://schemas.microsoft.com/office/drawing/2014/main" id="{8589D277-9480-3A95-D65D-BF21616AC34B}"/>
              </a:ext>
            </a:extLst>
          </p:cNvPr>
          <p:cNvGraphicFramePr/>
          <p:nvPr>
            <p:custDataLst>
              <p:tags r:id="rId5"/>
            </p:custDataLst>
            <p:extLst>
              <p:ext uri="{D42A27DB-BD31-4B8C-83A1-F6EECF244321}">
                <p14:modId xmlns:p14="http://schemas.microsoft.com/office/powerpoint/2010/main" val="1605028835"/>
              </p:ext>
            </p:extLst>
          </p:nvPr>
        </p:nvGraphicFramePr>
        <p:xfrm>
          <a:off x="590550" y="1947863"/>
          <a:ext cx="2906713" cy="1790700"/>
        </p:xfrm>
        <a:graphic>
          <a:graphicData uri="http://schemas.openxmlformats.org/drawingml/2006/chart">
            <c:chart xmlns:c="http://schemas.openxmlformats.org/drawingml/2006/chart" xmlns:r="http://schemas.openxmlformats.org/officeDocument/2006/relationships" r:id="rId40"/>
          </a:graphicData>
        </a:graphic>
      </p:graphicFrame>
      <p:cxnSp>
        <p:nvCxnSpPr>
          <p:cNvPr id="6" name="Straight Connector 5">
            <a:extLst>
              <a:ext uri="{FF2B5EF4-FFF2-40B4-BE49-F238E27FC236}">
                <a16:creationId xmlns:a16="http://schemas.microsoft.com/office/drawing/2014/main" id="{9BDD7F9E-0139-CADA-929B-77B083C6C05A}"/>
              </a:ext>
            </a:extLst>
          </p:cNvPr>
          <p:cNvCxnSpPr/>
          <p:nvPr>
            <p:custDataLst>
              <p:tags r:id="rId6"/>
            </p:custDataLst>
          </p:nvPr>
        </p:nvCxnSpPr>
        <p:spPr bwMode="auto">
          <a:xfrm flipV="1">
            <a:off x="1130300" y="1927225"/>
            <a:ext cx="1827213" cy="30797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0" name="Text Placeholder 4">
            <a:extLst>
              <a:ext uri="{FF2B5EF4-FFF2-40B4-BE49-F238E27FC236}">
                <a16:creationId xmlns:a16="http://schemas.microsoft.com/office/drawing/2014/main" id="{988F8B31-7F67-D427-AFF0-883BC67FB8F5}"/>
              </a:ext>
            </a:extLst>
          </p:cNvPr>
          <p:cNvSpPr>
            <a:spLocks/>
          </p:cNvSpPr>
          <p:nvPr>
            <p:custDataLst>
              <p:tags r:id="rId7"/>
            </p:custDataLst>
          </p:nvPr>
        </p:nvSpPr>
        <p:spPr bwMode="auto">
          <a:xfrm>
            <a:off x="933450"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BA33BBAF-82A1-449B-A2B3-1EE0FAC88008}"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48" name="Text Placeholder 4">
            <a:extLst>
              <a:ext uri="{FF2B5EF4-FFF2-40B4-BE49-F238E27FC236}">
                <a16:creationId xmlns:a16="http://schemas.microsoft.com/office/drawing/2014/main" id="{4DD15BAD-309B-513C-A579-7D2BA46413B7}"/>
              </a:ext>
            </a:extLst>
          </p:cNvPr>
          <p:cNvSpPr>
            <a:spLocks/>
          </p:cNvSpPr>
          <p:nvPr>
            <p:custDataLst>
              <p:tags r:id="rId8"/>
            </p:custDataLst>
          </p:nvPr>
        </p:nvSpPr>
        <p:spPr bwMode="auto">
          <a:xfrm>
            <a:off x="1846263"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C83C1CA3-945C-4952-9F32-2F0880B91FFD}"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11" name="Text Placeholder 4">
            <a:extLst>
              <a:ext uri="{FF2B5EF4-FFF2-40B4-BE49-F238E27FC236}">
                <a16:creationId xmlns:a16="http://schemas.microsoft.com/office/drawing/2014/main" id="{F90FD440-BE35-2782-E7AF-B1FAFEC891EF}"/>
              </a:ext>
            </a:extLst>
          </p:cNvPr>
          <p:cNvSpPr>
            <a:spLocks/>
          </p:cNvSpPr>
          <p:nvPr>
            <p:custDataLst>
              <p:tags r:id="rId9"/>
            </p:custDataLst>
          </p:nvPr>
        </p:nvSpPr>
        <p:spPr bwMode="auto">
          <a:xfrm>
            <a:off x="2760663"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CC9755A9-EF3A-4703-90E4-9049D06E71CA}"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46" name="Text Placeholder 2">
            <a:extLst>
              <a:ext uri="{FF2B5EF4-FFF2-40B4-BE49-F238E27FC236}">
                <a16:creationId xmlns:a16="http://schemas.microsoft.com/office/drawing/2014/main" id="{0D4871F8-FAC3-17B2-BCAF-03B4500872D3}"/>
              </a:ext>
            </a:extLst>
          </p:cNvPr>
          <p:cNvSpPr>
            <a:spLocks/>
          </p:cNvSpPr>
          <p:nvPr>
            <p:custDataLst>
              <p:tags r:id="rId10"/>
            </p:custDataLst>
          </p:nvPr>
        </p:nvSpPr>
        <p:spPr bwMode="auto">
          <a:xfrm>
            <a:off x="1800225" y="1963738"/>
            <a:ext cx="485775"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4D5B4F5-0601-4C64-BE7A-00DEBF047E53}" type="datetime'''''''+''''''''''''''''''''''''''''''''''1''''''''''''7''%'">
              <a:rPr lang="en-US" altLang="en-US" sz="1200" b="1" smtClean="0">
                <a:solidFill>
                  <a:schemeClr val="bg1"/>
                </a:solidFill>
                <a:effectLst/>
              </a:rPr>
              <a:pPr marL="0" lvl="0" indent="0" algn="ctr">
                <a:spcBef>
                  <a:spcPct val="0"/>
                </a:spcBef>
                <a:spcAft>
                  <a:spcPct val="0"/>
                </a:spcAft>
                <a:buNone/>
              </a:pPr>
              <a:t>+17%</a:t>
            </a:fld>
            <a:endParaRPr lang="en-US" sz="1200" b="1">
              <a:solidFill>
                <a:schemeClr val="bg1"/>
              </a:solidFill>
              <a:sym typeface="Arial\"/>
            </a:endParaRPr>
          </a:p>
        </p:txBody>
      </p:sp>
      <p:sp>
        <p:nvSpPr>
          <p:cNvPr id="27" name="Rectangle 26">
            <a:extLst>
              <a:ext uri="{FF2B5EF4-FFF2-40B4-BE49-F238E27FC236}">
                <a16:creationId xmlns:a16="http://schemas.microsoft.com/office/drawing/2014/main" id="{5C1A4D2B-B893-7281-5DAE-3AB998A1C164}"/>
              </a:ext>
            </a:extLst>
          </p:cNvPr>
          <p:cNvSpPr/>
          <p:nvPr/>
        </p:nvSpPr>
        <p:spPr>
          <a:xfrm>
            <a:off x="6181175" y="1291620"/>
            <a:ext cx="5461397"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B416B0AF-91AC-3870-8902-E488478C0223}"/>
              </a:ext>
            </a:extLst>
          </p:cNvPr>
          <p:cNvGrpSpPr/>
          <p:nvPr/>
        </p:nvGrpSpPr>
        <p:grpSpPr>
          <a:xfrm>
            <a:off x="6254069" y="1374665"/>
            <a:ext cx="5275951" cy="266548"/>
            <a:chOff x="611665" y="1744663"/>
            <a:chExt cx="2682378" cy="266567"/>
          </a:xfrm>
        </p:grpSpPr>
        <p:sp>
          <p:nvSpPr>
            <p:cNvPr id="30" name="Rectangle 29">
              <a:extLst>
                <a:ext uri="{FF2B5EF4-FFF2-40B4-BE49-F238E27FC236}">
                  <a16:creationId xmlns:a16="http://schemas.microsoft.com/office/drawing/2014/main" id="{48BC5D18-14A2-54FC-6AA5-F81702E373B3}"/>
                </a:ext>
              </a:extLst>
            </p:cNvPr>
            <p:cNvSpPr/>
            <p:nvPr>
              <p:custDataLst>
                <p:tags r:id="rId34"/>
              </p:custDataLst>
            </p:nvPr>
          </p:nvSpPr>
          <p:spPr>
            <a:xfrm>
              <a:off x="630237"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Key trends</a:t>
              </a:r>
            </a:p>
          </p:txBody>
        </p:sp>
        <p:cxnSp>
          <p:nvCxnSpPr>
            <p:cNvPr id="31" name="Straight Connector 30">
              <a:extLst>
                <a:ext uri="{FF2B5EF4-FFF2-40B4-BE49-F238E27FC236}">
                  <a16:creationId xmlns:a16="http://schemas.microsoft.com/office/drawing/2014/main" id="{E424DE9B-3CCA-B94F-9D99-CB0DE9B859B0}"/>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80" name="TextBox 79">
            <a:extLst>
              <a:ext uri="{FF2B5EF4-FFF2-40B4-BE49-F238E27FC236}">
                <a16:creationId xmlns:a16="http://schemas.microsoft.com/office/drawing/2014/main" id="{80A8AE3C-A61C-704F-854B-5229A54F2A86}"/>
              </a:ext>
            </a:extLst>
          </p:cNvPr>
          <p:cNvSpPr txBox="1"/>
          <p:nvPr/>
        </p:nvSpPr>
        <p:spPr>
          <a:xfrm>
            <a:off x="6917203" y="1681794"/>
            <a:ext cx="4657063" cy="576000"/>
          </a:xfrm>
          <a:prstGeom prst="rect">
            <a:avLst/>
          </a:prstGeom>
          <a:noFill/>
        </p:spPr>
        <p:txBody>
          <a:bodyPr wrap="square" lIns="36000" tIns="36000" rIns="36000" bIns="36000" rtlCol="0" anchor="t">
            <a:noAutofit/>
          </a:bodyPr>
          <a:lstStyle/>
          <a:p>
            <a:pPr marL="9525">
              <a:defRPr/>
            </a:pPr>
            <a:r>
              <a:rPr lang="en-US" sz="1200">
                <a:solidFill>
                  <a:prstClr val="black"/>
                </a:solidFill>
                <a:ea typeface="Calibri"/>
                <a:cs typeface="Calibri"/>
              </a:rPr>
              <a:t>GCC region is witnessing surge in</a:t>
            </a:r>
            <a:r>
              <a:rPr lang="en-US" sz="1200" b="1">
                <a:solidFill>
                  <a:prstClr val="black"/>
                </a:solidFill>
                <a:ea typeface="Calibri"/>
                <a:cs typeface="Calibri"/>
              </a:rPr>
              <a:t> M&amp;A deals and JVs </a:t>
            </a:r>
            <a:r>
              <a:rPr lang="en-US" sz="1200">
                <a:solidFill>
                  <a:prstClr val="black"/>
                </a:solidFill>
                <a:ea typeface="Calibri"/>
                <a:cs typeface="Calibri"/>
              </a:rPr>
              <a:t>in healthcare and Oncology e.g. Gulf Islamic Investments and Abeer Medical Group, </a:t>
            </a:r>
            <a:r>
              <a:rPr lang="en-US" sz="1200" err="1">
                <a:solidFill>
                  <a:prstClr val="black"/>
                </a:solidFill>
                <a:ea typeface="Calibri"/>
                <a:cs typeface="Calibri"/>
              </a:rPr>
              <a:t>Rakovinia</a:t>
            </a:r>
            <a:r>
              <a:rPr lang="en-US" sz="1200">
                <a:solidFill>
                  <a:prstClr val="black"/>
                </a:solidFill>
                <a:ea typeface="Calibri"/>
                <a:cs typeface="Calibri"/>
              </a:rPr>
              <a:t> Therapeutics and </a:t>
            </a:r>
            <a:r>
              <a:rPr lang="en-US" sz="1200" err="1">
                <a:solidFill>
                  <a:prstClr val="black"/>
                </a:solidFill>
                <a:ea typeface="Calibri"/>
                <a:cs typeface="Calibri"/>
              </a:rPr>
              <a:t>NanoPalm</a:t>
            </a:r>
            <a:r>
              <a:rPr lang="en-US" sz="1200">
                <a:solidFill>
                  <a:prstClr val="black"/>
                </a:solidFill>
                <a:ea typeface="Calibri"/>
                <a:cs typeface="Calibri"/>
              </a:rPr>
              <a:t> etc. </a:t>
            </a:r>
          </a:p>
        </p:txBody>
      </p:sp>
      <p:pic>
        <p:nvPicPr>
          <p:cNvPr id="38" name="Picture 37" descr="A green outline of handshake&#10;&#10;AI-generated content may be incorrect.">
            <a:extLst>
              <a:ext uri="{FF2B5EF4-FFF2-40B4-BE49-F238E27FC236}">
                <a16:creationId xmlns:a16="http://schemas.microsoft.com/office/drawing/2014/main" id="{0F2D0A68-2AEA-208F-2D24-F8D2565F9F4B}"/>
              </a:ext>
            </a:extLst>
          </p:cNvPr>
          <p:cNvPicPr>
            <a:picLocks noChangeAspect="1"/>
          </p:cNvPicPr>
          <p:nvPr/>
        </p:nvPicPr>
        <p:blipFill>
          <a:blip r:embed="rId41">
            <a:duotone>
              <a:prstClr val="black"/>
              <a:srgbClr val="39BFC3">
                <a:tint val="45000"/>
                <a:satMod val="400000"/>
              </a:srgbClr>
            </a:duotone>
          </a:blip>
          <a:stretch>
            <a:fillRect/>
          </a:stretch>
        </p:blipFill>
        <p:spPr>
          <a:xfrm>
            <a:off x="6333595" y="1729801"/>
            <a:ext cx="435162" cy="479986"/>
          </a:xfrm>
          <a:prstGeom prst="rect">
            <a:avLst/>
          </a:prstGeom>
        </p:spPr>
      </p:pic>
      <p:sp>
        <p:nvSpPr>
          <p:cNvPr id="273" name="TextBox 272">
            <a:extLst>
              <a:ext uri="{FF2B5EF4-FFF2-40B4-BE49-F238E27FC236}">
                <a16:creationId xmlns:a16="http://schemas.microsoft.com/office/drawing/2014/main" id="{CAF8C1CE-F850-3FB1-DC85-757CEE32DB12}"/>
              </a:ext>
            </a:extLst>
          </p:cNvPr>
          <p:cNvSpPr txBox="1"/>
          <p:nvPr/>
        </p:nvSpPr>
        <p:spPr>
          <a:xfrm>
            <a:off x="6922569" y="3059617"/>
            <a:ext cx="4646331" cy="505764"/>
          </a:xfrm>
          <a:prstGeom prst="rect">
            <a:avLst/>
          </a:prstGeom>
          <a:noFill/>
        </p:spPr>
        <p:txBody>
          <a:bodyPr wrap="square" lIns="36000" tIns="36000" rIns="36000" bIns="36000" rtlCol="0" anchor="t">
            <a:noAutofit/>
          </a:bodyPr>
          <a:lstStyle/>
          <a:p>
            <a:pPr marL="9525">
              <a:defRPr/>
            </a:pPr>
            <a:r>
              <a:rPr lang="en-US" sz="1200" b="1">
                <a:solidFill>
                  <a:prstClr val="black"/>
                </a:solidFill>
                <a:latin typeface="Calibri" panose="020F0502020204030204"/>
              </a:rPr>
              <a:t>KSA oncology drug market </a:t>
            </a:r>
            <a:r>
              <a:rPr lang="en-US" sz="1200">
                <a:solidFill>
                  <a:prstClr val="black"/>
                </a:solidFill>
                <a:latin typeface="Calibri" panose="020F0502020204030204"/>
              </a:rPr>
              <a:t>is expanding and projected to reach USD 441 Mn by 2030 growing at a CAGR of 3.39% </a:t>
            </a:r>
            <a:endParaRPr lang="en-US" sz="1200" i="0" u="none" strike="noStrike" kern="1200" cap="none" spc="0" normalizeH="0" baseline="0" noProof="0">
              <a:ln>
                <a:noFill/>
              </a:ln>
              <a:solidFill>
                <a:prstClr val="black"/>
              </a:solidFill>
              <a:effectLst/>
              <a:uLnTx/>
              <a:uFillTx/>
              <a:latin typeface="Calibri" panose="020F0502020204030204"/>
              <a:ea typeface="Calibri"/>
              <a:cs typeface="Calibri"/>
            </a:endParaRPr>
          </a:p>
        </p:txBody>
      </p:sp>
      <p:pic>
        <p:nvPicPr>
          <p:cNvPr id="40" name="Picture 39" descr="A green line art of a bottle and a pill&#10;&#10;AI-generated content may be incorrect.">
            <a:extLst>
              <a:ext uri="{FF2B5EF4-FFF2-40B4-BE49-F238E27FC236}">
                <a16:creationId xmlns:a16="http://schemas.microsoft.com/office/drawing/2014/main" id="{83B60E6C-2766-2B3C-349B-BDA615362BF4}"/>
              </a:ext>
            </a:extLst>
          </p:cNvPr>
          <p:cNvPicPr>
            <a:picLocks noChangeAspect="1"/>
          </p:cNvPicPr>
          <p:nvPr/>
        </p:nvPicPr>
        <p:blipFill>
          <a:blip r:embed="rId42">
            <a:duotone>
              <a:prstClr val="black"/>
              <a:srgbClr val="39BFC3">
                <a:tint val="45000"/>
                <a:satMod val="400000"/>
              </a:srgbClr>
            </a:duotone>
          </a:blip>
          <a:stretch>
            <a:fillRect/>
          </a:stretch>
        </p:blipFill>
        <p:spPr>
          <a:xfrm>
            <a:off x="6314393" y="3059617"/>
            <a:ext cx="473566" cy="505764"/>
          </a:xfrm>
          <a:prstGeom prst="rect">
            <a:avLst/>
          </a:prstGeom>
        </p:spPr>
      </p:pic>
      <p:sp>
        <p:nvSpPr>
          <p:cNvPr id="81" name="TextBox 80">
            <a:extLst>
              <a:ext uri="{FF2B5EF4-FFF2-40B4-BE49-F238E27FC236}">
                <a16:creationId xmlns:a16="http://schemas.microsoft.com/office/drawing/2014/main" id="{88807D4C-FD57-F4A1-4645-3B19A131EB30}"/>
              </a:ext>
            </a:extLst>
          </p:cNvPr>
          <p:cNvSpPr txBox="1"/>
          <p:nvPr/>
        </p:nvSpPr>
        <p:spPr>
          <a:xfrm>
            <a:off x="6917203" y="2370706"/>
            <a:ext cx="4657063" cy="576000"/>
          </a:xfrm>
          <a:prstGeom prst="rect">
            <a:avLst/>
          </a:prstGeom>
          <a:noFill/>
        </p:spPr>
        <p:txBody>
          <a:bodyPr wrap="square" lIns="36000" tIns="36000" rIns="36000" bIns="36000" rtlCol="0" anchor="t">
            <a:noAutofit/>
          </a:bodyPr>
          <a:lstStyle/>
          <a:p>
            <a:pPr marL="9525">
              <a:defRPr/>
            </a:pPr>
            <a:r>
              <a:rPr lang="en-US" sz="1200">
                <a:solidFill>
                  <a:prstClr val="black"/>
                </a:solidFill>
                <a:ea typeface="Calibri"/>
                <a:cs typeface="Calibri"/>
              </a:rPr>
              <a:t>KSA joined </a:t>
            </a:r>
            <a:r>
              <a:rPr lang="en-US" sz="1200" b="1">
                <a:solidFill>
                  <a:prstClr val="black"/>
                </a:solidFill>
                <a:ea typeface="Calibri"/>
                <a:cs typeface="Calibri"/>
              </a:rPr>
              <a:t>International Agency for Research on Cancer (IARC) </a:t>
            </a:r>
            <a:r>
              <a:rPr lang="en-US" sz="1200">
                <a:solidFill>
                  <a:prstClr val="black"/>
                </a:solidFill>
                <a:ea typeface="Calibri"/>
                <a:cs typeface="Calibri"/>
              </a:rPr>
              <a:t>in 2024, and a part of Vision 2030 is to establish a </a:t>
            </a:r>
            <a:r>
              <a:rPr lang="en-US" sz="1200" b="1">
                <a:solidFill>
                  <a:prstClr val="black"/>
                </a:solidFill>
                <a:ea typeface="Calibri"/>
                <a:cs typeface="Calibri"/>
              </a:rPr>
              <a:t>National Cancer Control Plan (NCCP)</a:t>
            </a:r>
            <a:r>
              <a:rPr lang="en-US" sz="1200">
                <a:solidFill>
                  <a:prstClr val="black"/>
                </a:solidFill>
                <a:ea typeface="Calibri"/>
                <a:cs typeface="Calibri"/>
              </a:rPr>
              <a:t> signaling increasing importance of oncology</a:t>
            </a:r>
          </a:p>
        </p:txBody>
      </p:sp>
      <p:pic>
        <p:nvPicPr>
          <p:cNvPr id="3158" name="Graphic 3157" descr="Bullseye outline">
            <a:extLst>
              <a:ext uri="{FF2B5EF4-FFF2-40B4-BE49-F238E27FC236}">
                <a16:creationId xmlns:a16="http://schemas.microsoft.com/office/drawing/2014/main" id="{7B1124FF-1EBC-572F-183F-A450BFBB8E85}"/>
              </a:ext>
            </a:extLst>
          </p:cNvPr>
          <p:cNvPicPr>
            <a:picLocks noChangeAspect="1"/>
          </p:cNvPicPr>
          <p:nvPr/>
        </p:nvPicPr>
        <p:blipFill>
          <a:blip r:embed="rId43">
            <a:duotone>
              <a:prstClr val="black"/>
              <a:srgbClr val="39BFC3">
                <a:tint val="45000"/>
                <a:satMod val="400000"/>
              </a:srgbClr>
            </a:duotone>
            <a:extLst>
              <a:ext uri="{96DAC541-7B7A-43D3-8B79-37D633B846F1}">
                <asvg:svgBlip xmlns:asvg="http://schemas.microsoft.com/office/drawing/2016/SVG/main" r:embed="rId44"/>
              </a:ext>
            </a:extLst>
          </a:blip>
          <a:stretch>
            <a:fillRect/>
          </a:stretch>
        </p:blipFill>
        <p:spPr>
          <a:xfrm>
            <a:off x="6272137" y="2379667"/>
            <a:ext cx="558078" cy="558078"/>
          </a:xfrm>
          <a:prstGeom prst="rect">
            <a:avLst/>
          </a:prstGeom>
        </p:spPr>
      </p:pic>
      <p:sp>
        <p:nvSpPr>
          <p:cNvPr id="18" name="Rectangle 17">
            <a:extLst>
              <a:ext uri="{FF2B5EF4-FFF2-40B4-BE49-F238E27FC236}">
                <a16:creationId xmlns:a16="http://schemas.microsoft.com/office/drawing/2014/main" id="{550830E9-0A28-FD60-D7E0-97ABD4A8C6ED}"/>
              </a:ext>
            </a:extLst>
          </p:cNvPr>
          <p:cNvSpPr/>
          <p:nvPr/>
        </p:nvSpPr>
        <p:spPr>
          <a:xfrm>
            <a:off x="537204" y="3864114"/>
            <a:ext cx="5461397" cy="2463697"/>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37765CEF-9AB2-3295-9A1B-6E827764683C}"/>
              </a:ext>
            </a:extLst>
          </p:cNvPr>
          <p:cNvSpPr/>
          <p:nvPr>
            <p:custDataLst>
              <p:tags r:id="rId11"/>
            </p:custDataLst>
          </p:nvPr>
        </p:nvSpPr>
        <p:spPr>
          <a:xfrm>
            <a:off x="641690" y="3963913"/>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Competition analysis</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19" name="Straight Connector 18">
            <a:extLst>
              <a:ext uri="{FF2B5EF4-FFF2-40B4-BE49-F238E27FC236}">
                <a16:creationId xmlns:a16="http://schemas.microsoft.com/office/drawing/2014/main" id="{7149DC7D-85A5-9460-2345-B6AD0E55998D}"/>
              </a:ext>
            </a:extLst>
          </p:cNvPr>
          <p:cNvCxnSpPr>
            <a:cxnSpLocks/>
          </p:cNvCxnSpPr>
          <p:nvPr/>
        </p:nvCxnSpPr>
        <p:spPr>
          <a:xfrm>
            <a:off x="605161" y="4230461"/>
            <a:ext cx="5275951"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BB63E8C8-DDC6-784C-C217-007A58484726}"/>
              </a:ext>
            </a:extLst>
          </p:cNvPr>
          <p:cNvSpPr/>
          <p:nvPr>
            <p:custDataLst>
              <p:tags r:id="rId12"/>
            </p:custDataLst>
          </p:nvPr>
        </p:nvSpPr>
        <p:spPr>
          <a:xfrm>
            <a:off x="4052603" y="3957174"/>
            <a:ext cx="1466202" cy="22760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Market concentration:</a:t>
            </a:r>
          </a:p>
        </p:txBody>
      </p:sp>
      <p:sp>
        <p:nvSpPr>
          <p:cNvPr id="55" name="TextBox 54">
            <a:extLst>
              <a:ext uri="{FF2B5EF4-FFF2-40B4-BE49-F238E27FC236}">
                <a16:creationId xmlns:a16="http://schemas.microsoft.com/office/drawing/2014/main" id="{13CB7182-AF6D-1A29-2545-8C9862791236}"/>
              </a:ext>
            </a:extLst>
          </p:cNvPr>
          <p:cNvSpPr txBox="1"/>
          <p:nvPr/>
        </p:nvSpPr>
        <p:spPr>
          <a:xfrm>
            <a:off x="576868" y="4348651"/>
            <a:ext cx="4295876" cy="1249078"/>
          </a:xfrm>
          <a:prstGeom prst="rect">
            <a:avLst/>
          </a:prstGeom>
          <a:noFill/>
        </p:spPr>
        <p:txBody>
          <a:bodyPr wrap="square" rtlCol="0">
            <a:noAutofit/>
          </a:bodyPr>
          <a:lstStyle/>
          <a:p>
            <a:pPr marL="180975" lvl="0" indent="-171450">
              <a:spcBef>
                <a:spcPts val="300"/>
              </a:spcBef>
              <a:spcAft>
                <a:spcPts val="300"/>
              </a:spcAft>
              <a:buFont typeface="Arial" panose="020B0604020202020204" pitchFamily="34" charset="0"/>
              <a:buChar char="•"/>
              <a:defRPr/>
            </a:pPr>
            <a:r>
              <a:rPr lang="en-US" sz="1200" b="1"/>
              <a:t>Public sector leadership</a:t>
            </a:r>
            <a:r>
              <a:rPr lang="en-US" sz="1200"/>
              <a:t>: Public hospitals, (KFSH, KAAUH etc.) dominate the oncology market (56-60%) with full services like radiotherapy and chemotherapy</a:t>
            </a:r>
          </a:p>
          <a:p>
            <a:pPr marL="180975" indent="-171450">
              <a:spcBef>
                <a:spcPts val="300"/>
              </a:spcBef>
              <a:spcAft>
                <a:spcPts val="300"/>
              </a:spcAft>
              <a:buFont typeface="Arial" panose="020B0604020202020204" pitchFamily="34" charset="0"/>
              <a:buChar char="•"/>
              <a:defRPr/>
            </a:pPr>
            <a:r>
              <a:rPr lang="en-US" sz="1200" b="1"/>
              <a:t>Private sector growth</a:t>
            </a:r>
            <a:r>
              <a:rPr lang="en-US" sz="1200"/>
              <a:t>: </a:t>
            </a:r>
            <a:r>
              <a:rPr lang="en-US" sz="1200">
                <a:solidFill>
                  <a:prstClr val="black"/>
                </a:solidFill>
              </a:rPr>
              <a:t>Within private sector, the main players are Dr. Sulaiman Al Habib (~25 infusion chairs in Riyadh) and Specialized Medical Center (~8 infusion chairs in Riyadh) </a:t>
            </a:r>
            <a:endParaRPr lang="en-US" sz="1200"/>
          </a:p>
        </p:txBody>
      </p:sp>
      <p:sp>
        <p:nvSpPr>
          <p:cNvPr id="57" name="Rectangle 56">
            <a:extLst>
              <a:ext uri="{FF2B5EF4-FFF2-40B4-BE49-F238E27FC236}">
                <a16:creationId xmlns:a16="http://schemas.microsoft.com/office/drawing/2014/main" id="{759F6B4E-2C39-A28B-7B41-A645BC426D62}"/>
              </a:ext>
            </a:extLst>
          </p:cNvPr>
          <p:cNvSpPr/>
          <p:nvPr>
            <p:custDataLst>
              <p:tags r:id="rId13"/>
            </p:custDataLst>
          </p:nvPr>
        </p:nvSpPr>
        <p:spPr>
          <a:xfrm>
            <a:off x="4872746" y="4314861"/>
            <a:ext cx="1033469" cy="448364"/>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1" u="none" strike="noStrike" kern="1200" cap="none" spc="0" normalizeH="0" baseline="0" noProof="0">
                <a:ln>
                  <a:noFill/>
                </a:ln>
                <a:solidFill>
                  <a:srgbClr val="1F4762"/>
                </a:solidFill>
                <a:effectLst/>
                <a:uLnTx/>
                <a:uFillTx/>
                <a:latin typeface="Calibri" panose="020F0502020204030204"/>
                <a:ea typeface="Calibri" panose="020F0502020204030204" pitchFamily="34" charset="0"/>
                <a:cs typeface="Calibri" panose="020F0502020204030204" pitchFamily="34" charset="0"/>
              </a:rPr>
              <a:t>Competitive landscape</a:t>
            </a:r>
          </a:p>
        </p:txBody>
      </p:sp>
      <p:sp>
        <p:nvSpPr>
          <p:cNvPr id="60" name="Rectangle 59">
            <a:extLst>
              <a:ext uri="{FF2B5EF4-FFF2-40B4-BE49-F238E27FC236}">
                <a16:creationId xmlns:a16="http://schemas.microsoft.com/office/drawing/2014/main" id="{5FB597D3-470B-35E1-A93A-86AAC7DE3AEA}"/>
              </a:ext>
            </a:extLst>
          </p:cNvPr>
          <p:cNvSpPr/>
          <p:nvPr>
            <p:custDataLst>
              <p:tags r:id="rId14"/>
            </p:custDataLst>
          </p:nvPr>
        </p:nvSpPr>
        <p:spPr>
          <a:xfrm>
            <a:off x="4872746" y="4829009"/>
            <a:ext cx="1033469" cy="1194002"/>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Wingdings" panose="05000000000000000000" pitchFamily="2" charset="2"/>
              <a:buChar char="§"/>
              <a:tabLst/>
              <a:defRPr/>
            </a:pPr>
            <a:r>
              <a:rPr kumimoji="0" lang="en-US" sz="1200"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Highly consolidated</a:t>
            </a:r>
          </a:p>
          <a:p>
            <a:pPr marL="171450" marR="0" lvl="0" indent="-171450" algn="l" defTabSz="914400" rtl="0" eaLnBrk="1" fontAlgn="auto" latinLnBrk="0" hangingPunct="1">
              <a:lnSpc>
                <a:spcPct val="100000"/>
              </a:lnSpc>
              <a:spcBef>
                <a:spcPts val="300"/>
              </a:spcBef>
              <a:spcAft>
                <a:spcPts val="300"/>
              </a:spcAft>
              <a:buClrTx/>
              <a:buSzTx/>
              <a:buFont typeface="Wingdings" panose="05000000000000000000" pitchFamily="2" charset="2"/>
              <a:buChar char="§"/>
              <a:tabLst/>
              <a:defRPr/>
            </a:pPr>
            <a:r>
              <a:rPr kumimoji="0" lang="en-US" sz="1200"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Few new entrants</a:t>
            </a:r>
          </a:p>
        </p:txBody>
      </p:sp>
      <p:pic>
        <p:nvPicPr>
          <p:cNvPr id="1026" name="Picture 2" descr="King Faisal Specialist Hospital &amp; Research Centre Ranks">
            <a:extLst>
              <a:ext uri="{FF2B5EF4-FFF2-40B4-BE49-F238E27FC236}">
                <a16:creationId xmlns:a16="http://schemas.microsoft.com/office/drawing/2014/main" id="{40DFB445-BFFC-AD47-896F-32E2E26C10D4}"/>
              </a:ext>
            </a:extLst>
          </p:cNvPr>
          <p:cNvPicPr>
            <a:picLocks noChangeAspect="1" noChangeArrowheads="1"/>
          </p:cNvPicPr>
          <p:nvPr/>
        </p:nvPicPr>
        <p:blipFill>
          <a:blip r:embed="rId45">
            <a:extLst>
              <a:ext uri="{28A0092B-C50C-407E-A947-70E740481C1C}">
                <a14:useLocalDpi xmlns:a14="http://schemas.microsoft.com/office/drawing/2010/main" val="0"/>
              </a:ext>
            </a:extLst>
          </a:blip>
          <a:srcRect/>
          <a:stretch>
            <a:fillRect/>
          </a:stretch>
        </p:blipFill>
        <p:spPr bwMode="auto">
          <a:xfrm>
            <a:off x="609456" y="5834445"/>
            <a:ext cx="1270776" cy="432394"/>
          </a:xfrm>
          <a:prstGeom prst="rect">
            <a:avLst/>
          </a:prstGeom>
          <a:noFill/>
          <a:extLst>
            <a:ext uri="{909E8E84-426E-40DD-AFC4-6F175D3DCCD1}">
              <a14:hiddenFill xmlns:a14="http://schemas.microsoft.com/office/drawing/2010/main">
                <a:solidFill>
                  <a:srgbClr val="FFFFFF"/>
                </a:solidFill>
              </a14:hiddenFill>
            </a:ext>
          </a:extLst>
        </p:spPr>
      </p:pic>
      <p:pic>
        <p:nvPicPr>
          <p:cNvPr id="3166" name="Picture 3165">
            <a:extLst>
              <a:ext uri="{FF2B5EF4-FFF2-40B4-BE49-F238E27FC236}">
                <a16:creationId xmlns:a16="http://schemas.microsoft.com/office/drawing/2014/main" id="{7B52D721-0039-94FD-0BCE-6677D01A4BEE}"/>
              </a:ext>
            </a:extLst>
          </p:cNvPr>
          <p:cNvPicPr>
            <a:picLocks noChangeAspect="1"/>
          </p:cNvPicPr>
          <p:nvPr/>
        </p:nvPicPr>
        <p:blipFill>
          <a:blip r:embed="rId46">
            <a:extLst>
              <a:ext uri="{28A0092B-C50C-407E-A947-70E740481C1C}">
                <a14:useLocalDpi xmlns:a14="http://schemas.microsoft.com/office/drawing/2010/main" val="0"/>
              </a:ext>
            </a:extLst>
          </a:blip>
          <a:stretch>
            <a:fillRect/>
          </a:stretch>
        </p:blipFill>
        <p:spPr>
          <a:xfrm>
            <a:off x="1957275" y="5678757"/>
            <a:ext cx="704859" cy="704859"/>
          </a:xfrm>
          <a:prstGeom prst="rect">
            <a:avLst/>
          </a:prstGeom>
        </p:spPr>
      </p:pic>
      <p:pic>
        <p:nvPicPr>
          <p:cNvPr id="1030" name="Picture 6" descr="SGH Dubai">
            <a:extLst>
              <a:ext uri="{FF2B5EF4-FFF2-40B4-BE49-F238E27FC236}">
                <a16:creationId xmlns:a16="http://schemas.microsoft.com/office/drawing/2014/main" id="{0CEEE9F8-7467-426F-EFE0-74D9B55D8D43}"/>
              </a:ext>
            </a:extLst>
          </p:cNvPr>
          <p:cNvPicPr>
            <a:picLocks noChangeAspect="1" noChangeArrowheads="1"/>
          </p:cNvPicPr>
          <p:nvPr/>
        </p:nvPicPr>
        <p:blipFill rotWithShape="1">
          <a:blip r:embed="rId47">
            <a:clrChange>
              <a:clrFrom>
                <a:srgbClr val="FFFFFF"/>
              </a:clrFrom>
              <a:clrTo>
                <a:srgbClr val="FFFFFF">
                  <a:alpha val="0"/>
                </a:srgbClr>
              </a:clrTo>
            </a:clrChange>
            <a:extLst>
              <a:ext uri="{28A0092B-C50C-407E-A947-70E740481C1C}">
                <a14:useLocalDpi xmlns:a14="http://schemas.microsoft.com/office/drawing/2010/main" val="0"/>
              </a:ext>
            </a:extLst>
          </a:blip>
          <a:srcRect l="13009" t="16444" r="16334" b="14864"/>
          <a:stretch>
            <a:fillRect/>
          </a:stretch>
        </p:blipFill>
        <p:spPr bwMode="auto">
          <a:xfrm>
            <a:off x="2739177" y="5721674"/>
            <a:ext cx="627689" cy="610230"/>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7025B6F1-A454-4FE6-1E17-2930CA0C128F}"/>
              </a:ext>
            </a:extLst>
          </p:cNvPr>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3443909" y="5791996"/>
            <a:ext cx="931126" cy="517292"/>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Dr Suliman Al Habib logo in PNG SVG Vector format - Free Download">
            <a:extLst>
              <a:ext uri="{FF2B5EF4-FFF2-40B4-BE49-F238E27FC236}">
                <a16:creationId xmlns:a16="http://schemas.microsoft.com/office/drawing/2014/main" id="{F96933C8-9D46-D0DB-63E5-D15AF8012FFC}"/>
              </a:ext>
            </a:extLst>
          </p:cNvPr>
          <p:cNvPicPr>
            <a:picLocks noChangeAspect="1" noChangeArrowheads="1"/>
          </p:cNvPicPr>
          <p:nvPr/>
        </p:nvPicPr>
        <p:blipFill>
          <a:blip r:embed="rId49">
            <a:extLst>
              <a:ext uri="{28A0092B-C50C-407E-A947-70E740481C1C}">
                <a14:useLocalDpi xmlns:a14="http://schemas.microsoft.com/office/drawing/2010/main" val="0"/>
              </a:ext>
            </a:extLst>
          </a:blip>
          <a:srcRect/>
          <a:stretch>
            <a:fillRect/>
          </a:stretch>
        </p:blipFill>
        <p:spPr bwMode="auto">
          <a:xfrm>
            <a:off x="4452078" y="5742290"/>
            <a:ext cx="608330" cy="568998"/>
          </a:xfrm>
          <a:prstGeom prst="rect">
            <a:avLst/>
          </a:prstGeom>
          <a:noFill/>
          <a:extLst>
            <a:ext uri="{909E8E84-426E-40DD-AFC4-6F175D3DCCD1}">
              <a14:hiddenFill xmlns:a14="http://schemas.microsoft.com/office/drawing/2010/main">
                <a:solidFill>
                  <a:srgbClr val="FFFFFF"/>
                </a:solidFill>
              </a14:hiddenFill>
            </a:ext>
          </a:extLst>
        </p:spPr>
      </p:pic>
      <p:grpSp>
        <p:nvGrpSpPr>
          <p:cNvPr id="3168" name="Group 3167">
            <a:extLst>
              <a:ext uri="{FF2B5EF4-FFF2-40B4-BE49-F238E27FC236}">
                <a16:creationId xmlns:a16="http://schemas.microsoft.com/office/drawing/2014/main" id="{62847986-6C65-AC90-7CBA-53AB4EE44764}"/>
              </a:ext>
            </a:extLst>
          </p:cNvPr>
          <p:cNvGrpSpPr/>
          <p:nvPr/>
        </p:nvGrpSpPr>
        <p:grpSpPr>
          <a:xfrm>
            <a:off x="5137453" y="5763456"/>
            <a:ext cx="833883" cy="574373"/>
            <a:chOff x="8493319" y="3044746"/>
            <a:chExt cx="833883" cy="574373"/>
          </a:xfrm>
        </p:grpSpPr>
        <p:pic>
          <p:nvPicPr>
            <p:cNvPr id="1036" name="Picture 12">
              <a:extLst>
                <a:ext uri="{FF2B5EF4-FFF2-40B4-BE49-F238E27FC236}">
                  <a16:creationId xmlns:a16="http://schemas.microsoft.com/office/drawing/2014/main" id="{25545465-B4B0-D365-A943-E2E154B93083}"/>
                </a:ext>
              </a:extLst>
            </p:cNvPr>
            <p:cNvPicPr>
              <a:picLocks noChangeAspect="1" noChangeArrowheads="1"/>
            </p:cNvPicPr>
            <p:nvPr/>
          </p:nvPicPr>
          <p:blipFill rotWithShape="1">
            <a:blip r:embed="rId50">
              <a:duotone>
                <a:prstClr val="black"/>
                <a:srgbClr val="002060">
                  <a:tint val="45000"/>
                  <a:satMod val="400000"/>
                </a:srgbClr>
              </a:duotone>
              <a:extLst>
                <a:ext uri="{BEBA8EAE-BF5A-486C-A8C5-ECC9F3942E4B}">
                  <a14:imgProps xmlns:a14="http://schemas.microsoft.com/office/drawing/2010/main">
                    <a14:imgLayer r:embed="rId51">
                      <a14:imgEffect>
                        <a14:brightnessContrast bright="-40000" contrast="-40000"/>
                      </a14:imgEffect>
                    </a14:imgLayer>
                  </a14:imgProps>
                </a:ext>
                <a:ext uri="{28A0092B-C50C-407E-A947-70E740481C1C}">
                  <a14:useLocalDpi xmlns:a14="http://schemas.microsoft.com/office/drawing/2010/main" val="0"/>
                </a:ext>
              </a:extLst>
            </a:blip>
            <a:srcRect l="9394" r="40012"/>
            <a:stretch>
              <a:fillRect/>
            </a:stretch>
          </p:blipFill>
          <p:spPr bwMode="auto">
            <a:xfrm>
              <a:off x="8493319" y="3044746"/>
              <a:ext cx="474937" cy="574373"/>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NBCC - مركز أمراض الدم والأورام">
              <a:extLst>
                <a:ext uri="{FF2B5EF4-FFF2-40B4-BE49-F238E27FC236}">
                  <a16:creationId xmlns:a16="http://schemas.microsoft.com/office/drawing/2014/main" id="{A6D3DAC9-45D3-042B-381C-8397B90B5294}"/>
                </a:ext>
              </a:extLst>
            </p:cNvPr>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8912045" y="3070535"/>
              <a:ext cx="415157" cy="51009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62" name="Group 61">
            <a:extLst>
              <a:ext uri="{FF2B5EF4-FFF2-40B4-BE49-F238E27FC236}">
                <a16:creationId xmlns:a16="http://schemas.microsoft.com/office/drawing/2014/main" id="{B6FC49B0-99E2-A02E-5A42-199DB6F5EE3B}"/>
              </a:ext>
            </a:extLst>
          </p:cNvPr>
          <p:cNvGrpSpPr/>
          <p:nvPr/>
        </p:nvGrpSpPr>
        <p:grpSpPr>
          <a:xfrm>
            <a:off x="-473572" y="642187"/>
            <a:ext cx="338328" cy="3872943"/>
            <a:chOff x="-460920" y="279546"/>
            <a:chExt cx="338328" cy="3872943"/>
          </a:xfrm>
        </p:grpSpPr>
        <p:sp>
          <p:nvSpPr>
            <p:cNvPr id="63" name="Google Shape;139;p2">
              <a:extLst>
                <a:ext uri="{FF2B5EF4-FFF2-40B4-BE49-F238E27FC236}">
                  <a16:creationId xmlns:a16="http://schemas.microsoft.com/office/drawing/2014/main" id="{5A613D77-7B52-596D-431C-4F44C6129ED7}"/>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36" name="Google Shape;140;p2">
              <a:extLst>
                <a:ext uri="{FF2B5EF4-FFF2-40B4-BE49-F238E27FC236}">
                  <a16:creationId xmlns:a16="http://schemas.microsoft.com/office/drawing/2014/main" id="{BC4CFC4C-8C0A-02E2-22EE-B82BF2202ED7}"/>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38" name="Google Shape;141;p2">
              <a:extLst>
                <a:ext uri="{FF2B5EF4-FFF2-40B4-BE49-F238E27FC236}">
                  <a16:creationId xmlns:a16="http://schemas.microsoft.com/office/drawing/2014/main" id="{3DD6DA2A-FE14-90ED-E564-5E794EA18D54}"/>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39" name="Google Shape;142;p2">
              <a:extLst>
                <a:ext uri="{FF2B5EF4-FFF2-40B4-BE49-F238E27FC236}">
                  <a16:creationId xmlns:a16="http://schemas.microsoft.com/office/drawing/2014/main" id="{BCB435F7-6B18-953A-7BF4-55C0E7EBE6B7}"/>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41" name="Google Shape;143;p2">
              <a:extLst>
                <a:ext uri="{FF2B5EF4-FFF2-40B4-BE49-F238E27FC236}">
                  <a16:creationId xmlns:a16="http://schemas.microsoft.com/office/drawing/2014/main" id="{218C85C7-7FC6-882D-4E25-84949D5818EB}"/>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43" name="Google Shape;147;p2">
              <a:extLst>
                <a:ext uri="{FF2B5EF4-FFF2-40B4-BE49-F238E27FC236}">
                  <a16:creationId xmlns:a16="http://schemas.microsoft.com/office/drawing/2014/main" id="{83C583B3-5EFD-2A40-DFBA-7892DD63153F}"/>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44" name="Google Shape;151;p2">
              <a:extLst>
                <a:ext uri="{FF2B5EF4-FFF2-40B4-BE49-F238E27FC236}">
                  <a16:creationId xmlns:a16="http://schemas.microsoft.com/office/drawing/2014/main" id="{79CC8176-161F-3035-4CF5-4E4290A71D17}"/>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45" name="Google Shape;147;p2">
              <a:extLst>
                <a:ext uri="{FF2B5EF4-FFF2-40B4-BE49-F238E27FC236}">
                  <a16:creationId xmlns:a16="http://schemas.microsoft.com/office/drawing/2014/main" id="{CD515F6C-557C-84EF-8ACD-6321C08BE2C2}"/>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20" name="Rectangle 19">
            <a:extLst>
              <a:ext uri="{FF2B5EF4-FFF2-40B4-BE49-F238E27FC236}">
                <a16:creationId xmlns:a16="http://schemas.microsoft.com/office/drawing/2014/main" id="{7472DF05-2D0E-1147-7D55-64B1E13D7F6F}"/>
              </a:ext>
            </a:extLst>
          </p:cNvPr>
          <p:cNvSpPr/>
          <p:nvPr>
            <p:custDataLst>
              <p:tags r:id="rId15"/>
            </p:custDataLst>
          </p:nvPr>
        </p:nvSpPr>
        <p:spPr>
          <a:xfrm>
            <a:off x="538770" y="6509795"/>
            <a:ext cx="1828917"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Level of market concentration:</a:t>
            </a:r>
          </a:p>
        </p:txBody>
      </p:sp>
      <p:sp>
        <p:nvSpPr>
          <p:cNvPr id="24" name="Rectangle 23">
            <a:extLst>
              <a:ext uri="{FF2B5EF4-FFF2-40B4-BE49-F238E27FC236}">
                <a16:creationId xmlns:a16="http://schemas.microsoft.com/office/drawing/2014/main" id="{BE45D39F-AFBC-C4E2-B216-F81B9D91BC80}"/>
              </a:ext>
            </a:extLst>
          </p:cNvPr>
          <p:cNvSpPr/>
          <p:nvPr>
            <p:custDataLst>
              <p:tags r:id="rId16"/>
            </p:custDataLst>
          </p:nvPr>
        </p:nvSpPr>
        <p:spPr>
          <a:xfrm>
            <a:off x="3702724" y="6486064"/>
            <a:ext cx="312301"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a:t>
            </a:r>
          </a:p>
        </p:txBody>
      </p:sp>
      <p:sp>
        <p:nvSpPr>
          <p:cNvPr id="49" name="Rectangle 48">
            <a:extLst>
              <a:ext uri="{FF2B5EF4-FFF2-40B4-BE49-F238E27FC236}">
                <a16:creationId xmlns:a16="http://schemas.microsoft.com/office/drawing/2014/main" id="{4042047B-8226-A98B-E553-BAA2ABBC5AB3}"/>
              </a:ext>
            </a:extLst>
          </p:cNvPr>
          <p:cNvSpPr/>
          <p:nvPr>
            <p:custDataLst>
              <p:tags r:id="rId17"/>
            </p:custDataLst>
          </p:nvPr>
        </p:nvSpPr>
        <p:spPr>
          <a:xfrm>
            <a:off x="2390290" y="6486064"/>
            <a:ext cx="264122"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Low</a:t>
            </a:r>
          </a:p>
        </p:txBody>
      </p:sp>
      <p:sp>
        <p:nvSpPr>
          <p:cNvPr id="3173" name="Rectangle 3172">
            <a:extLst>
              <a:ext uri="{FF2B5EF4-FFF2-40B4-BE49-F238E27FC236}">
                <a16:creationId xmlns:a16="http://schemas.microsoft.com/office/drawing/2014/main" id="{C339102D-7328-F5CE-CE9B-22D5195E4B9A}"/>
              </a:ext>
            </a:extLst>
          </p:cNvPr>
          <p:cNvSpPr/>
          <p:nvPr>
            <p:custDataLst>
              <p:tags r:id="rId18"/>
            </p:custDataLst>
          </p:nvPr>
        </p:nvSpPr>
        <p:spPr>
          <a:xfrm>
            <a:off x="546645" y="6420940"/>
            <a:ext cx="3505958" cy="293788"/>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grpSp>
        <p:nvGrpSpPr>
          <p:cNvPr id="14" name="Group 13">
            <a:extLst>
              <a:ext uri="{FF2B5EF4-FFF2-40B4-BE49-F238E27FC236}">
                <a16:creationId xmlns:a16="http://schemas.microsoft.com/office/drawing/2014/main" id="{695B8AE1-0FAF-255A-E173-841413A8813F}"/>
              </a:ext>
            </a:extLst>
          </p:cNvPr>
          <p:cNvGrpSpPr/>
          <p:nvPr/>
        </p:nvGrpSpPr>
        <p:grpSpPr>
          <a:xfrm>
            <a:off x="6181175" y="6420940"/>
            <a:ext cx="2743200" cy="293788"/>
            <a:chOff x="6181175" y="6420940"/>
            <a:chExt cx="2743200" cy="293788"/>
          </a:xfrm>
        </p:grpSpPr>
        <p:grpSp>
          <p:nvGrpSpPr>
            <p:cNvPr id="3167" name="Group 3166">
              <a:extLst>
                <a:ext uri="{FF2B5EF4-FFF2-40B4-BE49-F238E27FC236}">
                  <a16:creationId xmlns:a16="http://schemas.microsoft.com/office/drawing/2014/main" id="{720B9C75-B0FB-04E0-4FAF-3F6A60857CA9}"/>
                </a:ext>
              </a:extLst>
            </p:cNvPr>
            <p:cNvGrpSpPr/>
            <p:nvPr/>
          </p:nvGrpSpPr>
          <p:grpSpPr>
            <a:xfrm>
              <a:off x="6187678" y="6486064"/>
              <a:ext cx="2628228" cy="178361"/>
              <a:chOff x="5926495" y="6335604"/>
              <a:chExt cx="2628228" cy="178361"/>
            </a:xfrm>
          </p:grpSpPr>
          <p:sp>
            <p:nvSpPr>
              <p:cNvPr id="16" name="Rectangle 15">
                <a:extLst>
                  <a:ext uri="{FF2B5EF4-FFF2-40B4-BE49-F238E27FC236}">
                    <a16:creationId xmlns:a16="http://schemas.microsoft.com/office/drawing/2014/main" id="{F6D70B89-49DE-9D81-F00D-ABB3D26871B3}"/>
                  </a:ext>
                </a:extLst>
              </p:cNvPr>
              <p:cNvSpPr/>
              <p:nvPr>
                <p:custDataLst>
                  <p:tags r:id="rId30"/>
                </p:custDataLst>
              </p:nvPr>
            </p:nvSpPr>
            <p:spPr>
              <a:xfrm>
                <a:off x="5926495" y="6359335"/>
                <a:ext cx="828327"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Sectorial risk:</a:t>
                </a:r>
              </a:p>
            </p:txBody>
          </p:sp>
          <p:grpSp>
            <p:nvGrpSpPr>
              <p:cNvPr id="3163" name="Group 3162">
                <a:extLst>
                  <a:ext uri="{FF2B5EF4-FFF2-40B4-BE49-F238E27FC236}">
                    <a16:creationId xmlns:a16="http://schemas.microsoft.com/office/drawing/2014/main" id="{9D3859E1-9333-3F4A-D584-B8C7F0B9929C}"/>
                  </a:ext>
                </a:extLst>
              </p:cNvPr>
              <p:cNvGrpSpPr/>
              <p:nvPr/>
            </p:nvGrpSpPr>
            <p:grpSpPr>
              <a:xfrm>
                <a:off x="6764068" y="6335604"/>
                <a:ext cx="1790655" cy="178361"/>
                <a:chOff x="1330328" y="6428089"/>
                <a:chExt cx="1478843" cy="178361"/>
              </a:xfrm>
            </p:grpSpPr>
            <p:sp>
              <p:nvSpPr>
                <p:cNvPr id="72" name="Oval 71">
                  <a:extLst>
                    <a:ext uri="{FF2B5EF4-FFF2-40B4-BE49-F238E27FC236}">
                      <a16:creationId xmlns:a16="http://schemas.microsoft.com/office/drawing/2014/main" id="{A6128639-E4FF-A8F9-A827-C1361472BFBA}"/>
                    </a:ext>
                  </a:extLst>
                </p:cNvPr>
                <p:cNvSpPr/>
                <p:nvPr/>
              </p:nvSpPr>
              <p:spPr bwMode="auto">
                <a:xfrm>
                  <a:off x="2672011" y="6448689"/>
                  <a:ext cx="137160" cy="137160"/>
                </a:xfrm>
                <a:prstGeom prst="ellipse">
                  <a:avLst/>
                </a:prstGeom>
                <a:solidFill>
                  <a:srgbClr val="FF0000"/>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73" name="Oval 72">
                  <a:extLst>
                    <a:ext uri="{FF2B5EF4-FFF2-40B4-BE49-F238E27FC236}">
                      <a16:creationId xmlns:a16="http://schemas.microsoft.com/office/drawing/2014/main" id="{2ADAD6E1-CF1A-15D5-9911-EA8B6BCE2704}"/>
                    </a:ext>
                  </a:extLst>
                </p:cNvPr>
                <p:cNvSpPr/>
                <p:nvPr/>
              </p:nvSpPr>
              <p:spPr bwMode="auto">
                <a:xfrm>
                  <a:off x="2219459" y="6448689"/>
                  <a:ext cx="137160" cy="137160"/>
                </a:xfrm>
                <a:prstGeom prst="ellipse">
                  <a:avLst/>
                </a:prstGeom>
                <a:solidFill>
                  <a:schemeClr val="accent4"/>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74" name="Oval 73">
                  <a:extLst>
                    <a:ext uri="{FF2B5EF4-FFF2-40B4-BE49-F238E27FC236}">
                      <a16:creationId xmlns:a16="http://schemas.microsoft.com/office/drawing/2014/main" id="{2A58536F-5D45-30E3-7A11-D3545A79D093}"/>
                    </a:ext>
                  </a:extLst>
                </p:cNvPr>
                <p:cNvSpPr/>
                <p:nvPr/>
              </p:nvSpPr>
              <p:spPr bwMode="auto">
                <a:xfrm>
                  <a:off x="1584301" y="6448689"/>
                  <a:ext cx="137160" cy="137160"/>
                </a:xfrm>
                <a:prstGeom prst="ellipse">
                  <a:avLst/>
                </a:prstGeom>
                <a:solidFill>
                  <a:srgbClr val="548235"/>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75" name="Rectangle 74">
                  <a:extLst>
                    <a:ext uri="{FF2B5EF4-FFF2-40B4-BE49-F238E27FC236}">
                      <a16:creationId xmlns:a16="http://schemas.microsoft.com/office/drawing/2014/main" id="{42489EF4-5266-106C-BFDF-7F5CBC9E562C}"/>
                    </a:ext>
                  </a:extLst>
                </p:cNvPr>
                <p:cNvSpPr/>
                <p:nvPr>
                  <p:custDataLst>
                    <p:tags r:id="rId31"/>
                  </p:custDataLst>
                </p:nvPr>
              </p:nvSpPr>
              <p:spPr>
                <a:xfrm>
                  <a:off x="1330328" y="6428089"/>
                  <a:ext cx="211949"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Low</a:t>
                  </a:r>
                </a:p>
              </p:txBody>
            </p:sp>
            <p:sp>
              <p:nvSpPr>
                <p:cNvPr id="76" name="Rectangle 75">
                  <a:extLst>
                    <a:ext uri="{FF2B5EF4-FFF2-40B4-BE49-F238E27FC236}">
                      <a16:creationId xmlns:a16="http://schemas.microsoft.com/office/drawing/2014/main" id="{DDA4D592-11BA-E411-8E0F-71AD2B03EBBA}"/>
                    </a:ext>
                  </a:extLst>
                </p:cNvPr>
                <p:cNvSpPr/>
                <p:nvPr>
                  <p:custDataLst>
                    <p:tags r:id="rId32"/>
                  </p:custDataLst>
                </p:nvPr>
              </p:nvSpPr>
              <p:spPr>
                <a:xfrm>
                  <a:off x="1763485" y="6428089"/>
                  <a:ext cx="413950"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Medium</a:t>
                  </a:r>
                </a:p>
              </p:txBody>
            </p:sp>
            <p:sp>
              <p:nvSpPr>
                <p:cNvPr id="77" name="Rectangle 76">
                  <a:extLst>
                    <a:ext uri="{FF2B5EF4-FFF2-40B4-BE49-F238E27FC236}">
                      <a16:creationId xmlns:a16="http://schemas.microsoft.com/office/drawing/2014/main" id="{449BA04C-77AD-E09E-3EF2-28A7ED23EEBE}"/>
                    </a:ext>
                  </a:extLst>
                </p:cNvPr>
                <p:cNvSpPr/>
                <p:nvPr>
                  <p:custDataLst>
                    <p:tags r:id="rId33"/>
                  </p:custDataLst>
                </p:nvPr>
              </p:nvSpPr>
              <p:spPr>
                <a:xfrm>
                  <a:off x="2398643" y="6428089"/>
                  <a:ext cx="231342"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a:t>
                  </a:r>
                </a:p>
              </p:txBody>
            </p:sp>
          </p:grpSp>
        </p:grpSp>
        <p:sp>
          <p:nvSpPr>
            <p:cNvPr id="3174" name="Rectangle 3173">
              <a:extLst>
                <a:ext uri="{FF2B5EF4-FFF2-40B4-BE49-F238E27FC236}">
                  <a16:creationId xmlns:a16="http://schemas.microsoft.com/office/drawing/2014/main" id="{F5E03326-6CF8-D5A8-9746-7DF6F3749C43}"/>
                </a:ext>
              </a:extLst>
            </p:cNvPr>
            <p:cNvSpPr/>
            <p:nvPr/>
          </p:nvSpPr>
          <p:spPr>
            <a:xfrm>
              <a:off x="6181175" y="6420940"/>
              <a:ext cx="2743200" cy="293788"/>
            </a:xfrm>
            <a:prstGeom prst="rect">
              <a:avLst/>
            </a:prstGeom>
            <a:noFill/>
            <a:ln w="6350" cap="sq">
              <a:solidFill>
                <a:srgbClr val="1B5B74"/>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grpSp>
      <p:sp>
        <p:nvSpPr>
          <p:cNvPr id="22" name="Google Shape;2507;p28">
            <a:extLst>
              <a:ext uri="{FF2B5EF4-FFF2-40B4-BE49-F238E27FC236}">
                <a16:creationId xmlns:a16="http://schemas.microsoft.com/office/drawing/2014/main" id="{51A8E498-F577-E352-3C06-95F01B98323B}"/>
              </a:ext>
            </a:extLst>
          </p:cNvPr>
          <p:cNvSpPr txBox="1">
            <a:spLocks noGrp="1"/>
          </p:cNvSpPr>
          <p:nvPr>
            <p:ph type="sldNum" idx="12"/>
          </p:nvPr>
        </p:nvSpPr>
        <p:spPr>
          <a:xfrm>
            <a:off x="8717280" y="6393528"/>
            <a:ext cx="2743200" cy="365125"/>
          </a:xfrm>
          <a:prstGeom prst="rect">
            <a:avLst/>
          </a:prstGeom>
          <a:noFill/>
          <a:ln>
            <a:noFill/>
          </a:ln>
        </p:spPr>
        <p:txBody>
          <a:bodyPr spcFirstLastPara="1" wrap="square" lIns="91425" tIns="45700" rIns="91425" bIns="45700" anchor="ctr" anchorCtr="0">
            <a:noAutofit/>
          </a:bodyPr>
          <a:lstStyle/>
          <a:p>
            <a:pPr marL="0" marR="0" lvl="0" indent="0" algn="r" rtl="0">
              <a:lnSpc>
                <a:spcPct val="100000"/>
              </a:lnSpc>
              <a:spcBef>
                <a:spcPts val="0"/>
              </a:spcBef>
              <a:spcAft>
                <a:spcPts val="0"/>
              </a:spcAft>
              <a:buClr>
                <a:schemeClr val="dk1"/>
              </a:buClr>
              <a:buSzPts val="1000"/>
              <a:buFont typeface="Arial"/>
              <a:buNone/>
            </a:pPr>
            <a:fld id="{00000000-1234-1234-1234-123412341234}" type="slidenum">
              <a:rPr lang="en-US" b="0" i="0" u="none" strike="noStrike" cap="none">
                <a:latin typeface="Arial"/>
                <a:ea typeface="Arial"/>
                <a:cs typeface="Arial"/>
                <a:sym typeface="Arial"/>
              </a:rPr>
              <a:t>10</a:t>
            </a:fld>
            <a:endParaRPr b="0" i="0" u="none" strike="noStrike" cap="none">
              <a:latin typeface="Arial"/>
              <a:ea typeface="Arial"/>
              <a:cs typeface="Arial"/>
              <a:sym typeface="Arial"/>
            </a:endParaRPr>
          </a:p>
        </p:txBody>
      </p:sp>
      <p:sp>
        <p:nvSpPr>
          <p:cNvPr id="3" name="Line 15">
            <a:extLst>
              <a:ext uri="{FF2B5EF4-FFF2-40B4-BE49-F238E27FC236}">
                <a16:creationId xmlns:a16="http://schemas.microsoft.com/office/drawing/2014/main" id="{6E29EF69-511F-1B4A-728D-8AE4AD887292}"/>
              </a:ext>
            </a:extLst>
          </p:cNvPr>
          <p:cNvSpPr>
            <a:spLocks noChangeShapeType="1"/>
          </p:cNvSpPr>
          <p:nvPr>
            <p:custDataLst>
              <p:tags r:id="rId19"/>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Oval 36">
            <a:extLst>
              <a:ext uri="{FF2B5EF4-FFF2-40B4-BE49-F238E27FC236}">
                <a16:creationId xmlns:a16="http://schemas.microsoft.com/office/drawing/2014/main" id="{7A393876-7392-96B9-C7AC-2911C62EDA7C}"/>
              </a:ext>
            </a:extLst>
          </p:cNvPr>
          <p:cNvSpPr/>
          <p:nvPr>
            <p:custDataLst>
              <p:tags r:id="rId20"/>
            </p:custDataLst>
          </p:nvPr>
        </p:nvSpPr>
        <p:spPr bwMode="auto">
          <a:xfrm>
            <a:off x="5559425" y="3932238"/>
            <a:ext cx="193675" cy="19367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Arc 40">
            <a:extLst>
              <a:ext uri="{FF2B5EF4-FFF2-40B4-BE49-F238E27FC236}">
                <a16:creationId xmlns:a16="http://schemas.microsoft.com/office/drawing/2014/main" id="{38B6AAAC-3B3C-2F70-DBEB-7DB32086829B}"/>
              </a:ext>
            </a:extLst>
          </p:cNvPr>
          <p:cNvSpPr/>
          <p:nvPr>
            <p:custDataLst>
              <p:tags r:id="rId21"/>
            </p:custDataLst>
          </p:nvPr>
        </p:nvSpPr>
        <p:spPr bwMode="gray">
          <a:xfrm>
            <a:off x="5559425" y="3932238"/>
            <a:ext cx="193674" cy="193675"/>
          </a:xfrm>
          <a:prstGeom prst="arc">
            <a:avLst>
              <a:gd name="adj1" fmla="val 16200000"/>
              <a:gd name="adj2" fmla="val 1080000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8" name="Oval 47">
            <a:extLst>
              <a:ext uri="{FF2B5EF4-FFF2-40B4-BE49-F238E27FC236}">
                <a16:creationId xmlns:a16="http://schemas.microsoft.com/office/drawing/2014/main" id="{AD33D306-8EE6-EFA2-CE2E-9FF286B644C9}"/>
              </a:ext>
            </a:extLst>
          </p:cNvPr>
          <p:cNvSpPr/>
          <p:nvPr>
            <p:custDataLst>
              <p:tags r:id="rId22"/>
            </p:custDataLst>
          </p:nvPr>
        </p:nvSpPr>
        <p:spPr bwMode="auto">
          <a:xfrm>
            <a:off x="2913063" y="650716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Arc 58">
            <a:extLst>
              <a:ext uri="{FF2B5EF4-FFF2-40B4-BE49-F238E27FC236}">
                <a16:creationId xmlns:a16="http://schemas.microsoft.com/office/drawing/2014/main" id="{030F9B40-1CFC-F235-672C-DA2AFE375ED3}"/>
              </a:ext>
            </a:extLst>
          </p:cNvPr>
          <p:cNvSpPr/>
          <p:nvPr>
            <p:custDataLst>
              <p:tags r:id="rId23"/>
            </p:custDataLst>
          </p:nvPr>
        </p:nvSpPr>
        <p:spPr bwMode="gray">
          <a:xfrm>
            <a:off x="2913063" y="6507163"/>
            <a:ext cx="136525" cy="136525"/>
          </a:xfrm>
          <a:prstGeom prst="arc">
            <a:avLst>
              <a:gd name="adj1" fmla="val 16200000"/>
              <a:gd name="adj2" fmla="val 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1" name="Oval 60">
            <a:extLst>
              <a:ext uri="{FF2B5EF4-FFF2-40B4-BE49-F238E27FC236}">
                <a16:creationId xmlns:a16="http://schemas.microsoft.com/office/drawing/2014/main" id="{773BB2E0-20EB-DEED-DF35-E5C0E975BEDE}"/>
              </a:ext>
            </a:extLst>
          </p:cNvPr>
          <p:cNvSpPr/>
          <p:nvPr>
            <p:custDataLst>
              <p:tags r:id="rId24"/>
            </p:custDataLst>
          </p:nvPr>
        </p:nvSpPr>
        <p:spPr bwMode="auto">
          <a:xfrm>
            <a:off x="3119438" y="650716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0" name="Arc 3139">
            <a:extLst>
              <a:ext uri="{FF2B5EF4-FFF2-40B4-BE49-F238E27FC236}">
                <a16:creationId xmlns:a16="http://schemas.microsoft.com/office/drawing/2014/main" id="{DCCEE294-F852-C012-CAB3-F08BE5E1E46A}"/>
              </a:ext>
            </a:extLst>
          </p:cNvPr>
          <p:cNvSpPr/>
          <p:nvPr>
            <p:custDataLst>
              <p:tags r:id="rId25"/>
            </p:custDataLst>
          </p:nvPr>
        </p:nvSpPr>
        <p:spPr bwMode="gray">
          <a:xfrm>
            <a:off x="3119438" y="6507163"/>
            <a:ext cx="136525" cy="136525"/>
          </a:xfrm>
          <a:prstGeom prst="arc">
            <a:avLst>
              <a:gd name="adj1" fmla="val 16200000"/>
              <a:gd name="adj2" fmla="val 540000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42" name="Oval 3141">
            <a:extLst>
              <a:ext uri="{FF2B5EF4-FFF2-40B4-BE49-F238E27FC236}">
                <a16:creationId xmlns:a16="http://schemas.microsoft.com/office/drawing/2014/main" id="{BB8576DA-F765-D4D4-11E4-2326A7DC41EC}"/>
              </a:ext>
            </a:extLst>
          </p:cNvPr>
          <p:cNvSpPr/>
          <p:nvPr>
            <p:custDataLst>
              <p:tags r:id="rId26"/>
            </p:custDataLst>
          </p:nvPr>
        </p:nvSpPr>
        <p:spPr bwMode="auto">
          <a:xfrm>
            <a:off x="3325813" y="650716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6" name="Arc 3145">
            <a:extLst>
              <a:ext uri="{FF2B5EF4-FFF2-40B4-BE49-F238E27FC236}">
                <a16:creationId xmlns:a16="http://schemas.microsoft.com/office/drawing/2014/main" id="{27A4367F-CE07-05AA-8E8E-214CFD34D1C8}"/>
              </a:ext>
            </a:extLst>
          </p:cNvPr>
          <p:cNvSpPr/>
          <p:nvPr>
            <p:custDataLst>
              <p:tags r:id="rId27"/>
            </p:custDataLst>
          </p:nvPr>
        </p:nvSpPr>
        <p:spPr bwMode="gray">
          <a:xfrm>
            <a:off x="3325813" y="6507163"/>
            <a:ext cx="136525" cy="136525"/>
          </a:xfrm>
          <a:prstGeom prst="arc">
            <a:avLst>
              <a:gd name="adj1" fmla="val 16200000"/>
              <a:gd name="adj2" fmla="val 1080000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47" name="Oval 3146">
            <a:extLst>
              <a:ext uri="{FF2B5EF4-FFF2-40B4-BE49-F238E27FC236}">
                <a16:creationId xmlns:a16="http://schemas.microsoft.com/office/drawing/2014/main" id="{8E57ED65-8055-A22F-767A-81DFE2232160}"/>
              </a:ext>
            </a:extLst>
          </p:cNvPr>
          <p:cNvSpPr/>
          <p:nvPr>
            <p:custDataLst>
              <p:tags r:id="rId28"/>
            </p:custDataLst>
          </p:nvPr>
        </p:nvSpPr>
        <p:spPr bwMode="auto">
          <a:xfrm>
            <a:off x="3533775" y="6507163"/>
            <a:ext cx="136525" cy="136525"/>
          </a:xfrm>
          <a:prstGeom prst="ellipse">
            <a:avLst/>
          </a:prstGeom>
          <a:solidFill>
            <a:srgbClr val="1B5B74"/>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0" name="Oval 3149">
            <a:extLst>
              <a:ext uri="{FF2B5EF4-FFF2-40B4-BE49-F238E27FC236}">
                <a16:creationId xmlns:a16="http://schemas.microsoft.com/office/drawing/2014/main" id="{46EF899C-83F9-E579-7378-8D3116C1BDB3}"/>
              </a:ext>
            </a:extLst>
          </p:cNvPr>
          <p:cNvSpPr/>
          <p:nvPr>
            <p:custDataLst>
              <p:tags r:id="rId29"/>
            </p:custDataLst>
          </p:nvPr>
        </p:nvSpPr>
        <p:spPr bwMode="auto">
          <a:xfrm>
            <a:off x="2705100" y="650716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02B5081C-3C7C-E956-26FC-4F6E42155534}"/>
              </a:ext>
            </a:extLst>
          </p:cNvPr>
          <p:cNvSpPr txBox="1"/>
          <p:nvPr/>
        </p:nvSpPr>
        <p:spPr>
          <a:xfrm>
            <a:off x="6935981" y="4288934"/>
            <a:ext cx="4607129" cy="452393"/>
          </a:xfrm>
          <a:prstGeom prst="rect">
            <a:avLst/>
          </a:prstGeom>
          <a:noFill/>
        </p:spPr>
        <p:txBody>
          <a:bodyPr wrap="square" lIns="91440" tIns="45720" rIns="91440" bIns="45720" rtlCol="0" anchor="t">
            <a:noAutofit/>
          </a:bodyPr>
          <a:lstStyle/>
          <a:p>
            <a:pPr>
              <a:defRPr/>
            </a:pPr>
            <a:r>
              <a:rPr lang="en-GB" sz="1200" b="1">
                <a:solidFill>
                  <a:prstClr val="black"/>
                </a:solidFill>
                <a:latin typeface="Calibri" panose="020F0502020204030204"/>
              </a:rPr>
              <a:t>Doctor Capacity Constraints</a:t>
            </a: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a:t>
            </a:r>
            <a:r>
              <a:rPr lang="en-GB" sz="1200">
                <a:solidFill>
                  <a:prstClr val="black"/>
                </a:solidFill>
                <a:latin typeface="Calibri" panose="020F0502020204030204"/>
              </a:rPr>
              <a:t> With high growth in cancer cases, the current cases to oncologist ratio of 500 is expected to worsen, leading to lack of qualified oncologists </a:t>
            </a:r>
            <a:endParaRPr lang="en-GB" sz="1200" b="0" i="0" u="none" strike="noStrike" kern="1200" cap="none" spc="0" normalizeH="0" baseline="0" noProof="0">
              <a:ln>
                <a:noFill/>
              </a:ln>
              <a:solidFill>
                <a:prstClr val="black"/>
              </a:solidFill>
              <a:effectLst/>
              <a:uLnTx/>
              <a:uFillTx/>
              <a:latin typeface="Calibri" panose="020F0502020204030204"/>
              <a:ea typeface="Calibri"/>
              <a:cs typeface="Calibri"/>
            </a:endParaRPr>
          </a:p>
        </p:txBody>
      </p:sp>
      <p:sp>
        <p:nvSpPr>
          <p:cNvPr id="21" name="Oval 20">
            <a:extLst>
              <a:ext uri="{FF2B5EF4-FFF2-40B4-BE49-F238E27FC236}">
                <a16:creationId xmlns:a16="http://schemas.microsoft.com/office/drawing/2014/main" id="{0C941EB8-21B1-CAD3-BF73-6CCFF30ED7DC}"/>
              </a:ext>
            </a:extLst>
          </p:cNvPr>
          <p:cNvSpPr/>
          <p:nvPr/>
        </p:nvSpPr>
        <p:spPr>
          <a:xfrm>
            <a:off x="6285823" y="4299556"/>
            <a:ext cx="531678" cy="517292"/>
          </a:xfrm>
          <a:prstGeom prst="ellipse">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39" name="Picture 20" descr="macroeconomics icon">
            <a:extLst>
              <a:ext uri="{FF2B5EF4-FFF2-40B4-BE49-F238E27FC236}">
                <a16:creationId xmlns:a16="http://schemas.microsoft.com/office/drawing/2014/main" id="{A67C55F8-D977-4D1A-2364-AF6AAF23FB74}"/>
              </a:ext>
            </a:extLst>
          </p:cNvPr>
          <p:cNvPicPr>
            <a:picLocks noChangeAspect="1" noChangeArrowheads="1"/>
          </p:cNvPicPr>
          <p:nvPr/>
        </p:nvPicPr>
        <p:blipFill>
          <a:blip r:embed="rId53">
            <a:clrChange>
              <a:clrFrom>
                <a:srgbClr val="000000">
                  <a:alpha val="0"/>
                </a:srgbClr>
              </a:clrFrom>
              <a:clrTo>
                <a:srgbClr val="000000">
                  <a:alpha val="0"/>
                </a:srgbClr>
              </a:clrTo>
            </a:clrChange>
            <a:extLst>
              <a:ext uri="{28A0092B-C50C-407E-A947-70E740481C1C}">
                <a14:useLocalDpi xmlns:a14="http://schemas.microsoft.com/office/drawing/2010/main" val="0"/>
              </a:ext>
            </a:extLst>
          </a:blip>
          <a:srcRect l="9349" t="4130" r="16406"/>
          <a:stretch>
            <a:fillRect/>
          </a:stretch>
        </p:blipFill>
        <p:spPr bwMode="auto">
          <a:xfrm>
            <a:off x="6390844" y="4382022"/>
            <a:ext cx="286038" cy="369353"/>
          </a:xfrm>
          <a:prstGeom prst="rect">
            <a:avLst/>
          </a:prstGeom>
          <a:solidFill>
            <a:srgbClr val="1B5B74"/>
          </a:solidFill>
        </p:spPr>
      </p:pic>
      <p:sp>
        <p:nvSpPr>
          <p:cNvPr id="12" name="TextBox 11">
            <a:extLst>
              <a:ext uri="{FF2B5EF4-FFF2-40B4-BE49-F238E27FC236}">
                <a16:creationId xmlns:a16="http://schemas.microsoft.com/office/drawing/2014/main" id="{4E3EBEC5-04C8-9A8D-B109-E85F3F3165A8}"/>
              </a:ext>
            </a:extLst>
          </p:cNvPr>
          <p:cNvSpPr txBox="1"/>
          <p:nvPr/>
        </p:nvSpPr>
        <p:spPr>
          <a:xfrm>
            <a:off x="6935981" y="5683475"/>
            <a:ext cx="4607129" cy="596943"/>
          </a:xfrm>
          <a:prstGeom prst="rect">
            <a:avLst/>
          </a:prstGeom>
          <a:noFill/>
        </p:spPr>
        <p:txBody>
          <a:bodyPr wrap="square" rtlCol="0">
            <a:noAutofit/>
          </a:bodyPr>
          <a:lstStyle/>
          <a:p>
            <a:pPr marL="9525" lvl="0">
              <a:defRPr/>
            </a:pP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Supply Chain Vulnerabilities: </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KSA’s reliance on imported pharmaceutical products exposes the oncology sector to potential supply chain disruptions</a:t>
            </a: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Oval 24">
            <a:extLst>
              <a:ext uri="{FF2B5EF4-FFF2-40B4-BE49-F238E27FC236}">
                <a16:creationId xmlns:a16="http://schemas.microsoft.com/office/drawing/2014/main" id="{FD0B453B-45EB-E8FA-1087-611DACDAC2C6}"/>
              </a:ext>
            </a:extLst>
          </p:cNvPr>
          <p:cNvSpPr/>
          <p:nvPr/>
        </p:nvSpPr>
        <p:spPr>
          <a:xfrm>
            <a:off x="6285823" y="5723300"/>
            <a:ext cx="531678" cy="517292"/>
          </a:xfrm>
          <a:prstGeom prst="ellipse">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2" name="Picture 16" descr="regulatory icon">
            <a:extLst>
              <a:ext uri="{FF2B5EF4-FFF2-40B4-BE49-F238E27FC236}">
                <a16:creationId xmlns:a16="http://schemas.microsoft.com/office/drawing/2014/main" id="{76A45E1D-FDF8-D43B-3591-8634FCEA899D}"/>
              </a:ext>
            </a:extLst>
          </p:cNvPr>
          <p:cNvPicPr>
            <a:picLocks noChangeAspect="1" noChangeArrowheads="1"/>
          </p:cNvPicPr>
          <p:nvPr/>
        </p:nvPicPr>
        <p:blipFill>
          <a:blip r:embed="rId54">
            <a:extLst>
              <a:ext uri="{28A0092B-C50C-407E-A947-70E740481C1C}">
                <a14:useLocalDpi xmlns:a14="http://schemas.microsoft.com/office/drawing/2010/main" val="0"/>
              </a:ext>
            </a:extLst>
          </a:blip>
          <a:srcRect l="9327" t="8932" r="13382" b="7609"/>
          <a:stretch>
            <a:fillRect/>
          </a:stretch>
        </p:blipFill>
        <p:spPr bwMode="auto">
          <a:xfrm>
            <a:off x="6402007" y="5808350"/>
            <a:ext cx="316600" cy="341865"/>
          </a:xfrm>
          <a:prstGeom prst="rect">
            <a:avLst/>
          </a:prstGeom>
          <a:solidFill>
            <a:srgbClr val="1B5B74"/>
          </a:solidFill>
        </p:spPr>
      </p:pic>
      <p:sp>
        <p:nvSpPr>
          <p:cNvPr id="23" name="Oval 22">
            <a:extLst>
              <a:ext uri="{FF2B5EF4-FFF2-40B4-BE49-F238E27FC236}">
                <a16:creationId xmlns:a16="http://schemas.microsoft.com/office/drawing/2014/main" id="{B817F611-14B4-53E3-11E9-D242E824CF44}"/>
              </a:ext>
            </a:extLst>
          </p:cNvPr>
          <p:cNvSpPr/>
          <p:nvPr/>
        </p:nvSpPr>
        <p:spPr>
          <a:xfrm>
            <a:off x="6285823" y="5001965"/>
            <a:ext cx="531678" cy="517292"/>
          </a:xfrm>
          <a:prstGeom prst="ellipse">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3" name="Picture 20" descr="decrease icon">
            <a:extLst>
              <a:ext uri="{FF2B5EF4-FFF2-40B4-BE49-F238E27FC236}">
                <a16:creationId xmlns:a16="http://schemas.microsoft.com/office/drawing/2014/main" id="{665B25FE-62E5-10EA-3333-1D795D3F180B}"/>
              </a:ext>
            </a:extLst>
          </p:cNvPr>
          <p:cNvPicPr>
            <a:picLocks noChangeAspect="1" noChangeArrowheads="1"/>
          </p:cNvPicPr>
          <p:nvPr/>
        </p:nvPicPr>
        <p:blipFill rotWithShape="1">
          <a:blip r:embed="rId55">
            <a:extLst>
              <a:ext uri="{28A0092B-C50C-407E-A947-70E740481C1C}">
                <a14:useLocalDpi xmlns:a14="http://schemas.microsoft.com/office/drawing/2010/main" val="0"/>
              </a:ext>
            </a:extLst>
          </a:blip>
          <a:srcRect l="13972" t="24350" r="14472" b="23862"/>
          <a:stretch/>
        </p:blipFill>
        <p:spPr bwMode="auto">
          <a:xfrm>
            <a:off x="6420988" y="5147036"/>
            <a:ext cx="272433" cy="197170"/>
          </a:xfrm>
          <a:prstGeom prst="rect">
            <a:avLst/>
          </a:prstGeom>
          <a:noFill/>
          <a:extLst>
            <a:ext uri="{909E8E84-426E-40DD-AFC4-6F175D3DCCD1}">
              <a14:hiddenFill xmlns:a14="http://schemas.microsoft.com/office/drawing/2010/main">
                <a:solidFill>
                  <a:srgbClr val="FFFFFF"/>
                </a:solidFill>
              </a14:hiddenFill>
            </a:ext>
          </a:extLst>
        </p:spPr>
      </p:pic>
      <p:sp>
        <p:nvSpPr>
          <p:cNvPr id="44" name="TextBox 43">
            <a:extLst>
              <a:ext uri="{FF2B5EF4-FFF2-40B4-BE49-F238E27FC236}">
                <a16:creationId xmlns:a16="http://schemas.microsoft.com/office/drawing/2014/main" id="{E27C6A36-DE0E-08F9-6A31-CE44875FA20D}"/>
              </a:ext>
            </a:extLst>
          </p:cNvPr>
          <p:cNvSpPr txBox="1"/>
          <p:nvPr/>
        </p:nvSpPr>
        <p:spPr>
          <a:xfrm>
            <a:off x="6942720" y="4981065"/>
            <a:ext cx="4607129" cy="452393"/>
          </a:xfrm>
          <a:prstGeom prst="rect">
            <a:avLst/>
          </a:prstGeom>
          <a:no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a:solidFill>
                  <a:prstClr val="black"/>
                </a:solidFill>
                <a:latin typeface="Calibri" panose="020F0502020204030204"/>
              </a:rPr>
              <a:t>Public Sector Dependency</a:t>
            </a:r>
            <a:r>
              <a:rPr kumimoji="0" lang="en-GB" sz="1200" b="1"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GB" sz="1200" i="0" u="none" strike="noStrike" kern="1200" cap="none" spc="0" normalizeH="0" baseline="0" noProof="0">
                <a:ln>
                  <a:noFill/>
                </a:ln>
                <a:solidFill>
                  <a:prstClr val="black"/>
                </a:solidFill>
                <a:effectLst/>
                <a:uLnTx/>
                <a:uFillTx/>
                <a:latin typeface="Calibri" panose="020F0502020204030204"/>
                <a:ea typeface="+mn-ea"/>
                <a:cs typeface="+mn-cs"/>
              </a:rPr>
              <a:t>Private sector growth is dependent on continued government policies favouring privatization and private sector outsourcing, a shift away can disrupt this growth</a:t>
            </a:r>
          </a:p>
        </p:txBody>
      </p:sp>
      <p:grpSp>
        <p:nvGrpSpPr>
          <p:cNvPr id="52" name="Group 51">
            <a:extLst>
              <a:ext uri="{FF2B5EF4-FFF2-40B4-BE49-F238E27FC236}">
                <a16:creationId xmlns:a16="http://schemas.microsoft.com/office/drawing/2014/main" id="{D85DEA23-EA76-990B-F74C-7AD483029D95}"/>
              </a:ext>
            </a:extLst>
          </p:cNvPr>
          <p:cNvGrpSpPr/>
          <p:nvPr/>
        </p:nvGrpSpPr>
        <p:grpSpPr>
          <a:xfrm>
            <a:off x="15130" y="47516"/>
            <a:ext cx="171132" cy="228600"/>
            <a:chOff x="0" y="49329"/>
            <a:chExt cx="171132" cy="228600"/>
          </a:xfrm>
        </p:grpSpPr>
        <p:cxnSp>
          <p:nvCxnSpPr>
            <p:cNvPr id="54" name="Straight Connector 53">
              <a:extLst>
                <a:ext uri="{FF2B5EF4-FFF2-40B4-BE49-F238E27FC236}">
                  <a16:creationId xmlns:a16="http://schemas.microsoft.com/office/drawing/2014/main" id="{F3689854-802E-E333-AA22-CFD6197F88F2}"/>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8" name="Rectangle: Rounded Corners 57">
              <a:extLst>
                <a:ext uri="{FF2B5EF4-FFF2-40B4-BE49-F238E27FC236}">
                  <a16:creationId xmlns:a16="http://schemas.microsoft.com/office/drawing/2014/main" id="{4A44558C-C462-4AFE-FC75-2DEAE8C07CF6}"/>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53" name="Google Shape;1129;p23">
            <a:extLst>
              <a:ext uri="{FF2B5EF4-FFF2-40B4-BE49-F238E27FC236}">
                <a16:creationId xmlns:a16="http://schemas.microsoft.com/office/drawing/2014/main" id="{A839C5AE-C767-8C50-BF9A-3EF5F6A54A89}"/>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Market Overview</a:t>
            </a:r>
            <a:endParaRPr lang="en-US">
              <a:solidFill>
                <a:schemeClr val="bg1"/>
              </a:solidFill>
              <a:latin typeface="Calibri"/>
              <a:ea typeface="Calibri"/>
              <a:cs typeface="Calibri"/>
            </a:endParaRPr>
          </a:p>
        </p:txBody>
      </p:sp>
    </p:spTree>
    <p:extLst>
      <p:ext uri="{BB962C8B-B14F-4D97-AF65-F5344CB8AC3E}">
        <p14:creationId xmlns:p14="http://schemas.microsoft.com/office/powerpoint/2010/main" val="311150383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 name="think-cell data - do not delete" hidden="1">
            <a:extLst>
              <a:ext uri="{FF2B5EF4-FFF2-40B4-BE49-F238E27FC236}">
                <a16:creationId xmlns:a16="http://schemas.microsoft.com/office/drawing/2014/main" id="{85ADDEA5-F6D3-EEA3-B064-73F7946B9F49}"/>
              </a:ext>
            </a:extLst>
          </p:cNvPr>
          <p:cNvGraphicFramePr>
            <a:graphicFrameLocks/>
          </p:cNvGraphicFramePr>
          <p:nvPr>
            <p:custDataLst>
              <p:tags r:id="rId1"/>
            </p:custDataLst>
            <p:extLst>
              <p:ext uri="{D42A27DB-BD31-4B8C-83A1-F6EECF244321}">
                <p14:modId xmlns:p14="http://schemas.microsoft.com/office/powerpoint/2010/main" val="8848090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425" imgH="425" progId="TCLayout.ActiveDocument.1">
                  <p:embed/>
                </p:oleObj>
              </mc:Choice>
              <mc:Fallback>
                <p:oleObj name="think-cell Slide" r:id="rId24" imgW="425" imgH="425" progId="TCLayout.ActiveDocument.1">
                  <p:embed/>
                  <p:pic>
                    <p:nvPicPr>
                      <p:cNvPr id="70" name="think-cell data - do not delete" hidden="1">
                        <a:extLst>
                          <a:ext uri="{FF2B5EF4-FFF2-40B4-BE49-F238E27FC236}">
                            <a16:creationId xmlns:a16="http://schemas.microsoft.com/office/drawing/2014/main" id="{85ADDEA5-F6D3-EEA3-B064-73F7946B9F49}"/>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2" name="Slide Number Placeholder 1">
            <a:extLst>
              <a:ext uri="{FF2B5EF4-FFF2-40B4-BE49-F238E27FC236}">
                <a16:creationId xmlns:a16="http://schemas.microsoft.com/office/drawing/2014/main" id="{BC4A8DB4-1834-2588-1A3B-8CEC56CFEF15}"/>
              </a:ext>
            </a:extLst>
          </p:cNvPr>
          <p:cNvSpPr>
            <a:spLocks noGrp="1"/>
          </p:cNvSpPr>
          <p:nvPr>
            <p:ph type="sldNum" sz="quarter" idx="12"/>
          </p:nvPr>
        </p:nvSpPr>
        <p:spPr/>
        <p:txBody>
          <a:bodyPr/>
          <a:lstStyle/>
          <a:p>
            <a:fld id="{8E1CF2E5-4A16-4FBD-9713-265FD1DAAE65}" type="slidenum">
              <a:rPr lang="en-US" smtClean="0"/>
              <a:t>11</a:t>
            </a:fld>
            <a:endParaRPr lang="en-US"/>
          </a:p>
        </p:txBody>
      </p:sp>
      <p:sp>
        <p:nvSpPr>
          <p:cNvPr id="3" name="Line 15">
            <a:extLst>
              <a:ext uri="{FF2B5EF4-FFF2-40B4-BE49-F238E27FC236}">
                <a16:creationId xmlns:a16="http://schemas.microsoft.com/office/drawing/2014/main" id="{04A34FE8-887C-5F77-07EA-A47A9F60C535}"/>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Rounded Corners 3">
            <a:extLst>
              <a:ext uri="{FF2B5EF4-FFF2-40B4-BE49-F238E27FC236}">
                <a16:creationId xmlns:a16="http://schemas.microsoft.com/office/drawing/2014/main" id="{54EB8405-BE82-F6A7-276C-D29EF6CFB8D6}"/>
              </a:ext>
            </a:extLst>
          </p:cNvPr>
          <p:cNvSpPr/>
          <p:nvPr/>
        </p:nvSpPr>
        <p:spPr>
          <a:xfrm>
            <a:off x="609600" y="1389245"/>
            <a:ext cx="3452261" cy="624029"/>
          </a:xfrm>
          <a:prstGeom prst="roundRect">
            <a:avLst/>
          </a:prstGeom>
          <a:solidFill>
            <a:srgbClr val="1F4762"/>
          </a:solidFill>
          <a:ln>
            <a:noFill/>
            <a:prstDash val="dash"/>
          </a:ln>
          <a:effectLst>
            <a:outerShdw blurRad="50800" dist="38100" dir="5400000" algn="t" rotWithShape="0">
              <a:prstClr val="black">
                <a:alpha val="40000"/>
              </a:prstClr>
            </a:outerShdw>
          </a:effectLst>
        </p:spPr>
        <p:txBody>
          <a:bodyPr wrap="square" rtlCol="0" anchor="ctr">
            <a:noAutofit/>
          </a:bodyPr>
          <a:lstStyle/>
          <a:p>
            <a:pPr algn="ctr"/>
            <a:r>
              <a:rPr lang="en-US" sz="1600" b="1" kern="0">
                <a:solidFill>
                  <a:prstClr val="white"/>
                </a:solidFill>
                <a:cs typeface="Arial" panose="020B0604020202020204" pitchFamily="34" charset="0"/>
              </a:rPr>
              <a:t>Growth in Immunotherapy</a:t>
            </a:r>
          </a:p>
        </p:txBody>
      </p:sp>
      <p:sp>
        <p:nvSpPr>
          <p:cNvPr id="5" name="Rectangle: Rounded Corners 4">
            <a:extLst>
              <a:ext uri="{FF2B5EF4-FFF2-40B4-BE49-F238E27FC236}">
                <a16:creationId xmlns:a16="http://schemas.microsoft.com/office/drawing/2014/main" id="{12FB3E3A-A3A2-5468-7E57-436D8D7CFBBE}"/>
              </a:ext>
            </a:extLst>
          </p:cNvPr>
          <p:cNvSpPr/>
          <p:nvPr/>
        </p:nvSpPr>
        <p:spPr>
          <a:xfrm>
            <a:off x="4364006" y="1389245"/>
            <a:ext cx="3452261" cy="624029"/>
          </a:xfrm>
          <a:prstGeom prst="roundRect">
            <a:avLst/>
          </a:prstGeom>
          <a:solidFill>
            <a:srgbClr val="1F4762"/>
          </a:solidFill>
          <a:ln>
            <a:noFill/>
            <a:prstDash val="dash"/>
          </a:ln>
          <a:effectLst>
            <a:outerShdw blurRad="50800" dist="38100" dir="5400000" algn="t" rotWithShape="0">
              <a:prstClr val="black">
                <a:alpha val="40000"/>
              </a:prstClr>
            </a:outerShdw>
          </a:effectLst>
        </p:spPr>
        <p:txBody>
          <a:bodyPr wrap="square" rtlCol="0" anchor="ctr">
            <a:noAutofit/>
          </a:bodyPr>
          <a:lstStyle/>
          <a:p>
            <a:pPr algn="ctr"/>
            <a:r>
              <a:rPr lang="en-US" sz="1600" b="1" kern="0">
                <a:solidFill>
                  <a:prstClr val="white"/>
                </a:solidFill>
                <a:cs typeface="Arial" panose="020B0604020202020204" pitchFamily="34" charset="0"/>
              </a:rPr>
              <a:t>Growth in Radiotherapy</a:t>
            </a:r>
          </a:p>
        </p:txBody>
      </p:sp>
      <p:sp>
        <p:nvSpPr>
          <p:cNvPr id="6" name="Rectangle: Rounded Corners 5">
            <a:extLst>
              <a:ext uri="{FF2B5EF4-FFF2-40B4-BE49-F238E27FC236}">
                <a16:creationId xmlns:a16="http://schemas.microsoft.com/office/drawing/2014/main" id="{0165CB93-BFE0-4C45-34FF-94F94E3515E4}"/>
              </a:ext>
            </a:extLst>
          </p:cNvPr>
          <p:cNvSpPr/>
          <p:nvPr/>
        </p:nvSpPr>
        <p:spPr>
          <a:xfrm>
            <a:off x="8118412" y="1389245"/>
            <a:ext cx="3452261" cy="624029"/>
          </a:xfrm>
          <a:prstGeom prst="roundRect">
            <a:avLst/>
          </a:prstGeom>
          <a:solidFill>
            <a:srgbClr val="1F4762"/>
          </a:solidFill>
          <a:ln>
            <a:noFill/>
            <a:prstDash val="dash"/>
          </a:ln>
          <a:effectLst>
            <a:outerShdw blurRad="50800" dist="38100" dir="5400000" algn="t" rotWithShape="0">
              <a:prstClr val="black">
                <a:alpha val="40000"/>
              </a:prstClr>
            </a:outerShdw>
          </a:effectLst>
        </p:spPr>
        <p:txBody>
          <a:bodyPr wrap="square" rtlCol="0" anchor="ctr">
            <a:noAutofit/>
          </a:bodyPr>
          <a:lstStyle/>
          <a:p>
            <a:pPr algn="ctr"/>
            <a:r>
              <a:rPr lang="en-US" sz="1600" b="1" kern="0">
                <a:solidFill>
                  <a:prstClr val="white"/>
                </a:solidFill>
                <a:cs typeface="Arial" panose="020B0604020202020204" pitchFamily="34" charset="0"/>
              </a:rPr>
              <a:t>Growth in Oncology Therapeutics</a:t>
            </a:r>
          </a:p>
        </p:txBody>
      </p:sp>
      <p:sp>
        <p:nvSpPr>
          <p:cNvPr id="7" name="object 5">
            <a:extLst>
              <a:ext uri="{FF2B5EF4-FFF2-40B4-BE49-F238E27FC236}">
                <a16:creationId xmlns:a16="http://schemas.microsoft.com/office/drawing/2014/main" id="{6C4249A9-2B68-7EFF-F1D5-11EE8988844C}"/>
              </a:ext>
            </a:extLst>
          </p:cNvPr>
          <p:cNvSpPr>
            <a:spLocks/>
          </p:cNvSpPr>
          <p:nvPr/>
        </p:nvSpPr>
        <p:spPr>
          <a:xfrm>
            <a:off x="8114241" y="2139842"/>
            <a:ext cx="3456432" cy="3276400"/>
          </a:xfrm>
          <a:prstGeom prst="roundRect">
            <a:avLst>
              <a:gd name="adj" fmla="val 2995"/>
            </a:avLst>
          </a:prstGeom>
          <a:solidFill>
            <a:schemeClr val="bg1">
              <a:alpha val="70000"/>
            </a:schemeClr>
          </a:solidFill>
          <a:ln>
            <a:solidFill>
              <a:srgbClr val="206971"/>
            </a:solidFill>
          </a:ln>
        </p:spPr>
        <p:txBody>
          <a:bodyPr wrap="square" lIns="0" tIns="0" rIns="0" bIns="0" rtlCol="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400" b="0" i="0" u="none" strike="noStrike" kern="0" cap="none" spc="0" normalizeH="0" baseline="0" noProof="0">
              <a:ln>
                <a:noFill/>
              </a:ln>
              <a:solidFill>
                <a:srgbClr val="2C3846"/>
              </a:solidFill>
              <a:effectLst/>
              <a:uLnTx/>
              <a:uFillTx/>
            </a:endParaRPr>
          </a:p>
        </p:txBody>
      </p:sp>
      <p:sp>
        <p:nvSpPr>
          <p:cNvPr id="8" name="object 5">
            <a:extLst>
              <a:ext uri="{FF2B5EF4-FFF2-40B4-BE49-F238E27FC236}">
                <a16:creationId xmlns:a16="http://schemas.microsoft.com/office/drawing/2014/main" id="{4C7AB98A-C4AE-79A0-151F-439C66A33C2B}"/>
              </a:ext>
            </a:extLst>
          </p:cNvPr>
          <p:cNvSpPr>
            <a:spLocks/>
          </p:cNvSpPr>
          <p:nvPr/>
        </p:nvSpPr>
        <p:spPr>
          <a:xfrm>
            <a:off x="609600" y="2139842"/>
            <a:ext cx="3456432" cy="3276400"/>
          </a:xfrm>
          <a:prstGeom prst="roundRect">
            <a:avLst>
              <a:gd name="adj" fmla="val 2995"/>
            </a:avLst>
          </a:prstGeom>
          <a:solidFill>
            <a:schemeClr val="bg1">
              <a:alpha val="70000"/>
            </a:schemeClr>
          </a:solidFill>
          <a:ln>
            <a:solidFill>
              <a:srgbClr val="206971"/>
            </a:solidFill>
          </a:ln>
        </p:spPr>
        <p:txBody>
          <a:bodyPr wrap="square" lIns="0" tIns="0" rIns="0" bIns="0" rtlCol="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400" b="0" i="0" u="none" strike="noStrike" kern="0" cap="none" spc="0" normalizeH="0" baseline="0" noProof="0">
              <a:ln>
                <a:noFill/>
              </a:ln>
              <a:solidFill>
                <a:srgbClr val="2C3846"/>
              </a:solidFill>
              <a:effectLst/>
              <a:uLnTx/>
              <a:uFillTx/>
            </a:endParaRPr>
          </a:p>
        </p:txBody>
      </p:sp>
      <p:sp>
        <p:nvSpPr>
          <p:cNvPr id="9" name="object 5">
            <a:extLst>
              <a:ext uri="{FF2B5EF4-FFF2-40B4-BE49-F238E27FC236}">
                <a16:creationId xmlns:a16="http://schemas.microsoft.com/office/drawing/2014/main" id="{AE6D9AEC-3782-01AF-825C-2C7DC40958B1}"/>
              </a:ext>
            </a:extLst>
          </p:cNvPr>
          <p:cNvSpPr>
            <a:spLocks/>
          </p:cNvSpPr>
          <p:nvPr/>
        </p:nvSpPr>
        <p:spPr>
          <a:xfrm>
            <a:off x="4367784" y="2139842"/>
            <a:ext cx="3456432" cy="3276400"/>
          </a:xfrm>
          <a:prstGeom prst="roundRect">
            <a:avLst>
              <a:gd name="adj" fmla="val 2995"/>
            </a:avLst>
          </a:prstGeom>
          <a:solidFill>
            <a:schemeClr val="bg1">
              <a:alpha val="70000"/>
            </a:schemeClr>
          </a:solidFill>
          <a:ln>
            <a:solidFill>
              <a:srgbClr val="206971"/>
            </a:solidFill>
          </a:ln>
        </p:spPr>
        <p:txBody>
          <a:bodyPr wrap="square" lIns="0" tIns="0" rIns="0" bIns="0" rtlCol="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400" b="0" i="0" u="none" strike="noStrike" kern="0" cap="none" spc="0" normalizeH="0" baseline="0" noProof="0">
              <a:ln>
                <a:noFill/>
              </a:ln>
              <a:solidFill>
                <a:srgbClr val="2C3846"/>
              </a:solidFill>
              <a:effectLst/>
              <a:uLnTx/>
              <a:uFillTx/>
            </a:endParaRPr>
          </a:p>
        </p:txBody>
      </p:sp>
      <p:sp>
        <p:nvSpPr>
          <p:cNvPr id="10" name="Rectangle: Rounded Corners 9">
            <a:extLst>
              <a:ext uri="{FF2B5EF4-FFF2-40B4-BE49-F238E27FC236}">
                <a16:creationId xmlns:a16="http://schemas.microsoft.com/office/drawing/2014/main" id="{BCE2BB12-F1D8-67D0-0BDC-3DCE162E1D40}"/>
              </a:ext>
            </a:extLst>
          </p:cNvPr>
          <p:cNvSpPr/>
          <p:nvPr/>
        </p:nvSpPr>
        <p:spPr>
          <a:xfrm>
            <a:off x="649723" y="5667323"/>
            <a:ext cx="10963656" cy="716023"/>
          </a:xfrm>
          <a:prstGeom prst="roundRect">
            <a:avLst/>
          </a:prstGeom>
          <a:solidFill>
            <a:schemeClr val="bg1"/>
          </a:solidFill>
          <a:ln>
            <a:noFill/>
          </a:ln>
          <a:effectLst>
            <a:outerShdw blurRad="63500" sx="102000" sy="102000" algn="ctr"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1" name="Rectangle 10">
            <a:extLst>
              <a:ext uri="{FF2B5EF4-FFF2-40B4-BE49-F238E27FC236}">
                <a16:creationId xmlns:a16="http://schemas.microsoft.com/office/drawing/2014/main" id="{2FD882DA-0985-26C2-40D1-BBFC1A7D5E88}"/>
              </a:ext>
            </a:extLst>
          </p:cNvPr>
          <p:cNvSpPr/>
          <p:nvPr/>
        </p:nvSpPr>
        <p:spPr>
          <a:xfrm>
            <a:off x="937627" y="5624512"/>
            <a:ext cx="10058400" cy="723900"/>
          </a:xfrm>
          <a:prstGeom prst="rect">
            <a:avLst/>
          </a:prstGeom>
          <a:no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300"/>
              </a:spcBef>
              <a:spcAft>
                <a:spcPts val="300"/>
              </a:spcAft>
            </a:pPr>
            <a:r>
              <a:rPr lang="en-US" sz="1200" b="1" i="1">
                <a:solidFill>
                  <a:srgbClr val="39BFC3"/>
                </a:solidFill>
                <a:latin typeface="Calibri" panose="020F0502020204030204" pitchFamily="34" charset="0"/>
                <a:cs typeface="Calibri" panose="020F0502020204030204" pitchFamily="34" charset="0"/>
              </a:rPr>
              <a:t>Diabetes, bronchial asthma, and immunology-related conditions </a:t>
            </a:r>
            <a:r>
              <a:rPr lang="en-US" sz="1200" i="1">
                <a:solidFill>
                  <a:schemeClr val="tx1"/>
                </a:solidFill>
                <a:cs typeface="Arial" panose="020B0604020202020204" pitchFamily="34" charset="0"/>
              </a:rPr>
              <a:t>(biologics requiring repeated infusions) are underserved and </a:t>
            </a:r>
            <a:r>
              <a:rPr lang="en-US" sz="1200" b="1" i="1">
                <a:solidFill>
                  <a:schemeClr val="tx1"/>
                </a:solidFill>
                <a:cs typeface="Arial" panose="020B0604020202020204" pitchFamily="34" charset="0"/>
              </a:rPr>
              <a:t>offer strong demand potential</a:t>
            </a:r>
          </a:p>
          <a:p>
            <a:pPr algn="r">
              <a:spcBef>
                <a:spcPts val="300"/>
              </a:spcBef>
              <a:spcAft>
                <a:spcPts val="300"/>
              </a:spcAft>
            </a:pPr>
            <a:r>
              <a:rPr lang="en-US" sz="1200" i="1">
                <a:solidFill>
                  <a:schemeClr val="tx1"/>
                </a:solidFill>
                <a:cs typeface="Arial" panose="020B0604020202020204" pitchFamily="34" charset="0"/>
              </a:rPr>
              <a:t>(Senior Expert in Saudi health economics and oncology/radiology)</a:t>
            </a:r>
          </a:p>
        </p:txBody>
      </p:sp>
      <p:pic>
        <p:nvPicPr>
          <p:cNvPr id="12" name="Picture 11">
            <a:extLst>
              <a:ext uri="{FF2B5EF4-FFF2-40B4-BE49-F238E27FC236}">
                <a16:creationId xmlns:a16="http://schemas.microsoft.com/office/drawing/2014/main" id="{1FADFFAA-AAC1-768C-2252-FFEA75F4CF3B}"/>
              </a:ext>
            </a:extLst>
          </p:cNvPr>
          <p:cNvPicPr>
            <a:picLocks noChangeAspect="1"/>
          </p:cNvPicPr>
          <p:nvPr/>
        </p:nvPicPr>
        <p:blipFill>
          <a:blip r:embed="rId26">
            <a:clrChange>
              <a:clrFrom>
                <a:srgbClr val="FFFFFF"/>
              </a:clrFrom>
              <a:clrTo>
                <a:srgbClr val="FFFFFF">
                  <a:alpha val="0"/>
                </a:srgbClr>
              </a:clrTo>
            </a:clrChange>
          </a:blip>
          <a:stretch>
            <a:fillRect/>
          </a:stretch>
        </p:blipFill>
        <p:spPr>
          <a:xfrm>
            <a:off x="649723" y="5667324"/>
            <a:ext cx="329449" cy="216494"/>
          </a:xfrm>
          <a:prstGeom prst="rect">
            <a:avLst/>
          </a:prstGeom>
        </p:spPr>
      </p:pic>
      <p:pic>
        <p:nvPicPr>
          <p:cNvPr id="13" name="Picture 12">
            <a:extLst>
              <a:ext uri="{FF2B5EF4-FFF2-40B4-BE49-F238E27FC236}">
                <a16:creationId xmlns:a16="http://schemas.microsoft.com/office/drawing/2014/main" id="{C0371DA3-EECE-8931-4EE7-1B8A0F7B3D69}"/>
              </a:ext>
            </a:extLst>
          </p:cNvPr>
          <p:cNvPicPr>
            <a:picLocks noChangeAspect="1"/>
          </p:cNvPicPr>
          <p:nvPr/>
        </p:nvPicPr>
        <p:blipFill>
          <a:blip r:embed="rId26">
            <a:clrChange>
              <a:clrFrom>
                <a:srgbClr val="FFFFFF"/>
              </a:clrFrom>
              <a:clrTo>
                <a:srgbClr val="FFFFFF">
                  <a:alpha val="0"/>
                </a:srgbClr>
              </a:clrTo>
            </a:clrChange>
          </a:blip>
          <a:stretch>
            <a:fillRect/>
          </a:stretch>
        </p:blipFill>
        <p:spPr>
          <a:xfrm rot="10800000">
            <a:off x="10866682" y="5667325"/>
            <a:ext cx="329449" cy="216494"/>
          </a:xfrm>
          <a:prstGeom prst="rect">
            <a:avLst/>
          </a:prstGeom>
        </p:spPr>
      </p:pic>
      <p:graphicFrame>
        <p:nvGraphicFramePr>
          <p:cNvPr id="54" name="Chart 53">
            <a:extLst>
              <a:ext uri="{FF2B5EF4-FFF2-40B4-BE49-F238E27FC236}">
                <a16:creationId xmlns:a16="http://schemas.microsoft.com/office/drawing/2014/main" id="{7ABEF9E2-3E21-72D8-C4B0-725A6D3FC2F6}"/>
              </a:ext>
            </a:extLst>
          </p:cNvPr>
          <p:cNvGraphicFramePr/>
          <p:nvPr>
            <p:custDataLst>
              <p:tags r:id="rId3"/>
            </p:custDataLst>
            <p:extLst>
              <p:ext uri="{D42A27DB-BD31-4B8C-83A1-F6EECF244321}">
                <p14:modId xmlns:p14="http://schemas.microsoft.com/office/powerpoint/2010/main" val="1258436291"/>
              </p:ext>
            </p:extLst>
          </p:nvPr>
        </p:nvGraphicFramePr>
        <p:xfrm>
          <a:off x="4560888" y="3162300"/>
          <a:ext cx="2984500" cy="2165350"/>
        </p:xfrm>
        <a:graphic>
          <a:graphicData uri="http://schemas.openxmlformats.org/drawingml/2006/chart">
            <c:chart xmlns:c="http://schemas.openxmlformats.org/drawingml/2006/chart" xmlns:r="http://schemas.openxmlformats.org/officeDocument/2006/relationships" r:id="rId27"/>
          </a:graphicData>
        </a:graphic>
      </p:graphicFrame>
      <p:cxnSp>
        <p:nvCxnSpPr>
          <p:cNvPr id="97" name="Straight Connector 96">
            <a:extLst>
              <a:ext uri="{FF2B5EF4-FFF2-40B4-BE49-F238E27FC236}">
                <a16:creationId xmlns:a16="http://schemas.microsoft.com/office/drawing/2014/main" id="{2112FE53-9194-5479-FECB-7D3E908D520E}"/>
              </a:ext>
            </a:extLst>
          </p:cNvPr>
          <p:cNvCxnSpPr/>
          <p:nvPr>
            <p:custDataLst>
              <p:tags r:id="rId4"/>
            </p:custDataLst>
          </p:nvPr>
        </p:nvCxnSpPr>
        <p:spPr bwMode="auto">
          <a:xfrm flipV="1">
            <a:off x="5346700" y="3222625"/>
            <a:ext cx="1409700" cy="76041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9" name="Text Placeholder 2">
            <a:extLst>
              <a:ext uri="{FF2B5EF4-FFF2-40B4-BE49-F238E27FC236}">
                <a16:creationId xmlns:a16="http://schemas.microsoft.com/office/drawing/2014/main" id="{3A19C544-546E-53A5-614D-7D4A85A9F2BC}"/>
              </a:ext>
            </a:extLst>
          </p:cNvPr>
          <p:cNvSpPr>
            <a:spLocks/>
          </p:cNvSpPr>
          <p:nvPr>
            <p:custDataLst>
              <p:tags r:id="rId5"/>
            </p:custDataLst>
          </p:nvPr>
        </p:nvSpPr>
        <p:spPr bwMode="auto">
          <a:xfrm>
            <a:off x="5184775" y="5111750"/>
            <a:ext cx="3238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FD14F2E-D0A1-4781-AFB6-33C6E1CED16F}" type="datetime'''''''2''''''''''''''''''''02''2'''''''''''''">
              <a:rPr lang="en-US" altLang="en-US" sz="1200" smtClean="0"/>
              <a:pPr marL="0" lvl="0" indent="0" algn="ctr">
                <a:spcBef>
                  <a:spcPct val="0"/>
                </a:spcBef>
                <a:spcAft>
                  <a:spcPct val="0"/>
                </a:spcAft>
                <a:buNone/>
              </a:pPr>
              <a:t>2022</a:t>
            </a:fld>
            <a:endParaRPr lang="en-US" sz="1200"/>
          </a:p>
        </p:txBody>
      </p:sp>
      <p:sp>
        <p:nvSpPr>
          <p:cNvPr id="40" name="Text Placeholder 2">
            <a:extLst>
              <a:ext uri="{FF2B5EF4-FFF2-40B4-BE49-F238E27FC236}">
                <a16:creationId xmlns:a16="http://schemas.microsoft.com/office/drawing/2014/main" id="{50DA2D8C-CA79-FBAF-93A7-3D91BE8DD346}"/>
              </a:ext>
            </a:extLst>
          </p:cNvPr>
          <p:cNvSpPr>
            <a:spLocks/>
          </p:cNvSpPr>
          <p:nvPr>
            <p:custDataLst>
              <p:tags r:id="rId6"/>
            </p:custDataLst>
          </p:nvPr>
        </p:nvSpPr>
        <p:spPr bwMode="auto">
          <a:xfrm>
            <a:off x="6559550" y="5111750"/>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8BC6436-8EF9-4BD2-AB29-FC3681C67BCC}" type="datetime'''''2''''''''''''0''''''3''''''''''0''''''F'''''''''''">
              <a:rPr lang="en-US" altLang="en-US" sz="1200" smtClean="0"/>
              <a:pPr marL="0" lvl="0" indent="0" algn="ctr">
                <a:spcBef>
                  <a:spcPct val="0"/>
                </a:spcBef>
                <a:spcAft>
                  <a:spcPct val="0"/>
                </a:spcAft>
                <a:buNone/>
              </a:pPr>
              <a:t>2030F</a:t>
            </a:fld>
            <a:endParaRPr lang="en-US" sz="1200"/>
          </a:p>
        </p:txBody>
      </p:sp>
      <p:sp>
        <p:nvSpPr>
          <p:cNvPr id="96" name="Text Placeholder 2">
            <a:extLst>
              <a:ext uri="{FF2B5EF4-FFF2-40B4-BE49-F238E27FC236}">
                <a16:creationId xmlns:a16="http://schemas.microsoft.com/office/drawing/2014/main" id="{87BB863F-9716-77B5-70B5-97E8A856AB8A}"/>
              </a:ext>
            </a:extLst>
          </p:cNvPr>
          <p:cNvSpPr>
            <a:spLocks/>
          </p:cNvSpPr>
          <p:nvPr>
            <p:custDataLst>
              <p:tags r:id="rId7"/>
            </p:custDataLst>
          </p:nvPr>
        </p:nvSpPr>
        <p:spPr bwMode="auto">
          <a:xfrm>
            <a:off x="5668963" y="3484563"/>
            <a:ext cx="766763"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D35EF4A-E707-4621-AAAA-29C69198A922}" type="datetime'''1''''''''3''''''''''''''''''''''''''''''''''''''''''%'''">
              <a:rPr lang="en-US" altLang="en-US" sz="1200" b="1" smtClean="0">
                <a:solidFill>
                  <a:schemeClr val="bg1"/>
                </a:solidFill>
                <a:effectLst/>
              </a:rPr>
              <a:pPr marL="0" lvl="0" indent="0" algn="ctr">
                <a:spcBef>
                  <a:spcPct val="0"/>
                </a:spcBef>
                <a:spcAft>
                  <a:spcPct val="0"/>
                </a:spcAft>
                <a:buNone/>
              </a:pPr>
              <a:t>13%</a:t>
            </a:fld>
            <a:r>
              <a:rPr lang="en-US" sz="1200" b="1">
                <a:solidFill>
                  <a:schemeClr val="bg1"/>
                </a:solidFill>
              </a:rPr>
              <a:t> p.a.</a:t>
            </a:r>
          </a:p>
        </p:txBody>
      </p:sp>
      <p:graphicFrame>
        <p:nvGraphicFramePr>
          <p:cNvPr id="58" name="Chart 57">
            <a:extLst>
              <a:ext uri="{FF2B5EF4-FFF2-40B4-BE49-F238E27FC236}">
                <a16:creationId xmlns:a16="http://schemas.microsoft.com/office/drawing/2014/main" id="{062D21D5-0B11-13A2-72DB-253016587EEA}"/>
              </a:ext>
            </a:extLst>
          </p:cNvPr>
          <p:cNvGraphicFramePr/>
          <p:nvPr>
            <p:custDataLst>
              <p:tags r:id="rId8"/>
            </p:custDataLst>
            <p:extLst>
              <p:ext uri="{D42A27DB-BD31-4B8C-83A1-F6EECF244321}">
                <p14:modId xmlns:p14="http://schemas.microsoft.com/office/powerpoint/2010/main" val="835041436"/>
              </p:ext>
            </p:extLst>
          </p:nvPr>
        </p:nvGraphicFramePr>
        <p:xfrm>
          <a:off x="8380413" y="3162300"/>
          <a:ext cx="2986087" cy="2165350"/>
        </p:xfrm>
        <a:graphic>
          <a:graphicData uri="http://schemas.openxmlformats.org/drawingml/2006/chart">
            <c:chart xmlns:c="http://schemas.openxmlformats.org/drawingml/2006/chart" xmlns:r="http://schemas.openxmlformats.org/officeDocument/2006/relationships" r:id="rId28"/>
          </a:graphicData>
        </a:graphic>
      </p:graphicFrame>
      <p:sp useBgFill="1">
        <p:nvSpPr>
          <p:cNvPr id="57" name="Freeform: Shape 56">
            <a:extLst>
              <a:ext uri="{FF2B5EF4-FFF2-40B4-BE49-F238E27FC236}">
                <a16:creationId xmlns:a16="http://schemas.microsoft.com/office/drawing/2014/main" id="{BBFA826F-AEEC-6198-98CD-473C2025CC8C}"/>
              </a:ext>
            </a:extLst>
          </p:cNvPr>
          <p:cNvSpPr/>
          <p:nvPr>
            <p:custDataLst>
              <p:tags r:id="rId9"/>
            </p:custDataLst>
          </p:nvPr>
        </p:nvSpPr>
        <p:spPr bwMode="auto">
          <a:xfrm>
            <a:off x="10028238" y="3455988"/>
            <a:ext cx="1100138" cy="354013"/>
          </a:xfrm>
          <a:custGeom>
            <a:avLst/>
            <a:gdLst/>
            <a:ahLst/>
            <a:cxnLst/>
            <a:rect l="0" t="0" r="0" b="0"/>
            <a:pathLst>
              <a:path w="1100138" h="354013">
                <a:moveTo>
                  <a:pt x="0" y="296862"/>
                </a:moveTo>
                <a:lnTo>
                  <a:pt x="1100137" y="0"/>
                </a:lnTo>
                <a:lnTo>
                  <a:pt x="1100137" y="57150"/>
                </a:lnTo>
                <a:lnTo>
                  <a:pt x="0" y="354012"/>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E5673637-BDBA-745C-C7A6-E0F3BEC00690}"/>
              </a:ext>
            </a:extLst>
          </p:cNvPr>
          <p:cNvSpPr/>
          <p:nvPr>
            <p:custDataLst>
              <p:tags r:id="rId10"/>
            </p:custDataLst>
          </p:nvPr>
        </p:nvSpPr>
        <p:spPr bwMode="auto">
          <a:xfrm>
            <a:off x="10028238" y="3455988"/>
            <a:ext cx="1100138" cy="296863"/>
          </a:xfrm>
          <a:custGeom>
            <a:avLst/>
            <a:gdLst/>
            <a:ahLst/>
            <a:cxnLst/>
            <a:rect l="0" t="0" r="0" b="0"/>
            <a:pathLst>
              <a:path w="1100138" h="296863">
                <a:moveTo>
                  <a:pt x="0" y="296862"/>
                </a:moveTo>
                <a:lnTo>
                  <a:pt x="1100137"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6" name="Freeform: Shape 55">
            <a:extLst>
              <a:ext uri="{FF2B5EF4-FFF2-40B4-BE49-F238E27FC236}">
                <a16:creationId xmlns:a16="http://schemas.microsoft.com/office/drawing/2014/main" id="{F8D6BBFD-4E6F-21A4-8B63-8D4E8D5C42A4}"/>
              </a:ext>
            </a:extLst>
          </p:cNvPr>
          <p:cNvSpPr/>
          <p:nvPr>
            <p:custDataLst>
              <p:tags r:id="rId11"/>
            </p:custDataLst>
          </p:nvPr>
        </p:nvSpPr>
        <p:spPr bwMode="auto">
          <a:xfrm>
            <a:off x="10028238" y="3513138"/>
            <a:ext cx="1100138" cy="296863"/>
          </a:xfrm>
          <a:custGeom>
            <a:avLst/>
            <a:gdLst/>
            <a:ahLst/>
            <a:cxnLst/>
            <a:rect l="0" t="0" r="0" b="0"/>
            <a:pathLst>
              <a:path w="1100138" h="296863">
                <a:moveTo>
                  <a:pt x="0" y="296862"/>
                </a:moveTo>
                <a:lnTo>
                  <a:pt x="1100137"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99" name="Straight Connector 98">
            <a:extLst>
              <a:ext uri="{FF2B5EF4-FFF2-40B4-BE49-F238E27FC236}">
                <a16:creationId xmlns:a16="http://schemas.microsoft.com/office/drawing/2014/main" id="{C0114C4B-5035-A406-2810-34CBBF55111E}"/>
              </a:ext>
            </a:extLst>
          </p:cNvPr>
          <p:cNvCxnSpPr/>
          <p:nvPr>
            <p:custDataLst>
              <p:tags r:id="rId12"/>
            </p:custDataLst>
          </p:nvPr>
        </p:nvCxnSpPr>
        <p:spPr bwMode="auto">
          <a:xfrm flipV="1">
            <a:off x="9167813" y="3008313"/>
            <a:ext cx="1409700" cy="40481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4" name="Text Placeholder 2">
            <a:extLst>
              <a:ext uri="{FF2B5EF4-FFF2-40B4-BE49-F238E27FC236}">
                <a16:creationId xmlns:a16="http://schemas.microsoft.com/office/drawing/2014/main" id="{98992366-191C-39D7-E16A-7FC8A94941F3}"/>
              </a:ext>
            </a:extLst>
          </p:cNvPr>
          <p:cNvSpPr>
            <a:spLocks/>
          </p:cNvSpPr>
          <p:nvPr>
            <p:custDataLst>
              <p:tags r:id="rId13"/>
            </p:custDataLst>
          </p:nvPr>
        </p:nvSpPr>
        <p:spPr bwMode="auto">
          <a:xfrm>
            <a:off x="9005888" y="5111750"/>
            <a:ext cx="3238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F5D9E4F-4129-43E4-89F6-8D03589307CC}" type="datetime'''''2''''''''''''''''''''''''''''''02''''''2'''''''''''">
              <a:rPr lang="en-US" altLang="en-US" sz="1200" smtClean="0"/>
              <a:pPr marL="0" lvl="0" indent="0" algn="ctr">
                <a:spcBef>
                  <a:spcPct val="0"/>
                </a:spcBef>
                <a:spcAft>
                  <a:spcPct val="0"/>
                </a:spcAft>
                <a:buNone/>
              </a:pPr>
              <a:t>2022</a:t>
            </a:fld>
            <a:endParaRPr lang="en-US" sz="1200"/>
          </a:p>
        </p:txBody>
      </p:sp>
      <p:sp>
        <p:nvSpPr>
          <p:cNvPr id="45" name="Text Placeholder 2">
            <a:extLst>
              <a:ext uri="{FF2B5EF4-FFF2-40B4-BE49-F238E27FC236}">
                <a16:creationId xmlns:a16="http://schemas.microsoft.com/office/drawing/2014/main" id="{B38CD1D5-34B6-D9E3-4369-A234073A3CA9}"/>
              </a:ext>
            </a:extLst>
          </p:cNvPr>
          <p:cNvSpPr>
            <a:spLocks/>
          </p:cNvSpPr>
          <p:nvPr>
            <p:custDataLst>
              <p:tags r:id="rId14"/>
            </p:custDataLst>
          </p:nvPr>
        </p:nvSpPr>
        <p:spPr bwMode="auto">
          <a:xfrm>
            <a:off x="10380663" y="5111750"/>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6314C42-4688-4EA2-A49F-81005E806D0B}" type="datetime'''''''''''2''0''''''''''''''''''''3''''''0''''''''F'">
              <a:rPr lang="en-US" altLang="en-US" sz="1200" smtClean="0"/>
              <a:pPr marL="0" lvl="0" indent="0" algn="ctr">
                <a:spcBef>
                  <a:spcPct val="0"/>
                </a:spcBef>
                <a:spcAft>
                  <a:spcPct val="0"/>
                </a:spcAft>
                <a:buNone/>
              </a:pPr>
              <a:t>2030F</a:t>
            </a:fld>
            <a:endParaRPr lang="en-US" sz="1200"/>
          </a:p>
        </p:txBody>
      </p:sp>
      <p:sp>
        <p:nvSpPr>
          <p:cNvPr id="103" name="Text Placeholder 2">
            <a:extLst>
              <a:ext uri="{FF2B5EF4-FFF2-40B4-BE49-F238E27FC236}">
                <a16:creationId xmlns:a16="http://schemas.microsoft.com/office/drawing/2014/main" id="{87BB863F-9716-77B5-70B5-97E8A856AB8A}"/>
              </a:ext>
            </a:extLst>
          </p:cNvPr>
          <p:cNvSpPr>
            <a:spLocks/>
          </p:cNvSpPr>
          <p:nvPr>
            <p:custDataLst>
              <p:tags r:id="rId15"/>
            </p:custDataLst>
          </p:nvPr>
        </p:nvSpPr>
        <p:spPr bwMode="gray">
          <a:xfrm>
            <a:off x="10380663" y="322103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lnSpc>
                <a:spcPct val="100000"/>
              </a:lnSpc>
              <a:spcBef>
                <a:spcPct val="0"/>
              </a:spcBef>
              <a:spcAft>
                <a:spcPct val="0"/>
              </a:spcAft>
              <a:buNone/>
            </a:pPr>
            <a:fld id="{F7F12A25-B217-4690-A100-B17511BEDABD}" type="datetime'6'''''''''''''''''''''''''''''',''''''''''6''0''''''0'''">
              <a:rPr lang="en-US" altLang="en-US" sz="1200" smtClean="0">
                <a:effectLst/>
              </a:rPr>
              <a:pPr marL="0" lvl="0" indent="0" algn="ctr">
                <a:lnSpc>
                  <a:spcPct val="100000"/>
                </a:lnSpc>
                <a:spcBef>
                  <a:spcPct val="0"/>
                </a:spcBef>
                <a:spcAft>
                  <a:spcPct val="0"/>
                </a:spcAft>
                <a:buNone/>
              </a:pPr>
              <a:t>6,600</a:t>
            </a:fld>
            <a:endParaRPr lang="en-US" sz="1200"/>
          </a:p>
        </p:txBody>
      </p:sp>
      <p:sp>
        <p:nvSpPr>
          <p:cNvPr id="98" name="Text Placeholder 2">
            <a:extLst>
              <a:ext uri="{FF2B5EF4-FFF2-40B4-BE49-F238E27FC236}">
                <a16:creationId xmlns:a16="http://schemas.microsoft.com/office/drawing/2014/main" id="{87BB863F-9716-77B5-70B5-97E8A856AB8A}"/>
              </a:ext>
            </a:extLst>
          </p:cNvPr>
          <p:cNvSpPr>
            <a:spLocks/>
          </p:cNvSpPr>
          <p:nvPr>
            <p:custDataLst>
              <p:tags r:id="rId16"/>
            </p:custDataLst>
          </p:nvPr>
        </p:nvSpPr>
        <p:spPr bwMode="auto">
          <a:xfrm>
            <a:off x="9545638" y="3092450"/>
            <a:ext cx="655638"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912F6F4-6CA6-427C-B85D-BA7780314702}" type="datetime'''''''''''''''9''''''''''''''%'''''">
              <a:rPr lang="en-US" altLang="en-US" sz="1200" b="1" smtClean="0">
                <a:solidFill>
                  <a:schemeClr val="bg1"/>
                </a:solidFill>
                <a:effectLst/>
              </a:rPr>
              <a:pPr marL="0" lvl="0" indent="0" algn="ctr">
                <a:spcBef>
                  <a:spcPct val="0"/>
                </a:spcBef>
                <a:spcAft>
                  <a:spcPct val="0"/>
                </a:spcAft>
                <a:buNone/>
              </a:pPr>
              <a:t>9%</a:t>
            </a:fld>
            <a:r>
              <a:rPr lang="en-US" sz="1200" b="1">
                <a:solidFill>
                  <a:schemeClr val="bg1"/>
                </a:solidFill>
              </a:rPr>
              <a:t> p.a.</a:t>
            </a:r>
          </a:p>
        </p:txBody>
      </p:sp>
      <p:grpSp>
        <p:nvGrpSpPr>
          <p:cNvPr id="48" name="Group 47">
            <a:extLst>
              <a:ext uri="{FF2B5EF4-FFF2-40B4-BE49-F238E27FC236}">
                <a16:creationId xmlns:a16="http://schemas.microsoft.com/office/drawing/2014/main" id="{DB5F49FA-9A1B-9CB8-F0AD-66A92FB0DC0A}"/>
              </a:ext>
            </a:extLst>
          </p:cNvPr>
          <p:cNvGrpSpPr/>
          <p:nvPr/>
        </p:nvGrpSpPr>
        <p:grpSpPr>
          <a:xfrm>
            <a:off x="674915" y="2735300"/>
            <a:ext cx="3289852" cy="46038"/>
            <a:chOff x="552451" y="1573126"/>
            <a:chExt cx="7008115" cy="46038"/>
          </a:xfrm>
        </p:grpSpPr>
        <p:cxnSp>
          <p:nvCxnSpPr>
            <p:cNvPr id="50" name="Straight Connector 49">
              <a:extLst>
                <a:ext uri="{FF2B5EF4-FFF2-40B4-BE49-F238E27FC236}">
                  <a16:creationId xmlns:a16="http://schemas.microsoft.com/office/drawing/2014/main" id="{DB6252AF-FEF9-3D74-E8BB-4D282605C393}"/>
                </a:ext>
              </a:extLst>
            </p:cNvPr>
            <p:cNvCxnSpPr>
              <a:cxnSpLocks/>
            </p:cNvCxnSpPr>
            <p:nvPr/>
          </p:nvCxnSpPr>
          <p:spPr>
            <a:xfrm>
              <a:off x="628508" y="1604800"/>
              <a:ext cx="6932058"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1EBCFAD5-447E-C10D-66B8-178FCF6D3056}"/>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4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49" name="TextBox 48">
            <a:extLst>
              <a:ext uri="{FF2B5EF4-FFF2-40B4-BE49-F238E27FC236}">
                <a16:creationId xmlns:a16="http://schemas.microsoft.com/office/drawing/2014/main" id="{96E235AD-5BFA-CD9F-9135-D94E9F964E7B}"/>
              </a:ext>
            </a:extLst>
          </p:cNvPr>
          <p:cNvSpPr txBox="1"/>
          <p:nvPr/>
        </p:nvSpPr>
        <p:spPr>
          <a:xfrm>
            <a:off x="694665" y="2177601"/>
            <a:ext cx="3367194" cy="456535"/>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spcBef>
                <a:spcPts val="100"/>
              </a:spcBef>
              <a:spcAft>
                <a:spcPts val="100"/>
              </a:spcAft>
              <a:defRPr/>
            </a:pPr>
            <a:r>
              <a:rPr lang="en-US" sz="1400" b="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Immunotherapy</a:t>
            </a:r>
          </a:p>
          <a:p>
            <a:pPr lvl="0">
              <a:spcBef>
                <a:spcPts val="100"/>
              </a:spcBef>
              <a:spcAft>
                <a:spcPts val="100"/>
              </a:spcAft>
              <a:defRPr/>
            </a:pPr>
            <a:r>
              <a:rPr lang="en-US" sz="1400" i="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Market Size in KSA,</a:t>
            </a:r>
            <a:r>
              <a:rPr lang="en-US" sz="1400" b="1" i="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 </a:t>
            </a:r>
            <a:r>
              <a:rPr lang="en-US" sz="1400" i="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USD Mn, 2022-2030F</a:t>
            </a:r>
            <a:endParaRPr kumimoji="0" lang="en-GB" sz="1100" i="1" u="none" strike="noStrike" kern="1200" cap="none" spc="0" normalizeH="0" baseline="3000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62" name="2. Slide Title">
            <a:extLst>
              <a:ext uri="{FF2B5EF4-FFF2-40B4-BE49-F238E27FC236}">
                <a16:creationId xmlns:a16="http://schemas.microsoft.com/office/drawing/2014/main" id="{033C4F4C-35EC-9180-9246-B84524D5E4F5}"/>
              </a:ext>
            </a:extLst>
          </p:cNvPr>
          <p:cNvSpPr txBox="1">
            <a:spLocks/>
          </p:cNvSpPr>
          <p:nvPr>
            <p:custDataLst>
              <p:tags r:id="rId17"/>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a:solidFill>
                  <a:srgbClr val="0A0A0A"/>
                </a:solidFill>
                <a:latin typeface="Georgia" panose="02040502050405020303" pitchFamily="18" charset="0"/>
                <a:cs typeface="Arial" panose="020B0604020202020204" pitchFamily="34" charset="0"/>
              </a:rPr>
              <a:t>Within oncology subsegments</a:t>
            </a:r>
            <a:r>
              <a:rPr lang="en-US" sz="2600" b="0">
                <a:solidFill>
                  <a:srgbClr val="0A0A0A"/>
                </a:solidFill>
                <a:latin typeface="Georgia" panose="02040502050405020303" pitchFamily="18" charset="0"/>
                <a:cs typeface="Arial" panose="020B0604020202020204" pitchFamily="34" charset="0"/>
              </a:rPr>
              <a:t>, immunotherapy is projected to grow the fastest. Diabetes, Bronchial Asthma underserved areas in non-oncology</a:t>
            </a:r>
          </a:p>
        </p:txBody>
      </p:sp>
      <p:graphicFrame>
        <p:nvGraphicFramePr>
          <p:cNvPr id="53" name="Chart 52">
            <a:extLst>
              <a:ext uri="{FF2B5EF4-FFF2-40B4-BE49-F238E27FC236}">
                <a16:creationId xmlns:a16="http://schemas.microsoft.com/office/drawing/2014/main" id="{AE0A9684-E9EE-CBC4-C831-5E4CBB3C84D3}"/>
              </a:ext>
            </a:extLst>
          </p:cNvPr>
          <p:cNvGraphicFramePr/>
          <p:nvPr>
            <p:custDataLst>
              <p:tags r:id="rId18"/>
            </p:custDataLst>
            <p:extLst>
              <p:ext uri="{D42A27DB-BD31-4B8C-83A1-F6EECF244321}">
                <p14:modId xmlns:p14="http://schemas.microsoft.com/office/powerpoint/2010/main" val="4038735176"/>
              </p:ext>
            </p:extLst>
          </p:nvPr>
        </p:nvGraphicFramePr>
        <p:xfrm>
          <a:off x="896938" y="3162300"/>
          <a:ext cx="2986087" cy="2165350"/>
        </p:xfrm>
        <a:graphic>
          <a:graphicData uri="http://schemas.openxmlformats.org/drawingml/2006/chart">
            <c:chart xmlns:c="http://schemas.openxmlformats.org/drawingml/2006/chart" xmlns:r="http://schemas.openxmlformats.org/officeDocument/2006/relationships" r:id="rId29"/>
          </a:graphicData>
        </a:graphic>
      </p:graphicFrame>
      <p:cxnSp>
        <p:nvCxnSpPr>
          <p:cNvPr id="95" name="Straight Connector 94">
            <a:extLst>
              <a:ext uri="{FF2B5EF4-FFF2-40B4-BE49-F238E27FC236}">
                <a16:creationId xmlns:a16="http://schemas.microsoft.com/office/drawing/2014/main" id="{1115650E-C303-6A4B-7B35-EB579BC25B1B}"/>
              </a:ext>
            </a:extLst>
          </p:cNvPr>
          <p:cNvCxnSpPr/>
          <p:nvPr>
            <p:custDataLst>
              <p:tags r:id="rId19"/>
            </p:custDataLst>
          </p:nvPr>
        </p:nvCxnSpPr>
        <p:spPr bwMode="auto">
          <a:xfrm flipV="1">
            <a:off x="1684338" y="3079750"/>
            <a:ext cx="1409700" cy="96361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65" name="Text Placeholder 2">
            <a:extLst>
              <a:ext uri="{FF2B5EF4-FFF2-40B4-BE49-F238E27FC236}">
                <a16:creationId xmlns:a16="http://schemas.microsoft.com/office/drawing/2014/main" id="{6F707B51-8D54-A948-E779-62F475840EF6}"/>
              </a:ext>
            </a:extLst>
          </p:cNvPr>
          <p:cNvSpPr>
            <a:spLocks/>
          </p:cNvSpPr>
          <p:nvPr>
            <p:custDataLst>
              <p:tags r:id="rId20"/>
            </p:custDataLst>
          </p:nvPr>
        </p:nvSpPr>
        <p:spPr bwMode="auto">
          <a:xfrm>
            <a:off x="1522413" y="5111750"/>
            <a:ext cx="3238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6931DE2-B9B9-441E-8FD1-280CF1E972A8}" type="datetime'2''0''''''''''''''''''''''2''''''''''''''''''''''''''''''2'">
              <a:rPr lang="en-US" altLang="en-US" sz="1200" smtClean="0"/>
              <a:pPr marL="0" lvl="0" indent="0" algn="ctr">
                <a:spcBef>
                  <a:spcPct val="0"/>
                </a:spcBef>
                <a:spcAft>
                  <a:spcPct val="0"/>
                </a:spcAft>
                <a:buNone/>
              </a:pPr>
              <a:t>2022</a:t>
            </a:fld>
            <a:endParaRPr lang="en-US" sz="1200"/>
          </a:p>
        </p:txBody>
      </p:sp>
      <p:sp>
        <p:nvSpPr>
          <p:cNvPr id="66" name="Text Placeholder 2">
            <a:extLst>
              <a:ext uri="{FF2B5EF4-FFF2-40B4-BE49-F238E27FC236}">
                <a16:creationId xmlns:a16="http://schemas.microsoft.com/office/drawing/2014/main" id="{A4627EF7-3C0E-39BC-3B62-0000D7DFBEC3}"/>
              </a:ext>
            </a:extLst>
          </p:cNvPr>
          <p:cNvSpPr>
            <a:spLocks/>
          </p:cNvSpPr>
          <p:nvPr>
            <p:custDataLst>
              <p:tags r:id="rId21"/>
            </p:custDataLst>
          </p:nvPr>
        </p:nvSpPr>
        <p:spPr bwMode="auto">
          <a:xfrm>
            <a:off x="2897188" y="5111750"/>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ADBBBBF-0602-4215-B075-5271F6EE5617}" type="datetime'''''''''''''''''''''''2''''0''''''''''3''''0''F'''''">
              <a:rPr lang="en-US" altLang="en-US" sz="1200" smtClean="0"/>
              <a:pPr marL="0" lvl="0" indent="0" algn="ctr">
                <a:spcBef>
                  <a:spcPct val="0"/>
                </a:spcBef>
                <a:spcAft>
                  <a:spcPct val="0"/>
                </a:spcAft>
                <a:buNone/>
              </a:pPr>
              <a:t>2030F</a:t>
            </a:fld>
            <a:endParaRPr lang="en-US" sz="1200"/>
          </a:p>
        </p:txBody>
      </p:sp>
      <p:sp>
        <p:nvSpPr>
          <p:cNvPr id="93" name="Text Placeholder 2">
            <a:extLst>
              <a:ext uri="{FF2B5EF4-FFF2-40B4-BE49-F238E27FC236}">
                <a16:creationId xmlns:a16="http://schemas.microsoft.com/office/drawing/2014/main" id="{87BB863F-9716-77B5-70B5-97E8A856AB8A}"/>
              </a:ext>
            </a:extLst>
          </p:cNvPr>
          <p:cNvSpPr>
            <a:spLocks/>
          </p:cNvSpPr>
          <p:nvPr>
            <p:custDataLst>
              <p:tags r:id="rId22"/>
            </p:custDataLst>
          </p:nvPr>
        </p:nvSpPr>
        <p:spPr bwMode="auto">
          <a:xfrm>
            <a:off x="2006600" y="3443288"/>
            <a:ext cx="766763"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F4D5B7F4-DD3E-4292-9490-B78CFB0EACBE}" type="datetime'''''''''1''''''''''''''''''''''''9''''%'''''''''">
              <a:rPr lang="en-US" altLang="en-US" sz="1200" b="1" smtClean="0">
                <a:solidFill>
                  <a:schemeClr val="bg1"/>
                </a:solidFill>
                <a:effectLst/>
              </a:rPr>
              <a:pPr marL="0" lvl="0" indent="0" algn="ctr">
                <a:spcBef>
                  <a:spcPct val="0"/>
                </a:spcBef>
                <a:spcAft>
                  <a:spcPct val="0"/>
                </a:spcAft>
                <a:buNone/>
              </a:pPr>
              <a:t>19%</a:t>
            </a:fld>
            <a:r>
              <a:rPr lang="en-US" sz="1200" b="1">
                <a:solidFill>
                  <a:schemeClr val="bg1"/>
                </a:solidFill>
              </a:rPr>
              <a:t> p.a.</a:t>
            </a:r>
          </a:p>
        </p:txBody>
      </p:sp>
      <p:grpSp>
        <p:nvGrpSpPr>
          <p:cNvPr id="72" name="Group 71">
            <a:extLst>
              <a:ext uri="{FF2B5EF4-FFF2-40B4-BE49-F238E27FC236}">
                <a16:creationId xmlns:a16="http://schemas.microsoft.com/office/drawing/2014/main" id="{550036A2-CE37-E920-6167-6887ED37FBFE}"/>
              </a:ext>
            </a:extLst>
          </p:cNvPr>
          <p:cNvGrpSpPr/>
          <p:nvPr/>
        </p:nvGrpSpPr>
        <p:grpSpPr>
          <a:xfrm>
            <a:off x="4425391" y="2735300"/>
            <a:ext cx="3289852" cy="46038"/>
            <a:chOff x="552451" y="1573126"/>
            <a:chExt cx="7008115" cy="46038"/>
          </a:xfrm>
        </p:grpSpPr>
        <p:cxnSp>
          <p:nvCxnSpPr>
            <p:cNvPr id="73" name="Straight Connector 72">
              <a:extLst>
                <a:ext uri="{FF2B5EF4-FFF2-40B4-BE49-F238E27FC236}">
                  <a16:creationId xmlns:a16="http://schemas.microsoft.com/office/drawing/2014/main" id="{EFC2EDDF-53D2-21FE-9137-283BD91F2484}"/>
                </a:ext>
              </a:extLst>
            </p:cNvPr>
            <p:cNvCxnSpPr>
              <a:cxnSpLocks/>
            </p:cNvCxnSpPr>
            <p:nvPr/>
          </p:nvCxnSpPr>
          <p:spPr>
            <a:xfrm>
              <a:off x="628508" y="1604800"/>
              <a:ext cx="6932058"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4" name="Rectangle 73">
              <a:extLst>
                <a:ext uri="{FF2B5EF4-FFF2-40B4-BE49-F238E27FC236}">
                  <a16:creationId xmlns:a16="http://schemas.microsoft.com/office/drawing/2014/main" id="{0B79ED27-4241-8033-2F48-B4CCBC9DF8CB}"/>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4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75" name="TextBox 74">
            <a:extLst>
              <a:ext uri="{FF2B5EF4-FFF2-40B4-BE49-F238E27FC236}">
                <a16:creationId xmlns:a16="http://schemas.microsoft.com/office/drawing/2014/main" id="{A024CD3E-B301-71C6-F7B4-41B01A58CF8D}"/>
              </a:ext>
            </a:extLst>
          </p:cNvPr>
          <p:cNvSpPr txBox="1"/>
          <p:nvPr/>
        </p:nvSpPr>
        <p:spPr>
          <a:xfrm>
            <a:off x="4445141" y="2177601"/>
            <a:ext cx="3367194" cy="456535"/>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spcBef>
                <a:spcPts val="100"/>
              </a:spcBef>
              <a:spcAft>
                <a:spcPts val="100"/>
              </a:spcAft>
              <a:defRPr/>
            </a:pPr>
            <a:r>
              <a:rPr lang="en-US" sz="1400" b="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Radiotherapy</a:t>
            </a:r>
          </a:p>
          <a:p>
            <a:pPr lvl="0">
              <a:spcBef>
                <a:spcPts val="100"/>
              </a:spcBef>
              <a:spcAft>
                <a:spcPts val="100"/>
              </a:spcAft>
              <a:defRPr/>
            </a:pPr>
            <a:r>
              <a:rPr lang="en-US" sz="1400" i="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Market Size in KSA,</a:t>
            </a:r>
            <a:r>
              <a:rPr lang="en-US" sz="1400" b="1" i="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 </a:t>
            </a:r>
            <a:r>
              <a:rPr lang="en-US" sz="1400" i="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USD Mn, 2022-2030F</a:t>
            </a:r>
            <a:endParaRPr kumimoji="0" lang="en-GB" sz="1100" i="1" u="none" strike="noStrike" kern="1200" cap="none" spc="0" normalizeH="0" baseline="3000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grpSp>
        <p:nvGrpSpPr>
          <p:cNvPr id="76" name="Group 75">
            <a:extLst>
              <a:ext uri="{FF2B5EF4-FFF2-40B4-BE49-F238E27FC236}">
                <a16:creationId xmlns:a16="http://schemas.microsoft.com/office/drawing/2014/main" id="{C29FF827-2B08-337E-82C2-551776E4EB5D}"/>
              </a:ext>
            </a:extLst>
          </p:cNvPr>
          <p:cNvGrpSpPr/>
          <p:nvPr/>
        </p:nvGrpSpPr>
        <p:grpSpPr>
          <a:xfrm>
            <a:off x="8175868" y="2735300"/>
            <a:ext cx="3289852" cy="46038"/>
            <a:chOff x="552451" y="1573126"/>
            <a:chExt cx="7008115" cy="46038"/>
          </a:xfrm>
        </p:grpSpPr>
        <p:cxnSp>
          <p:nvCxnSpPr>
            <p:cNvPr id="77" name="Straight Connector 76">
              <a:extLst>
                <a:ext uri="{FF2B5EF4-FFF2-40B4-BE49-F238E27FC236}">
                  <a16:creationId xmlns:a16="http://schemas.microsoft.com/office/drawing/2014/main" id="{A38E3917-4DC5-A44D-FBBD-BE3DB9AC02F1}"/>
                </a:ext>
              </a:extLst>
            </p:cNvPr>
            <p:cNvCxnSpPr>
              <a:cxnSpLocks/>
            </p:cNvCxnSpPr>
            <p:nvPr/>
          </p:nvCxnSpPr>
          <p:spPr>
            <a:xfrm>
              <a:off x="628508" y="1604800"/>
              <a:ext cx="6932058"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7DA82D09-4627-2D5D-C475-5AA3F157BE51}"/>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4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79" name="TextBox 78">
            <a:extLst>
              <a:ext uri="{FF2B5EF4-FFF2-40B4-BE49-F238E27FC236}">
                <a16:creationId xmlns:a16="http://schemas.microsoft.com/office/drawing/2014/main" id="{34E8F64D-2F53-6278-03B3-24B73300D28F}"/>
              </a:ext>
            </a:extLst>
          </p:cNvPr>
          <p:cNvSpPr txBox="1"/>
          <p:nvPr/>
        </p:nvSpPr>
        <p:spPr>
          <a:xfrm>
            <a:off x="8195618" y="2177601"/>
            <a:ext cx="3367194" cy="456535"/>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spcBef>
                <a:spcPts val="100"/>
              </a:spcBef>
              <a:spcAft>
                <a:spcPts val="100"/>
              </a:spcAft>
              <a:defRPr/>
            </a:pPr>
            <a:r>
              <a:rPr lang="en-US" sz="1400" b="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Therapeutics</a:t>
            </a:r>
          </a:p>
          <a:p>
            <a:pPr lvl="0">
              <a:spcBef>
                <a:spcPts val="100"/>
              </a:spcBef>
              <a:spcAft>
                <a:spcPts val="100"/>
              </a:spcAft>
              <a:defRPr/>
            </a:pPr>
            <a:r>
              <a:rPr lang="en-US" sz="1400" i="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Market Size in KSA,</a:t>
            </a:r>
            <a:r>
              <a:rPr lang="en-US" sz="1400" b="1" i="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 </a:t>
            </a:r>
            <a:r>
              <a:rPr lang="en-US" sz="1400" i="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USD Mn, 2022-2030F</a:t>
            </a:r>
            <a:endParaRPr kumimoji="0" lang="en-GB" sz="1100" i="1" u="none" strike="noStrike" kern="1200" cap="none" spc="0" normalizeH="0" baseline="3000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grpSp>
        <p:nvGrpSpPr>
          <p:cNvPr id="43" name="Group 42">
            <a:extLst>
              <a:ext uri="{FF2B5EF4-FFF2-40B4-BE49-F238E27FC236}">
                <a16:creationId xmlns:a16="http://schemas.microsoft.com/office/drawing/2014/main" id="{B67D9038-A96F-B1E4-AC96-4462A22E3E1F}"/>
              </a:ext>
            </a:extLst>
          </p:cNvPr>
          <p:cNvGrpSpPr/>
          <p:nvPr/>
        </p:nvGrpSpPr>
        <p:grpSpPr>
          <a:xfrm>
            <a:off x="15130" y="47516"/>
            <a:ext cx="171132" cy="228600"/>
            <a:chOff x="0" y="49329"/>
            <a:chExt cx="171132" cy="228600"/>
          </a:xfrm>
        </p:grpSpPr>
        <p:cxnSp>
          <p:nvCxnSpPr>
            <p:cNvPr id="46" name="Straight Connector 45">
              <a:extLst>
                <a:ext uri="{FF2B5EF4-FFF2-40B4-BE49-F238E27FC236}">
                  <a16:creationId xmlns:a16="http://schemas.microsoft.com/office/drawing/2014/main" id="{D8326A4B-F9B8-9BBF-6FE9-3FF97281E6DC}"/>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7" name="Rectangle: Rounded Corners 46">
              <a:extLst>
                <a:ext uri="{FF2B5EF4-FFF2-40B4-BE49-F238E27FC236}">
                  <a16:creationId xmlns:a16="http://schemas.microsoft.com/office/drawing/2014/main" id="{0E4A11F5-238E-C0B9-D6B0-A58C96F0737C}"/>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52" name="Google Shape;1129;p23">
            <a:extLst>
              <a:ext uri="{FF2B5EF4-FFF2-40B4-BE49-F238E27FC236}">
                <a16:creationId xmlns:a16="http://schemas.microsoft.com/office/drawing/2014/main" id="{6CB18186-ED4D-5892-DEDE-0B31E1CA463E}"/>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Market Overview</a:t>
            </a:r>
            <a:endParaRPr lang="en-US">
              <a:solidFill>
                <a:schemeClr val="bg1"/>
              </a:solidFill>
              <a:latin typeface="Calibri"/>
              <a:ea typeface="Calibri"/>
              <a:cs typeface="Calibri"/>
            </a:endParaRPr>
          </a:p>
        </p:txBody>
      </p:sp>
    </p:spTree>
    <p:extLst>
      <p:ext uri="{BB962C8B-B14F-4D97-AF65-F5344CB8AC3E}">
        <p14:creationId xmlns:p14="http://schemas.microsoft.com/office/powerpoint/2010/main" val="163563381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38E56D0-D103-5466-12B1-3F813923D868}"/>
              </a:ext>
            </a:extLst>
          </p:cNvPr>
          <p:cNvSpPr>
            <a:spLocks noGrp="1"/>
          </p:cNvSpPr>
          <p:nvPr>
            <p:ph type="sldNum" sz="quarter" idx="12"/>
          </p:nvPr>
        </p:nvSpPr>
        <p:spPr/>
        <p:txBody>
          <a:bodyPr/>
          <a:lstStyle/>
          <a:p>
            <a:fld id="{8E1CF2E5-4A16-4FBD-9713-265FD1DAAE65}" type="slidenum">
              <a:rPr lang="en-US" smtClean="0"/>
              <a:t>12</a:t>
            </a:fld>
            <a:endParaRPr lang="en-US"/>
          </a:p>
        </p:txBody>
      </p:sp>
      <p:sp>
        <p:nvSpPr>
          <p:cNvPr id="3" name="Google Shape;1111;p12">
            <a:extLst>
              <a:ext uri="{FF2B5EF4-FFF2-40B4-BE49-F238E27FC236}">
                <a16:creationId xmlns:a16="http://schemas.microsoft.com/office/drawing/2014/main" id="{12609965-22DF-BA58-2BC1-077C8F7AAFDF}"/>
              </a:ext>
            </a:extLst>
          </p:cNvPr>
          <p:cNvSpPr txBox="1"/>
          <p:nvPr/>
        </p:nvSpPr>
        <p:spPr>
          <a:xfrm>
            <a:off x="502919" y="6417832"/>
            <a:ext cx="3189849"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Calibri" panose="020F0502020204030204"/>
                <a:ea typeface="Arial"/>
                <a:cs typeface="Arial" panose="020B0604020202020204" pitchFamily="34" charset="0"/>
                <a:sym typeface="Arial"/>
              </a:rPr>
              <a:t>Source: WHO, Intellia Research &amp; Analysis</a:t>
            </a:r>
            <a:endParaRPr kumimoji="0" sz="1800" b="0" i="0" u="none" strike="noStrike" kern="1200" cap="none" spc="0" normalizeH="0" baseline="0" noProof="0">
              <a:ln>
                <a:noFill/>
              </a:ln>
              <a:solidFill>
                <a:srgbClr val="000000"/>
              </a:solidFill>
              <a:effectLst/>
              <a:uLnTx/>
              <a:uFillTx/>
              <a:latin typeface="Calibri" panose="020F0502020204030204"/>
              <a:ea typeface="Calibri"/>
              <a:cs typeface="Arial" panose="020B0604020202020204" pitchFamily="34" charset="0"/>
              <a:sym typeface="Calibri"/>
            </a:endParaRPr>
          </a:p>
        </p:txBody>
      </p:sp>
      <p:sp>
        <p:nvSpPr>
          <p:cNvPr id="4" name="object 157">
            <a:extLst>
              <a:ext uri="{FF2B5EF4-FFF2-40B4-BE49-F238E27FC236}">
                <a16:creationId xmlns:a16="http://schemas.microsoft.com/office/drawing/2014/main" id="{9ABC896D-DAB9-A4F4-0180-6F269C2D9E9A}"/>
              </a:ext>
            </a:extLst>
          </p:cNvPr>
          <p:cNvSpPr/>
          <p:nvPr/>
        </p:nvSpPr>
        <p:spPr>
          <a:xfrm>
            <a:off x="-20098" y="5434296"/>
            <a:ext cx="12212098" cy="1423704"/>
          </a:xfrm>
          <a:prstGeom prst="rect">
            <a:avLst/>
          </a:prstGeom>
          <a:gradFill flip="none" rotWithShape="1">
            <a:gsLst>
              <a:gs pos="0">
                <a:srgbClr val="0E5C76">
                  <a:shade val="30000"/>
                  <a:satMod val="115000"/>
                </a:srgbClr>
              </a:gs>
              <a:gs pos="50000">
                <a:srgbClr val="0E5C76">
                  <a:shade val="67500"/>
                  <a:satMod val="115000"/>
                </a:srgbClr>
              </a:gs>
              <a:gs pos="100000">
                <a:srgbClr val="0E5C76">
                  <a:shade val="100000"/>
                  <a:satMod val="115000"/>
                </a:srgbClr>
              </a:gs>
            </a:gsLst>
            <a:lin ang="0" scaled="1"/>
            <a:tileRect/>
          </a:gradFill>
          <a:ln>
            <a:noFill/>
            <a:prstDash val="dash"/>
          </a:ln>
          <a:effectLst>
            <a:outerShdw blurRad="50800" dist="38100" dir="5400000" algn="t" rotWithShape="0">
              <a:prstClr val="black">
                <a:alpha val="40000"/>
              </a:prstClr>
            </a:outerShdw>
          </a:effectLst>
        </p:spPr>
        <p:txBody>
          <a:bodyPr wrap="square" rtlCol="0" anchor="ctr">
            <a:noAutofit/>
          </a:bodyPr>
          <a:lstStyle/>
          <a:p>
            <a:pPr algn="ctr"/>
            <a:endParaRPr lang="en-US" sz="1100" b="1" kern="0">
              <a:solidFill>
                <a:prstClr val="white"/>
              </a:solidFill>
              <a:cs typeface="Arial" panose="020B0604020202020204" pitchFamily="34" charset="0"/>
            </a:endParaRPr>
          </a:p>
        </p:txBody>
      </p:sp>
      <p:sp>
        <p:nvSpPr>
          <p:cNvPr id="5" name="Line 15">
            <a:extLst>
              <a:ext uri="{FF2B5EF4-FFF2-40B4-BE49-F238E27FC236}">
                <a16:creationId xmlns:a16="http://schemas.microsoft.com/office/drawing/2014/main" id="{D2EF8CD3-4502-C614-A732-A20761F4C7ED}"/>
              </a:ext>
            </a:extLst>
          </p:cNvPr>
          <p:cNvSpPr>
            <a:spLocks noChangeShapeType="1"/>
          </p:cNvSpPr>
          <p:nvPr>
            <p:custDataLst>
              <p:tags r:id="rId1"/>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 name="Group 5">
            <a:extLst>
              <a:ext uri="{FF2B5EF4-FFF2-40B4-BE49-F238E27FC236}">
                <a16:creationId xmlns:a16="http://schemas.microsoft.com/office/drawing/2014/main" id="{1D17F7A7-61A9-2C8C-AC34-9AC5F5BF66FD}"/>
              </a:ext>
            </a:extLst>
          </p:cNvPr>
          <p:cNvGrpSpPr/>
          <p:nvPr/>
        </p:nvGrpSpPr>
        <p:grpSpPr>
          <a:xfrm>
            <a:off x="10774578" y="4264658"/>
            <a:ext cx="1383657" cy="723210"/>
            <a:chOff x="552566" y="4240996"/>
            <a:chExt cx="1350788" cy="706029"/>
          </a:xfrm>
        </p:grpSpPr>
        <p:grpSp>
          <p:nvGrpSpPr>
            <p:cNvPr id="7" name="Group 6">
              <a:extLst>
                <a:ext uri="{FF2B5EF4-FFF2-40B4-BE49-F238E27FC236}">
                  <a16:creationId xmlns:a16="http://schemas.microsoft.com/office/drawing/2014/main" id="{35DE67C5-7385-2693-6E48-B22697E6639F}"/>
                </a:ext>
              </a:extLst>
            </p:cNvPr>
            <p:cNvGrpSpPr/>
            <p:nvPr/>
          </p:nvGrpSpPr>
          <p:grpSpPr>
            <a:xfrm>
              <a:off x="552566" y="4240996"/>
              <a:ext cx="805361" cy="230570"/>
              <a:chOff x="552566" y="4240996"/>
              <a:chExt cx="805361" cy="230570"/>
            </a:xfrm>
          </p:grpSpPr>
          <p:sp>
            <p:nvSpPr>
              <p:cNvPr id="14" name="TextBox 13">
                <a:extLst>
                  <a:ext uri="{FF2B5EF4-FFF2-40B4-BE49-F238E27FC236}">
                    <a16:creationId xmlns:a16="http://schemas.microsoft.com/office/drawing/2014/main" id="{A0E022E8-3829-1BD1-0466-5ABE8A26CE9D}"/>
                  </a:ext>
                </a:extLst>
              </p:cNvPr>
              <p:cNvSpPr txBox="1">
                <a:spLocks/>
              </p:cNvSpPr>
              <p:nvPr/>
            </p:nvSpPr>
            <p:spPr>
              <a:xfrm>
                <a:off x="745086" y="4240996"/>
                <a:ext cx="612841" cy="230570"/>
              </a:xfrm>
              <a:prstGeom prst="rect">
                <a:avLst/>
              </a:prstGeom>
            </p:spPr>
            <p:txBody>
              <a:bodyPr vert="horz" wrap="square" lIns="0" tIns="0" rIns="0" bIns="0" rtlCol="0" anchor="b">
                <a:no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F"/>
                  </a:buClr>
                  <a:buSzTx/>
                  <a:buFont typeface="Segoe UI" panose="020B0502040204020203" pitchFamily="34" charset="0"/>
                  <a:buChar char="​"/>
                  <a:tabLst/>
                  <a:defRPr/>
                </a:pPr>
                <a:r>
                  <a:rPr kumimoji="0" lang="en-US" sz="1200" i="0" u="none" strike="noStrike" kern="120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Flagship</a:t>
                </a:r>
              </a:p>
            </p:txBody>
          </p:sp>
          <p:sp>
            <p:nvSpPr>
              <p:cNvPr id="15" name="Oval 14">
                <a:extLst>
                  <a:ext uri="{FF2B5EF4-FFF2-40B4-BE49-F238E27FC236}">
                    <a16:creationId xmlns:a16="http://schemas.microsoft.com/office/drawing/2014/main" id="{25F70883-86A3-56BF-9101-E6542CD25334}"/>
                  </a:ext>
                </a:extLst>
              </p:cNvPr>
              <p:cNvSpPr/>
              <p:nvPr/>
            </p:nvSpPr>
            <p:spPr>
              <a:xfrm>
                <a:off x="552566" y="4284720"/>
                <a:ext cx="143962" cy="143122"/>
              </a:xfrm>
              <a:prstGeom prst="ellipse">
                <a:avLst/>
              </a:prstGeom>
              <a:solidFill>
                <a:schemeClr val="accent5">
                  <a:lumMod val="10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FFFFFF"/>
                  </a:buClr>
                  <a:buSzTx/>
                  <a:buFontTx/>
                  <a:buNone/>
                  <a:tabLst/>
                  <a:defRPr/>
                </a:pPr>
                <a:endParaRPr kumimoji="0" lang="en-US" sz="1100" b="1" i="0" u="none" strike="noStrike" kern="120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8" name="Group 7">
              <a:extLst>
                <a:ext uri="{FF2B5EF4-FFF2-40B4-BE49-F238E27FC236}">
                  <a16:creationId xmlns:a16="http://schemas.microsoft.com/office/drawing/2014/main" id="{FD8EA055-CE28-D822-5D36-1A57666DBC4E}"/>
                </a:ext>
              </a:extLst>
            </p:cNvPr>
            <p:cNvGrpSpPr/>
            <p:nvPr/>
          </p:nvGrpSpPr>
          <p:grpSpPr>
            <a:xfrm>
              <a:off x="552566" y="4536987"/>
              <a:ext cx="1350788" cy="172309"/>
              <a:chOff x="552566" y="4531425"/>
              <a:chExt cx="1350788" cy="172309"/>
            </a:xfrm>
          </p:grpSpPr>
          <p:sp>
            <p:nvSpPr>
              <p:cNvPr id="12" name="TextBox 11">
                <a:extLst>
                  <a:ext uri="{FF2B5EF4-FFF2-40B4-BE49-F238E27FC236}">
                    <a16:creationId xmlns:a16="http://schemas.microsoft.com/office/drawing/2014/main" id="{13120460-C418-B36F-B436-ACD90053FA1F}"/>
                  </a:ext>
                </a:extLst>
              </p:cNvPr>
              <p:cNvSpPr txBox="1">
                <a:spLocks/>
              </p:cNvSpPr>
              <p:nvPr/>
            </p:nvSpPr>
            <p:spPr>
              <a:xfrm>
                <a:off x="765331" y="4531425"/>
                <a:ext cx="1138023" cy="172309"/>
              </a:xfrm>
              <a:prstGeom prst="rect">
                <a:avLst/>
              </a:prstGeom>
            </p:spPr>
            <p:txBody>
              <a:bodyPr vert="horz" wrap="square" lIns="0" tIns="0" rIns="0" bIns="0" rtlCol="0" anchor="b">
                <a:no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F"/>
                  </a:buClr>
                  <a:buSzTx/>
                  <a:buFont typeface="Segoe UI" panose="020B0502040204020203" pitchFamily="34" charset="0"/>
                  <a:buChar char="​"/>
                  <a:tabLst/>
                  <a:defRPr/>
                </a:pPr>
                <a:r>
                  <a:rPr kumimoji="0" lang="en-US" sz="1200" i="0" u="none" strike="noStrike" kern="120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Hub</a:t>
                </a:r>
              </a:p>
            </p:txBody>
          </p:sp>
          <p:sp>
            <p:nvSpPr>
              <p:cNvPr id="13" name="Oval 12">
                <a:extLst>
                  <a:ext uri="{FF2B5EF4-FFF2-40B4-BE49-F238E27FC236}">
                    <a16:creationId xmlns:a16="http://schemas.microsoft.com/office/drawing/2014/main" id="{59DA3F1C-108A-E6A7-898E-6BAA8BC14269}"/>
                  </a:ext>
                </a:extLst>
              </p:cNvPr>
              <p:cNvSpPr/>
              <p:nvPr/>
            </p:nvSpPr>
            <p:spPr>
              <a:xfrm>
                <a:off x="552566" y="4546018"/>
                <a:ext cx="143962" cy="143122"/>
              </a:xfrm>
              <a:prstGeom prst="ellipse">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FFFFFF"/>
                  </a:buClr>
                  <a:buSzTx/>
                  <a:buFontTx/>
                  <a:buNone/>
                  <a:tabLst/>
                  <a:defRPr/>
                </a:pPr>
                <a:endParaRPr kumimoji="0" lang="en-US" sz="1100" b="1" i="0" u="none" strike="noStrike" kern="120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nvGrpSpPr>
            <p:cNvPr id="9" name="Group 8">
              <a:extLst>
                <a:ext uri="{FF2B5EF4-FFF2-40B4-BE49-F238E27FC236}">
                  <a16:creationId xmlns:a16="http://schemas.microsoft.com/office/drawing/2014/main" id="{9944E746-2B20-68C8-64B6-975D060AEAD2}"/>
                </a:ext>
              </a:extLst>
            </p:cNvPr>
            <p:cNvGrpSpPr/>
            <p:nvPr/>
          </p:nvGrpSpPr>
          <p:grpSpPr>
            <a:xfrm>
              <a:off x="552566" y="4774716"/>
              <a:ext cx="1344290" cy="172309"/>
              <a:chOff x="552566" y="4774716"/>
              <a:chExt cx="1344290" cy="172309"/>
            </a:xfrm>
          </p:grpSpPr>
          <p:sp>
            <p:nvSpPr>
              <p:cNvPr id="10" name="TextBox 9">
                <a:extLst>
                  <a:ext uri="{FF2B5EF4-FFF2-40B4-BE49-F238E27FC236}">
                    <a16:creationId xmlns:a16="http://schemas.microsoft.com/office/drawing/2014/main" id="{F37482F8-391C-0572-7F37-B87A09B864B7}"/>
                  </a:ext>
                </a:extLst>
              </p:cNvPr>
              <p:cNvSpPr txBox="1">
                <a:spLocks/>
              </p:cNvSpPr>
              <p:nvPr/>
            </p:nvSpPr>
            <p:spPr>
              <a:xfrm>
                <a:off x="758833" y="4774716"/>
                <a:ext cx="1138023" cy="172309"/>
              </a:xfrm>
              <a:prstGeom prst="rect">
                <a:avLst/>
              </a:prstGeom>
            </p:spPr>
            <p:txBody>
              <a:bodyPr vert="horz" wrap="square" lIns="0" tIns="0" rIns="0" bIns="0" rtlCol="0" anchor="b">
                <a:no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F"/>
                  </a:buClr>
                  <a:buSzTx/>
                  <a:buFont typeface="Segoe UI" panose="020B0502040204020203" pitchFamily="34" charset="0"/>
                  <a:buChar char="​"/>
                  <a:tabLst/>
                  <a:defRPr/>
                </a:pPr>
                <a:r>
                  <a:rPr kumimoji="0" lang="en-US" sz="1200" i="0" u="none" strike="noStrike" kern="120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Spoke</a:t>
                </a:r>
              </a:p>
            </p:txBody>
          </p:sp>
          <p:sp>
            <p:nvSpPr>
              <p:cNvPr id="11" name="Oval 10">
                <a:extLst>
                  <a:ext uri="{FF2B5EF4-FFF2-40B4-BE49-F238E27FC236}">
                    <a16:creationId xmlns:a16="http://schemas.microsoft.com/office/drawing/2014/main" id="{F9891A15-9F51-7C6A-923E-5CB89E303313}"/>
                  </a:ext>
                </a:extLst>
              </p:cNvPr>
              <p:cNvSpPr/>
              <p:nvPr/>
            </p:nvSpPr>
            <p:spPr>
              <a:xfrm>
                <a:off x="552566" y="4789309"/>
                <a:ext cx="143962" cy="143122"/>
              </a:xfrm>
              <a:prstGeom prst="ellipse">
                <a:avLst/>
              </a:prstGeom>
              <a:solidFill>
                <a:srgbClr val="015768"/>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FFFFFF"/>
                  </a:buClr>
                  <a:buSzTx/>
                  <a:buFontTx/>
                  <a:buNone/>
                  <a:tabLst/>
                  <a:defRPr/>
                </a:pPr>
                <a:endParaRPr kumimoji="0" lang="en-US" sz="1100" b="1" i="0" u="none" strike="noStrike" kern="120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grpSp>
      <p:grpSp>
        <p:nvGrpSpPr>
          <p:cNvPr id="16" name="Group 15">
            <a:extLst>
              <a:ext uri="{FF2B5EF4-FFF2-40B4-BE49-F238E27FC236}">
                <a16:creationId xmlns:a16="http://schemas.microsoft.com/office/drawing/2014/main" id="{F626453B-32CD-145E-C7D5-0E8C8180E63F}"/>
              </a:ext>
            </a:extLst>
          </p:cNvPr>
          <p:cNvGrpSpPr/>
          <p:nvPr/>
        </p:nvGrpSpPr>
        <p:grpSpPr>
          <a:xfrm>
            <a:off x="6458654" y="1775500"/>
            <a:ext cx="4014150" cy="3288232"/>
            <a:chOff x="6458654" y="1775500"/>
            <a:chExt cx="4014150" cy="3288232"/>
          </a:xfrm>
          <a:effectLst>
            <a:outerShdw blurRad="546100" dist="38100" dir="5400000" algn="t" rotWithShape="0">
              <a:prstClr val="black">
                <a:alpha val="10000"/>
              </a:prstClr>
            </a:outerShdw>
          </a:effectLst>
        </p:grpSpPr>
        <p:sp>
          <p:nvSpPr>
            <p:cNvPr id="17" name="Freeform 26">
              <a:extLst>
                <a:ext uri="{FF2B5EF4-FFF2-40B4-BE49-F238E27FC236}">
                  <a16:creationId xmlns:a16="http://schemas.microsoft.com/office/drawing/2014/main" id="{FEE1A3D5-28E5-3692-DE1E-ECA678FDD04F}"/>
                </a:ext>
              </a:extLst>
            </p:cNvPr>
            <p:cNvSpPr>
              <a:spLocks/>
            </p:cNvSpPr>
            <p:nvPr/>
          </p:nvSpPr>
          <p:spPr bwMode="gray">
            <a:xfrm>
              <a:off x="7543641" y="4133578"/>
              <a:ext cx="260438" cy="291068"/>
            </a:xfrm>
            <a:custGeom>
              <a:avLst/>
              <a:gdLst>
                <a:gd name="T0" fmla="*/ 247 w 259"/>
                <a:gd name="T1" fmla="*/ 86 h 276"/>
                <a:gd name="T2" fmla="*/ 230 w 259"/>
                <a:gd name="T3" fmla="*/ 107 h 276"/>
                <a:gd name="T4" fmla="*/ 224 w 259"/>
                <a:gd name="T5" fmla="*/ 119 h 276"/>
                <a:gd name="T6" fmla="*/ 205 w 259"/>
                <a:gd name="T7" fmla="*/ 148 h 276"/>
                <a:gd name="T8" fmla="*/ 198 w 259"/>
                <a:gd name="T9" fmla="*/ 167 h 276"/>
                <a:gd name="T10" fmla="*/ 186 w 259"/>
                <a:gd name="T11" fmla="*/ 190 h 276"/>
                <a:gd name="T12" fmla="*/ 178 w 259"/>
                <a:gd name="T13" fmla="*/ 215 h 276"/>
                <a:gd name="T14" fmla="*/ 155 w 259"/>
                <a:gd name="T15" fmla="*/ 221 h 276"/>
                <a:gd name="T16" fmla="*/ 138 w 259"/>
                <a:gd name="T17" fmla="*/ 230 h 276"/>
                <a:gd name="T18" fmla="*/ 134 w 259"/>
                <a:gd name="T19" fmla="*/ 244 h 276"/>
                <a:gd name="T20" fmla="*/ 130 w 259"/>
                <a:gd name="T21" fmla="*/ 259 h 276"/>
                <a:gd name="T22" fmla="*/ 107 w 259"/>
                <a:gd name="T23" fmla="*/ 269 h 276"/>
                <a:gd name="T24" fmla="*/ 86 w 259"/>
                <a:gd name="T25" fmla="*/ 267 h 276"/>
                <a:gd name="T26" fmla="*/ 73 w 259"/>
                <a:gd name="T27" fmla="*/ 276 h 276"/>
                <a:gd name="T28" fmla="*/ 77 w 259"/>
                <a:gd name="T29" fmla="*/ 261 h 276"/>
                <a:gd name="T30" fmla="*/ 63 w 259"/>
                <a:gd name="T31" fmla="*/ 265 h 276"/>
                <a:gd name="T32" fmla="*/ 44 w 259"/>
                <a:gd name="T33" fmla="*/ 263 h 276"/>
                <a:gd name="T34" fmla="*/ 44 w 259"/>
                <a:gd name="T35" fmla="*/ 255 h 276"/>
                <a:gd name="T36" fmla="*/ 65 w 259"/>
                <a:gd name="T37" fmla="*/ 242 h 276"/>
                <a:gd name="T38" fmla="*/ 52 w 259"/>
                <a:gd name="T39" fmla="*/ 234 h 276"/>
                <a:gd name="T40" fmla="*/ 31 w 259"/>
                <a:gd name="T41" fmla="*/ 225 h 276"/>
                <a:gd name="T42" fmla="*/ 29 w 259"/>
                <a:gd name="T43" fmla="*/ 213 h 276"/>
                <a:gd name="T44" fmla="*/ 34 w 259"/>
                <a:gd name="T45" fmla="*/ 202 h 276"/>
                <a:gd name="T46" fmla="*/ 25 w 259"/>
                <a:gd name="T47" fmla="*/ 200 h 276"/>
                <a:gd name="T48" fmla="*/ 9 w 259"/>
                <a:gd name="T49" fmla="*/ 180 h 276"/>
                <a:gd name="T50" fmla="*/ 2 w 259"/>
                <a:gd name="T51" fmla="*/ 167 h 276"/>
                <a:gd name="T52" fmla="*/ 4 w 259"/>
                <a:gd name="T53" fmla="*/ 148 h 276"/>
                <a:gd name="T54" fmla="*/ 9 w 259"/>
                <a:gd name="T55" fmla="*/ 132 h 276"/>
                <a:gd name="T56" fmla="*/ 21 w 259"/>
                <a:gd name="T57" fmla="*/ 125 h 276"/>
                <a:gd name="T58" fmla="*/ 31 w 259"/>
                <a:gd name="T59" fmla="*/ 113 h 276"/>
                <a:gd name="T60" fmla="*/ 42 w 259"/>
                <a:gd name="T61" fmla="*/ 96 h 276"/>
                <a:gd name="T62" fmla="*/ 57 w 259"/>
                <a:gd name="T63" fmla="*/ 102 h 276"/>
                <a:gd name="T64" fmla="*/ 50 w 259"/>
                <a:gd name="T65" fmla="*/ 106 h 276"/>
                <a:gd name="T66" fmla="*/ 52 w 259"/>
                <a:gd name="T67" fmla="*/ 119 h 276"/>
                <a:gd name="T68" fmla="*/ 59 w 259"/>
                <a:gd name="T69" fmla="*/ 113 h 276"/>
                <a:gd name="T70" fmla="*/ 73 w 259"/>
                <a:gd name="T71" fmla="*/ 98 h 276"/>
                <a:gd name="T72" fmla="*/ 77 w 259"/>
                <a:gd name="T73" fmla="*/ 81 h 276"/>
                <a:gd name="T74" fmla="*/ 88 w 259"/>
                <a:gd name="T75" fmla="*/ 71 h 276"/>
                <a:gd name="T76" fmla="*/ 96 w 259"/>
                <a:gd name="T77" fmla="*/ 59 h 276"/>
                <a:gd name="T78" fmla="*/ 98 w 259"/>
                <a:gd name="T79" fmla="*/ 38 h 276"/>
                <a:gd name="T80" fmla="*/ 105 w 259"/>
                <a:gd name="T81" fmla="*/ 27 h 276"/>
                <a:gd name="T82" fmla="*/ 123 w 259"/>
                <a:gd name="T83" fmla="*/ 0 h 276"/>
                <a:gd name="T84" fmla="*/ 134 w 259"/>
                <a:gd name="T85" fmla="*/ 6 h 276"/>
                <a:gd name="T86" fmla="*/ 161 w 259"/>
                <a:gd name="T87" fmla="*/ 21 h 276"/>
                <a:gd name="T88" fmla="*/ 186 w 259"/>
                <a:gd name="T89" fmla="*/ 40 h 276"/>
                <a:gd name="T90" fmla="*/ 207 w 259"/>
                <a:gd name="T91" fmla="*/ 40 h 276"/>
                <a:gd name="T92" fmla="*/ 226 w 259"/>
                <a:gd name="T93" fmla="*/ 31 h 276"/>
                <a:gd name="T94" fmla="*/ 242 w 259"/>
                <a:gd name="T95" fmla="*/ 40 h 276"/>
                <a:gd name="T96" fmla="*/ 253 w 259"/>
                <a:gd name="T97" fmla="*/ 58 h 276"/>
                <a:gd name="T98" fmla="*/ 257 w 259"/>
                <a:gd name="T99" fmla="*/ 8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 h="276">
                  <a:moveTo>
                    <a:pt x="257" y="84"/>
                  </a:moveTo>
                  <a:lnTo>
                    <a:pt x="247" y="86"/>
                  </a:lnTo>
                  <a:lnTo>
                    <a:pt x="234" y="94"/>
                  </a:lnTo>
                  <a:lnTo>
                    <a:pt x="230" y="107"/>
                  </a:lnTo>
                  <a:lnTo>
                    <a:pt x="224" y="111"/>
                  </a:lnTo>
                  <a:lnTo>
                    <a:pt x="224" y="119"/>
                  </a:lnTo>
                  <a:lnTo>
                    <a:pt x="209" y="134"/>
                  </a:lnTo>
                  <a:lnTo>
                    <a:pt x="205" y="148"/>
                  </a:lnTo>
                  <a:lnTo>
                    <a:pt x="203" y="155"/>
                  </a:lnTo>
                  <a:lnTo>
                    <a:pt x="198" y="167"/>
                  </a:lnTo>
                  <a:lnTo>
                    <a:pt x="194" y="184"/>
                  </a:lnTo>
                  <a:lnTo>
                    <a:pt x="186" y="190"/>
                  </a:lnTo>
                  <a:lnTo>
                    <a:pt x="180" y="198"/>
                  </a:lnTo>
                  <a:lnTo>
                    <a:pt x="178" y="215"/>
                  </a:lnTo>
                  <a:lnTo>
                    <a:pt x="165" y="227"/>
                  </a:lnTo>
                  <a:lnTo>
                    <a:pt x="155" y="221"/>
                  </a:lnTo>
                  <a:lnTo>
                    <a:pt x="142" y="225"/>
                  </a:lnTo>
                  <a:lnTo>
                    <a:pt x="138" y="230"/>
                  </a:lnTo>
                  <a:lnTo>
                    <a:pt x="132" y="230"/>
                  </a:lnTo>
                  <a:lnTo>
                    <a:pt x="134" y="244"/>
                  </a:lnTo>
                  <a:lnTo>
                    <a:pt x="130" y="248"/>
                  </a:lnTo>
                  <a:lnTo>
                    <a:pt x="130" y="259"/>
                  </a:lnTo>
                  <a:lnTo>
                    <a:pt x="115" y="261"/>
                  </a:lnTo>
                  <a:lnTo>
                    <a:pt x="107" y="269"/>
                  </a:lnTo>
                  <a:lnTo>
                    <a:pt x="98" y="267"/>
                  </a:lnTo>
                  <a:lnTo>
                    <a:pt x="86" y="267"/>
                  </a:lnTo>
                  <a:lnTo>
                    <a:pt x="79" y="276"/>
                  </a:lnTo>
                  <a:lnTo>
                    <a:pt x="73" y="276"/>
                  </a:lnTo>
                  <a:lnTo>
                    <a:pt x="73" y="267"/>
                  </a:lnTo>
                  <a:lnTo>
                    <a:pt x="77" y="261"/>
                  </a:lnTo>
                  <a:lnTo>
                    <a:pt x="75" y="259"/>
                  </a:lnTo>
                  <a:lnTo>
                    <a:pt x="63" y="265"/>
                  </a:lnTo>
                  <a:lnTo>
                    <a:pt x="59" y="261"/>
                  </a:lnTo>
                  <a:lnTo>
                    <a:pt x="44" y="263"/>
                  </a:lnTo>
                  <a:lnTo>
                    <a:pt x="40" y="259"/>
                  </a:lnTo>
                  <a:lnTo>
                    <a:pt x="44" y="255"/>
                  </a:lnTo>
                  <a:lnTo>
                    <a:pt x="54" y="253"/>
                  </a:lnTo>
                  <a:lnTo>
                    <a:pt x="65" y="242"/>
                  </a:lnTo>
                  <a:lnTo>
                    <a:pt x="59" y="236"/>
                  </a:lnTo>
                  <a:lnTo>
                    <a:pt x="52" y="234"/>
                  </a:lnTo>
                  <a:lnTo>
                    <a:pt x="38" y="227"/>
                  </a:lnTo>
                  <a:lnTo>
                    <a:pt x="31" y="225"/>
                  </a:lnTo>
                  <a:lnTo>
                    <a:pt x="27" y="221"/>
                  </a:lnTo>
                  <a:lnTo>
                    <a:pt x="29" y="213"/>
                  </a:lnTo>
                  <a:lnTo>
                    <a:pt x="34" y="207"/>
                  </a:lnTo>
                  <a:lnTo>
                    <a:pt x="34" y="202"/>
                  </a:lnTo>
                  <a:lnTo>
                    <a:pt x="29" y="202"/>
                  </a:lnTo>
                  <a:lnTo>
                    <a:pt x="25" y="200"/>
                  </a:lnTo>
                  <a:lnTo>
                    <a:pt x="15" y="188"/>
                  </a:lnTo>
                  <a:lnTo>
                    <a:pt x="9" y="180"/>
                  </a:lnTo>
                  <a:lnTo>
                    <a:pt x="9" y="175"/>
                  </a:lnTo>
                  <a:lnTo>
                    <a:pt x="2" y="167"/>
                  </a:lnTo>
                  <a:lnTo>
                    <a:pt x="0" y="152"/>
                  </a:lnTo>
                  <a:lnTo>
                    <a:pt x="4" y="148"/>
                  </a:lnTo>
                  <a:lnTo>
                    <a:pt x="0" y="142"/>
                  </a:lnTo>
                  <a:lnTo>
                    <a:pt x="9" y="132"/>
                  </a:lnTo>
                  <a:lnTo>
                    <a:pt x="17" y="125"/>
                  </a:lnTo>
                  <a:lnTo>
                    <a:pt x="21" y="125"/>
                  </a:lnTo>
                  <a:lnTo>
                    <a:pt x="33" y="117"/>
                  </a:lnTo>
                  <a:lnTo>
                    <a:pt x="31" y="113"/>
                  </a:lnTo>
                  <a:lnTo>
                    <a:pt x="38" y="106"/>
                  </a:lnTo>
                  <a:lnTo>
                    <a:pt x="42" y="96"/>
                  </a:lnTo>
                  <a:lnTo>
                    <a:pt x="52" y="96"/>
                  </a:lnTo>
                  <a:lnTo>
                    <a:pt x="57" y="102"/>
                  </a:lnTo>
                  <a:lnTo>
                    <a:pt x="57" y="106"/>
                  </a:lnTo>
                  <a:lnTo>
                    <a:pt x="50" y="106"/>
                  </a:lnTo>
                  <a:lnTo>
                    <a:pt x="46" y="111"/>
                  </a:lnTo>
                  <a:lnTo>
                    <a:pt x="52" y="119"/>
                  </a:lnTo>
                  <a:lnTo>
                    <a:pt x="57" y="119"/>
                  </a:lnTo>
                  <a:lnTo>
                    <a:pt x="59" y="113"/>
                  </a:lnTo>
                  <a:lnTo>
                    <a:pt x="67" y="100"/>
                  </a:lnTo>
                  <a:lnTo>
                    <a:pt x="73" y="98"/>
                  </a:lnTo>
                  <a:lnTo>
                    <a:pt x="73" y="94"/>
                  </a:lnTo>
                  <a:lnTo>
                    <a:pt x="77" y="81"/>
                  </a:lnTo>
                  <a:lnTo>
                    <a:pt x="79" y="81"/>
                  </a:lnTo>
                  <a:lnTo>
                    <a:pt x="88" y="71"/>
                  </a:lnTo>
                  <a:lnTo>
                    <a:pt x="92" y="63"/>
                  </a:lnTo>
                  <a:lnTo>
                    <a:pt x="96" y="59"/>
                  </a:lnTo>
                  <a:lnTo>
                    <a:pt x="96" y="50"/>
                  </a:lnTo>
                  <a:lnTo>
                    <a:pt x="98" y="38"/>
                  </a:lnTo>
                  <a:lnTo>
                    <a:pt x="105" y="31"/>
                  </a:lnTo>
                  <a:lnTo>
                    <a:pt x="105" y="27"/>
                  </a:lnTo>
                  <a:lnTo>
                    <a:pt x="107" y="9"/>
                  </a:lnTo>
                  <a:lnTo>
                    <a:pt x="123" y="0"/>
                  </a:lnTo>
                  <a:lnTo>
                    <a:pt x="130" y="2"/>
                  </a:lnTo>
                  <a:lnTo>
                    <a:pt x="134" y="6"/>
                  </a:lnTo>
                  <a:lnTo>
                    <a:pt x="142" y="19"/>
                  </a:lnTo>
                  <a:lnTo>
                    <a:pt x="161" y="21"/>
                  </a:lnTo>
                  <a:lnTo>
                    <a:pt x="176" y="34"/>
                  </a:lnTo>
                  <a:lnTo>
                    <a:pt x="186" y="40"/>
                  </a:lnTo>
                  <a:lnTo>
                    <a:pt x="198" y="40"/>
                  </a:lnTo>
                  <a:lnTo>
                    <a:pt x="207" y="40"/>
                  </a:lnTo>
                  <a:lnTo>
                    <a:pt x="217" y="36"/>
                  </a:lnTo>
                  <a:lnTo>
                    <a:pt x="226" y="31"/>
                  </a:lnTo>
                  <a:lnTo>
                    <a:pt x="232" y="36"/>
                  </a:lnTo>
                  <a:lnTo>
                    <a:pt x="242" y="40"/>
                  </a:lnTo>
                  <a:lnTo>
                    <a:pt x="253" y="48"/>
                  </a:lnTo>
                  <a:lnTo>
                    <a:pt x="253" y="58"/>
                  </a:lnTo>
                  <a:lnTo>
                    <a:pt x="259" y="63"/>
                  </a:lnTo>
                  <a:lnTo>
                    <a:pt x="257" y="84"/>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8" name="Freeform 27">
              <a:extLst>
                <a:ext uri="{FF2B5EF4-FFF2-40B4-BE49-F238E27FC236}">
                  <a16:creationId xmlns:a16="http://schemas.microsoft.com/office/drawing/2014/main" id="{1620824E-D5C3-231B-839C-11D623115B62}"/>
                </a:ext>
              </a:extLst>
            </p:cNvPr>
            <p:cNvSpPr>
              <a:spLocks noEditPoints="1"/>
            </p:cNvSpPr>
            <p:nvPr/>
          </p:nvSpPr>
          <p:spPr bwMode="gray">
            <a:xfrm>
              <a:off x="7172594" y="3519802"/>
              <a:ext cx="969349" cy="1108381"/>
            </a:xfrm>
            <a:custGeom>
              <a:avLst/>
              <a:gdLst>
                <a:gd name="T0" fmla="*/ 394 w 964"/>
                <a:gd name="T1" fmla="*/ 1031 h 1051"/>
                <a:gd name="T2" fmla="*/ 346 w 964"/>
                <a:gd name="T3" fmla="*/ 818 h 1051"/>
                <a:gd name="T4" fmla="*/ 244 w 964"/>
                <a:gd name="T5" fmla="*/ 712 h 1051"/>
                <a:gd name="T6" fmla="*/ 46 w 964"/>
                <a:gd name="T7" fmla="*/ 179 h 1051"/>
                <a:gd name="T8" fmla="*/ 29 w 964"/>
                <a:gd name="T9" fmla="*/ 163 h 1051"/>
                <a:gd name="T10" fmla="*/ 693 w 964"/>
                <a:gd name="T11" fmla="*/ 34 h 1051"/>
                <a:gd name="T12" fmla="*/ 783 w 964"/>
                <a:gd name="T13" fmla="*/ 146 h 1051"/>
                <a:gd name="T14" fmla="*/ 870 w 964"/>
                <a:gd name="T15" fmla="*/ 213 h 1051"/>
                <a:gd name="T16" fmla="*/ 899 w 964"/>
                <a:gd name="T17" fmla="*/ 286 h 1051"/>
                <a:gd name="T18" fmla="*/ 902 w 964"/>
                <a:gd name="T19" fmla="*/ 399 h 1051"/>
                <a:gd name="T20" fmla="*/ 956 w 964"/>
                <a:gd name="T21" fmla="*/ 574 h 1051"/>
                <a:gd name="T22" fmla="*/ 868 w 964"/>
                <a:gd name="T23" fmla="*/ 595 h 1051"/>
                <a:gd name="T24" fmla="*/ 728 w 964"/>
                <a:gd name="T25" fmla="*/ 672 h 1051"/>
                <a:gd name="T26" fmla="*/ 622 w 964"/>
                <a:gd name="T27" fmla="*/ 640 h 1051"/>
                <a:gd name="T28" fmla="*/ 530 w 964"/>
                <a:gd name="T29" fmla="*/ 603 h 1051"/>
                <a:gd name="T30" fmla="*/ 465 w 964"/>
                <a:gd name="T31" fmla="*/ 641 h 1051"/>
                <a:gd name="T32" fmla="*/ 421 w 964"/>
                <a:gd name="T33" fmla="*/ 701 h 1051"/>
                <a:gd name="T34" fmla="*/ 390 w 964"/>
                <a:gd name="T35" fmla="*/ 707 h 1051"/>
                <a:gd name="T36" fmla="*/ 394 w 964"/>
                <a:gd name="T37" fmla="*/ 782 h 1051"/>
                <a:gd name="T38" fmla="*/ 434 w 964"/>
                <a:gd name="T39" fmla="*/ 824 h 1051"/>
                <a:gd name="T40" fmla="*/ 442 w 964"/>
                <a:gd name="T41" fmla="*/ 858 h 1051"/>
                <a:gd name="T42" fmla="*/ 507 w 964"/>
                <a:gd name="T43" fmla="*/ 812 h 1051"/>
                <a:gd name="T44" fmla="*/ 578 w 964"/>
                <a:gd name="T45" fmla="*/ 872 h 1051"/>
                <a:gd name="T46" fmla="*/ 478 w 964"/>
                <a:gd name="T47" fmla="*/ 951 h 1051"/>
                <a:gd name="T48" fmla="*/ 459 w 964"/>
                <a:gd name="T49" fmla="*/ 1014 h 1051"/>
                <a:gd name="T50" fmla="*/ 430 w 964"/>
                <a:gd name="T51" fmla="*/ 976 h 1051"/>
                <a:gd name="T52" fmla="*/ 398 w 964"/>
                <a:gd name="T53" fmla="*/ 893 h 1051"/>
                <a:gd name="T54" fmla="*/ 352 w 964"/>
                <a:gd name="T55" fmla="*/ 826 h 1051"/>
                <a:gd name="T56" fmla="*/ 334 w 964"/>
                <a:gd name="T57" fmla="*/ 797 h 1051"/>
                <a:gd name="T58" fmla="*/ 290 w 964"/>
                <a:gd name="T59" fmla="*/ 743 h 1051"/>
                <a:gd name="T60" fmla="*/ 231 w 964"/>
                <a:gd name="T61" fmla="*/ 693 h 1051"/>
                <a:gd name="T62" fmla="*/ 171 w 964"/>
                <a:gd name="T63" fmla="*/ 680 h 1051"/>
                <a:gd name="T64" fmla="*/ 137 w 964"/>
                <a:gd name="T65" fmla="*/ 643 h 1051"/>
                <a:gd name="T66" fmla="*/ 119 w 964"/>
                <a:gd name="T67" fmla="*/ 597 h 1051"/>
                <a:gd name="T68" fmla="*/ 106 w 964"/>
                <a:gd name="T69" fmla="*/ 586 h 1051"/>
                <a:gd name="T70" fmla="*/ 62 w 964"/>
                <a:gd name="T71" fmla="*/ 520 h 1051"/>
                <a:gd name="T72" fmla="*/ 56 w 964"/>
                <a:gd name="T73" fmla="*/ 480 h 1051"/>
                <a:gd name="T74" fmla="*/ 64 w 964"/>
                <a:gd name="T75" fmla="*/ 453 h 1051"/>
                <a:gd name="T76" fmla="*/ 54 w 964"/>
                <a:gd name="T77" fmla="*/ 411 h 1051"/>
                <a:gd name="T78" fmla="*/ 41 w 964"/>
                <a:gd name="T79" fmla="*/ 388 h 1051"/>
                <a:gd name="T80" fmla="*/ 41 w 964"/>
                <a:gd name="T81" fmla="*/ 371 h 1051"/>
                <a:gd name="T82" fmla="*/ 35 w 964"/>
                <a:gd name="T83" fmla="*/ 363 h 1051"/>
                <a:gd name="T84" fmla="*/ 35 w 964"/>
                <a:gd name="T85" fmla="*/ 355 h 1051"/>
                <a:gd name="T86" fmla="*/ 62 w 964"/>
                <a:gd name="T87" fmla="*/ 303 h 1051"/>
                <a:gd name="T88" fmla="*/ 69 w 964"/>
                <a:gd name="T89" fmla="*/ 280 h 1051"/>
                <a:gd name="T90" fmla="*/ 66 w 964"/>
                <a:gd name="T91" fmla="*/ 255 h 1051"/>
                <a:gd name="T92" fmla="*/ 45 w 964"/>
                <a:gd name="T93" fmla="*/ 192 h 1051"/>
                <a:gd name="T94" fmla="*/ 45 w 964"/>
                <a:gd name="T95" fmla="*/ 175 h 1051"/>
                <a:gd name="T96" fmla="*/ 16 w 964"/>
                <a:gd name="T97" fmla="*/ 121 h 1051"/>
                <a:gd name="T98" fmla="*/ 0 w 964"/>
                <a:gd name="T99" fmla="*/ 86 h 1051"/>
                <a:gd name="T100" fmla="*/ 69 w 964"/>
                <a:gd name="T101" fmla="*/ 90 h 1051"/>
                <a:gd name="T102" fmla="*/ 129 w 964"/>
                <a:gd name="T103" fmla="*/ 148 h 1051"/>
                <a:gd name="T104" fmla="*/ 200 w 964"/>
                <a:gd name="T105" fmla="*/ 140 h 1051"/>
                <a:gd name="T106" fmla="*/ 225 w 964"/>
                <a:gd name="T107" fmla="*/ 194 h 1051"/>
                <a:gd name="T108" fmla="*/ 321 w 964"/>
                <a:gd name="T109" fmla="*/ 238 h 1051"/>
                <a:gd name="T110" fmla="*/ 413 w 964"/>
                <a:gd name="T111" fmla="*/ 182 h 1051"/>
                <a:gd name="T112" fmla="*/ 530 w 964"/>
                <a:gd name="T113" fmla="*/ 140 h 1051"/>
                <a:gd name="T114" fmla="*/ 545 w 964"/>
                <a:gd name="T115" fmla="*/ 27 h 1051"/>
                <a:gd name="T116" fmla="*/ 620 w 964"/>
                <a:gd name="T117" fmla="*/ 6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4" h="1051">
                  <a:moveTo>
                    <a:pt x="396" y="1041"/>
                  </a:moveTo>
                  <a:lnTo>
                    <a:pt x="390" y="1051"/>
                  </a:lnTo>
                  <a:lnTo>
                    <a:pt x="392" y="1041"/>
                  </a:lnTo>
                  <a:lnTo>
                    <a:pt x="396" y="1039"/>
                  </a:lnTo>
                  <a:lnTo>
                    <a:pt x="396" y="1041"/>
                  </a:lnTo>
                  <a:close/>
                  <a:moveTo>
                    <a:pt x="394" y="1031"/>
                  </a:moveTo>
                  <a:lnTo>
                    <a:pt x="388" y="1028"/>
                  </a:lnTo>
                  <a:lnTo>
                    <a:pt x="390" y="1024"/>
                  </a:lnTo>
                  <a:lnTo>
                    <a:pt x="394" y="1024"/>
                  </a:lnTo>
                  <a:lnTo>
                    <a:pt x="394" y="1031"/>
                  </a:lnTo>
                  <a:close/>
                  <a:moveTo>
                    <a:pt x="357" y="860"/>
                  </a:moveTo>
                  <a:lnTo>
                    <a:pt x="357" y="851"/>
                  </a:lnTo>
                  <a:lnTo>
                    <a:pt x="357" y="853"/>
                  </a:lnTo>
                  <a:lnTo>
                    <a:pt x="357" y="860"/>
                  </a:lnTo>
                  <a:close/>
                  <a:moveTo>
                    <a:pt x="319" y="820"/>
                  </a:moveTo>
                  <a:lnTo>
                    <a:pt x="325" y="824"/>
                  </a:lnTo>
                  <a:lnTo>
                    <a:pt x="315" y="820"/>
                  </a:lnTo>
                  <a:lnTo>
                    <a:pt x="319" y="820"/>
                  </a:lnTo>
                  <a:close/>
                  <a:moveTo>
                    <a:pt x="348" y="816"/>
                  </a:moveTo>
                  <a:lnTo>
                    <a:pt x="346" y="818"/>
                  </a:lnTo>
                  <a:lnTo>
                    <a:pt x="348" y="812"/>
                  </a:lnTo>
                  <a:lnTo>
                    <a:pt x="348" y="816"/>
                  </a:lnTo>
                  <a:close/>
                  <a:moveTo>
                    <a:pt x="229" y="751"/>
                  </a:moveTo>
                  <a:lnTo>
                    <a:pt x="235" y="757"/>
                  </a:lnTo>
                  <a:lnTo>
                    <a:pt x="233" y="759"/>
                  </a:lnTo>
                  <a:lnTo>
                    <a:pt x="229" y="751"/>
                  </a:lnTo>
                  <a:close/>
                  <a:moveTo>
                    <a:pt x="210" y="697"/>
                  </a:moveTo>
                  <a:lnTo>
                    <a:pt x="225" y="703"/>
                  </a:lnTo>
                  <a:lnTo>
                    <a:pt x="240" y="712"/>
                  </a:lnTo>
                  <a:lnTo>
                    <a:pt x="244" y="712"/>
                  </a:lnTo>
                  <a:lnTo>
                    <a:pt x="246" y="714"/>
                  </a:lnTo>
                  <a:lnTo>
                    <a:pt x="231" y="709"/>
                  </a:lnTo>
                  <a:lnTo>
                    <a:pt x="223" y="703"/>
                  </a:lnTo>
                  <a:lnTo>
                    <a:pt x="213" y="701"/>
                  </a:lnTo>
                  <a:lnTo>
                    <a:pt x="210" y="697"/>
                  </a:lnTo>
                  <a:close/>
                  <a:moveTo>
                    <a:pt x="217" y="697"/>
                  </a:moveTo>
                  <a:lnTo>
                    <a:pt x="221" y="697"/>
                  </a:lnTo>
                  <a:lnTo>
                    <a:pt x="217" y="697"/>
                  </a:lnTo>
                  <a:close/>
                  <a:moveTo>
                    <a:pt x="43" y="175"/>
                  </a:moveTo>
                  <a:lnTo>
                    <a:pt x="46" y="179"/>
                  </a:lnTo>
                  <a:lnTo>
                    <a:pt x="43" y="179"/>
                  </a:lnTo>
                  <a:lnTo>
                    <a:pt x="43" y="175"/>
                  </a:lnTo>
                  <a:close/>
                  <a:moveTo>
                    <a:pt x="27" y="163"/>
                  </a:moveTo>
                  <a:lnTo>
                    <a:pt x="31" y="163"/>
                  </a:lnTo>
                  <a:lnTo>
                    <a:pt x="31" y="167"/>
                  </a:lnTo>
                  <a:lnTo>
                    <a:pt x="27" y="167"/>
                  </a:lnTo>
                  <a:lnTo>
                    <a:pt x="27" y="163"/>
                  </a:lnTo>
                  <a:close/>
                  <a:moveTo>
                    <a:pt x="31" y="163"/>
                  </a:moveTo>
                  <a:lnTo>
                    <a:pt x="35" y="167"/>
                  </a:lnTo>
                  <a:lnTo>
                    <a:pt x="29" y="163"/>
                  </a:lnTo>
                  <a:lnTo>
                    <a:pt x="31" y="163"/>
                  </a:lnTo>
                  <a:close/>
                  <a:moveTo>
                    <a:pt x="638" y="6"/>
                  </a:moveTo>
                  <a:lnTo>
                    <a:pt x="638" y="11"/>
                  </a:lnTo>
                  <a:lnTo>
                    <a:pt x="632" y="15"/>
                  </a:lnTo>
                  <a:lnTo>
                    <a:pt x="616" y="15"/>
                  </a:lnTo>
                  <a:lnTo>
                    <a:pt x="601" y="19"/>
                  </a:lnTo>
                  <a:lnTo>
                    <a:pt x="605" y="29"/>
                  </a:lnTo>
                  <a:lnTo>
                    <a:pt x="641" y="36"/>
                  </a:lnTo>
                  <a:lnTo>
                    <a:pt x="684" y="38"/>
                  </a:lnTo>
                  <a:lnTo>
                    <a:pt x="693" y="34"/>
                  </a:lnTo>
                  <a:lnTo>
                    <a:pt x="699" y="38"/>
                  </a:lnTo>
                  <a:lnTo>
                    <a:pt x="701" y="54"/>
                  </a:lnTo>
                  <a:lnTo>
                    <a:pt x="711" y="67"/>
                  </a:lnTo>
                  <a:lnTo>
                    <a:pt x="728" y="69"/>
                  </a:lnTo>
                  <a:lnTo>
                    <a:pt x="728" y="90"/>
                  </a:lnTo>
                  <a:lnTo>
                    <a:pt x="726" y="98"/>
                  </a:lnTo>
                  <a:lnTo>
                    <a:pt x="734" y="129"/>
                  </a:lnTo>
                  <a:lnTo>
                    <a:pt x="735" y="136"/>
                  </a:lnTo>
                  <a:lnTo>
                    <a:pt x="776" y="138"/>
                  </a:lnTo>
                  <a:lnTo>
                    <a:pt x="783" y="146"/>
                  </a:lnTo>
                  <a:lnTo>
                    <a:pt x="783" y="163"/>
                  </a:lnTo>
                  <a:lnTo>
                    <a:pt x="785" y="169"/>
                  </a:lnTo>
                  <a:lnTo>
                    <a:pt x="783" y="177"/>
                  </a:lnTo>
                  <a:lnTo>
                    <a:pt x="791" y="179"/>
                  </a:lnTo>
                  <a:lnTo>
                    <a:pt x="797" y="175"/>
                  </a:lnTo>
                  <a:lnTo>
                    <a:pt x="805" y="175"/>
                  </a:lnTo>
                  <a:lnTo>
                    <a:pt x="814" y="190"/>
                  </a:lnTo>
                  <a:lnTo>
                    <a:pt x="816" y="205"/>
                  </a:lnTo>
                  <a:lnTo>
                    <a:pt x="826" y="211"/>
                  </a:lnTo>
                  <a:lnTo>
                    <a:pt x="870" y="213"/>
                  </a:lnTo>
                  <a:lnTo>
                    <a:pt x="879" y="223"/>
                  </a:lnTo>
                  <a:lnTo>
                    <a:pt x="872" y="228"/>
                  </a:lnTo>
                  <a:lnTo>
                    <a:pt x="860" y="230"/>
                  </a:lnTo>
                  <a:lnTo>
                    <a:pt x="858" y="238"/>
                  </a:lnTo>
                  <a:lnTo>
                    <a:pt x="864" y="248"/>
                  </a:lnTo>
                  <a:lnTo>
                    <a:pt x="874" y="257"/>
                  </a:lnTo>
                  <a:lnTo>
                    <a:pt x="876" y="269"/>
                  </a:lnTo>
                  <a:lnTo>
                    <a:pt x="885" y="271"/>
                  </a:lnTo>
                  <a:lnTo>
                    <a:pt x="899" y="282"/>
                  </a:lnTo>
                  <a:lnTo>
                    <a:pt x="899" y="286"/>
                  </a:lnTo>
                  <a:lnTo>
                    <a:pt x="889" y="288"/>
                  </a:lnTo>
                  <a:lnTo>
                    <a:pt x="878" y="296"/>
                  </a:lnTo>
                  <a:lnTo>
                    <a:pt x="878" y="301"/>
                  </a:lnTo>
                  <a:lnTo>
                    <a:pt x="887" y="315"/>
                  </a:lnTo>
                  <a:lnTo>
                    <a:pt x="891" y="330"/>
                  </a:lnTo>
                  <a:lnTo>
                    <a:pt x="893" y="351"/>
                  </a:lnTo>
                  <a:lnTo>
                    <a:pt x="912" y="355"/>
                  </a:lnTo>
                  <a:lnTo>
                    <a:pt x="914" y="371"/>
                  </a:lnTo>
                  <a:lnTo>
                    <a:pt x="912" y="396"/>
                  </a:lnTo>
                  <a:lnTo>
                    <a:pt x="902" y="399"/>
                  </a:lnTo>
                  <a:lnTo>
                    <a:pt x="908" y="421"/>
                  </a:lnTo>
                  <a:lnTo>
                    <a:pt x="906" y="447"/>
                  </a:lnTo>
                  <a:lnTo>
                    <a:pt x="910" y="453"/>
                  </a:lnTo>
                  <a:lnTo>
                    <a:pt x="941" y="465"/>
                  </a:lnTo>
                  <a:lnTo>
                    <a:pt x="939" y="478"/>
                  </a:lnTo>
                  <a:lnTo>
                    <a:pt x="916" y="515"/>
                  </a:lnTo>
                  <a:lnTo>
                    <a:pt x="918" y="526"/>
                  </a:lnTo>
                  <a:lnTo>
                    <a:pt x="939" y="551"/>
                  </a:lnTo>
                  <a:lnTo>
                    <a:pt x="943" y="557"/>
                  </a:lnTo>
                  <a:lnTo>
                    <a:pt x="956" y="574"/>
                  </a:lnTo>
                  <a:lnTo>
                    <a:pt x="964" y="609"/>
                  </a:lnTo>
                  <a:lnTo>
                    <a:pt x="960" y="615"/>
                  </a:lnTo>
                  <a:lnTo>
                    <a:pt x="958" y="624"/>
                  </a:lnTo>
                  <a:lnTo>
                    <a:pt x="950" y="624"/>
                  </a:lnTo>
                  <a:lnTo>
                    <a:pt x="947" y="615"/>
                  </a:lnTo>
                  <a:lnTo>
                    <a:pt x="927" y="613"/>
                  </a:lnTo>
                  <a:lnTo>
                    <a:pt x="906" y="603"/>
                  </a:lnTo>
                  <a:lnTo>
                    <a:pt x="895" y="599"/>
                  </a:lnTo>
                  <a:lnTo>
                    <a:pt x="878" y="595"/>
                  </a:lnTo>
                  <a:lnTo>
                    <a:pt x="868" y="595"/>
                  </a:lnTo>
                  <a:lnTo>
                    <a:pt x="839" y="588"/>
                  </a:lnTo>
                  <a:lnTo>
                    <a:pt x="808" y="632"/>
                  </a:lnTo>
                  <a:lnTo>
                    <a:pt x="791" y="632"/>
                  </a:lnTo>
                  <a:lnTo>
                    <a:pt x="776" y="647"/>
                  </a:lnTo>
                  <a:lnTo>
                    <a:pt x="759" y="647"/>
                  </a:lnTo>
                  <a:lnTo>
                    <a:pt x="749" y="645"/>
                  </a:lnTo>
                  <a:lnTo>
                    <a:pt x="737" y="655"/>
                  </a:lnTo>
                  <a:lnTo>
                    <a:pt x="743" y="666"/>
                  </a:lnTo>
                  <a:lnTo>
                    <a:pt x="739" y="674"/>
                  </a:lnTo>
                  <a:lnTo>
                    <a:pt x="728" y="672"/>
                  </a:lnTo>
                  <a:lnTo>
                    <a:pt x="705" y="695"/>
                  </a:lnTo>
                  <a:lnTo>
                    <a:pt x="693" y="699"/>
                  </a:lnTo>
                  <a:lnTo>
                    <a:pt x="674" y="684"/>
                  </a:lnTo>
                  <a:lnTo>
                    <a:pt x="659" y="684"/>
                  </a:lnTo>
                  <a:lnTo>
                    <a:pt x="649" y="695"/>
                  </a:lnTo>
                  <a:lnTo>
                    <a:pt x="640" y="693"/>
                  </a:lnTo>
                  <a:lnTo>
                    <a:pt x="630" y="686"/>
                  </a:lnTo>
                  <a:lnTo>
                    <a:pt x="626" y="666"/>
                  </a:lnTo>
                  <a:lnTo>
                    <a:pt x="628" y="645"/>
                  </a:lnTo>
                  <a:lnTo>
                    <a:pt x="622" y="640"/>
                  </a:lnTo>
                  <a:lnTo>
                    <a:pt x="622" y="630"/>
                  </a:lnTo>
                  <a:lnTo>
                    <a:pt x="611" y="622"/>
                  </a:lnTo>
                  <a:lnTo>
                    <a:pt x="601" y="618"/>
                  </a:lnTo>
                  <a:lnTo>
                    <a:pt x="595" y="613"/>
                  </a:lnTo>
                  <a:lnTo>
                    <a:pt x="586" y="618"/>
                  </a:lnTo>
                  <a:lnTo>
                    <a:pt x="576" y="622"/>
                  </a:lnTo>
                  <a:lnTo>
                    <a:pt x="567" y="622"/>
                  </a:lnTo>
                  <a:lnTo>
                    <a:pt x="555" y="622"/>
                  </a:lnTo>
                  <a:lnTo>
                    <a:pt x="545" y="616"/>
                  </a:lnTo>
                  <a:lnTo>
                    <a:pt x="530" y="603"/>
                  </a:lnTo>
                  <a:lnTo>
                    <a:pt x="511" y="601"/>
                  </a:lnTo>
                  <a:lnTo>
                    <a:pt x="503" y="588"/>
                  </a:lnTo>
                  <a:lnTo>
                    <a:pt x="499" y="584"/>
                  </a:lnTo>
                  <a:lnTo>
                    <a:pt x="492" y="582"/>
                  </a:lnTo>
                  <a:lnTo>
                    <a:pt x="476" y="591"/>
                  </a:lnTo>
                  <a:lnTo>
                    <a:pt x="474" y="609"/>
                  </a:lnTo>
                  <a:lnTo>
                    <a:pt x="474" y="613"/>
                  </a:lnTo>
                  <a:lnTo>
                    <a:pt x="467" y="620"/>
                  </a:lnTo>
                  <a:lnTo>
                    <a:pt x="465" y="632"/>
                  </a:lnTo>
                  <a:lnTo>
                    <a:pt x="465" y="641"/>
                  </a:lnTo>
                  <a:lnTo>
                    <a:pt x="461" y="645"/>
                  </a:lnTo>
                  <a:lnTo>
                    <a:pt x="457" y="653"/>
                  </a:lnTo>
                  <a:lnTo>
                    <a:pt x="448" y="663"/>
                  </a:lnTo>
                  <a:lnTo>
                    <a:pt x="446" y="663"/>
                  </a:lnTo>
                  <a:lnTo>
                    <a:pt x="442" y="676"/>
                  </a:lnTo>
                  <a:lnTo>
                    <a:pt x="442" y="680"/>
                  </a:lnTo>
                  <a:lnTo>
                    <a:pt x="436" y="682"/>
                  </a:lnTo>
                  <a:lnTo>
                    <a:pt x="428" y="695"/>
                  </a:lnTo>
                  <a:lnTo>
                    <a:pt x="426" y="701"/>
                  </a:lnTo>
                  <a:lnTo>
                    <a:pt x="421" y="701"/>
                  </a:lnTo>
                  <a:lnTo>
                    <a:pt x="415" y="693"/>
                  </a:lnTo>
                  <a:lnTo>
                    <a:pt x="419" y="688"/>
                  </a:lnTo>
                  <a:lnTo>
                    <a:pt x="426" y="688"/>
                  </a:lnTo>
                  <a:lnTo>
                    <a:pt x="426" y="684"/>
                  </a:lnTo>
                  <a:lnTo>
                    <a:pt x="421" y="678"/>
                  </a:lnTo>
                  <a:lnTo>
                    <a:pt x="411" y="678"/>
                  </a:lnTo>
                  <a:lnTo>
                    <a:pt x="407" y="688"/>
                  </a:lnTo>
                  <a:lnTo>
                    <a:pt x="400" y="695"/>
                  </a:lnTo>
                  <a:lnTo>
                    <a:pt x="402" y="699"/>
                  </a:lnTo>
                  <a:lnTo>
                    <a:pt x="390" y="707"/>
                  </a:lnTo>
                  <a:lnTo>
                    <a:pt x="386" y="707"/>
                  </a:lnTo>
                  <a:lnTo>
                    <a:pt x="378" y="714"/>
                  </a:lnTo>
                  <a:lnTo>
                    <a:pt x="369" y="724"/>
                  </a:lnTo>
                  <a:lnTo>
                    <a:pt x="373" y="730"/>
                  </a:lnTo>
                  <a:lnTo>
                    <a:pt x="369" y="734"/>
                  </a:lnTo>
                  <a:lnTo>
                    <a:pt x="371" y="749"/>
                  </a:lnTo>
                  <a:lnTo>
                    <a:pt x="378" y="757"/>
                  </a:lnTo>
                  <a:lnTo>
                    <a:pt x="378" y="762"/>
                  </a:lnTo>
                  <a:lnTo>
                    <a:pt x="384" y="770"/>
                  </a:lnTo>
                  <a:lnTo>
                    <a:pt x="394" y="782"/>
                  </a:lnTo>
                  <a:lnTo>
                    <a:pt x="398" y="784"/>
                  </a:lnTo>
                  <a:lnTo>
                    <a:pt x="403" y="784"/>
                  </a:lnTo>
                  <a:lnTo>
                    <a:pt x="403" y="789"/>
                  </a:lnTo>
                  <a:lnTo>
                    <a:pt x="398" y="795"/>
                  </a:lnTo>
                  <a:lnTo>
                    <a:pt x="396" y="803"/>
                  </a:lnTo>
                  <a:lnTo>
                    <a:pt x="400" y="807"/>
                  </a:lnTo>
                  <a:lnTo>
                    <a:pt x="407" y="809"/>
                  </a:lnTo>
                  <a:lnTo>
                    <a:pt x="421" y="816"/>
                  </a:lnTo>
                  <a:lnTo>
                    <a:pt x="428" y="818"/>
                  </a:lnTo>
                  <a:lnTo>
                    <a:pt x="434" y="824"/>
                  </a:lnTo>
                  <a:lnTo>
                    <a:pt x="423" y="835"/>
                  </a:lnTo>
                  <a:lnTo>
                    <a:pt x="413" y="837"/>
                  </a:lnTo>
                  <a:lnTo>
                    <a:pt x="409" y="841"/>
                  </a:lnTo>
                  <a:lnTo>
                    <a:pt x="413" y="845"/>
                  </a:lnTo>
                  <a:lnTo>
                    <a:pt x="428" y="843"/>
                  </a:lnTo>
                  <a:lnTo>
                    <a:pt x="432" y="847"/>
                  </a:lnTo>
                  <a:lnTo>
                    <a:pt x="444" y="841"/>
                  </a:lnTo>
                  <a:lnTo>
                    <a:pt x="446" y="843"/>
                  </a:lnTo>
                  <a:lnTo>
                    <a:pt x="442" y="849"/>
                  </a:lnTo>
                  <a:lnTo>
                    <a:pt x="442" y="858"/>
                  </a:lnTo>
                  <a:lnTo>
                    <a:pt x="448" y="858"/>
                  </a:lnTo>
                  <a:lnTo>
                    <a:pt x="455" y="849"/>
                  </a:lnTo>
                  <a:lnTo>
                    <a:pt x="467" y="849"/>
                  </a:lnTo>
                  <a:lnTo>
                    <a:pt x="476" y="851"/>
                  </a:lnTo>
                  <a:lnTo>
                    <a:pt x="484" y="843"/>
                  </a:lnTo>
                  <a:lnTo>
                    <a:pt x="499" y="841"/>
                  </a:lnTo>
                  <a:lnTo>
                    <a:pt x="499" y="830"/>
                  </a:lnTo>
                  <a:lnTo>
                    <a:pt x="503" y="826"/>
                  </a:lnTo>
                  <a:lnTo>
                    <a:pt x="501" y="812"/>
                  </a:lnTo>
                  <a:lnTo>
                    <a:pt x="507" y="812"/>
                  </a:lnTo>
                  <a:lnTo>
                    <a:pt x="511" y="807"/>
                  </a:lnTo>
                  <a:lnTo>
                    <a:pt x="524" y="803"/>
                  </a:lnTo>
                  <a:lnTo>
                    <a:pt x="534" y="809"/>
                  </a:lnTo>
                  <a:lnTo>
                    <a:pt x="542" y="812"/>
                  </a:lnTo>
                  <a:lnTo>
                    <a:pt x="557" y="793"/>
                  </a:lnTo>
                  <a:lnTo>
                    <a:pt x="561" y="797"/>
                  </a:lnTo>
                  <a:lnTo>
                    <a:pt x="559" y="810"/>
                  </a:lnTo>
                  <a:lnTo>
                    <a:pt x="553" y="839"/>
                  </a:lnTo>
                  <a:lnTo>
                    <a:pt x="559" y="853"/>
                  </a:lnTo>
                  <a:lnTo>
                    <a:pt x="578" y="872"/>
                  </a:lnTo>
                  <a:lnTo>
                    <a:pt x="568" y="882"/>
                  </a:lnTo>
                  <a:lnTo>
                    <a:pt x="568" y="905"/>
                  </a:lnTo>
                  <a:lnTo>
                    <a:pt x="555" y="924"/>
                  </a:lnTo>
                  <a:lnTo>
                    <a:pt x="545" y="926"/>
                  </a:lnTo>
                  <a:lnTo>
                    <a:pt x="530" y="903"/>
                  </a:lnTo>
                  <a:lnTo>
                    <a:pt x="505" y="903"/>
                  </a:lnTo>
                  <a:lnTo>
                    <a:pt x="496" y="935"/>
                  </a:lnTo>
                  <a:lnTo>
                    <a:pt x="478" y="937"/>
                  </a:lnTo>
                  <a:lnTo>
                    <a:pt x="471" y="947"/>
                  </a:lnTo>
                  <a:lnTo>
                    <a:pt x="478" y="951"/>
                  </a:lnTo>
                  <a:lnTo>
                    <a:pt x="484" y="956"/>
                  </a:lnTo>
                  <a:lnTo>
                    <a:pt x="486" y="964"/>
                  </a:lnTo>
                  <a:lnTo>
                    <a:pt x="497" y="979"/>
                  </a:lnTo>
                  <a:lnTo>
                    <a:pt x="505" y="985"/>
                  </a:lnTo>
                  <a:lnTo>
                    <a:pt x="499" y="991"/>
                  </a:lnTo>
                  <a:lnTo>
                    <a:pt x="503" y="999"/>
                  </a:lnTo>
                  <a:lnTo>
                    <a:pt x="501" y="1006"/>
                  </a:lnTo>
                  <a:lnTo>
                    <a:pt x="494" y="1008"/>
                  </a:lnTo>
                  <a:lnTo>
                    <a:pt x="476" y="1012"/>
                  </a:lnTo>
                  <a:lnTo>
                    <a:pt x="459" y="1014"/>
                  </a:lnTo>
                  <a:lnTo>
                    <a:pt x="449" y="1029"/>
                  </a:lnTo>
                  <a:lnTo>
                    <a:pt x="446" y="1028"/>
                  </a:lnTo>
                  <a:lnTo>
                    <a:pt x="438" y="1028"/>
                  </a:lnTo>
                  <a:lnTo>
                    <a:pt x="432" y="1024"/>
                  </a:lnTo>
                  <a:lnTo>
                    <a:pt x="428" y="1010"/>
                  </a:lnTo>
                  <a:lnTo>
                    <a:pt x="423" y="1003"/>
                  </a:lnTo>
                  <a:lnTo>
                    <a:pt x="423" y="1001"/>
                  </a:lnTo>
                  <a:lnTo>
                    <a:pt x="428" y="983"/>
                  </a:lnTo>
                  <a:lnTo>
                    <a:pt x="428" y="978"/>
                  </a:lnTo>
                  <a:lnTo>
                    <a:pt x="430" y="976"/>
                  </a:lnTo>
                  <a:lnTo>
                    <a:pt x="421" y="974"/>
                  </a:lnTo>
                  <a:lnTo>
                    <a:pt x="415" y="968"/>
                  </a:lnTo>
                  <a:lnTo>
                    <a:pt x="413" y="958"/>
                  </a:lnTo>
                  <a:lnTo>
                    <a:pt x="411" y="955"/>
                  </a:lnTo>
                  <a:lnTo>
                    <a:pt x="413" y="951"/>
                  </a:lnTo>
                  <a:lnTo>
                    <a:pt x="419" y="937"/>
                  </a:lnTo>
                  <a:lnTo>
                    <a:pt x="419" y="928"/>
                  </a:lnTo>
                  <a:lnTo>
                    <a:pt x="402" y="922"/>
                  </a:lnTo>
                  <a:lnTo>
                    <a:pt x="396" y="907"/>
                  </a:lnTo>
                  <a:lnTo>
                    <a:pt x="398" y="893"/>
                  </a:lnTo>
                  <a:lnTo>
                    <a:pt x="392" y="889"/>
                  </a:lnTo>
                  <a:lnTo>
                    <a:pt x="392" y="882"/>
                  </a:lnTo>
                  <a:lnTo>
                    <a:pt x="380" y="876"/>
                  </a:lnTo>
                  <a:lnTo>
                    <a:pt x="382" y="874"/>
                  </a:lnTo>
                  <a:lnTo>
                    <a:pt x="380" y="862"/>
                  </a:lnTo>
                  <a:lnTo>
                    <a:pt x="386" y="847"/>
                  </a:lnTo>
                  <a:lnTo>
                    <a:pt x="378" y="839"/>
                  </a:lnTo>
                  <a:lnTo>
                    <a:pt x="367" y="837"/>
                  </a:lnTo>
                  <a:lnTo>
                    <a:pt x="355" y="832"/>
                  </a:lnTo>
                  <a:lnTo>
                    <a:pt x="352" y="826"/>
                  </a:lnTo>
                  <a:lnTo>
                    <a:pt x="352" y="824"/>
                  </a:lnTo>
                  <a:lnTo>
                    <a:pt x="355" y="828"/>
                  </a:lnTo>
                  <a:lnTo>
                    <a:pt x="357" y="814"/>
                  </a:lnTo>
                  <a:lnTo>
                    <a:pt x="355" y="801"/>
                  </a:lnTo>
                  <a:lnTo>
                    <a:pt x="350" y="791"/>
                  </a:lnTo>
                  <a:lnTo>
                    <a:pt x="346" y="787"/>
                  </a:lnTo>
                  <a:lnTo>
                    <a:pt x="334" y="791"/>
                  </a:lnTo>
                  <a:lnTo>
                    <a:pt x="331" y="789"/>
                  </a:lnTo>
                  <a:lnTo>
                    <a:pt x="329" y="793"/>
                  </a:lnTo>
                  <a:lnTo>
                    <a:pt x="334" y="797"/>
                  </a:lnTo>
                  <a:lnTo>
                    <a:pt x="332" y="799"/>
                  </a:lnTo>
                  <a:lnTo>
                    <a:pt x="329" y="795"/>
                  </a:lnTo>
                  <a:lnTo>
                    <a:pt x="323" y="785"/>
                  </a:lnTo>
                  <a:lnTo>
                    <a:pt x="317" y="782"/>
                  </a:lnTo>
                  <a:lnTo>
                    <a:pt x="315" y="770"/>
                  </a:lnTo>
                  <a:lnTo>
                    <a:pt x="307" y="766"/>
                  </a:lnTo>
                  <a:lnTo>
                    <a:pt x="311" y="762"/>
                  </a:lnTo>
                  <a:lnTo>
                    <a:pt x="309" y="755"/>
                  </a:lnTo>
                  <a:lnTo>
                    <a:pt x="302" y="751"/>
                  </a:lnTo>
                  <a:lnTo>
                    <a:pt x="290" y="743"/>
                  </a:lnTo>
                  <a:lnTo>
                    <a:pt x="283" y="734"/>
                  </a:lnTo>
                  <a:lnTo>
                    <a:pt x="283" y="736"/>
                  </a:lnTo>
                  <a:lnTo>
                    <a:pt x="267" y="728"/>
                  </a:lnTo>
                  <a:lnTo>
                    <a:pt x="261" y="728"/>
                  </a:lnTo>
                  <a:lnTo>
                    <a:pt x="256" y="716"/>
                  </a:lnTo>
                  <a:lnTo>
                    <a:pt x="252" y="716"/>
                  </a:lnTo>
                  <a:lnTo>
                    <a:pt x="254" y="711"/>
                  </a:lnTo>
                  <a:lnTo>
                    <a:pt x="240" y="711"/>
                  </a:lnTo>
                  <a:lnTo>
                    <a:pt x="233" y="703"/>
                  </a:lnTo>
                  <a:lnTo>
                    <a:pt x="231" y="693"/>
                  </a:lnTo>
                  <a:lnTo>
                    <a:pt x="221" y="691"/>
                  </a:lnTo>
                  <a:lnTo>
                    <a:pt x="212" y="691"/>
                  </a:lnTo>
                  <a:lnTo>
                    <a:pt x="212" y="695"/>
                  </a:lnTo>
                  <a:lnTo>
                    <a:pt x="208" y="695"/>
                  </a:lnTo>
                  <a:lnTo>
                    <a:pt x="198" y="688"/>
                  </a:lnTo>
                  <a:lnTo>
                    <a:pt x="190" y="688"/>
                  </a:lnTo>
                  <a:lnTo>
                    <a:pt x="198" y="697"/>
                  </a:lnTo>
                  <a:lnTo>
                    <a:pt x="185" y="689"/>
                  </a:lnTo>
                  <a:lnTo>
                    <a:pt x="175" y="682"/>
                  </a:lnTo>
                  <a:lnTo>
                    <a:pt x="171" y="680"/>
                  </a:lnTo>
                  <a:lnTo>
                    <a:pt x="158" y="670"/>
                  </a:lnTo>
                  <a:lnTo>
                    <a:pt x="146" y="659"/>
                  </a:lnTo>
                  <a:lnTo>
                    <a:pt x="148" y="655"/>
                  </a:lnTo>
                  <a:lnTo>
                    <a:pt x="144" y="653"/>
                  </a:lnTo>
                  <a:lnTo>
                    <a:pt x="144" y="647"/>
                  </a:lnTo>
                  <a:lnTo>
                    <a:pt x="140" y="647"/>
                  </a:lnTo>
                  <a:lnTo>
                    <a:pt x="137" y="643"/>
                  </a:lnTo>
                  <a:lnTo>
                    <a:pt x="140" y="640"/>
                  </a:lnTo>
                  <a:lnTo>
                    <a:pt x="137" y="640"/>
                  </a:lnTo>
                  <a:lnTo>
                    <a:pt x="137" y="643"/>
                  </a:lnTo>
                  <a:lnTo>
                    <a:pt x="133" y="636"/>
                  </a:lnTo>
                  <a:lnTo>
                    <a:pt x="133" y="634"/>
                  </a:lnTo>
                  <a:lnTo>
                    <a:pt x="139" y="638"/>
                  </a:lnTo>
                  <a:lnTo>
                    <a:pt x="137" y="632"/>
                  </a:lnTo>
                  <a:lnTo>
                    <a:pt x="133" y="632"/>
                  </a:lnTo>
                  <a:lnTo>
                    <a:pt x="123" y="620"/>
                  </a:lnTo>
                  <a:lnTo>
                    <a:pt x="123" y="616"/>
                  </a:lnTo>
                  <a:lnTo>
                    <a:pt x="116" y="605"/>
                  </a:lnTo>
                  <a:lnTo>
                    <a:pt x="119" y="603"/>
                  </a:lnTo>
                  <a:lnTo>
                    <a:pt x="119" y="597"/>
                  </a:lnTo>
                  <a:lnTo>
                    <a:pt x="110" y="591"/>
                  </a:lnTo>
                  <a:lnTo>
                    <a:pt x="117" y="603"/>
                  </a:lnTo>
                  <a:lnTo>
                    <a:pt x="110" y="601"/>
                  </a:lnTo>
                  <a:lnTo>
                    <a:pt x="106" y="586"/>
                  </a:lnTo>
                  <a:lnTo>
                    <a:pt x="112" y="590"/>
                  </a:lnTo>
                  <a:lnTo>
                    <a:pt x="114" y="590"/>
                  </a:lnTo>
                  <a:lnTo>
                    <a:pt x="110" y="588"/>
                  </a:lnTo>
                  <a:lnTo>
                    <a:pt x="112" y="586"/>
                  </a:lnTo>
                  <a:lnTo>
                    <a:pt x="106" y="584"/>
                  </a:lnTo>
                  <a:lnTo>
                    <a:pt x="106" y="586"/>
                  </a:lnTo>
                  <a:lnTo>
                    <a:pt x="94" y="576"/>
                  </a:lnTo>
                  <a:lnTo>
                    <a:pt x="93" y="574"/>
                  </a:lnTo>
                  <a:lnTo>
                    <a:pt x="96" y="570"/>
                  </a:lnTo>
                  <a:lnTo>
                    <a:pt x="93" y="565"/>
                  </a:lnTo>
                  <a:lnTo>
                    <a:pt x="85" y="565"/>
                  </a:lnTo>
                  <a:lnTo>
                    <a:pt x="79" y="555"/>
                  </a:lnTo>
                  <a:lnTo>
                    <a:pt x="77" y="543"/>
                  </a:lnTo>
                  <a:lnTo>
                    <a:pt x="73" y="536"/>
                  </a:lnTo>
                  <a:lnTo>
                    <a:pt x="64" y="530"/>
                  </a:lnTo>
                  <a:lnTo>
                    <a:pt x="62" y="520"/>
                  </a:lnTo>
                  <a:lnTo>
                    <a:pt x="62" y="507"/>
                  </a:lnTo>
                  <a:lnTo>
                    <a:pt x="58" y="505"/>
                  </a:lnTo>
                  <a:lnTo>
                    <a:pt x="50" y="492"/>
                  </a:lnTo>
                  <a:lnTo>
                    <a:pt x="52" y="486"/>
                  </a:lnTo>
                  <a:lnTo>
                    <a:pt x="50" y="486"/>
                  </a:lnTo>
                  <a:lnTo>
                    <a:pt x="54" y="484"/>
                  </a:lnTo>
                  <a:lnTo>
                    <a:pt x="52" y="484"/>
                  </a:lnTo>
                  <a:lnTo>
                    <a:pt x="52" y="482"/>
                  </a:lnTo>
                  <a:lnTo>
                    <a:pt x="56" y="484"/>
                  </a:lnTo>
                  <a:lnTo>
                    <a:pt x="56" y="480"/>
                  </a:lnTo>
                  <a:lnTo>
                    <a:pt x="58" y="478"/>
                  </a:lnTo>
                  <a:lnTo>
                    <a:pt x="56" y="482"/>
                  </a:lnTo>
                  <a:lnTo>
                    <a:pt x="64" y="478"/>
                  </a:lnTo>
                  <a:lnTo>
                    <a:pt x="69" y="469"/>
                  </a:lnTo>
                  <a:lnTo>
                    <a:pt x="66" y="463"/>
                  </a:lnTo>
                  <a:lnTo>
                    <a:pt x="62" y="465"/>
                  </a:lnTo>
                  <a:lnTo>
                    <a:pt x="66" y="457"/>
                  </a:lnTo>
                  <a:lnTo>
                    <a:pt x="66" y="455"/>
                  </a:lnTo>
                  <a:lnTo>
                    <a:pt x="62" y="457"/>
                  </a:lnTo>
                  <a:lnTo>
                    <a:pt x="64" y="453"/>
                  </a:lnTo>
                  <a:lnTo>
                    <a:pt x="68" y="455"/>
                  </a:lnTo>
                  <a:lnTo>
                    <a:pt x="69" y="453"/>
                  </a:lnTo>
                  <a:lnTo>
                    <a:pt x="64" y="451"/>
                  </a:lnTo>
                  <a:lnTo>
                    <a:pt x="64" y="446"/>
                  </a:lnTo>
                  <a:lnTo>
                    <a:pt x="62" y="446"/>
                  </a:lnTo>
                  <a:lnTo>
                    <a:pt x="60" y="451"/>
                  </a:lnTo>
                  <a:lnTo>
                    <a:pt x="60" y="447"/>
                  </a:lnTo>
                  <a:lnTo>
                    <a:pt x="56" y="446"/>
                  </a:lnTo>
                  <a:lnTo>
                    <a:pt x="56" y="428"/>
                  </a:lnTo>
                  <a:lnTo>
                    <a:pt x="54" y="411"/>
                  </a:lnTo>
                  <a:lnTo>
                    <a:pt x="60" y="409"/>
                  </a:lnTo>
                  <a:lnTo>
                    <a:pt x="68" y="397"/>
                  </a:lnTo>
                  <a:lnTo>
                    <a:pt x="60" y="403"/>
                  </a:lnTo>
                  <a:lnTo>
                    <a:pt x="60" y="407"/>
                  </a:lnTo>
                  <a:lnTo>
                    <a:pt x="54" y="411"/>
                  </a:lnTo>
                  <a:lnTo>
                    <a:pt x="48" y="401"/>
                  </a:lnTo>
                  <a:lnTo>
                    <a:pt x="46" y="392"/>
                  </a:lnTo>
                  <a:lnTo>
                    <a:pt x="41" y="388"/>
                  </a:lnTo>
                  <a:lnTo>
                    <a:pt x="46" y="384"/>
                  </a:lnTo>
                  <a:lnTo>
                    <a:pt x="41" y="388"/>
                  </a:lnTo>
                  <a:lnTo>
                    <a:pt x="35" y="382"/>
                  </a:lnTo>
                  <a:lnTo>
                    <a:pt x="31" y="371"/>
                  </a:lnTo>
                  <a:lnTo>
                    <a:pt x="31" y="369"/>
                  </a:lnTo>
                  <a:lnTo>
                    <a:pt x="35" y="373"/>
                  </a:lnTo>
                  <a:lnTo>
                    <a:pt x="39" y="371"/>
                  </a:lnTo>
                  <a:lnTo>
                    <a:pt x="39" y="376"/>
                  </a:lnTo>
                  <a:lnTo>
                    <a:pt x="45" y="380"/>
                  </a:lnTo>
                  <a:lnTo>
                    <a:pt x="45" y="384"/>
                  </a:lnTo>
                  <a:lnTo>
                    <a:pt x="46" y="380"/>
                  </a:lnTo>
                  <a:lnTo>
                    <a:pt x="41" y="371"/>
                  </a:lnTo>
                  <a:lnTo>
                    <a:pt x="45" y="369"/>
                  </a:lnTo>
                  <a:lnTo>
                    <a:pt x="39" y="363"/>
                  </a:lnTo>
                  <a:lnTo>
                    <a:pt x="35" y="365"/>
                  </a:lnTo>
                  <a:lnTo>
                    <a:pt x="35" y="371"/>
                  </a:lnTo>
                  <a:lnTo>
                    <a:pt x="31" y="367"/>
                  </a:lnTo>
                  <a:lnTo>
                    <a:pt x="33" y="365"/>
                  </a:lnTo>
                  <a:lnTo>
                    <a:pt x="29" y="365"/>
                  </a:lnTo>
                  <a:lnTo>
                    <a:pt x="35" y="363"/>
                  </a:lnTo>
                  <a:lnTo>
                    <a:pt x="31" y="363"/>
                  </a:lnTo>
                  <a:lnTo>
                    <a:pt x="35" y="363"/>
                  </a:lnTo>
                  <a:lnTo>
                    <a:pt x="31" y="363"/>
                  </a:lnTo>
                  <a:lnTo>
                    <a:pt x="33" y="359"/>
                  </a:lnTo>
                  <a:lnTo>
                    <a:pt x="29" y="361"/>
                  </a:lnTo>
                  <a:lnTo>
                    <a:pt x="31" y="359"/>
                  </a:lnTo>
                  <a:lnTo>
                    <a:pt x="29" y="349"/>
                  </a:lnTo>
                  <a:lnTo>
                    <a:pt x="33" y="346"/>
                  </a:lnTo>
                  <a:lnTo>
                    <a:pt x="35" y="349"/>
                  </a:lnTo>
                  <a:lnTo>
                    <a:pt x="35" y="348"/>
                  </a:lnTo>
                  <a:lnTo>
                    <a:pt x="41" y="346"/>
                  </a:lnTo>
                  <a:lnTo>
                    <a:pt x="35" y="355"/>
                  </a:lnTo>
                  <a:lnTo>
                    <a:pt x="43" y="355"/>
                  </a:lnTo>
                  <a:lnTo>
                    <a:pt x="46" y="340"/>
                  </a:lnTo>
                  <a:lnTo>
                    <a:pt x="54" y="340"/>
                  </a:lnTo>
                  <a:lnTo>
                    <a:pt x="56" y="324"/>
                  </a:lnTo>
                  <a:lnTo>
                    <a:pt x="56" y="321"/>
                  </a:lnTo>
                  <a:lnTo>
                    <a:pt x="50" y="336"/>
                  </a:lnTo>
                  <a:lnTo>
                    <a:pt x="46" y="334"/>
                  </a:lnTo>
                  <a:lnTo>
                    <a:pt x="52" y="324"/>
                  </a:lnTo>
                  <a:lnTo>
                    <a:pt x="52" y="317"/>
                  </a:lnTo>
                  <a:lnTo>
                    <a:pt x="62" y="303"/>
                  </a:lnTo>
                  <a:lnTo>
                    <a:pt x="64" y="296"/>
                  </a:lnTo>
                  <a:lnTo>
                    <a:pt x="66" y="298"/>
                  </a:lnTo>
                  <a:lnTo>
                    <a:pt x="64" y="296"/>
                  </a:lnTo>
                  <a:lnTo>
                    <a:pt x="68" y="292"/>
                  </a:lnTo>
                  <a:lnTo>
                    <a:pt x="66" y="290"/>
                  </a:lnTo>
                  <a:lnTo>
                    <a:pt x="68" y="286"/>
                  </a:lnTo>
                  <a:lnTo>
                    <a:pt x="66" y="286"/>
                  </a:lnTo>
                  <a:lnTo>
                    <a:pt x="66" y="284"/>
                  </a:lnTo>
                  <a:lnTo>
                    <a:pt x="68" y="284"/>
                  </a:lnTo>
                  <a:lnTo>
                    <a:pt x="69" y="280"/>
                  </a:lnTo>
                  <a:lnTo>
                    <a:pt x="75" y="280"/>
                  </a:lnTo>
                  <a:lnTo>
                    <a:pt x="77" y="273"/>
                  </a:lnTo>
                  <a:lnTo>
                    <a:pt x="69" y="273"/>
                  </a:lnTo>
                  <a:lnTo>
                    <a:pt x="73" y="278"/>
                  </a:lnTo>
                  <a:lnTo>
                    <a:pt x="69" y="276"/>
                  </a:lnTo>
                  <a:lnTo>
                    <a:pt x="68" y="282"/>
                  </a:lnTo>
                  <a:lnTo>
                    <a:pt x="68" y="276"/>
                  </a:lnTo>
                  <a:lnTo>
                    <a:pt x="64" y="275"/>
                  </a:lnTo>
                  <a:lnTo>
                    <a:pt x="68" y="261"/>
                  </a:lnTo>
                  <a:lnTo>
                    <a:pt x="66" y="255"/>
                  </a:lnTo>
                  <a:lnTo>
                    <a:pt x="68" y="244"/>
                  </a:lnTo>
                  <a:lnTo>
                    <a:pt x="68" y="238"/>
                  </a:lnTo>
                  <a:lnTo>
                    <a:pt x="58" y="225"/>
                  </a:lnTo>
                  <a:lnTo>
                    <a:pt x="58" y="217"/>
                  </a:lnTo>
                  <a:lnTo>
                    <a:pt x="52" y="209"/>
                  </a:lnTo>
                  <a:lnTo>
                    <a:pt x="56" y="207"/>
                  </a:lnTo>
                  <a:lnTo>
                    <a:pt x="58" y="203"/>
                  </a:lnTo>
                  <a:lnTo>
                    <a:pt x="52" y="203"/>
                  </a:lnTo>
                  <a:lnTo>
                    <a:pt x="52" y="205"/>
                  </a:lnTo>
                  <a:lnTo>
                    <a:pt x="45" y="192"/>
                  </a:lnTo>
                  <a:lnTo>
                    <a:pt x="41" y="188"/>
                  </a:lnTo>
                  <a:lnTo>
                    <a:pt x="35" y="177"/>
                  </a:lnTo>
                  <a:lnTo>
                    <a:pt x="29" y="167"/>
                  </a:lnTo>
                  <a:lnTo>
                    <a:pt x="37" y="171"/>
                  </a:lnTo>
                  <a:lnTo>
                    <a:pt x="43" y="182"/>
                  </a:lnTo>
                  <a:lnTo>
                    <a:pt x="41" y="182"/>
                  </a:lnTo>
                  <a:lnTo>
                    <a:pt x="41" y="184"/>
                  </a:lnTo>
                  <a:lnTo>
                    <a:pt x="48" y="186"/>
                  </a:lnTo>
                  <a:lnTo>
                    <a:pt x="52" y="182"/>
                  </a:lnTo>
                  <a:lnTo>
                    <a:pt x="45" y="175"/>
                  </a:lnTo>
                  <a:lnTo>
                    <a:pt x="43" y="163"/>
                  </a:lnTo>
                  <a:lnTo>
                    <a:pt x="27" y="159"/>
                  </a:lnTo>
                  <a:lnTo>
                    <a:pt x="27" y="155"/>
                  </a:lnTo>
                  <a:lnTo>
                    <a:pt x="25" y="159"/>
                  </a:lnTo>
                  <a:lnTo>
                    <a:pt x="20" y="150"/>
                  </a:lnTo>
                  <a:lnTo>
                    <a:pt x="25" y="138"/>
                  </a:lnTo>
                  <a:lnTo>
                    <a:pt x="21" y="121"/>
                  </a:lnTo>
                  <a:lnTo>
                    <a:pt x="20" y="125"/>
                  </a:lnTo>
                  <a:lnTo>
                    <a:pt x="21" y="117"/>
                  </a:lnTo>
                  <a:lnTo>
                    <a:pt x="16" y="121"/>
                  </a:lnTo>
                  <a:lnTo>
                    <a:pt x="12" y="115"/>
                  </a:lnTo>
                  <a:lnTo>
                    <a:pt x="8" y="106"/>
                  </a:lnTo>
                  <a:lnTo>
                    <a:pt x="8" y="100"/>
                  </a:lnTo>
                  <a:lnTo>
                    <a:pt x="6" y="98"/>
                  </a:lnTo>
                  <a:lnTo>
                    <a:pt x="6" y="102"/>
                  </a:lnTo>
                  <a:lnTo>
                    <a:pt x="4" y="96"/>
                  </a:lnTo>
                  <a:lnTo>
                    <a:pt x="6" y="98"/>
                  </a:lnTo>
                  <a:lnTo>
                    <a:pt x="4" y="92"/>
                  </a:lnTo>
                  <a:lnTo>
                    <a:pt x="6" y="90"/>
                  </a:lnTo>
                  <a:lnTo>
                    <a:pt x="0" y="86"/>
                  </a:lnTo>
                  <a:lnTo>
                    <a:pt x="2" y="84"/>
                  </a:lnTo>
                  <a:lnTo>
                    <a:pt x="2" y="71"/>
                  </a:lnTo>
                  <a:lnTo>
                    <a:pt x="16" y="67"/>
                  </a:lnTo>
                  <a:lnTo>
                    <a:pt x="27" y="59"/>
                  </a:lnTo>
                  <a:lnTo>
                    <a:pt x="45" y="59"/>
                  </a:lnTo>
                  <a:lnTo>
                    <a:pt x="45" y="69"/>
                  </a:lnTo>
                  <a:lnTo>
                    <a:pt x="54" y="81"/>
                  </a:lnTo>
                  <a:lnTo>
                    <a:pt x="64" y="79"/>
                  </a:lnTo>
                  <a:lnTo>
                    <a:pt x="66" y="86"/>
                  </a:lnTo>
                  <a:lnTo>
                    <a:pt x="69" y="90"/>
                  </a:lnTo>
                  <a:lnTo>
                    <a:pt x="81" y="90"/>
                  </a:lnTo>
                  <a:lnTo>
                    <a:pt x="91" y="102"/>
                  </a:lnTo>
                  <a:lnTo>
                    <a:pt x="87" y="119"/>
                  </a:lnTo>
                  <a:lnTo>
                    <a:pt x="93" y="125"/>
                  </a:lnTo>
                  <a:lnTo>
                    <a:pt x="102" y="134"/>
                  </a:lnTo>
                  <a:lnTo>
                    <a:pt x="108" y="134"/>
                  </a:lnTo>
                  <a:lnTo>
                    <a:pt x="112" y="138"/>
                  </a:lnTo>
                  <a:lnTo>
                    <a:pt x="112" y="146"/>
                  </a:lnTo>
                  <a:lnTo>
                    <a:pt x="119" y="152"/>
                  </a:lnTo>
                  <a:lnTo>
                    <a:pt x="129" y="148"/>
                  </a:lnTo>
                  <a:lnTo>
                    <a:pt x="135" y="152"/>
                  </a:lnTo>
                  <a:lnTo>
                    <a:pt x="144" y="144"/>
                  </a:lnTo>
                  <a:lnTo>
                    <a:pt x="152" y="152"/>
                  </a:lnTo>
                  <a:lnTo>
                    <a:pt x="169" y="148"/>
                  </a:lnTo>
                  <a:lnTo>
                    <a:pt x="165" y="140"/>
                  </a:lnTo>
                  <a:lnTo>
                    <a:pt x="165" y="132"/>
                  </a:lnTo>
                  <a:lnTo>
                    <a:pt x="183" y="132"/>
                  </a:lnTo>
                  <a:lnTo>
                    <a:pt x="185" y="140"/>
                  </a:lnTo>
                  <a:lnTo>
                    <a:pt x="192" y="142"/>
                  </a:lnTo>
                  <a:lnTo>
                    <a:pt x="200" y="140"/>
                  </a:lnTo>
                  <a:lnTo>
                    <a:pt x="200" y="134"/>
                  </a:lnTo>
                  <a:lnTo>
                    <a:pt x="212" y="136"/>
                  </a:lnTo>
                  <a:lnTo>
                    <a:pt x="227" y="144"/>
                  </a:lnTo>
                  <a:lnTo>
                    <a:pt x="227" y="148"/>
                  </a:lnTo>
                  <a:lnTo>
                    <a:pt x="219" y="154"/>
                  </a:lnTo>
                  <a:lnTo>
                    <a:pt x="227" y="165"/>
                  </a:lnTo>
                  <a:lnTo>
                    <a:pt x="229" y="179"/>
                  </a:lnTo>
                  <a:lnTo>
                    <a:pt x="227" y="180"/>
                  </a:lnTo>
                  <a:lnTo>
                    <a:pt x="213" y="194"/>
                  </a:lnTo>
                  <a:lnTo>
                    <a:pt x="225" y="194"/>
                  </a:lnTo>
                  <a:lnTo>
                    <a:pt x="236" y="198"/>
                  </a:lnTo>
                  <a:lnTo>
                    <a:pt x="258" y="200"/>
                  </a:lnTo>
                  <a:lnTo>
                    <a:pt x="265" y="209"/>
                  </a:lnTo>
                  <a:lnTo>
                    <a:pt x="273" y="211"/>
                  </a:lnTo>
                  <a:lnTo>
                    <a:pt x="277" y="228"/>
                  </a:lnTo>
                  <a:lnTo>
                    <a:pt x="275" y="240"/>
                  </a:lnTo>
                  <a:lnTo>
                    <a:pt x="279" y="246"/>
                  </a:lnTo>
                  <a:lnTo>
                    <a:pt x="294" y="250"/>
                  </a:lnTo>
                  <a:lnTo>
                    <a:pt x="309" y="248"/>
                  </a:lnTo>
                  <a:lnTo>
                    <a:pt x="321" y="238"/>
                  </a:lnTo>
                  <a:lnTo>
                    <a:pt x="329" y="238"/>
                  </a:lnTo>
                  <a:lnTo>
                    <a:pt x="334" y="230"/>
                  </a:lnTo>
                  <a:lnTo>
                    <a:pt x="346" y="225"/>
                  </a:lnTo>
                  <a:lnTo>
                    <a:pt x="354" y="227"/>
                  </a:lnTo>
                  <a:lnTo>
                    <a:pt x="361" y="238"/>
                  </a:lnTo>
                  <a:lnTo>
                    <a:pt x="375" y="238"/>
                  </a:lnTo>
                  <a:lnTo>
                    <a:pt x="392" y="230"/>
                  </a:lnTo>
                  <a:lnTo>
                    <a:pt x="403" y="211"/>
                  </a:lnTo>
                  <a:lnTo>
                    <a:pt x="405" y="196"/>
                  </a:lnTo>
                  <a:lnTo>
                    <a:pt x="413" y="182"/>
                  </a:lnTo>
                  <a:lnTo>
                    <a:pt x="428" y="177"/>
                  </a:lnTo>
                  <a:lnTo>
                    <a:pt x="446" y="182"/>
                  </a:lnTo>
                  <a:lnTo>
                    <a:pt x="451" y="182"/>
                  </a:lnTo>
                  <a:lnTo>
                    <a:pt x="461" y="175"/>
                  </a:lnTo>
                  <a:lnTo>
                    <a:pt x="463" y="161"/>
                  </a:lnTo>
                  <a:lnTo>
                    <a:pt x="480" y="144"/>
                  </a:lnTo>
                  <a:lnTo>
                    <a:pt x="496" y="152"/>
                  </a:lnTo>
                  <a:lnTo>
                    <a:pt x="507" y="140"/>
                  </a:lnTo>
                  <a:lnTo>
                    <a:pt x="521" y="142"/>
                  </a:lnTo>
                  <a:lnTo>
                    <a:pt x="530" y="140"/>
                  </a:lnTo>
                  <a:lnTo>
                    <a:pt x="538" y="132"/>
                  </a:lnTo>
                  <a:lnTo>
                    <a:pt x="538" y="129"/>
                  </a:lnTo>
                  <a:lnTo>
                    <a:pt x="522" y="117"/>
                  </a:lnTo>
                  <a:lnTo>
                    <a:pt x="522" y="106"/>
                  </a:lnTo>
                  <a:lnTo>
                    <a:pt x="521" y="88"/>
                  </a:lnTo>
                  <a:lnTo>
                    <a:pt x="524" y="82"/>
                  </a:lnTo>
                  <a:lnTo>
                    <a:pt x="521" y="73"/>
                  </a:lnTo>
                  <a:lnTo>
                    <a:pt x="526" y="48"/>
                  </a:lnTo>
                  <a:lnTo>
                    <a:pt x="534" y="36"/>
                  </a:lnTo>
                  <a:lnTo>
                    <a:pt x="545" y="27"/>
                  </a:lnTo>
                  <a:lnTo>
                    <a:pt x="568" y="25"/>
                  </a:lnTo>
                  <a:lnTo>
                    <a:pt x="576" y="19"/>
                  </a:lnTo>
                  <a:lnTo>
                    <a:pt x="584" y="23"/>
                  </a:lnTo>
                  <a:lnTo>
                    <a:pt x="593" y="21"/>
                  </a:lnTo>
                  <a:lnTo>
                    <a:pt x="595" y="15"/>
                  </a:lnTo>
                  <a:lnTo>
                    <a:pt x="592" y="9"/>
                  </a:lnTo>
                  <a:lnTo>
                    <a:pt x="593" y="4"/>
                  </a:lnTo>
                  <a:lnTo>
                    <a:pt x="607" y="4"/>
                  </a:lnTo>
                  <a:lnTo>
                    <a:pt x="613" y="0"/>
                  </a:lnTo>
                  <a:lnTo>
                    <a:pt x="620" y="6"/>
                  </a:lnTo>
                  <a:lnTo>
                    <a:pt x="638" y="6"/>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19" name="Freeform 28">
              <a:extLst>
                <a:ext uri="{FF2B5EF4-FFF2-40B4-BE49-F238E27FC236}">
                  <a16:creationId xmlns:a16="http://schemas.microsoft.com/office/drawing/2014/main" id="{F21C1165-F29F-64D2-25AF-2AB904DACA00}"/>
                </a:ext>
              </a:extLst>
            </p:cNvPr>
            <p:cNvSpPr>
              <a:spLocks/>
            </p:cNvSpPr>
            <p:nvPr/>
          </p:nvSpPr>
          <p:spPr bwMode="gray">
            <a:xfrm>
              <a:off x="6858862" y="2749947"/>
              <a:ext cx="1014599" cy="1033505"/>
            </a:xfrm>
            <a:custGeom>
              <a:avLst/>
              <a:gdLst>
                <a:gd name="T0" fmla="*/ 581 w 1009"/>
                <a:gd name="T1" fmla="*/ 173 h 980"/>
                <a:gd name="T2" fmla="*/ 610 w 1009"/>
                <a:gd name="T3" fmla="*/ 252 h 980"/>
                <a:gd name="T4" fmla="*/ 612 w 1009"/>
                <a:gd name="T5" fmla="*/ 307 h 980"/>
                <a:gd name="T6" fmla="*/ 606 w 1009"/>
                <a:gd name="T7" fmla="*/ 390 h 980"/>
                <a:gd name="T8" fmla="*/ 639 w 1009"/>
                <a:gd name="T9" fmla="*/ 417 h 980"/>
                <a:gd name="T10" fmla="*/ 677 w 1009"/>
                <a:gd name="T11" fmla="*/ 423 h 980"/>
                <a:gd name="T12" fmla="*/ 712 w 1009"/>
                <a:gd name="T13" fmla="*/ 401 h 980"/>
                <a:gd name="T14" fmla="*/ 792 w 1009"/>
                <a:gd name="T15" fmla="*/ 373 h 980"/>
                <a:gd name="T16" fmla="*/ 886 w 1009"/>
                <a:gd name="T17" fmla="*/ 413 h 980"/>
                <a:gd name="T18" fmla="*/ 963 w 1009"/>
                <a:gd name="T19" fmla="*/ 451 h 980"/>
                <a:gd name="T20" fmla="*/ 996 w 1009"/>
                <a:gd name="T21" fmla="*/ 561 h 980"/>
                <a:gd name="T22" fmla="*/ 1003 w 1009"/>
                <a:gd name="T23" fmla="*/ 643 h 980"/>
                <a:gd name="T24" fmla="*/ 978 w 1009"/>
                <a:gd name="T25" fmla="*/ 716 h 980"/>
                <a:gd name="T26" fmla="*/ 904 w 1009"/>
                <a:gd name="T27" fmla="*/ 739 h 980"/>
                <a:gd name="T28" fmla="*/ 846 w 1009"/>
                <a:gd name="T29" fmla="*/ 766 h 980"/>
                <a:gd name="T30" fmla="*/ 850 w 1009"/>
                <a:gd name="T31" fmla="*/ 859 h 980"/>
                <a:gd name="T32" fmla="*/ 775 w 1009"/>
                <a:gd name="T33" fmla="*/ 891 h 980"/>
                <a:gd name="T34" fmla="*/ 715 w 1009"/>
                <a:gd name="T35" fmla="*/ 941 h 980"/>
                <a:gd name="T36" fmla="*/ 641 w 1009"/>
                <a:gd name="T37" fmla="*/ 968 h 980"/>
                <a:gd name="T38" fmla="*/ 585 w 1009"/>
                <a:gd name="T39" fmla="*/ 941 h 980"/>
                <a:gd name="T40" fmla="*/ 541 w 1009"/>
                <a:gd name="T41" fmla="*/ 909 h 980"/>
                <a:gd name="T42" fmla="*/ 512 w 1009"/>
                <a:gd name="T43" fmla="*/ 870 h 980"/>
                <a:gd name="T44" fmla="*/ 464 w 1009"/>
                <a:gd name="T45" fmla="*/ 882 h 980"/>
                <a:gd name="T46" fmla="*/ 420 w 1009"/>
                <a:gd name="T47" fmla="*/ 864 h 980"/>
                <a:gd name="T48" fmla="*/ 378 w 1009"/>
                <a:gd name="T49" fmla="*/ 816 h 980"/>
                <a:gd name="T50" fmla="*/ 314 w 1009"/>
                <a:gd name="T51" fmla="*/ 801 h 980"/>
                <a:gd name="T52" fmla="*/ 299 w 1009"/>
                <a:gd name="T53" fmla="*/ 774 h 980"/>
                <a:gd name="T54" fmla="*/ 291 w 1009"/>
                <a:gd name="T55" fmla="*/ 763 h 980"/>
                <a:gd name="T56" fmla="*/ 278 w 1009"/>
                <a:gd name="T57" fmla="*/ 726 h 980"/>
                <a:gd name="T58" fmla="*/ 243 w 1009"/>
                <a:gd name="T59" fmla="*/ 697 h 980"/>
                <a:gd name="T60" fmla="*/ 228 w 1009"/>
                <a:gd name="T61" fmla="*/ 690 h 980"/>
                <a:gd name="T62" fmla="*/ 207 w 1009"/>
                <a:gd name="T63" fmla="*/ 674 h 980"/>
                <a:gd name="T64" fmla="*/ 191 w 1009"/>
                <a:gd name="T65" fmla="*/ 655 h 980"/>
                <a:gd name="T66" fmla="*/ 182 w 1009"/>
                <a:gd name="T67" fmla="*/ 649 h 980"/>
                <a:gd name="T68" fmla="*/ 145 w 1009"/>
                <a:gd name="T69" fmla="*/ 636 h 980"/>
                <a:gd name="T70" fmla="*/ 115 w 1009"/>
                <a:gd name="T71" fmla="*/ 634 h 980"/>
                <a:gd name="T72" fmla="*/ 92 w 1009"/>
                <a:gd name="T73" fmla="*/ 586 h 980"/>
                <a:gd name="T74" fmla="*/ 122 w 1009"/>
                <a:gd name="T75" fmla="*/ 551 h 980"/>
                <a:gd name="T76" fmla="*/ 172 w 1009"/>
                <a:gd name="T77" fmla="*/ 532 h 980"/>
                <a:gd name="T78" fmla="*/ 205 w 1009"/>
                <a:gd name="T79" fmla="*/ 517 h 980"/>
                <a:gd name="T80" fmla="*/ 188 w 1009"/>
                <a:gd name="T81" fmla="*/ 467 h 980"/>
                <a:gd name="T82" fmla="*/ 178 w 1009"/>
                <a:gd name="T83" fmla="*/ 394 h 980"/>
                <a:gd name="T84" fmla="*/ 176 w 1009"/>
                <a:gd name="T85" fmla="*/ 336 h 980"/>
                <a:gd name="T86" fmla="*/ 143 w 1009"/>
                <a:gd name="T87" fmla="*/ 284 h 980"/>
                <a:gd name="T88" fmla="*/ 115 w 1009"/>
                <a:gd name="T89" fmla="*/ 230 h 980"/>
                <a:gd name="T90" fmla="*/ 72 w 1009"/>
                <a:gd name="T91" fmla="*/ 175 h 980"/>
                <a:gd name="T92" fmla="*/ 49 w 1009"/>
                <a:gd name="T93" fmla="*/ 121 h 980"/>
                <a:gd name="T94" fmla="*/ 44 w 1009"/>
                <a:gd name="T95" fmla="*/ 84 h 980"/>
                <a:gd name="T96" fmla="*/ 1 w 1009"/>
                <a:gd name="T97" fmla="*/ 36 h 980"/>
                <a:gd name="T98" fmla="*/ 67 w 1009"/>
                <a:gd name="T99" fmla="*/ 2 h 980"/>
                <a:gd name="T100" fmla="*/ 149 w 1009"/>
                <a:gd name="T101" fmla="*/ 13 h 980"/>
                <a:gd name="T102" fmla="*/ 222 w 1009"/>
                <a:gd name="T103" fmla="*/ 11 h 980"/>
                <a:gd name="T104" fmla="*/ 249 w 1009"/>
                <a:gd name="T105" fmla="*/ 59 h 980"/>
                <a:gd name="T106" fmla="*/ 309 w 1009"/>
                <a:gd name="T107" fmla="*/ 75 h 980"/>
                <a:gd name="T108" fmla="*/ 345 w 1009"/>
                <a:gd name="T109" fmla="*/ 129 h 980"/>
                <a:gd name="T110" fmla="*/ 389 w 1009"/>
                <a:gd name="T111" fmla="*/ 138 h 980"/>
                <a:gd name="T112" fmla="*/ 491 w 1009"/>
                <a:gd name="T113" fmla="*/ 131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9" h="980">
                  <a:moveTo>
                    <a:pt x="545" y="142"/>
                  </a:moveTo>
                  <a:lnTo>
                    <a:pt x="558" y="138"/>
                  </a:lnTo>
                  <a:lnTo>
                    <a:pt x="570" y="138"/>
                  </a:lnTo>
                  <a:lnTo>
                    <a:pt x="570" y="150"/>
                  </a:lnTo>
                  <a:lnTo>
                    <a:pt x="568" y="171"/>
                  </a:lnTo>
                  <a:lnTo>
                    <a:pt x="571" y="173"/>
                  </a:lnTo>
                  <a:lnTo>
                    <a:pt x="581" y="173"/>
                  </a:lnTo>
                  <a:lnTo>
                    <a:pt x="587" y="177"/>
                  </a:lnTo>
                  <a:lnTo>
                    <a:pt x="589" y="186"/>
                  </a:lnTo>
                  <a:lnTo>
                    <a:pt x="589" y="196"/>
                  </a:lnTo>
                  <a:lnTo>
                    <a:pt x="595" y="200"/>
                  </a:lnTo>
                  <a:lnTo>
                    <a:pt x="602" y="215"/>
                  </a:lnTo>
                  <a:lnTo>
                    <a:pt x="600" y="242"/>
                  </a:lnTo>
                  <a:lnTo>
                    <a:pt x="610" y="252"/>
                  </a:lnTo>
                  <a:lnTo>
                    <a:pt x="610" y="257"/>
                  </a:lnTo>
                  <a:lnTo>
                    <a:pt x="616" y="263"/>
                  </a:lnTo>
                  <a:lnTo>
                    <a:pt x="618" y="273"/>
                  </a:lnTo>
                  <a:lnTo>
                    <a:pt x="618" y="278"/>
                  </a:lnTo>
                  <a:lnTo>
                    <a:pt x="612" y="280"/>
                  </a:lnTo>
                  <a:lnTo>
                    <a:pt x="612" y="303"/>
                  </a:lnTo>
                  <a:lnTo>
                    <a:pt x="612" y="307"/>
                  </a:lnTo>
                  <a:lnTo>
                    <a:pt x="610" y="313"/>
                  </a:lnTo>
                  <a:lnTo>
                    <a:pt x="612" y="328"/>
                  </a:lnTo>
                  <a:lnTo>
                    <a:pt x="604" y="338"/>
                  </a:lnTo>
                  <a:lnTo>
                    <a:pt x="612" y="348"/>
                  </a:lnTo>
                  <a:lnTo>
                    <a:pt x="612" y="359"/>
                  </a:lnTo>
                  <a:lnTo>
                    <a:pt x="608" y="361"/>
                  </a:lnTo>
                  <a:lnTo>
                    <a:pt x="606" y="390"/>
                  </a:lnTo>
                  <a:lnTo>
                    <a:pt x="600" y="403"/>
                  </a:lnTo>
                  <a:lnTo>
                    <a:pt x="602" y="405"/>
                  </a:lnTo>
                  <a:lnTo>
                    <a:pt x="595" y="413"/>
                  </a:lnTo>
                  <a:lnTo>
                    <a:pt x="595" y="417"/>
                  </a:lnTo>
                  <a:lnTo>
                    <a:pt x="614" y="419"/>
                  </a:lnTo>
                  <a:lnTo>
                    <a:pt x="621" y="424"/>
                  </a:lnTo>
                  <a:lnTo>
                    <a:pt x="639" y="417"/>
                  </a:lnTo>
                  <a:lnTo>
                    <a:pt x="643" y="419"/>
                  </a:lnTo>
                  <a:lnTo>
                    <a:pt x="654" y="432"/>
                  </a:lnTo>
                  <a:lnTo>
                    <a:pt x="667" y="440"/>
                  </a:lnTo>
                  <a:lnTo>
                    <a:pt x="671" y="438"/>
                  </a:lnTo>
                  <a:lnTo>
                    <a:pt x="667" y="430"/>
                  </a:lnTo>
                  <a:lnTo>
                    <a:pt x="669" y="424"/>
                  </a:lnTo>
                  <a:lnTo>
                    <a:pt x="677" y="423"/>
                  </a:lnTo>
                  <a:lnTo>
                    <a:pt x="687" y="430"/>
                  </a:lnTo>
                  <a:lnTo>
                    <a:pt x="698" y="434"/>
                  </a:lnTo>
                  <a:lnTo>
                    <a:pt x="702" y="430"/>
                  </a:lnTo>
                  <a:lnTo>
                    <a:pt x="704" y="424"/>
                  </a:lnTo>
                  <a:lnTo>
                    <a:pt x="696" y="417"/>
                  </a:lnTo>
                  <a:lnTo>
                    <a:pt x="698" y="411"/>
                  </a:lnTo>
                  <a:lnTo>
                    <a:pt x="712" y="401"/>
                  </a:lnTo>
                  <a:lnTo>
                    <a:pt x="721" y="411"/>
                  </a:lnTo>
                  <a:lnTo>
                    <a:pt x="729" y="411"/>
                  </a:lnTo>
                  <a:lnTo>
                    <a:pt x="748" y="407"/>
                  </a:lnTo>
                  <a:lnTo>
                    <a:pt x="756" y="405"/>
                  </a:lnTo>
                  <a:lnTo>
                    <a:pt x="761" y="390"/>
                  </a:lnTo>
                  <a:lnTo>
                    <a:pt x="781" y="373"/>
                  </a:lnTo>
                  <a:lnTo>
                    <a:pt x="792" y="373"/>
                  </a:lnTo>
                  <a:lnTo>
                    <a:pt x="802" y="378"/>
                  </a:lnTo>
                  <a:lnTo>
                    <a:pt x="817" y="386"/>
                  </a:lnTo>
                  <a:lnTo>
                    <a:pt x="836" y="388"/>
                  </a:lnTo>
                  <a:lnTo>
                    <a:pt x="857" y="390"/>
                  </a:lnTo>
                  <a:lnTo>
                    <a:pt x="873" y="396"/>
                  </a:lnTo>
                  <a:lnTo>
                    <a:pt x="880" y="407"/>
                  </a:lnTo>
                  <a:lnTo>
                    <a:pt x="886" y="413"/>
                  </a:lnTo>
                  <a:lnTo>
                    <a:pt x="890" y="423"/>
                  </a:lnTo>
                  <a:lnTo>
                    <a:pt x="896" y="434"/>
                  </a:lnTo>
                  <a:lnTo>
                    <a:pt x="904" y="440"/>
                  </a:lnTo>
                  <a:lnTo>
                    <a:pt x="911" y="448"/>
                  </a:lnTo>
                  <a:lnTo>
                    <a:pt x="919" y="453"/>
                  </a:lnTo>
                  <a:lnTo>
                    <a:pt x="936" y="455"/>
                  </a:lnTo>
                  <a:lnTo>
                    <a:pt x="963" y="451"/>
                  </a:lnTo>
                  <a:lnTo>
                    <a:pt x="980" y="463"/>
                  </a:lnTo>
                  <a:lnTo>
                    <a:pt x="992" y="497"/>
                  </a:lnTo>
                  <a:lnTo>
                    <a:pt x="999" y="507"/>
                  </a:lnTo>
                  <a:lnTo>
                    <a:pt x="1005" y="526"/>
                  </a:lnTo>
                  <a:lnTo>
                    <a:pt x="1009" y="544"/>
                  </a:lnTo>
                  <a:lnTo>
                    <a:pt x="1007" y="549"/>
                  </a:lnTo>
                  <a:lnTo>
                    <a:pt x="996" y="561"/>
                  </a:lnTo>
                  <a:lnTo>
                    <a:pt x="996" y="588"/>
                  </a:lnTo>
                  <a:lnTo>
                    <a:pt x="1001" y="592"/>
                  </a:lnTo>
                  <a:lnTo>
                    <a:pt x="1005" y="601"/>
                  </a:lnTo>
                  <a:lnTo>
                    <a:pt x="999" y="607"/>
                  </a:lnTo>
                  <a:lnTo>
                    <a:pt x="999" y="615"/>
                  </a:lnTo>
                  <a:lnTo>
                    <a:pt x="1005" y="620"/>
                  </a:lnTo>
                  <a:lnTo>
                    <a:pt x="1003" y="643"/>
                  </a:lnTo>
                  <a:lnTo>
                    <a:pt x="998" y="655"/>
                  </a:lnTo>
                  <a:lnTo>
                    <a:pt x="990" y="663"/>
                  </a:lnTo>
                  <a:lnTo>
                    <a:pt x="990" y="668"/>
                  </a:lnTo>
                  <a:lnTo>
                    <a:pt x="998" y="670"/>
                  </a:lnTo>
                  <a:lnTo>
                    <a:pt x="998" y="682"/>
                  </a:lnTo>
                  <a:lnTo>
                    <a:pt x="990" y="688"/>
                  </a:lnTo>
                  <a:lnTo>
                    <a:pt x="978" y="716"/>
                  </a:lnTo>
                  <a:lnTo>
                    <a:pt x="953" y="722"/>
                  </a:lnTo>
                  <a:lnTo>
                    <a:pt x="950" y="736"/>
                  </a:lnTo>
                  <a:lnTo>
                    <a:pt x="932" y="736"/>
                  </a:lnTo>
                  <a:lnTo>
                    <a:pt x="925" y="730"/>
                  </a:lnTo>
                  <a:lnTo>
                    <a:pt x="919" y="734"/>
                  </a:lnTo>
                  <a:lnTo>
                    <a:pt x="905" y="734"/>
                  </a:lnTo>
                  <a:lnTo>
                    <a:pt x="904" y="739"/>
                  </a:lnTo>
                  <a:lnTo>
                    <a:pt x="907" y="745"/>
                  </a:lnTo>
                  <a:lnTo>
                    <a:pt x="905" y="751"/>
                  </a:lnTo>
                  <a:lnTo>
                    <a:pt x="896" y="753"/>
                  </a:lnTo>
                  <a:lnTo>
                    <a:pt x="888" y="749"/>
                  </a:lnTo>
                  <a:lnTo>
                    <a:pt x="880" y="755"/>
                  </a:lnTo>
                  <a:lnTo>
                    <a:pt x="857" y="757"/>
                  </a:lnTo>
                  <a:lnTo>
                    <a:pt x="846" y="766"/>
                  </a:lnTo>
                  <a:lnTo>
                    <a:pt x="838" y="778"/>
                  </a:lnTo>
                  <a:lnTo>
                    <a:pt x="833" y="803"/>
                  </a:lnTo>
                  <a:lnTo>
                    <a:pt x="836" y="812"/>
                  </a:lnTo>
                  <a:lnTo>
                    <a:pt x="833" y="818"/>
                  </a:lnTo>
                  <a:lnTo>
                    <a:pt x="834" y="836"/>
                  </a:lnTo>
                  <a:lnTo>
                    <a:pt x="834" y="847"/>
                  </a:lnTo>
                  <a:lnTo>
                    <a:pt x="850" y="859"/>
                  </a:lnTo>
                  <a:lnTo>
                    <a:pt x="850" y="862"/>
                  </a:lnTo>
                  <a:lnTo>
                    <a:pt x="842" y="870"/>
                  </a:lnTo>
                  <a:lnTo>
                    <a:pt x="833" y="872"/>
                  </a:lnTo>
                  <a:lnTo>
                    <a:pt x="819" y="870"/>
                  </a:lnTo>
                  <a:lnTo>
                    <a:pt x="808" y="882"/>
                  </a:lnTo>
                  <a:lnTo>
                    <a:pt x="792" y="874"/>
                  </a:lnTo>
                  <a:lnTo>
                    <a:pt x="775" y="891"/>
                  </a:lnTo>
                  <a:lnTo>
                    <a:pt x="773" y="905"/>
                  </a:lnTo>
                  <a:lnTo>
                    <a:pt x="763" y="912"/>
                  </a:lnTo>
                  <a:lnTo>
                    <a:pt x="758" y="912"/>
                  </a:lnTo>
                  <a:lnTo>
                    <a:pt x="740" y="907"/>
                  </a:lnTo>
                  <a:lnTo>
                    <a:pt x="725" y="912"/>
                  </a:lnTo>
                  <a:lnTo>
                    <a:pt x="717" y="926"/>
                  </a:lnTo>
                  <a:lnTo>
                    <a:pt x="715" y="941"/>
                  </a:lnTo>
                  <a:lnTo>
                    <a:pt x="704" y="960"/>
                  </a:lnTo>
                  <a:lnTo>
                    <a:pt x="687" y="968"/>
                  </a:lnTo>
                  <a:lnTo>
                    <a:pt x="673" y="968"/>
                  </a:lnTo>
                  <a:lnTo>
                    <a:pt x="666" y="957"/>
                  </a:lnTo>
                  <a:lnTo>
                    <a:pt x="658" y="955"/>
                  </a:lnTo>
                  <a:lnTo>
                    <a:pt x="646" y="960"/>
                  </a:lnTo>
                  <a:lnTo>
                    <a:pt x="641" y="968"/>
                  </a:lnTo>
                  <a:lnTo>
                    <a:pt x="633" y="968"/>
                  </a:lnTo>
                  <a:lnTo>
                    <a:pt x="621" y="978"/>
                  </a:lnTo>
                  <a:lnTo>
                    <a:pt x="606" y="980"/>
                  </a:lnTo>
                  <a:lnTo>
                    <a:pt x="591" y="976"/>
                  </a:lnTo>
                  <a:lnTo>
                    <a:pt x="587" y="970"/>
                  </a:lnTo>
                  <a:lnTo>
                    <a:pt x="589" y="958"/>
                  </a:lnTo>
                  <a:lnTo>
                    <a:pt x="585" y="941"/>
                  </a:lnTo>
                  <a:lnTo>
                    <a:pt x="577" y="939"/>
                  </a:lnTo>
                  <a:lnTo>
                    <a:pt x="570" y="930"/>
                  </a:lnTo>
                  <a:lnTo>
                    <a:pt x="548" y="928"/>
                  </a:lnTo>
                  <a:lnTo>
                    <a:pt x="537" y="924"/>
                  </a:lnTo>
                  <a:lnTo>
                    <a:pt x="525" y="924"/>
                  </a:lnTo>
                  <a:lnTo>
                    <a:pt x="539" y="910"/>
                  </a:lnTo>
                  <a:lnTo>
                    <a:pt x="541" y="909"/>
                  </a:lnTo>
                  <a:lnTo>
                    <a:pt x="539" y="895"/>
                  </a:lnTo>
                  <a:lnTo>
                    <a:pt x="531" y="884"/>
                  </a:lnTo>
                  <a:lnTo>
                    <a:pt x="539" y="878"/>
                  </a:lnTo>
                  <a:lnTo>
                    <a:pt x="539" y="874"/>
                  </a:lnTo>
                  <a:lnTo>
                    <a:pt x="524" y="866"/>
                  </a:lnTo>
                  <a:lnTo>
                    <a:pt x="512" y="864"/>
                  </a:lnTo>
                  <a:lnTo>
                    <a:pt x="512" y="870"/>
                  </a:lnTo>
                  <a:lnTo>
                    <a:pt x="504" y="872"/>
                  </a:lnTo>
                  <a:lnTo>
                    <a:pt x="497" y="870"/>
                  </a:lnTo>
                  <a:lnTo>
                    <a:pt x="495" y="862"/>
                  </a:lnTo>
                  <a:lnTo>
                    <a:pt x="477" y="862"/>
                  </a:lnTo>
                  <a:lnTo>
                    <a:pt x="477" y="870"/>
                  </a:lnTo>
                  <a:lnTo>
                    <a:pt x="481" y="878"/>
                  </a:lnTo>
                  <a:lnTo>
                    <a:pt x="464" y="882"/>
                  </a:lnTo>
                  <a:lnTo>
                    <a:pt x="456" y="874"/>
                  </a:lnTo>
                  <a:lnTo>
                    <a:pt x="447" y="882"/>
                  </a:lnTo>
                  <a:lnTo>
                    <a:pt x="441" y="878"/>
                  </a:lnTo>
                  <a:lnTo>
                    <a:pt x="431" y="882"/>
                  </a:lnTo>
                  <a:lnTo>
                    <a:pt x="424" y="876"/>
                  </a:lnTo>
                  <a:lnTo>
                    <a:pt x="424" y="868"/>
                  </a:lnTo>
                  <a:lnTo>
                    <a:pt x="420" y="864"/>
                  </a:lnTo>
                  <a:lnTo>
                    <a:pt x="414" y="864"/>
                  </a:lnTo>
                  <a:lnTo>
                    <a:pt x="405" y="855"/>
                  </a:lnTo>
                  <a:lnTo>
                    <a:pt x="399" y="849"/>
                  </a:lnTo>
                  <a:lnTo>
                    <a:pt x="403" y="832"/>
                  </a:lnTo>
                  <a:lnTo>
                    <a:pt x="393" y="820"/>
                  </a:lnTo>
                  <a:lnTo>
                    <a:pt x="381" y="820"/>
                  </a:lnTo>
                  <a:lnTo>
                    <a:pt x="378" y="816"/>
                  </a:lnTo>
                  <a:lnTo>
                    <a:pt x="376" y="809"/>
                  </a:lnTo>
                  <a:lnTo>
                    <a:pt x="366" y="811"/>
                  </a:lnTo>
                  <a:lnTo>
                    <a:pt x="357" y="799"/>
                  </a:lnTo>
                  <a:lnTo>
                    <a:pt x="357" y="789"/>
                  </a:lnTo>
                  <a:lnTo>
                    <a:pt x="339" y="789"/>
                  </a:lnTo>
                  <a:lnTo>
                    <a:pt x="328" y="797"/>
                  </a:lnTo>
                  <a:lnTo>
                    <a:pt x="314" y="801"/>
                  </a:lnTo>
                  <a:lnTo>
                    <a:pt x="312" y="799"/>
                  </a:lnTo>
                  <a:lnTo>
                    <a:pt x="312" y="803"/>
                  </a:lnTo>
                  <a:lnTo>
                    <a:pt x="310" y="801"/>
                  </a:lnTo>
                  <a:lnTo>
                    <a:pt x="310" y="786"/>
                  </a:lnTo>
                  <a:lnTo>
                    <a:pt x="303" y="778"/>
                  </a:lnTo>
                  <a:lnTo>
                    <a:pt x="305" y="772"/>
                  </a:lnTo>
                  <a:lnTo>
                    <a:pt x="299" y="774"/>
                  </a:lnTo>
                  <a:lnTo>
                    <a:pt x="295" y="774"/>
                  </a:lnTo>
                  <a:lnTo>
                    <a:pt x="295" y="778"/>
                  </a:lnTo>
                  <a:lnTo>
                    <a:pt x="303" y="780"/>
                  </a:lnTo>
                  <a:lnTo>
                    <a:pt x="293" y="778"/>
                  </a:lnTo>
                  <a:lnTo>
                    <a:pt x="293" y="766"/>
                  </a:lnTo>
                  <a:lnTo>
                    <a:pt x="289" y="763"/>
                  </a:lnTo>
                  <a:lnTo>
                    <a:pt x="291" y="763"/>
                  </a:lnTo>
                  <a:lnTo>
                    <a:pt x="293" y="761"/>
                  </a:lnTo>
                  <a:lnTo>
                    <a:pt x="289" y="759"/>
                  </a:lnTo>
                  <a:lnTo>
                    <a:pt x="286" y="751"/>
                  </a:lnTo>
                  <a:lnTo>
                    <a:pt x="286" y="755"/>
                  </a:lnTo>
                  <a:lnTo>
                    <a:pt x="280" y="739"/>
                  </a:lnTo>
                  <a:lnTo>
                    <a:pt x="282" y="732"/>
                  </a:lnTo>
                  <a:lnTo>
                    <a:pt x="278" y="726"/>
                  </a:lnTo>
                  <a:lnTo>
                    <a:pt x="270" y="726"/>
                  </a:lnTo>
                  <a:lnTo>
                    <a:pt x="262" y="711"/>
                  </a:lnTo>
                  <a:lnTo>
                    <a:pt x="251" y="705"/>
                  </a:lnTo>
                  <a:lnTo>
                    <a:pt x="251" y="701"/>
                  </a:lnTo>
                  <a:lnTo>
                    <a:pt x="249" y="703"/>
                  </a:lnTo>
                  <a:lnTo>
                    <a:pt x="249" y="699"/>
                  </a:lnTo>
                  <a:lnTo>
                    <a:pt x="243" y="697"/>
                  </a:lnTo>
                  <a:lnTo>
                    <a:pt x="243" y="701"/>
                  </a:lnTo>
                  <a:lnTo>
                    <a:pt x="241" y="695"/>
                  </a:lnTo>
                  <a:lnTo>
                    <a:pt x="238" y="699"/>
                  </a:lnTo>
                  <a:lnTo>
                    <a:pt x="241" y="697"/>
                  </a:lnTo>
                  <a:lnTo>
                    <a:pt x="232" y="691"/>
                  </a:lnTo>
                  <a:lnTo>
                    <a:pt x="234" y="688"/>
                  </a:lnTo>
                  <a:lnTo>
                    <a:pt x="228" y="690"/>
                  </a:lnTo>
                  <a:lnTo>
                    <a:pt x="224" y="688"/>
                  </a:lnTo>
                  <a:lnTo>
                    <a:pt x="228" y="684"/>
                  </a:lnTo>
                  <a:lnTo>
                    <a:pt x="224" y="684"/>
                  </a:lnTo>
                  <a:lnTo>
                    <a:pt x="213" y="674"/>
                  </a:lnTo>
                  <a:lnTo>
                    <a:pt x="213" y="672"/>
                  </a:lnTo>
                  <a:lnTo>
                    <a:pt x="209" y="676"/>
                  </a:lnTo>
                  <a:lnTo>
                    <a:pt x="207" y="674"/>
                  </a:lnTo>
                  <a:lnTo>
                    <a:pt x="211" y="672"/>
                  </a:lnTo>
                  <a:lnTo>
                    <a:pt x="205" y="672"/>
                  </a:lnTo>
                  <a:lnTo>
                    <a:pt x="201" y="670"/>
                  </a:lnTo>
                  <a:lnTo>
                    <a:pt x="190" y="661"/>
                  </a:lnTo>
                  <a:lnTo>
                    <a:pt x="186" y="659"/>
                  </a:lnTo>
                  <a:lnTo>
                    <a:pt x="190" y="657"/>
                  </a:lnTo>
                  <a:lnTo>
                    <a:pt x="191" y="655"/>
                  </a:lnTo>
                  <a:lnTo>
                    <a:pt x="195" y="655"/>
                  </a:lnTo>
                  <a:lnTo>
                    <a:pt x="195" y="653"/>
                  </a:lnTo>
                  <a:lnTo>
                    <a:pt x="190" y="653"/>
                  </a:lnTo>
                  <a:lnTo>
                    <a:pt x="190" y="657"/>
                  </a:lnTo>
                  <a:lnTo>
                    <a:pt x="186" y="655"/>
                  </a:lnTo>
                  <a:lnTo>
                    <a:pt x="190" y="645"/>
                  </a:lnTo>
                  <a:lnTo>
                    <a:pt x="182" y="649"/>
                  </a:lnTo>
                  <a:lnTo>
                    <a:pt x="186" y="651"/>
                  </a:lnTo>
                  <a:lnTo>
                    <a:pt x="184" y="659"/>
                  </a:lnTo>
                  <a:lnTo>
                    <a:pt x="172" y="657"/>
                  </a:lnTo>
                  <a:lnTo>
                    <a:pt x="168" y="657"/>
                  </a:lnTo>
                  <a:lnTo>
                    <a:pt x="157" y="647"/>
                  </a:lnTo>
                  <a:lnTo>
                    <a:pt x="151" y="636"/>
                  </a:lnTo>
                  <a:lnTo>
                    <a:pt x="145" y="636"/>
                  </a:lnTo>
                  <a:lnTo>
                    <a:pt x="142" y="628"/>
                  </a:lnTo>
                  <a:lnTo>
                    <a:pt x="132" y="630"/>
                  </a:lnTo>
                  <a:lnTo>
                    <a:pt x="126" y="630"/>
                  </a:lnTo>
                  <a:lnTo>
                    <a:pt x="130" y="634"/>
                  </a:lnTo>
                  <a:lnTo>
                    <a:pt x="128" y="638"/>
                  </a:lnTo>
                  <a:lnTo>
                    <a:pt x="119" y="640"/>
                  </a:lnTo>
                  <a:lnTo>
                    <a:pt x="115" y="634"/>
                  </a:lnTo>
                  <a:lnTo>
                    <a:pt x="109" y="634"/>
                  </a:lnTo>
                  <a:lnTo>
                    <a:pt x="99" y="620"/>
                  </a:lnTo>
                  <a:lnTo>
                    <a:pt x="92" y="615"/>
                  </a:lnTo>
                  <a:lnTo>
                    <a:pt x="94" y="605"/>
                  </a:lnTo>
                  <a:lnTo>
                    <a:pt x="97" y="607"/>
                  </a:lnTo>
                  <a:lnTo>
                    <a:pt x="99" y="601"/>
                  </a:lnTo>
                  <a:lnTo>
                    <a:pt x="92" y="586"/>
                  </a:lnTo>
                  <a:lnTo>
                    <a:pt x="84" y="578"/>
                  </a:lnTo>
                  <a:lnTo>
                    <a:pt x="94" y="570"/>
                  </a:lnTo>
                  <a:lnTo>
                    <a:pt x="101" y="559"/>
                  </a:lnTo>
                  <a:lnTo>
                    <a:pt x="103" y="555"/>
                  </a:lnTo>
                  <a:lnTo>
                    <a:pt x="111" y="547"/>
                  </a:lnTo>
                  <a:lnTo>
                    <a:pt x="119" y="547"/>
                  </a:lnTo>
                  <a:lnTo>
                    <a:pt x="122" y="551"/>
                  </a:lnTo>
                  <a:lnTo>
                    <a:pt x="134" y="553"/>
                  </a:lnTo>
                  <a:lnTo>
                    <a:pt x="142" y="549"/>
                  </a:lnTo>
                  <a:lnTo>
                    <a:pt x="157" y="557"/>
                  </a:lnTo>
                  <a:lnTo>
                    <a:pt x="163" y="555"/>
                  </a:lnTo>
                  <a:lnTo>
                    <a:pt x="174" y="547"/>
                  </a:lnTo>
                  <a:lnTo>
                    <a:pt x="168" y="536"/>
                  </a:lnTo>
                  <a:lnTo>
                    <a:pt x="172" y="532"/>
                  </a:lnTo>
                  <a:lnTo>
                    <a:pt x="190" y="528"/>
                  </a:lnTo>
                  <a:lnTo>
                    <a:pt x="197" y="528"/>
                  </a:lnTo>
                  <a:lnTo>
                    <a:pt x="213" y="532"/>
                  </a:lnTo>
                  <a:lnTo>
                    <a:pt x="218" y="530"/>
                  </a:lnTo>
                  <a:lnTo>
                    <a:pt x="220" y="517"/>
                  </a:lnTo>
                  <a:lnTo>
                    <a:pt x="214" y="515"/>
                  </a:lnTo>
                  <a:lnTo>
                    <a:pt x="205" y="517"/>
                  </a:lnTo>
                  <a:lnTo>
                    <a:pt x="203" y="515"/>
                  </a:lnTo>
                  <a:lnTo>
                    <a:pt x="199" y="501"/>
                  </a:lnTo>
                  <a:lnTo>
                    <a:pt x="193" y="497"/>
                  </a:lnTo>
                  <a:lnTo>
                    <a:pt x="195" y="486"/>
                  </a:lnTo>
                  <a:lnTo>
                    <a:pt x="186" y="476"/>
                  </a:lnTo>
                  <a:lnTo>
                    <a:pt x="186" y="471"/>
                  </a:lnTo>
                  <a:lnTo>
                    <a:pt x="188" y="467"/>
                  </a:lnTo>
                  <a:lnTo>
                    <a:pt x="193" y="451"/>
                  </a:lnTo>
                  <a:lnTo>
                    <a:pt x="184" y="451"/>
                  </a:lnTo>
                  <a:lnTo>
                    <a:pt x="178" y="438"/>
                  </a:lnTo>
                  <a:lnTo>
                    <a:pt x="180" y="415"/>
                  </a:lnTo>
                  <a:lnTo>
                    <a:pt x="184" y="407"/>
                  </a:lnTo>
                  <a:lnTo>
                    <a:pt x="176" y="399"/>
                  </a:lnTo>
                  <a:lnTo>
                    <a:pt x="178" y="394"/>
                  </a:lnTo>
                  <a:lnTo>
                    <a:pt x="170" y="384"/>
                  </a:lnTo>
                  <a:lnTo>
                    <a:pt x="174" y="375"/>
                  </a:lnTo>
                  <a:lnTo>
                    <a:pt x="191" y="365"/>
                  </a:lnTo>
                  <a:lnTo>
                    <a:pt x="197" y="359"/>
                  </a:lnTo>
                  <a:lnTo>
                    <a:pt x="197" y="350"/>
                  </a:lnTo>
                  <a:lnTo>
                    <a:pt x="190" y="338"/>
                  </a:lnTo>
                  <a:lnTo>
                    <a:pt x="176" y="336"/>
                  </a:lnTo>
                  <a:lnTo>
                    <a:pt x="163" y="334"/>
                  </a:lnTo>
                  <a:lnTo>
                    <a:pt x="153" y="328"/>
                  </a:lnTo>
                  <a:lnTo>
                    <a:pt x="140" y="319"/>
                  </a:lnTo>
                  <a:lnTo>
                    <a:pt x="140" y="317"/>
                  </a:lnTo>
                  <a:lnTo>
                    <a:pt x="145" y="309"/>
                  </a:lnTo>
                  <a:lnTo>
                    <a:pt x="145" y="294"/>
                  </a:lnTo>
                  <a:lnTo>
                    <a:pt x="143" y="284"/>
                  </a:lnTo>
                  <a:lnTo>
                    <a:pt x="132" y="278"/>
                  </a:lnTo>
                  <a:lnTo>
                    <a:pt x="122" y="271"/>
                  </a:lnTo>
                  <a:lnTo>
                    <a:pt x="119" y="257"/>
                  </a:lnTo>
                  <a:lnTo>
                    <a:pt x="111" y="250"/>
                  </a:lnTo>
                  <a:lnTo>
                    <a:pt x="103" y="246"/>
                  </a:lnTo>
                  <a:lnTo>
                    <a:pt x="115" y="232"/>
                  </a:lnTo>
                  <a:lnTo>
                    <a:pt x="115" y="230"/>
                  </a:lnTo>
                  <a:lnTo>
                    <a:pt x="111" y="229"/>
                  </a:lnTo>
                  <a:lnTo>
                    <a:pt x="92" y="230"/>
                  </a:lnTo>
                  <a:lnTo>
                    <a:pt x="86" y="225"/>
                  </a:lnTo>
                  <a:lnTo>
                    <a:pt x="92" y="211"/>
                  </a:lnTo>
                  <a:lnTo>
                    <a:pt x="84" y="200"/>
                  </a:lnTo>
                  <a:lnTo>
                    <a:pt x="71" y="184"/>
                  </a:lnTo>
                  <a:lnTo>
                    <a:pt x="72" y="175"/>
                  </a:lnTo>
                  <a:lnTo>
                    <a:pt x="82" y="154"/>
                  </a:lnTo>
                  <a:lnTo>
                    <a:pt x="82" y="146"/>
                  </a:lnTo>
                  <a:lnTo>
                    <a:pt x="76" y="144"/>
                  </a:lnTo>
                  <a:lnTo>
                    <a:pt x="76" y="138"/>
                  </a:lnTo>
                  <a:lnTo>
                    <a:pt x="67" y="134"/>
                  </a:lnTo>
                  <a:lnTo>
                    <a:pt x="59" y="125"/>
                  </a:lnTo>
                  <a:lnTo>
                    <a:pt x="49" y="121"/>
                  </a:lnTo>
                  <a:lnTo>
                    <a:pt x="51" y="113"/>
                  </a:lnTo>
                  <a:lnTo>
                    <a:pt x="48" y="108"/>
                  </a:lnTo>
                  <a:lnTo>
                    <a:pt x="49" y="98"/>
                  </a:lnTo>
                  <a:lnTo>
                    <a:pt x="55" y="92"/>
                  </a:lnTo>
                  <a:lnTo>
                    <a:pt x="55" y="86"/>
                  </a:lnTo>
                  <a:lnTo>
                    <a:pt x="49" y="83"/>
                  </a:lnTo>
                  <a:lnTo>
                    <a:pt x="44" y="84"/>
                  </a:lnTo>
                  <a:lnTo>
                    <a:pt x="30" y="75"/>
                  </a:lnTo>
                  <a:lnTo>
                    <a:pt x="23" y="65"/>
                  </a:lnTo>
                  <a:lnTo>
                    <a:pt x="17" y="59"/>
                  </a:lnTo>
                  <a:lnTo>
                    <a:pt x="15" y="46"/>
                  </a:lnTo>
                  <a:lnTo>
                    <a:pt x="9" y="40"/>
                  </a:lnTo>
                  <a:lnTo>
                    <a:pt x="0" y="40"/>
                  </a:lnTo>
                  <a:lnTo>
                    <a:pt x="1" y="36"/>
                  </a:lnTo>
                  <a:lnTo>
                    <a:pt x="7" y="33"/>
                  </a:lnTo>
                  <a:lnTo>
                    <a:pt x="15" y="31"/>
                  </a:lnTo>
                  <a:lnTo>
                    <a:pt x="28" y="31"/>
                  </a:lnTo>
                  <a:lnTo>
                    <a:pt x="30" y="23"/>
                  </a:lnTo>
                  <a:lnTo>
                    <a:pt x="36" y="19"/>
                  </a:lnTo>
                  <a:lnTo>
                    <a:pt x="53" y="11"/>
                  </a:lnTo>
                  <a:lnTo>
                    <a:pt x="67" y="2"/>
                  </a:lnTo>
                  <a:lnTo>
                    <a:pt x="80" y="2"/>
                  </a:lnTo>
                  <a:lnTo>
                    <a:pt x="96" y="0"/>
                  </a:lnTo>
                  <a:lnTo>
                    <a:pt x="103" y="2"/>
                  </a:lnTo>
                  <a:lnTo>
                    <a:pt x="120" y="2"/>
                  </a:lnTo>
                  <a:lnTo>
                    <a:pt x="130" y="15"/>
                  </a:lnTo>
                  <a:lnTo>
                    <a:pt x="134" y="17"/>
                  </a:lnTo>
                  <a:lnTo>
                    <a:pt x="149" y="13"/>
                  </a:lnTo>
                  <a:lnTo>
                    <a:pt x="157" y="8"/>
                  </a:lnTo>
                  <a:lnTo>
                    <a:pt x="174" y="6"/>
                  </a:lnTo>
                  <a:lnTo>
                    <a:pt x="182" y="2"/>
                  </a:lnTo>
                  <a:lnTo>
                    <a:pt x="195" y="4"/>
                  </a:lnTo>
                  <a:lnTo>
                    <a:pt x="203" y="0"/>
                  </a:lnTo>
                  <a:lnTo>
                    <a:pt x="216" y="11"/>
                  </a:lnTo>
                  <a:lnTo>
                    <a:pt x="222" y="11"/>
                  </a:lnTo>
                  <a:lnTo>
                    <a:pt x="228" y="6"/>
                  </a:lnTo>
                  <a:lnTo>
                    <a:pt x="243" y="4"/>
                  </a:lnTo>
                  <a:lnTo>
                    <a:pt x="253" y="15"/>
                  </a:lnTo>
                  <a:lnTo>
                    <a:pt x="251" y="25"/>
                  </a:lnTo>
                  <a:lnTo>
                    <a:pt x="253" y="29"/>
                  </a:lnTo>
                  <a:lnTo>
                    <a:pt x="253" y="42"/>
                  </a:lnTo>
                  <a:lnTo>
                    <a:pt x="249" y="59"/>
                  </a:lnTo>
                  <a:lnTo>
                    <a:pt x="255" y="71"/>
                  </a:lnTo>
                  <a:lnTo>
                    <a:pt x="261" y="71"/>
                  </a:lnTo>
                  <a:lnTo>
                    <a:pt x="280" y="58"/>
                  </a:lnTo>
                  <a:lnTo>
                    <a:pt x="284" y="58"/>
                  </a:lnTo>
                  <a:lnTo>
                    <a:pt x="291" y="65"/>
                  </a:lnTo>
                  <a:lnTo>
                    <a:pt x="297" y="69"/>
                  </a:lnTo>
                  <a:lnTo>
                    <a:pt x="309" y="75"/>
                  </a:lnTo>
                  <a:lnTo>
                    <a:pt x="310" y="83"/>
                  </a:lnTo>
                  <a:lnTo>
                    <a:pt x="320" y="94"/>
                  </a:lnTo>
                  <a:lnTo>
                    <a:pt x="330" y="98"/>
                  </a:lnTo>
                  <a:lnTo>
                    <a:pt x="341" y="100"/>
                  </a:lnTo>
                  <a:lnTo>
                    <a:pt x="343" y="106"/>
                  </a:lnTo>
                  <a:lnTo>
                    <a:pt x="341" y="111"/>
                  </a:lnTo>
                  <a:lnTo>
                    <a:pt x="345" y="129"/>
                  </a:lnTo>
                  <a:lnTo>
                    <a:pt x="351" y="129"/>
                  </a:lnTo>
                  <a:lnTo>
                    <a:pt x="353" y="125"/>
                  </a:lnTo>
                  <a:lnTo>
                    <a:pt x="360" y="125"/>
                  </a:lnTo>
                  <a:lnTo>
                    <a:pt x="370" y="132"/>
                  </a:lnTo>
                  <a:lnTo>
                    <a:pt x="372" y="127"/>
                  </a:lnTo>
                  <a:lnTo>
                    <a:pt x="374" y="127"/>
                  </a:lnTo>
                  <a:lnTo>
                    <a:pt x="389" y="138"/>
                  </a:lnTo>
                  <a:lnTo>
                    <a:pt x="399" y="138"/>
                  </a:lnTo>
                  <a:lnTo>
                    <a:pt x="401" y="134"/>
                  </a:lnTo>
                  <a:lnTo>
                    <a:pt x="412" y="131"/>
                  </a:lnTo>
                  <a:lnTo>
                    <a:pt x="422" y="125"/>
                  </a:lnTo>
                  <a:lnTo>
                    <a:pt x="433" y="136"/>
                  </a:lnTo>
                  <a:lnTo>
                    <a:pt x="443" y="136"/>
                  </a:lnTo>
                  <a:lnTo>
                    <a:pt x="491" y="131"/>
                  </a:lnTo>
                  <a:lnTo>
                    <a:pt x="508" y="117"/>
                  </a:lnTo>
                  <a:lnTo>
                    <a:pt x="520" y="132"/>
                  </a:lnTo>
                  <a:lnTo>
                    <a:pt x="527" y="132"/>
                  </a:lnTo>
                  <a:lnTo>
                    <a:pt x="531" y="140"/>
                  </a:lnTo>
                  <a:lnTo>
                    <a:pt x="545" y="142"/>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0" name="Freeform 29">
              <a:extLst>
                <a:ext uri="{FF2B5EF4-FFF2-40B4-BE49-F238E27FC236}">
                  <a16:creationId xmlns:a16="http://schemas.microsoft.com/office/drawing/2014/main" id="{2BBA3796-25C3-702F-7495-BF17878864CA}"/>
                </a:ext>
              </a:extLst>
            </p:cNvPr>
            <p:cNvSpPr>
              <a:spLocks noEditPoints="1"/>
            </p:cNvSpPr>
            <p:nvPr/>
          </p:nvSpPr>
          <p:spPr bwMode="gray">
            <a:xfrm>
              <a:off x="7595930" y="4139905"/>
              <a:ext cx="653607" cy="717125"/>
            </a:xfrm>
            <a:custGeom>
              <a:avLst/>
              <a:gdLst>
                <a:gd name="T0" fmla="*/ 537 w 650"/>
                <a:gd name="T1" fmla="*/ 36 h 680"/>
                <a:gd name="T2" fmla="*/ 579 w 650"/>
                <a:gd name="T3" fmla="*/ 100 h 680"/>
                <a:gd name="T4" fmla="*/ 589 w 650"/>
                <a:gd name="T5" fmla="*/ 165 h 680"/>
                <a:gd name="T6" fmla="*/ 597 w 650"/>
                <a:gd name="T7" fmla="*/ 201 h 680"/>
                <a:gd name="T8" fmla="*/ 608 w 650"/>
                <a:gd name="T9" fmla="*/ 236 h 680"/>
                <a:gd name="T10" fmla="*/ 612 w 650"/>
                <a:gd name="T11" fmla="*/ 265 h 680"/>
                <a:gd name="T12" fmla="*/ 643 w 650"/>
                <a:gd name="T13" fmla="*/ 307 h 680"/>
                <a:gd name="T14" fmla="*/ 623 w 650"/>
                <a:gd name="T15" fmla="*/ 340 h 680"/>
                <a:gd name="T16" fmla="*/ 623 w 650"/>
                <a:gd name="T17" fmla="*/ 374 h 680"/>
                <a:gd name="T18" fmla="*/ 579 w 650"/>
                <a:gd name="T19" fmla="*/ 378 h 680"/>
                <a:gd name="T20" fmla="*/ 543 w 650"/>
                <a:gd name="T21" fmla="*/ 426 h 680"/>
                <a:gd name="T22" fmla="*/ 526 w 650"/>
                <a:gd name="T23" fmla="*/ 463 h 680"/>
                <a:gd name="T24" fmla="*/ 522 w 650"/>
                <a:gd name="T25" fmla="*/ 482 h 680"/>
                <a:gd name="T26" fmla="*/ 495 w 650"/>
                <a:gd name="T27" fmla="*/ 507 h 680"/>
                <a:gd name="T28" fmla="*/ 483 w 650"/>
                <a:gd name="T29" fmla="*/ 536 h 680"/>
                <a:gd name="T30" fmla="*/ 474 w 650"/>
                <a:gd name="T31" fmla="*/ 561 h 680"/>
                <a:gd name="T32" fmla="*/ 457 w 650"/>
                <a:gd name="T33" fmla="*/ 601 h 680"/>
                <a:gd name="T34" fmla="*/ 464 w 650"/>
                <a:gd name="T35" fmla="*/ 634 h 680"/>
                <a:gd name="T36" fmla="*/ 470 w 650"/>
                <a:gd name="T37" fmla="*/ 653 h 680"/>
                <a:gd name="T38" fmla="*/ 476 w 650"/>
                <a:gd name="T39" fmla="*/ 680 h 680"/>
                <a:gd name="T40" fmla="*/ 437 w 650"/>
                <a:gd name="T41" fmla="*/ 653 h 680"/>
                <a:gd name="T42" fmla="*/ 407 w 650"/>
                <a:gd name="T43" fmla="*/ 643 h 680"/>
                <a:gd name="T44" fmla="*/ 378 w 650"/>
                <a:gd name="T45" fmla="*/ 657 h 680"/>
                <a:gd name="T46" fmla="*/ 349 w 650"/>
                <a:gd name="T47" fmla="*/ 639 h 680"/>
                <a:gd name="T48" fmla="*/ 313 w 650"/>
                <a:gd name="T49" fmla="*/ 609 h 680"/>
                <a:gd name="T50" fmla="*/ 268 w 650"/>
                <a:gd name="T51" fmla="*/ 599 h 680"/>
                <a:gd name="T52" fmla="*/ 232 w 650"/>
                <a:gd name="T53" fmla="*/ 593 h 680"/>
                <a:gd name="T54" fmla="*/ 209 w 650"/>
                <a:gd name="T55" fmla="*/ 584 h 680"/>
                <a:gd name="T56" fmla="*/ 167 w 650"/>
                <a:gd name="T57" fmla="*/ 545 h 680"/>
                <a:gd name="T58" fmla="*/ 146 w 650"/>
                <a:gd name="T59" fmla="*/ 597 h 680"/>
                <a:gd name="T60" fmla="*/ 111 w 650"/>
                <a:gd name="T61" fmla="*/ 593 h 680"/>
                <a:gd name="T62" fmla="*/ 90 w 650"/>
                <a:gd name="T63" fmla="*/ 570 h 680"/>
                <a:gd name="T64" fmla="*/ 82 w 650"/>
                <a:gd name="T65" fmla="*/ 557 h 680"/>
                <a:gd name="T66" fmla="*/ 78 w 650"/>
                <a:gd name="T67" fmla="*/ 551 h 680"/>
                <a:gd name="T68" fmla="*/ 67 w 650"/>
                <a:gd name="T69" fmla="*/ 537 h 680"/>
                <a:gd name="T70" fmla="*/ 55 w 650"/>
                <a:gd name="T71" fmla="*/ 514 h 680"/>
                <a:gd name="T72" fmla="*/ 50 w 650"/>
                <a:gd name="T73" fmla="*/ 507 h 680"/>
                <a:gd name="T74" fmla="*/ 50 w 650"/>
                <a:gd name="T75" fmla="*/ 493 h 680"/>
                <a:gd name="T76" fmla="*/ 44 w 650"/>
                <a:gd name="T77" fmla="*/ 461 h 680"/>
                <a:gd name="T78" fmla="*/ 28 w 650"/>
                <a:gd name="T79" fmla="*/ 441 h 680"/>
                <a:gd name="T80" fmla="*/ 82 w 650"/>
                <a:gd name="T81" fmla="*/ 411 h 680"/>
                <a:gd name="T82" fmla="*/ 63 w 650"/>
                <a:gd name="T83" fmla="*/ 368 h 680"/>
                <a:gd name="T84" fmla="*/ 84 w 650"/>
                <a:gd name="T85" fmla="*/ 315 h 680"/>
                <a:gd name="T86" fmla="*/ 147 w 650"/>
                <a:gd name="T87" fmla="*/ 294 h 680"/>
                <a:gd name="T88" fmla="*/ 140 w 650"/>
                <a:gd name="T89" fmla="*/ 209 h 680"/>
                <a:gd name="T90" fmla="*/ 128 w 650"/>
                <a:gd name="T91" fmla="*/ 192 h 680"/>
                <a:gd name="T92" fmla="*/ 153 w 650"/>
                <a:gd name="T93" fmla="*/ 142 h 680"/>
                <a:gd name="T94" fmla="*/ 182 w 650"/>
                <a:gd name="T95" fmla="*/ 88 h 680"/>
                <a:gd name="T96" fmla="*/ 228 w 650"/>
                <a:gd name="T97" fmla="*/ 107 h 680"/>
                <a:gd name="T98" fmla="*/ 307 w 650"/>
                <a:gd name="T99" fmla="*/ 84 h 680"/>
                <a:gd name="T100" fmla="*/ 338 w 650"/>
                <a:gd name="T101" fmla="*/ 59 h 680"/>
                <a:gd name="T102" fmla="*/ 447 w 650"/>
                <a:gd name="T103" fmla="*/ 7 h 680"/>
                <a:gd name="T104" fmla="*/ 526 w 650"/>
                <a:gd name="T105" fmla="*/ 27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0" h="680">
                  <a:moveTo>
                    <a:pt x="0" y="470"/>
                  </a:moveTo>
                  <a:lnTo>
                    <a:pt x="4" y="472"/>
                  </a:lnTo>
                  <a:lnTo>
                    <a:pt x="2" y="474"/>
                  </a:lnTo>
                  <a:lnTo>
                    <a:pt x="0" y="470"/>
                  </a:lnTo>
                  <a:close/>
                  <a:moveTo>
                    <a:pt x="537" y="36"/>
                  </a:moveTo>
                  <a:lnTo>
                    <a:pt x="551" y="40"/>
                  </a:lnTo>
                  <a:lnTo>
                    <a:pt x="566" y="57"/>
                  </a:lnTo>
                  <a:lnTo>
                    <a:pt x="587" y="59"/>
                  </a:lnTo>
                  <a:lnTo>
                    <a:pt x="579" y="69"/>
                  </a:lnTo>
                  <a:lnTo>
                    <a:pt x="579" y="100"/>
                  </a:lnTo>
                  <a:lnTo>
                    <a:pt x="579" y="113"/>
                  </a:lnTo>
                  <a:lnTo>
                    <a:pt x="583" y="124"/>
                  </a:lnTo>
                  <a:lnTo>
                    <a:pt x="581" y="151"/>
                  </a:lnTo>
                  <a:lnTo>
                    <a:pt x="589" y="157"/>
                  </a:lnTo>
                  <a:lnTo>
                    <a:pt x="589" y="165"/>
                  </a:lnTo>
                  <a:lnTo>
                    <a:pt x="597" y="169"/>
                  </a:lnTo>
                  <a:lnTo>
                    <a:pt x="597" y="180"/>
                  </a:lnTo>
                  <a:lnTo>
                    <a:pt x="602" y="194"/>
                  </a:lnTo>
                  <a:lnTo>
                    <a:pt x="604" y="201"/>
                  </a:lnTo>
                  <a:lnTo>
                    <a:pt x="597" y="201"/>
                  </a:lnTo>
                  <a:lnTo>
                    <a:pt x="597" y="205"/>
                  </a:lnTo>
                  <a:lnTo>
                    <a:pt x="606" y="207"/>
                  </a:lnTo>
                  <a:lnTo>
                    <a:pt x="608" y="221"/>
                  </a:lnTo>
                  <a:lnTo>
                    <a:pt x="600" y="230"/>
                  </a:lnTo>
                  <a:lnTo>
                    <a:pt x="608" y="236"/>
                  </a:lnTo>
                  <a:lnTo>
                    <a:pt x="610" y="240"/>
                  </a:lnTo>
                  <a:lnTo>
                    <a:pt x="591" y="247"/>
                  </a:lnTo>
                  <a:lnTo>
                    <a:pt x="581" y="257"/>
                  </a:lnTo>
                  <a:lnTo>
                    <a:pt x="591" y="267"/>
                  </a:lnTo>
                  <a:lnTo>
                    <a:pt x="612" y="265"/>
                  </a:lnTo>
                  <a:lnTo>
                    <a:pt x="625" y="259"/>
                  </a:lnTo>
                  <a:lnTo>
                    <a:pt x="629" y="276"/>
                  </a:lnTo>
                  <a:lnTo>
                    <a:pt x="633" y="294"/>
                  </a:lnTo>
                  <a:lnTo>
                    <a:pt x="647" y="297"/>
                  </a:lnTo>
                  <a:lnTo>
                    <a:pt x="643" y="307"/>
                  </a:lnTo>
                  <a:lnTo>
                    <a:pt x="650" y="315"/>
                  </a:lnTo>
                  <a:lnTo>
                    <a:pt x="647" y="324"/>
                  </a:lnTo>
                  <a:lnTo>
                    <a:pt x="637" y="320"/>
                  </a:lnTo>
                  <a:lnTo>
                    <a:pt x="631" y="336"/>
                  </a:lnTo>
                  <a:lnTo>
                    <a:pt x="623" y="340"/>
                  </a:lnTo>
                  <a:lnTo>
                    <a:pt x="622" y="345"/>
                  </a:lnTo>
                  <a:lnTo>
                    <a:pt x="625" y="353"/>
                  </a:lnTo>
                  <a:lnTo>
                    <a:pt x="623" y="363"/>
                  </a:lnTo>
                  <a:lnTo>
                    <a:pt x="627" y="368"/>
                  </a:lnTo>
                  <a:lnTo>
                    <a:pt x="623" y="374"/>
                  </a:lnTo>
                  <a:lnTo>
                    <a:pt x="618" y="368"/>
                  </a:lnTo>
                  <a:lnTo>
                    <a:pt x="600" y="370"/>
                  </a:lnTo>
                  <a:lnTo>
                    <a:pt x="587" y="380"/>
                  </a:lnTo>
                  <a:lnTo>
                    <a:pt x="583" y="382"/>
                  </a:lnTo>
                  <a:lnTo>
                    <a:pt x="579" y="378"/>
                  </a:lnTo>
                  <a:lnTo>
                    <a:pt x="562" y="395"/>
                  </a:lnTo>
                  <a:lnTo>
                    <a:pt x="566" y="401"/>
                  </a:lnTo>
                  <a:lnTo>
                    <a:pt x="575" y="403"/>
                  </a:lnTo>
                  <a:lnTo>
                    <a:pt x="560" y="411"/>
                  </a:lnTo>
                  <a:lnTo>
                    <a:pt x="543" y="426"/>
                  </a:lnTo>
                  <a:lnTo>
                    <a:pt x="543" y="432"/>
                  </a:lnTo>
                  <a:lnTo>
                    <a:pt x="539" y="436"/>
                  </a:lnTo>
                  <a:lnTo>
                    <a:pt x="547" y="443"/>
                  </a:lnTo>
                  <a:lnTo>
                    <a:pt x="535" y="451"/>
                  </a:lnTo>
                  <a:lnTo>
                    <a:pt x="526" y="463"/>
                  </a:lnTo>
                  <a:lnTo>
                    <a:pt x="545" y="463"/>
                  </a:lnTo>
                  <a:lnTo>
                    <a:pt x="543" y="470"/>
                  </a:lnTo>
                  <a:lnTo>
                    <a:pt x="528" y="472"/>
                  </a:lnTo>
                  <a:lnTo>
                    <a:pt x="522" y="474"/>
                  </a:lnTo>
                  <a:lnTo>
                    <a:pt x="522" y="482"/>
                  </a:lnTo>
                  <a:lnTo>
                    <a:pt x="518" y="484"/>
                  </a:lnTo>
                  <a:lnTo>
                    <a:pt x="514" y="499"/>
                  </a:lnTo>
                  <a:lnTo>
                    <a:pt x="504" y="505"/>
                  </a:lnTo>
                  <a:lnTo>
                    <a:pt x="504" y="507"/>
                  </a:lnTo>
                  <a:lnTo>
                    <a:pt x="495" y="507"/>
                  </a:lnTo>
                  <a:lnTo>
                    <a:pt x="489" y="511"/>
                  </a:lnTo>
                  <a:lnTo>
                    <a:pt x="497" y="514"/>
                  </a:lnTo>
                  <a:lnTo>
                    <a:pt x="497" y="520"/>
                  </a:lnTo>
                  <a:lnTo>
                    <a:pt x="485" y="524"/>
                  </a:lnTo>
                  <a:lnTo>
                    <a:pt x="483" y="536"/>
                  </a:lnTo>
                  <a:lnTo>
                    <a:pt x="478" y="539"/>
                  </a:lnTo>
                  <a:lnTo>
                    <a:pt x="478" y="549"/>
                  </a:lnTo>
                  <a:lnTo>
                    <a:pt x="481" y="551"/>
                  </a:lnTo>
                  <a:lnTo>
                    <a:pt x="480" y="559"/>
                  </a:lnTo>
                  <a:lnTo>
                    <a:pt x="474" y="561"/>
                  </a:lnTo>
                  <a:lnTo>
                    <a:pt x="472" y="570"/>
                  </a:lnTo>
                  <a:lnTo>
                    <a:pt x="462" y="572"/>
                  </a:lnTo>
                  <a:lnTo>
                    <a:pt x="458" y="580"/>
                  </a:lnTo>
                  <a:lnTo>
                    <a:pt x="462" y="587"/>
                  </a:lnTo>
                  <a:lnTo>
                    <a:pt x="457" y="601"/>
                  </a:lnTo>
                  <a:lnTo>
                    <a:pt x="458" y="605"/>
                  </a:lnTo>
                  <a:lnTo>
                    <a:pt x="458" y="614"/>
                  </a:lnTo>
                  <a:lnTo>
                    <a:pt x="457" y="622"/>
                  </a:lnTo>
                  <a:lnTo>
                    <a:pt x="466" y="628"/>
                  </a:lnTo>
                  <a:lnTo>
                    <a:pt x="464" y="634"/>
                  </a:lnTo>
                  <a:lnTo>
                    <a:pt x="470" y="639"/>
                  </a:lnTo>
                  <a:lnTo>
                    <a:pt x="478" y="639"/>
                  </a:lnTo>
                  <a:lnTo>
                    <a:pt x="478" y="647"/>
                  </a:lnTo>
                  <a:lnTo>
                    <a:pt x="474" y="647"/>
                  </a:lnTo>
                  <a:lnTo>
                    <a:pt x="470" y="653"/>
                  </a:lnTo>
                  <a:lnTo>
                    <a:pt x="478" y="658"/>
                  </a:lnTo>
                  <a:lnTo>
                    <a:pt x="478" y="666"/>
                  </a:lnTo>
                  <a:lnTo>
                    <a:pt x="470" y="672"/>
                  </a:lnTo>
                  <a:lnTo>
                    <a:pt x="476" y="676"/>
                  </a:lnTo>
                  <a:lnTo>
                    <a:pt x="476" y="680"/>
                  </a:lnTo>
                  <a:lnTo>
                    <a:pt x="468" y="680"/>
                  </a:lnTo>
                  <a:lnTo>
                    <a:pt x="455" y="668"/>
                  </a:lnTo>
                  <a:lnTo>
                    <a:pt x="447" y="657"/>
                  </a:lnTo>
                  <a:lnTo>
                    <a:pt x="439" y="651"/>
                  </a:lnTo>
                  <a:lnTo>
                    <a:pt x="437" y="653"/>
                  </a:lnTo>
                  <a:lnTo>
                    <a:pt x="432" y="645"/>
                  </a:lnTo>
                  <a:lnTo>
                    <a:pt x="420" y="641"/>
                  </a:lnTo>
                  <a:lnTo>
                    <a:pt x="410" y="643"/>
                  </a:lnTo>
                  <a:lnTo>
                    <a:pt x="410" y="645"/>
                  </a:lnTo>
                  <a:lnTo>
                    <a:pt x="407" y="643"/>
                  </a:lnTo>
                  <a:lnTo>
                    <a:pt x="391" y="651"/>
                  </a:lnTo>
                  <a:lnTo>
                    <a:pt x="385" y="647"/>
                  </a:lnTo>
                  <a:lnTo>
                    <a:pt x="382" y="649"/>
                  </a:lnTo>
                  <a:lnTo>
                    <a:pt x="382" y="657"/>
                  </a:lnTo>
                  <a:lnTo>
                    <a:pt x="378" y="657"/>
                  </a:lnTo>
                  <a:lnTo>
                    <a:pt x="366" y="653"/>
                  </a:lnTo>
                  <a:lnTo>
                    <a:pt x="374" y="643"/>
                  </a:lnTo>
                  <a:lnTo>
                    <a:pt x="370" y="635"/>
                  </a:lnTo>
                  <a:lnTo>
                    <a:pt x="353" y="635"/>
                  </a:lnTo>
                  <a:lnTo>
                    <a:pt x="349" y="639"/>
                  </a:lnTo>
                  <a:lnTo>
                    <a:pt x="338" y="628"/>
                  </a:lnTo>
                  <a:lnTo>
                    <a:pt x="338" y="620"/>
                  </a:lnTo>
                  <a:lnTo>
                    <a:pt x="326" y="610"/>
                  </a:lnTo>
                  <a:lnTo>
                    <a:pt x="316" y="612"/>
                  </a:lnTo>
                  <a:lnTo>
                    <a:pt x="313" y="609"/>
                  </a:lnTo>
                  <a:lnTo>
                    <a:pt x="314" y="597"/>
                  </a:lnTo>
                  <a:lnTo>
                    <a:pt x="293" y="601"/>
                  </a:lnTo>
                  <a:lnTo>
                    <a:pt x="282" y="601"/>
                  </a:lnTo>
                  <a:lnTo>
                    <a:pt x="276" y="597"/>
                  </a:lnTo>
                  <a:lnTo>
                    <a:pt x="268" y="599"/>
                  </a:lnTo>
                  <a:lnTo>
                    <a:pt x="257" y="595"/>
                  </a:lnTo>
                  <a:lnTo>
                    <a:pt x="249" y="595"/>
                  </a:lnTo>
                  <a:lnTo>
                    <a:pt x="243" y="591"/>
                  </a:lnTo>
                  <a:lnTo>
                    <a:pt x="238" y="595"/>
                  </a:lnTo>
                  <a:lnTo>
                    <a:pt x="232" y="593"/>
                  </a:lnTo>
                  <a:lnTo>
                    <a:pt x="234" y="607"/>
                  </a:lnTo>
                  <a:lnTo>
                    <a:pt x="228" y="610"/>
                  </a:lnTo>
                  <a:lnTo>
                    <a:pt x="220" y="603"/>
                  </a:lnTo>
                  <a:lnTo>
                    <a:pt x="219" y="593"/>
                  </a:lnTo>
                  <a:lnTo>
                    <a:pt x="209" y="584"/>
                  </a:lnTo>
                  <a:lnTo>
                    <a:pt x="201" y="582"/>
                  </a:lnTo>
                  <a:lnTo>
                    <a:pt x="194" y="574"/>
                  </a:lnTo>
                  <a:lnTo>
                    <a:pt x="195" y="564"/>
                  </a:lnTo>
                  <a:lnTo>
                    <a:pt x="192" y="547"/>
                  </a:lnTo>
                  <a:lnTo>
                    <a:pt x="167" y="545"/>
                  </a:lnTo>
                  <a:lnTo>
                    <a:pt x="163" y="549"/>
                  </a:lnTo>
                  <a:lnTo>
                    <a:pt x="163" y="564"/>
                  </a:lnTo>
                  <a:lnTo>
                    <a:pt x="159" y="578"/>
                  </a:lnTo>
                  <a:lnTo>
                    <a:pt x="153" y="582"/>
                  </a:lnTo>
                  <a:lnTo>
                    <a:pt x="146" y="597"/>
                  </a:lnTo>
                  <a:lnTo>
                    <a:pt x="132" y="597"/>
                  </a:lnTo>
                  <a:lnTo>
                    <a:pt x="128" y="601"/>
                  </a:lnTo>
                  <a:lnTo>
                    <a:pt x="121" y="595"/>
                  </a:lnTo>
                  <a:lnTo>
                    <a:pt x="123" y="593"/>
                  </a:lnTo>
                  <a:lnTo>
                    <a:pt x="111" y="593"/>
                  </a:lnTo>
                  <a:lnTo>
                    <a:pt x="105" y="587"/>
                  </a:lnTo>
                  <a:lnTo>
                    <a:pt x="100" y="587"/>
                  </a:lnTo>
                  <a:lnTo>
                    <a:pt x="101" y="582"/>
                  </a:lnTo>
                  <a:lnTo>
                    <a:pt x="90" y="572"/>
                  </a:lnTo>
                  <a:lnTo>
                    <a:pt x="90" y="570"/>
                  </a:lnTo>
                  <a:lnTo>
                    <a:pt x="88" y="570"/>
                  </a:lnTo>
                  <a:lnTo>
                    <a:pt x="84" y="566"/>
                  </a:lnTo>
                  <a:lnTo>
                    <a:pt x="86" y="564"/>
                  </a:lnTo>
                  <a:lnTo>
                    <a:pt x="80" y="559"/>
                  </a:lnTo>
                  <a:lnTo>
                    <a:pt x="82" y="557"/>
                  </a:lnTo>
                  <a:lnTo>
                    <a:pt x="82" y="553"/>
                  </a:lnTo>
                  <a:lnTo>
                    <a:pt x="78" y="557"/>
                  </a:lnTo>
                  <a:lnTo>
                    <a:pt x="76" y="555"/>
                  </a:lnTo>
                  <a:lnTo>
                    <a:pt x="75" y="553"/>
                  </a:lnTo>
                  <a:lnTo>
                    <a:pt x="78" y="551"/>
                  </a:lnTo>
                  <a:lnTo>
                    <a:pt x="76" y="549"/>
                  </a:lnTo>
                  <a:lnTo>
                    <a:pt x="78" y="545"/>
                  </a:lnTo>
                  <a:lnTo>
                    <a:pt x="69" y="543"/>
                  </a:lnTo>
                  <a:lnTo>
                    <a:pt x="71" y="539"/>
                  </a:lnTo>
                  <a:lnTo>
                    <a:pt x="67" y="537"/>
                  </a:lnTo>
                  <a:lnTo>
                    <a:pt x="65" y="522"/>
                  </a:lnTo>
                  <a:lnTo>
                    <a:pt x="59" y="522"/>
                  </a:lnTo>
                  <a:lnTo>
                    <a:pt x="63" y="520"/>
                  </a:lnTo>
                  <a:lnTo>
                    <a:pt x="61" y="516"/>
                  </a:lnTo>
                  <a:lnTo>
                    <a:pt x="55" y="514"/>
                  </a:lnTo>
                  <a:lnTo>
                    <a:pt x="57" y="509"/>
                  </a:lnTo>
                  <a:lnTo>
                    <a:pt x="53" y="505"/>
                  </a:lnTo>
                  <a:lnTo>
                    <a:pt x="52" y="511"/>
                  </a:lnTo>
                  <a:lnTo>
                    <a:pt x="50" y="509"/>
                  </a:lnTo>
                  <a:lnTo>
                    <a:pt x="50" y="507"/>
                  </a:lnTo>
                  <a:lnTo>
                    <a:pt x="55" y="501"/>
                  </a:lnTo>
                  <a:lnTo>
                    <a:pt x="52" y="503"/>
                  </a:lnTo>
                  <a:lnTo>
                    <a:pt x="53" y="499"/>
                  </a:lnTo>
                  <a:lnTo>
                    <a:pt x="48" y="497"/>
                  </a:lnTo>
                  <a:lnTo>
                    <a:pt x="50" y="493"/>
                  </a:lnTo>
                  <a:lnTo>
                    <a:pt x="46" y="488"/>
                  </a:lnTo>
                  <a:lnTo>
                    <a:pt x="42" y="476"/>
                  </a:lnTo>
                  <a:lnTo>
                    <a:pt x="46" y="474"/>
                  </a:lnTo>
                  <a:lnTo>
                    <a:pt x="42" y="463"/>
                  </a:lnTo>
                  <a:lnTo>
                    <a:pt x="44" y="461"/>
                  </a:lnTo>
                  <a:lnTo>
                    <a:pt x="40" y="459"/>
                  </a:lnTo>
                  <a:lnTo>
                    <a:pt x="38" y="461"/>
                  </a:lnTo>
                  <a:lnTo>
                    <a:pt x="40" y="453"/>
                  </a:lnTo>
                  <a:lnTo>
                    <a:pt x="32" y="447"/>
                  </a:lnTo>
                  <a:lnTo>
                    <a:pt x="28" y="441"/>
                  </a:lnTo>
                  <a:lnTo>
                    <a:pt x="38" y="426"/>
                  </a:lnTo>
                  <a:lnTo>
                    <a:pt x="55" y="424"/>
                  </a:lnTo>
                  <a:lnTo>
                    <a:pt x="73" y="420"/>
                  </a:lnTo>
                  <a:lnTo>
                    <a:pt x="80" y="418"/>
                  </a:lnTo>
                  <a:lnTo>
                    <a:pt x="82" y="411"/>
                  </a:lnTo>
                  <a:lnTo>
                    <a:pt x="78" y="403"/>
                  </a:lnTo>
                  <a:lnTo>
                    <a:pt x="84" y="397"/>
                  </a:lnTo>
                  <a:lnTo>
                    <a:pt x="76" y="391"/>
                  </a:lnTo>
                  <a:lnTo>
                    <a:pt x="65" y="376"/>
                  </a:lnTo>
                  <a:lnTo>
                    <a:pt x="63" y="368"/>
                  </a:lnTo>
                  <a:lnTo>
                    <a:pt x="57" y="363"/>
                  </a:lnTo>
                  <a:lnTo>
                    <a:pt x="50" y="359"/>
                  </a:lnTo>
                  <a:lnTo>
                    <a:pt x="57" y="349"/>
                  </a:lnTo>
                  <a:lnTo>
                    <a:pt x="75" y="347"/>
                  </a:lnTo>
                  <a:lnTo>
                    <a:pt x="84" y="315"/>
                  </a:lnTo>
                  <a:lnTo>
                    <a:pt x="109" y="315"/>
                  </a:lnTo>
                  <a:lnTo>
                    <a:pt x="124" y="338"/>
                  </a:lnTo>
                  <a:lnTo>
                    <a:pt x="134" y="336"/>
                  </a:lnTo>
                  <a:lnTo>
                    <a:pt x="147" y="317"/>
                  </a:lnTo>
                  <a:lnTo>
                    <a:pt x="147" y="294"/>
                  </a:lnTo>
                  <a:lnTo>
                    <a:pt x="157" y="284"/>
                  </a:lnTo>
                  <a:lnTo>
                    <a:pt x="138" y="265"/>
                  </a:lnTo>
                  <a:lnTo>
                    <a:pt x="132" y="251"/>
                  </a:lnTo>
                  <a:lnTo>
                    <a:pt x="138" y="222"/>
                  </a:lnTo>
                  <a:lnTo>
                    <a:pt x="140" y="209"/>
                  </a:lnTo>
                  <a:lnTo>
                    <a:pt x="136" y="205"/>
                  </a:lnTo>
                  <a:lnTo>
                    <a:pt x="121" y="224"/>
                  </a:lnTo>
                  <a:lnTo>
                    <a:pt x="113" y="221"/>
                  </a:lnTo>
                  <a:lnTo>
                    <a:pt x="126" y="209"/>
                  </a:lnTo>
                  <a:lnTo>
                    <a:pt x="128" y="192"/>
                  </a:lnTo>
                  <a:lnTo>
                    <a:pt x="134" y="184"/>
                  </a:lnTo>
                  <a:lnTo>
                    <a:pt x="142" y="178"/>
                  </a:lnTo>
                  <a:lnTo>
                    <a:pt x="146" y="161"/>
                  </a:lnTo>
                  <a:lnTo>
                    <a:pt x="151" y="149"/>
                  </a:lnTo>
                  <a:lnTo>
                    <a:pt x="153" y="142"/>
                  </a:lnTo>
                  <a:lnTo>
                    <a:pt x="157" y="128"/>
                  </a:lnTo>
                  <a:lnTo>
                    <a:pt x="172" y="113"/>
                  </a:lnTo>
                  <a:lnTo>
                    <a:pt x="172" y="105"/>
                  </a:lnTo>
                  <a:lnTo>
                    <a:pt x="178" y="101"/>
                  </a:lnTo>
                  <a:lnTo>
                    <a:pt x="182" y="88"/>
                  </a:lnTo>
                  <a:lnTo>
                    <a:pt x="195" y="80"/>
                  </a:lnTo>
                  <a:lnTo>
                    <a:pt x="205" y="78"/>
                  </a:lnTo>
                  <a:lnTo>
                    <a:pt x="209" y="98"/>
                  </a:lnTo>
                  <a:lnTo>
                    <a:pt x="219" y="105"/>
                  </a:lnTo>
                  <a:lnTo>
                    <a:pt x="228" y="107"/>
                  </a:lnTo>
                  <a:lnTo>
                    <a:pt x="238" y="96"/>
                  </a:lnTo>
                  <a:lnTo>
                    <a:pt x="253" y="96"/>
                  </a:lnTo>
                  <a:lnTo>
                    <a:pt x="272" y="111"/>
                  </a:lnTo>
                  <a:lnTo>
                    <a:pt x="284" y="107"/>
                  </a:lnTo>
                  <a:lnTo>
                    <a:pt x="307" y="84"/>
                  </a:lnTo>
                  <a:lnTo>
                    <a:pt x="318" y="86"/>
                  </a:lnTo>
                  <a:lnTo>
                    <a:pt x="322" y="78"/>
                  </a:lnTo>
                  <a:lnTo>
                    <a:pt x="316" y="67"/>
                  </a:lnTo>
                  <a:lnTo>
                    <a:pt x="328" y="57"/>
                  </a:lnTo>
                  <a:lnTo>
                    <a:pt x="338" y="59"/>
                  </a:lnTo>
                  <a:lnTo>
                    <a:pt x="355" y="59"/>
                  </a:lnTo>
                  <a:lnTo>
                    <a:pt x="370" y="44"/>
                  </a:lnTo>
                  <a:lnTo>
                    <a:pt x="387" y="44"/>
                  </a:lnTo>
                  <a:lnTo>
                    <a:pt x="418" y="0"/>
                  </a:lnTo>
                  <a:lnTo>
                    <a:pt x="447" y="7"/>
                  </a:lnTo>
                  <a:lnTo>
                    <a:pt x="457" y="7"/>
                  </a:lnTo>
                  <a:lnTo>
                    <a:pt x="474" y="11"/>
                  </a:lnTo>
                  <a:lnTo>
                    <a:pt x="485" y="15"/>
                  </a:lnTo>
                  <a:lnTo>
                    <a:pt x="506" y="25"/>
                  </a:lnTo>
                  <a:lnTo>
                    <a:pt x="526" y="27"/>
                  </a:lnTo>
                  <a:lnTo>
                    <a:pt x="529" y="36"/>
                  </a:lnTo>
                  <a:lnTo>
                    <a:pt x="537" y="36"/>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1" name="Freeform 30">
              <a:extLst>
                <a:ext uri="{FF2B5EF4-FFF2-40B4-BE49-F238E27FC236}">
                  <a16:creationId xmlns:a16="http://schemas.microsoft.com/office/drawing/2014/main" id="{09111BD4-85A5-0AF9-510F-9C9D8A32EDE8}"/>
                </a:ext>
              </a:extLst>
            </p:cNvPr>
            <p:cNvSpPr>
              <a:spLocks noEditPoints="1"/>
            </p:cNvSpPr>
            <p:nvPr/>
          </p:nvSpPr>
          <p:spPr bwMode="gray">
            <a:xfrm>
              <a:off x="7644197" y="4714660"/>
              <a:ext cx="352948" cy="349072"/>
            </a:xfrm>
            <a:custGeom>
              <a:avLst/>
              <a:gdLst>
                <a:gd name="T0" fmla="*/ 130 w 351"/>
                <a:gd name="T1" fmla="*/ 321 h 331"/>
                <a:gd name="T2" fmla="*/ 88 w 351"/>
                <a:gd name="T3" fmla="*/ 298 h 331"/>
                <a:gd name="T4" fmla="*/ 90 w 351"/>
                <a:gd name="T5" fmla="*/ 281 h 331"/>
                <a:gd name="T6" fmla="*/ 84 w 351"/>
                <a:gd name="T7" fmla="*/ 277 h 331"/>
                <a:gd name="T8" fmla="*/ 57 w 351"/>
                <a:gd name="T9" fmla="*/ 279 h 331"/>
                <a:gd name="T10" fmla="*/ 32 w 351"/>
                <a:gd name="T11" fmla="*/ 259 h 331"/>
                <a:gd name="T12" fmla="*/ 86 w 351"/>
                <a:gd name="T13" fmla="*/ 250 h 331"/>
                <a:gd name="T14" fmla="*/ 34 w 351"/>
                <a:gd name="T15" fmla="*/ 250 h 331"/>
                <a:gd name="T16" fmla="*/ 82 w 351"/>
                <a:gd name="T17" fmla="*/ 240 h 331"/>
                <a:gd name="T18" fmla="*/ 38 w 351"/>
                <a:gd name="T19" fmla="*/ 229 h 331"/>
                <a:gd name="T20" fmla="*/ 82 w 351"/>
                <a:gd name="T21" fmla="*/ 258 h 331"/>
                <a:gd name="T22" fmla="*/ 90 w 351"/>
                <a:gd name="T23" fmla="*/ 258 h 331"/>
                <a:gd name="T24" fmla="*/ 109 w 351"/>
                <a:gd name="T25" fmla="*/ 258 h 331"/>
                <a:gd name="T26" fmla="*/ 119 w 351"/>
                <a:gd name="T27" fmla="*/ 290 h 331"/>
                <a:gd name="T28" fmla="*/ 92 w 351"/>
                <a:gd name="T29" fmla="*/ 267 h 331"/>
                <a:gd name="T30" fmla="*/ 52 w 351"/>
                <a:gd name="T31" fmla="*/ 256 h 331"/>
                <a:gd name="T32" fmla="*/ 5 w 351"/>
                <a:gd name="T33" fmla="*/ 236 h 331"/>
                <a:gd name="T34" fmla="*/ 28 w 351"/>
                <a:gd name="T35" fmla="*/ 227 h 331"/>
                <a:gd name="T36" fmla="*/ 75 w 351"/>
                <a:gd name="T37" fmla="*/ 231 h 331"/>
                <a:gd name="T38" fmla="*/ 82 w 351"/>
                <a:gd name="T39" fmla="*/ 248 h 331"/>
                <a:gd name="T40" fmla="*/ 53 w 351"/>
                <a:gd name="T41" fmla="*/ 229 h 331"/>
                <a:gd name="T42" fmla="*/ 32 w 351"/>
                <a:gd name="T43" fmla="*/ 221 h 331"/>
                <a:gd name="T44" fmla="*/ 17 w 351"/>
                <a:gd name="T45" fmla="*/ 223 h 331"/>
                <a:gd name="T46" fmla="*/ 46 w 351"/>
                <a:gd name="T47" fmla="*/ 217 h 331"/>
                <a:gd name="T48" fmla="*/ 59 w 351"/>
                <a:gd name="T49" fmla="*/ 206 h 331"/>
                <a:gd name="T50" fmla="*/ 55 w 351"/>
                <a:gd name="T51" fmla="*/ 206 h 331"/>
                <a:gd name="T52" fmla="*/ 75 w 351"/>
                <a:gd name="T53" fmla="*/ 194 h 331"/>
                <a:gd name="T54" fmla="*/ 75 w 351"/>
                <a:gd name="T55" fmla="*/ 192 h 331"/>
                <a:gd name="T56" fmla="*/ 332 w 351"/>
                <a:gd name="T57" fmla="*/ 131 h 331"/>
                <a:gd name="T58" fmla="*/ 326 w 351"/>
                <a:gd name="T59" fmla="*/ 165 h 331"/>
                <a:gd name="T60" fmla="*/ 326 w 351"/>
                <a:gd name="T61" fmla="*/ 192 h 331"/>
                <a:gd name="T62" fmla="*/ 316 w 351"/>
                <a:gd name="T63" fmla="*/ 202 h 331"/>
                <a:gd name="T64" fmla="*/ 324 w 351"/>
                <a:gd name="T65" fmla="*/ 246 h 331"/>
                <a:gd name="T66" fmla="*/ 324 w 351"/>
                <a:gd name="T67" fmla="*/ 261 h 331"/>
                <a:gd name="T68" fmla="*/ 307 w 351"/>
                <a:gd name="T69" fmla="*/ 281 h 331"/>
                <a:gd name="T70" fmla="*/ 263 w 351"/>
                <a:gd name="T71" fmla="*/ 319 h 331"/>
                <a:gd name="T72" fmla="*/ 228 w 351"/>
                <a:gd name="T73" fmla="*/ 325 h 331"/>
                <a:gd name="T74" fmla="*/ 220 w 351"/>
                <a:gd name="T75" fmla="*/ 273 h 331"/>
                <a:gd name="T76" fmla="*/ 217 w 351"/>
                <a:gd name="T77" fmla="*/ 259 h 331"/>
                <a:gd name="T78" fmla="*/ 203 w 351"/>
                <a:gd name="T79" fmla="*/ 242 h 331"/>
                <a:gd name="T80" fmla="*/ 190 w 351"/>
                <a:gd name="T81" fmla="*/ 213 h 331"/>
                <a:gd name="T82" fmla="*/ 171 w 351"/>
                <a:gd name="T83" fmla="*/ 177 h 331"/>
                <a:gd name="T84" fmla="*/ 159 w 351"/>
                <a:gd name="T85" fmla="*/ 206 h 331"/>
                <a:gd name="T86" fmla="*/ 153 w 351"/>
                <a:gd name="T87" fmla="*/ 140 h 331"/>
                <a:gd name="T88" fmla="*/ 147 w 351"/>
                <a:gd name="T89" fmla="*/ 115 h 331"/>
                <a:gd name="T90" fmla="*/ 123 w 351"/>
                <a:gd name="T91" fmla="*/ 94 h 331"/>
                <a:gd name="T92" fmla="*/ 88 w 351"/>
                <a:gd name="T93" fmla="*/ 65 h 331"/>
                <a:gd name="T94" fmla="*/ 115 w 351"/>
                <a:gd name="T95" fmla="*/ 19 h 331"/>
                <a:gd name="T96" fmla="*/ 153 w 351"/>
                <a:gd name="T97" fmla="*/ 37 h 331"/>
                <a:gd name="T98" fmla="*/ 184 w 351"/>
                <a:gd name="T99" fmla="*/ 48 h 331"/>
                <a:gd name="T100" fmla="*/ 228 w 351"/>
                <a:gd name="T101" fmla="*/ 52 h 331"/>
                <a:gd name="T102" fmla="*/ 278 w 351"/>
                <a:gd name="T103" fmla="*/ 65 h 331"/>
                <a:gd name="T104" fmla="*/ 326 w 351"/>
                <a:gd name="T105" fmla="*/ 98 h 331"/>
                <a:gd name="T106" fmla="*/ 343 w 351"/>
                <a:gd name="T107" fmla="*/ 106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1" h="331">
                  <a:moveTo>
                    <a:pt x="130" y="321"/>
                  </a:moveTo>
                  <a:lnTo>
                    <a:pt x="132" y="321"/>
                  </a:lnTo>
                  <a:lnTo>
                    <a:pt x="132" y="325"/>
                  </a:lnTo>
                  <a:lnTo>
                    <a:pt x="130" y="321"/>
                  </a:lnTo>
                  <a:lnTo>
                    <a:pt x="124" y="319"/>
                  </a:lnTo>
                  <a:lnTo>
                    <a:pt x="130" y="321"/>
                  </a:lnTo>
                  <a:close/>
                  <a:moveTo>
                    <a:pt x="90" y="294"/>
                  </a:moveTo>
                  <a:lnTo>
                    <a:pt x="90" y="298"/>
                  </a:lnTo>
                  <a:lnTo>
                    <a:pt x="94" y="294"/>
                  </a:lnTo>
                  <a:lnTo>
                    <a:pt x="96" y="296"/>
                  </a:lnTo>
                  <a:lnTo>
                    <a:pt x="90" y="302"/>
                  </a:lnTo>
                  <a:lnTo>
                    <a:pt x="88" y="298"/>
                  </a:lnTo>
                  <a:lnTo>
                    <a:pt x="90" y="294"/>
                  </a:lnTo>
                  <a:close/>
                  <a:moveTo>
                    <a:pt x="80" y="286"/>
                  </a:moveTo>
                  <a:lnTo>
                    <a:pt x="76" y="288"/>
                  </a:lnTo>
                  <a:lnTo>
                    <a:pt x="76" y="286"/>
                  </a:lnTo>
                  <a:lnTo>
                    <a:pt x="80" y="286"/>
                  </a:lnTo>
                  <a:close/>
                  <a:moveTo>
                    <a:pt x="90" y="281"/>
                  </a:moveTo>
                  <a:lnTo>
                    <a:pt x="88" y="286"/>
                  </a:lnTo>
                  <a:lnTo>
                    <a:pt x="88" y="281"/>
                  </a:lnTo>
                  <a:lnTo>
                    <a:pt x="84" y="283"/>
                  </a:lnTo>
                  <a:lnTo>
                    <a:pt x="84" y="286"/>
                  </a:lnTo>
                  <a:lnTo>
                    <a:pt x="80" y="283"/>
                  </a:lnTo>
                  <a:lnTo>
                    <a:pt x="84" y="277"/>
                  </a:lnTo>
                  <a:lnTo>
                    <a:pt x="88" y="277"/>
                  </a:lnTo>
                  <a:lnTo>
                    <a:pt x="90" y="281"/>
                  </a:lnTo>
                  <a:close/>
                  <a:moveTo>
                    <a:pt x="57" y="279"/>
                  </a:moveTo>
                  <a:lnTo>
                    <a:pt x="55" y="279"/>
                  </a:lnTo>
                  <a:lnTo>
                    <a:pt x="52" y="273"/>
                  </a:lnTo>
                  <a:lnTo>
                    <a:pt x="57" y="279"/>
                  </a:lnTo>
                  <a:close/>
                  <a:moveTo>
                    <a:pt x="42" y="261"/>
                  </a:moveTo>
                  <a:lnTo>
                    <a:pt x="50" y="271"/>
                  </a:lnTo>
                  <a:lnTo>
                    <a:pt x="36" y="267"/>
                  </a:lnTo>
                  <a:lnTo>
                    <a:pt x="28" y="261"/>
                  </a:lnTo>
                  <a:lnTo>
                    <a:pt x="34" y="261"/>
                  </a:lnTo>
                  <a:lnTo>
                    <a:pt x="32" y="259"/>
                  </a:lnTo>
                  <a:lnTo>
                    <a:pt x="42" y="261"/>
                  </a:lnTo>
                  <a:close/>
                  <a:moveTo>
                    <a:pt x="172" y="252"/>
                  </a:moveTo>
                  <a:lnTo>
                    <a:pt x="171" y="248"/>
                  </a:lnTo>
                  <a:lnTo>
                    <a:pt x="172" y="248"/>
                  </a:lnTo>
                  <a:lnTo>
                    <a:pt x="172" y="252"/>
                  </a:lnTo>
                  <a:close/>
                  <a:moveTo>
                    <a:pt x="86" y="250"/>
                  </a:moveTo>
                  <a:lnTo>
                    <a:pt x="88" y="250"/>
                  </a:lnTo>
                  <a:lnTo>
                    <a:pt x="86" y="254"/>
                  </a:lnTo>
                  <a:lnTo>
                    <a:pt x="86" y="250"/>
                  </a:lnTo>
                  <a:close/>
                  <a:moveTo>
                    <a:pt x="34" y="246"/>
                  </a:moveTo>
                  <a:lnTo>
                    <a:pt x="36" y="248"/>
                  </a:lnTo>
                  <a:lnTo>
                    <a:pt x="34" y="250"/>
                  </a:lnTo>
                  <a:lnTo>
                    <a:pt x="30" y="250"/>
                  </a:lnTo>
                  <a:lnTo>
                    <a:pt x="34" y="246"/>
                  </a:lnTo>
                  <a:close/>
                  <a:moveTo>
                    <a:pt x="90" y="240"/>
                  </a:moveTo>
                  <a:lnTo>
                    <a:pt x="92" y="240"/>
                  </a:lnTo>
                  <a:lnTo>
                    <a:pt x="90" y="242"/>
                  </a:lnTo>
                  <a:lnTo>
                    <a:pt x="82" y="240"/>
                  </a:lnTo>
                  <a:lnTo>
                    <a:pt x="90" y="240"/>
                  </a:lnTo>
                  <a:close/>
                  <a:moveTo>
                    <a:pt x="11" y="242"/>
                  </a:moveTo>
                  <a:lnTo>
                    <a:pt x="7" y="238"/>
                  </a:lnTo>
                  <a:lnTo>
                    <a:pt x="4" y="229"/>
                  </a:lnTo>
                  <a:lnTo>
                    <a:pt x="11" y="242"/>
                  </a:lnTo>
                  <a:close/>
                  <a:moveTo>
                    <a:pt x="38" y="229"/>
                  </a:moveTo>
                  <a:lnTo>
                    <a:pt x="44" y="233"/>
                  </a:lnTo>
                  <a:lnTo>
                    <a:pt x="55" y="238"/>
                  </a:lnTo>
                  <a:lnTo>
                    <a:pt x="57" y="250"/>
                  </a:lnTo>
                  <a:lnTo>
                    <a:pt x="61" y="256"/>
                  </a:lnTo>
                  <a:lnTo>
                    <a:pt x="76" y="261"/>
                  </a:lnTo>
                  <a:lnTo>
                    <a:pt x="82" y="258"/>
                  </a:lnTo>
                  <a:lnTo>
                    <a:pt x="90" y="265"/>
                  </a:lnTo>
                  <a:lnTo>
                    <a:pt x="98" y="263"/>
                  </a:lnTo>
                  <a:lnTo>
                    <a:pt x="96" y="256"/>
                  </a:lnTo>
                  <a:lnTo>
                    <a:pt x="96" y="261"/>
                  </a:lnTo>
                  <a:lnTo>
                    <a:pt x="92" y="261"/>
                  </a:lnTo>
                  <a:lnTo>
                    <a:pt x="90" y="258"/>
                  </a:lnTo>
                  <a:lnTo>
                    <a:pt x="94" y="248"/>
                  </a:lnTo>
                  <a:lnTo>
                    <a:pt x="96" y="248"/>
                  </a:lnTo>
                  <a:lnTo>
                    <a:pt x="98" y="244"/>
                  </a:lnTo>
                  <a:lnTo>
                    <a:pt x="101" y="244"/>
                  </a:lnTo>
                  <a:lnTo>
                    <a:pt x="107" y="258"/>
                  </a:lnTo>
                  <a:lnTo>
                    <a:pt x="109" y="258"/>
                  </a:lnTo>
                  <a:lnTo>
                    <a:pt x="113" y="263"/>
                  </a:lnTo>
                  <a:lnTo>
                    <a:pt x="119" y="263"/>
                  </a:lnTo>
                  <a:lnTo>
                    <a:pt x="113" y="269"/>
                  </a:lnTo>
                  <a:lnTo>
                    <a:pt x="121" y="265"/>
                  </a:lnTo>
                  <a:lnTo>
                    <a:pt x="115" y="275"/>
                  </a:lnTo>
                  <a:lnTo>
                    <a:pt x="119" y="290"/>
                  </a:lnTo>
                  <a:lnTo>
                    <a:pt x="113" y="290"/>
                  </a:lnTo>
                  <a:lnTo>
                    <a:pt x="105" y="283"/>
                  </a:lnTo>
                  <a:lnTo>
                    <a:pt x="96" y="281"/>
                  </a:lnTo>
                  <a:lnTo>
                    <a:pt x="103" y="277"/>
                  </a:lnTo>
                  <a:lnTo>
                    <a:pt x="103" y="271"/>
                  </a:lnTo>
                  <a:lnTo>
                    <a:pt x="92" y="267"/>
                  </a:lnTo>
                  <a:lnTo>
                    <a:pt x="78" y="269"/>
                  </a:lnTo>
                  <a:lnTo>
                    <a:pt x="76" y="273"/>
                  </a:lnTo>
                  <a:lnTo>
                    <a:pt x="69" y="269"/>
                  </a:lnTo>
                  <a:lnTo>
                    <a:pt x="65" y="263"/>
                  </a:lnTo>
                  <a:lnTo>
                    <a:pt x="57" y="261"/>
                  </a:lnTo>
                  <a:lnTo>
                    <a:pt x="52" y="256"/>
                  </a:lnTo>
                  <a:lnTo>
                    <a:pt x="48" y="246"/>
                  </a:lnTo>
                  <a:lnTo>
                    <a:pt x="38" y="246"/>
                  </a:lnTo>
                  <a:lnTo>
                    <a:pt x="42" y="240"/>
                  </a:lnTo>
                  <a:lnTo>
                    <a:pt x="38" y="235"/>
                  </a:lnTo>
                  <a:lnTo>
                    <a:pt x="38" y="229"/>
                  </a:lnTo>
                  <a:close/>
                  <a:moveTo>
                    <a:pt x="5" y="236"/>
                  </a:moveTo>
                  <a:lnTo>
                    <a:pt x="11" y="244"/>
                  </a:lnTo>
                  <a:lnTo>
                    <a:pt x="2" y="242"/>
                  </a:lnTo>
                  <a:lnTo>
                    <a:pt x="0" y="229"/>
                  </a:lnTo>
                  <a:lnTo>
                    <a:pt x="5" y="236"/>
                  </a:lnTo>
                  <a:close/>
                  <a:moveTo>
                    <a:pt x="32" y="223"/>
                  </a:moveTo>
                  <a:lnTo>
                    <a:pt x="28" y="227"/>
                  </a:lnTo>
                  <a:lnTo>
                    <a:pt x="28" y="225"/>
                  </a:lnTo>
                  <a:lnTo>
                    <a:pt x="32" y="223"/>
                  </a:lnTo>
                  <a:close/>
                  <a:moveTo>
                    <a:pt x="71" y="217"/>
                  </a:moveTo>
                  <a:lnTo>
                    <a:pt x="75" y="221"/>
                  </a:lnTo>
                  <a:lnTo>
                    <a:pt x="71" y="227"/>
                  </a:lnTo>
                  <a:lnTo>
                    <a:pt x="75" y="231"/>
                  </a:lnTo>
                  <a:lnTo>
                    <a:pt x="82" y="233"/>
                  </a:lnTo>
                  <a:lnTo>
                    <a:pt x="80" y="235"/>
                  </a:lnTo>
                  <a:lnTo>
                    <a:pt x="80" y="238"/>
                  </a:lnTo>
                  <a:lnTo>
                    <a:pt x="75" y="236"/>
                  </a:lnTo>
                  <a:lnTo>
                    <a:pt x="69" y="238"/>
                  </a:lnTo>
                  <a:lnTo>
                    <a:pt x="82" y="248"/>
                  </a:lnTo>
                  <a:lnTo>
                    <a:pt x="86" y="254"/>
                  </a:lnTo>
                  <a:lnTo>
                    <a:pt x="82" y="258"/>
                  </a:lnTo>
                  <a:lnTo>
                    <a:pt x="80" y="250"/>
                  </a:lnTo>
                  <a:lnTo>
                    <a:pt x="69" y="248"/>
                  </a:lnTo>
                  <a:lnTo>
                    <a:pt x="61" y="244"/>
                  </a:lnTo>
                  <a:lnTo>
                    <a:pt x="53" y="229"/>
                  </a:lnTo>
                  <a:lnTo>
                    <a:pt x="53" y="225"/>
                  </a:lnTo>
                  <a:lnTo>
                    <a:pt x="63" y="223"/>
                  </a:lnTo>
                  <a:lnTo>
                    <a:pt x="69" y="215"/>
                  </a:lnTo>
                  <a:lnTo>
                    <a:pt x="71" y="217"/>
                  </a:lnTo>
                  <a:close/>
                  <a:moveTo>
                    <a:pt x="27" y="217"/>
                  </a:moveTo>
                  <a:lnTo>
                    <a:pt x="32" y="221"/>
                  </a:lnTo>
                  <a:lnTo>
                    <a:pt x="28" y="223"/>
                  </a:lnTo>
                  <a:lnTo>
                    <a:pt x="30" y="223"/>
                  </a:lnTo>
                  <a:lnTo>
                    <a:pt x="27" y="225"/>
                  </a:lnTo>
                  <a:lnTo>
                    <a:pt x="27" y="227"/>
                  </a:lnTo>
                  <a:lnTo>
                    <a:pt x="23" y="229"/>
                  </a:lnTo>
                  <a:lnTo>
                    <a:pt x="17" y="223"/>
                  </a:lnTo>
                  <a:lnTo>
                    <a:pt x="23" y="215"/>
                  </a:lnTo>
                  <a:lnTo>
                    <a:pt x="27" y="217"/>
                  </a:lnTo>
                  <a:close/>
                  <a:moveTo>
                    <a:pt x="46" y="211"/>
                  </a:moveTo>
                  <a:lnTo>
                    <a:pt x="50" y="213"/>
                  </a:lnTo>
                  <a:lnTo>
                    <a:pt x="48" y="217"/>
                  </a:lnTo>
                  <a:lnTo>
                    <a:pt x="46" y="217"/>
                  </a:lnTo>
                  <a:lnTo>
                    <a:pt x="46" y="211"/>
                  </a:lnTo>
                  <a:close/>
                  <a:moveTo>
                    <a:pt x="171" y="211"/>
                  </a:moveTo>
                  <a:lnTo>
                    <a:pt x="167" y="210"/>
                  </a:lnTo>
                  <a:lnTo>
                    <a:pt x="165" y="208"/>
                  </a:lnTo>
                  <a:lnTo>
                    <a:pt x="171" y="211"/>
                  </a:lnTo>
                  <a:close/>
                  <a:moveTo>
                    <a:pt x="59" y="206"/>
                  </a:moveTo>
                  <a:lnTo>
                    <a:pt x="65" y="208"/>
                  </a:lnTo>
                  <a:lnTo>
                    <a:pt x="69" y="211"/>
                  </a:lnTo>
                  <a:lnTo>
                    <a:pt x="73" y="211"/>
                  </a:lnTo>
                  <a:lnTo>
                    <a:pt x="75" y="217"/>
                  </a:lnTo>
                  <a:lnTo>
                    <a:pt x="63" y="208"/>
                  </a:lnTo>
                  <a:lnTo>
                    <a:pt x="55" y="206"/>
                  </a:lnTo>
                  <a:lnTo>
                    <a:pt x="59" y="206"/>
                  </a:lnTo>
                  <a:close/>
                  <a:moveTo>
                    <a:pt x="38" y="194"/>
                  </a:moveTo>
                  <a:lnTo>
                    <a:pt x="42" y="198"/>
                  </a:lnTo>
                  <a:lnTo>
                    <a:pt x="36" y="198"/>
                  </a:lnTo>
                  <a:lnTo>
                    <a:pt x="38" y="194"/>
                  </a:lnTo>
                  <a:close/>
                  <a:moveTo>
                    <a:pt x="75" y="194"/>
                  </a:moveTo>
                  <a:lnTo>
                    <a:pt x="71" y="192"/>
                  </a:lnTo>
                  <a:lnTo>
                    <a:pt x="69" y="188"/>
                  </a:lnTo>
                  <a:lnTo>
                    <a:pt x="75" y="194"/>
                  </a:lnTo>
                  <a:close/>
                  <a:moveTo>
                    <a:pt x="75" y="192"/>
                  </a:moveTo>
                  <a:lnTo>
                    <a:pt x="71" y="188"/>
                  </a:lnTo>
                  <a:lnTo>
                    <a:pt x="75" y="192"/>
                  </a:lnTo>
                  <a:close/>
                  <a:moveTo>
                    <a:pt x="343" y="106"/>
                  </a:moveTo>
                  <a:lnTo>
                    <a:pt x="334" y="113"/>
                  </a:lnTo>
                  <a:lnTo>
                    <a:pt x="337" y="117"/>
                  </a:lnTo>
                  <a:lnTo>
                    <a:pt x="332" y="123"/>
                  </a:lnTo>
                  <a:lnTo>
                    <a:pt x="336" y="129"/>
                  </a:lnTo>
                  <a:lnTo>
                    <a:pt x="332" y="131"/>
                  </a:lnTo>
                  <a:lnTo>
                    <a:pt x="337" y="137"/>
                  </a:lnTo>
                  <a:lnTo>
                    <a:pt x="349" y="142"/>
                  </a:lnTo>
                  <a:lnTo>
                    <a:pt x="351" y="148"/>
                  </a:lnTo>
                  <a:lnTo>
                    <a:pt x="337" y="150"/>
                  </a:lnTo>
                  <a:lnTo>
                    <a:pt x="324" y="156"/>
                  </a:lnTo>
                  <a:lnTo>
                    <a:pt x="326" y="165"/>
                  </a:lnTo>
                  <a:lnTo>
                    <a:pt x="316" y="173"/>
                  </a:lnTo>
                  <a:lnTo>
                    <a:pt x="318" y="183"/>
                  </a:lnTo>
                  <a:lnTo>
                    <a:pt x="314" y="185"/>
                  </a:lnTo>
                  <a:lnTo>
                    <a:pt x="314" y="190"/>
                  </a:lnTo>
                  <a:lnTo>
                    <a:pt x="318" y="188"/>
                  </a:lnTo>
                  <a:lnTo>
                    <a:pt x="326" y="192"/>
                  </a:lnTo>
                  <a:lnTo>
                    <a:pt x="330" y="206"/>
                  </a:lnTo>
                  <a:lnTo>
                    <a:pt x="328" y="202"/>
                  </a:lnTo>
                  <a:lnTo>
                    <a:pt x="326" y="206"/>
                  </a:lnTo>
                  <a:lnTo>
                    <a:pt x="324" y="204"/>
                  </a:lnTo>
                  <a:lnTo>
                    <a:pt x="322" y="206"/>
                  </a:lnTo>
                  <a:lnTo>
                    <a:pt x="316" y="202"/>
                  </a:lnTo>
                  <a:lnTo>
                    <a:pt x="316" y="215"/>
                  </a:lnTo>
                  <a:lnTo>
                    <a:pt x="318" y="219"/>
                  </a:lnTo>
                  <a:lnTo>
                    <a:pt x="307" y="225"/>
                  </a:lnTo>
                  <a:lnTo>
                    <a:pt x="314" y="238"/>
                  </a:lnTo>
                  <a:lnTo>
                    <a:pt x="318" y="236"/>
                  </a:lnTo>
                  <a:lnTo>
                    <a:pt x="324" y="246"/>
                  </a:lnTo>
                  <a:lnTo>
                    <a:pt x="332" y="248"/>
                  </a:lnTo>
                  <a:lnTo>
                    <a:pt x="328" y="254"/>
                  </a:lnTo>
                  <a:lnTo>
                    <a:pt x="332" y="258"/>
                  </a:lnTo>
                  <a:lnTo>
                    <a:pt x="328" y="259"/>
                  </a:lnTo>
                  <a:lnTo>
                    <a:pt x="322" y="258"/>
                  </a:lnTo>
                  <a:lnTo>
                    <a:pt x="324" y="261"/>
                  </a:lnTo>
                  <a:lnTo>
                    <a:pt x="320" y="265"/>
                  </a:lnTo>
                  <a:lnTo>
                    <a:pt x="322" y="267"/>
                  </a:lnTo>
                  <a:lnTo>
                    <a:pt x="324" y="279"/>
                  </a:lnTo>
                  <a:lnTo>
                    <a:pt x="307" y="271"/>
                  </a:lnTo>
                  <a:lnTo>
                    <a:pt x="303" y="273"/>
                  </a:lnTo>
                  <a:lnTo>
                    <a:pt x="307" y="281"/>
                  </a:lnTo>
                  <a:lnTo>
                    <a:pt x="303" y="288"/>
                  </a:lnTo>
                  <a:lnTo>
                    <a:pt x="299" y="302"/>
                  </a:lnTo>
                  <a:lnTo>
                    <a:pt x="290" y="300"/>
                  </a:lnTo>
                  <a:lnTo>
                    <a:pt x="274" y="302"/>
                  </a:lnTo>
                  <a:lnTo>
                    <a:pt x="265" y="309"/>
                  </a:lnTo>
                  <a:lnTo>
                    <a:pt x="263" y="319"/>
                  </a:lnTo>
                  <a:lnTo>
                    <a:pt x="266" y="327"/>
                  </a:lnTo>
                  <a:lnTo>
                    <a:pt x="259" y="327"/>
                  </a:lnTo>
                  <a:lnTo>
                    <a:pt x="243" y="331"/>
                  </a:lnTo>
                  <a:lnTo>
                    <a:pt x="242" y="331"/>
                  </a:lnTo>
                  <a:lnTo>
                    <a:pt x="236" y="327"/>
                  </a:lnTo>
                  <a:lnTo>
                    <a:pt x="228" y="325"/>
                  </a:lnTo>
                  <a:lnTo>
                    <a:pt x="228" y="323"/>
                  </a:lnTo>
                  <a:lnTo>
                    <a:pt x="232" y="313"/>
                  </a:lnTo>
                  <a:lnTo>
                    <a:pt x="224" y="306"/>
                  </a:lnTo>
                  <a:lnTo>
                    <a:pt x="220" y="290"/>
                  </a:lnTo>
                  <a:lnTo>
                    <a:pt x="224" y="275"/>
                  </a:lnTo>
                  <a:lnTo>
                    <a:pt x="220" y="273"/>
                  </a:lnTo>
                  <a:lnTo>
                    <a:pt x="226" y="273"/>
                  </a:lnTo>
                  <a:lnTo>
                    <a:pt x="222" y="273"/>
                  </a:lnTo>
                  <a:lnTo>
                    <a:pt x="222" y="267"/>
                  </a:lnTo>
                  <a:lnTo>
                    <a:pt x="222" y="265"/>
                  </a:lnTo>
                  <a:lnTo>
                    <a:pt x="220" y="269"/>
                  </a:lnTo>
                  <a:lnTo>
                    <a:pt x="217" y="259"/>
                  </a:lnTo>
                  <a:lnTo>
                    <a:pt x="220" y="263"/>
                  </a:lnTo>
                  <a:lnTo>
                    <a:pt x="222" y="259"/>
                  </a:lnTo>
                  <a:lnTo>
                    <a:pt x="218" y="258"/>
                  </a:lnTo>
                  <a:lnTo>
                    <a:pt x="215" y="250"/>
                  </a:lnTo>
                  <a:lnTo>
                    <a:pt x="207" y="242"/>
                  </a:lnTo>
                  <a:lnTo>
                    <a:pt x="203" y="242"/>
                  </a:lnTo>
                  <a:lnTo>
                    <a:pt x="199" y="240"/>
                  </a:lnTo>
                  <a:lnTo>
                    <a:pt x="197" y="240"/>
                  </a:lnTo>
                  <a:lnTo>
                    <a:pt x="194" y="233"/>
                  </a:lnTo>
                  <a:lnTo>
                    <a:pt x="188" y="231"/>
                  </a:lnTo>
                  <a:lnTo>
                    <a:pt x="192" y="223"/>
                  </a:lnTo>
                  <a:lnTo>
                    <a:pt x="190" y="213"/>
                  </a:lnTo>
                  <a:lnTo>
                    <a:pt x="195" y="206"/>
                  </a:lnTo>
                  <a:lnTo>
                    <a:pt x="192" y="206"/>
                  </a:lnTo>
                  <a:lnTo>
                    <a:pt x="190" y="202"/>
                  </a:lnTo>
                  <a:lnTo>
                    <a:pt x="174" y="196"/>
                  </a:lnTo>
                  <a:lnTo>
                    <a:pt x="169" y="186"/>
                  </a:lnTo>
                  <a:lnTo>
                    <a:pt x="171" y="177"/>
                  </a:lnTo>
                  <a:lnTo>
                    <a:pt x="157" y="169"/>
                  </a:lnTo>
                  <a:lnTo>
                    <a:pt x="159" y="175"/>
                  </a:lnTo>
                  <a:lnTo>
                    <a:pt x="165" y="185"/>
                  </a:lnTo>
                  <a:lnTo>
                    <a:pt x="159" y="188"/>
                  </a:lnTo>
                  <a:lnTo>
                    <a:pt x="161" y="200"/>
                  </a:lnTo>
                  <a:lnTo>
                    <a:pt x="159" y="206"/>
                  </a:lnTo>
                  <a:lnTo>
                    <a:pt x="159" y="202"/>
                  </a:lnTo>
                  <a:lnTo>
                    <a:pt x="159" y="198"/>
                  </a:lnTo>
                  <a:lnTo>
                    <a:pt x="159" y="183"/>
                  </a:lnTo>
                  <a:lnTo>
                    <a:pt x="155" y="167"/>
                  </a:lnTo>
                  <a:lnTo>
                    <a:pt x="155" y="152"/>
                  </a:lnTo>
                  <a:lnTo>
                    <a:pt x="153" y="140"/>
                  </a:lnTo>
                  <a:lnTo>
                    <a:pt x="153" y="138"/>
                  </a:lnTo>
                  <a:lnTo>
                    <a:pt x="151" y="142"/>
                  </a:lnTo>
                  <a:lnTo>
                    <a:pt x="151" y="140"/>
                  </a:lnTo>
                  <a:lnTo>
                    <a:pt x="155" y="129"/>
                  </a:lnTo>
                  <a:lnTo>
                    <a:pt x="153" y="121"/>
                  </a:lnTo>
                  <a:lnTo>
                    <a:pt x="147" y="115"/>
                  </a:lnTo>
                  <a:lnTo>
                    <a:pt x="146" y="119"/>
                  </a:lnTo>
                  <a:lnTo>
                    <a:pt x="147" y="119"/>
                  </a:lnTo>
                  <a:lnTo>
                    <a:pt x="146" y="119"/>
                  </a:lnTo>
                  <a:lnTo>
                    <a:pt x="138" y="106"/>
                  </a:lnTo>
                  <a:lnTo>
                    <a:pt x="134" y="104"/>
                  </a:lnTo>
                  <a:lnTo>
                    <a:pt x="123" y="94"/>
                  </a:lnTo>
                  <a:lnTo>
                    <a:pt x="121" y="96"/>
                  </a:lnTo>
                  <a:lnTo>
                    <a:pt x="121" y="89"/>
                  </a:lnTo>
                  <a:lnTo>
                    <a:pt x="117" y="85"/>
                  </a:lnTo>
                  <a:lnTo>
                    <a:pt x="105" y="77"/>
                  </a:lnTo>
                  <a:lnTo>
                    <a:pt x="101" y="71"/>
                  </a:lnTo>
                  <a:lnTo>
                    <a:pt x="88" y="65"/>
                  </a:lnTo>
                  <a:lnTo>
                    <a:pt x="80" y="56"/>
                  </a:lnTo>
                  <a:lnTo>
                    <a:pt x="84" y="52"/>
                  </a:lnTo>
                  <a:lnTo>
                    <a:pt x="98" y="52"/>
                  </a:lnTo>
                  <a:lnTo>
                    <a:pt x="105" y="37"/>
                  </a:lnTo>
                  <a:lnTo>
                    <a:pt x="111" y="33"/>
                  </a:lnTo>
                  <a:lnTo>
                    <a:pt x="115" y="19"/>
                  </a:lnTo>
                  <a:lnTo>
                    <a:pt x="115" y="4"/>
                  </a:lnTo>
                  <a:lnTo>
                    <a:pt x="119" y="0"/>
                  </a:lnTo>
                  <a:lnTo>
                    <a:pt x="144" y="2"/>
                  </a:lnTo>
                  <a:lnTo>
                    <a:pt x="147" y="19"/>
                  </a:lnTo>
                  <a:lnTo>
                    <a:pt x="146" y="29"/>
                  </a:lnTo>
                  <a:lnTo>
                    <a:pt x="153" y="37"/>
                  </a:lnTo>
                  <a:lnTo>
                    <a:pt x="161" y="39"/>
                  </a:lnTo>
                  <a:lnTo>
                    <a:pt x="171" y="48"/>
                  </a:lnTo>
                  <a:lnTo>
                    <a:pt x="172" y="58"/>
                  </a:lnTo>
                  <a:lnTo>
                    <a:pt x="180" y="65"/>
                  </a:lnTo>
                  <a:lnTo>
                    <a:pt x="186" y="62"/>
                  </a:lnTo>
                  <a:lnTo>
                    <a:pt x="184" y="48"/>
                  </a:lnTo>
                  <a:lnTo>
                    <a:pt x="190" y="50"/>
                  </a:lnTo>
                  <a:lnTo>
                    <a:pt x="195" y="46"/>
                  </a:lnTo>
                  <a:lnTo>
                    <a:pt x="201" y="50"/>
                  </a:lnTo>
                  <a:lnTo>
                    <a:pt x="209" y="50"/>
                  </a:lnTo>
                  <a:lnTo>
                    <a:pt x="220" y="54"/>
                  </a:lnTo>
                  <a:lnTo>
                    <a:pt x="228" y="52"/>
                  </a:lnTo>
                  <a:lnTo>
                    <a:pt x="234" y="56"/>
                  </a:lnTo>
                  <a:lnTo>
                    <a:pt x="245" y="56"/>
                  </a:lnTo>
                  <a:lnTo>
                    <a:pt x="266" y="52"/>
                  </a:lnTo>
                  <a:lnTo>
                    <a:pt x="265" y="64"/>
                  </a:lnTo>
                  <a:lnTo>
                    <a:pt x="268" y="67"/>
                  </a:lnTo>
                  <a:lnTo>
                    <a:pt x="278" y="65"/>
                  </a:lnTo>
                  <a:lnTo>
                    <a:pt x="290" y="75"/>
                  </a:lnTo>
                  <a:lnTo>
                    <a:pt x="290" y="83"/>
                  </a:lnTo>
                  <a:lnTo>
                    <a:pt x="301" y="94"/>
                  </a:lnTo>
                  <a:lnTo>
                    <a:pt x="305" y="90"/>
                  </a:lnTo>
                  <a:lnTo>
                    <a:pt x="322" y="90"/>
                  </a:lnTo>
                  <a:lnTo>
                    <a:pt x="326" y="98"/>
                  </a:lnTo>
                  <a:lnTo>
                    <a:pt x="318" y="108"/>
                  </a:lnTo>
                  <a:lnTo>
                    <a:pt x="330" y="112"/>
                  </a:lnTo>
                  <a:lnTo>
                    <a:pt x="334" y="112"/>
                  </a:lnTo>
                  <a:lnTo>
                    <a:pt x="334" y="104"/>
                  </a:lnTo>
                  <a:lnTo>
                    <a:pt x="337" y="102"/>
                  </a:lnTo>
                  <a:lnTo>
                    <a:pt x="343" y="106"/>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2" name="Freeform 31">
              <a:extLst>
                <a:ext uri="{FF2B5EF4-FFF2-40B4-BE49-F238E27FC236}">
                  <a16:creationId xmlns:a16="http://schemas.microsoft.com/office/drawing/2014/main" id="{BAC92386-F9FF-BFAA-350D-4FE32B1B051A}"/>
                </a:ext>
              </a:extLst>
            </p:cNvPr>
            <p:cNvSpPr>
              <a:spLocks/>
            </p:cNvSpPr>
            <p:nvPr/>
          </p:nvSpPr>
          <p:spPr bwMode="gray">
            <a:xfrm>
              <a:off x="8055465" y="4404609"/>
              <a:ext cx="1671222" cy="538899"/>
            </a:xfrm>
            <a:custGeom>
              <a:avLst/>
              <a:gdLst>
                <a:gd name="T0" fmla="*/ 1596 w 1662"/>
                <a:gd name="T1" fmla="*/ 117 h 511"/>
                <a:gd name="T2" fmla="*/ 1318 w 1662"/>
                <a:gd name="T3" fmla="*/ 160 h 511"/>
                <a:gd name="T4" fmla="*/ 1088 w 1662"/>
                <a:gd name="T5" fmla="*/ 183 h 511"/>
                <a:gd name="T6" fmla="*/ 900 w 1662"/>
                <a:gd name="T7" fmla="*/ 271 h 511"/>
                <a:gd name="T8" fmla="*/ 748 w 1662"/>
                <a:gd name="T9" fmla="*/ 479 h 511"/>
                <a:gd name="T10" fmla="*/ 654 w 1662"/>
                <a:gd name="T11" fmla="*/ 511 h 511"/>
                <a:gd name="T12" fmla="*/ 610 w 1662"/>
                <a:gd name="T13" fmla="*/ 446 h 511"/>
                <a:gd name="T14" fmla="*/ 481 w 1662"/>
                <a:gd name="T15" fmla="*/ 452 h 511"/>
                <a:gd name="T16" fmla="*/ 347 w 1662"/>
                <a:gd name="T17" fmla="*/ 436 h 511"/>
                <a:gd name="T18" fmla="*/ 247 w 1662"/>
                <a:gd name="T19" fmla="*/ 415 h 511"/>
                <a:gd name="T20" fmla="*/ 184 w 1662"/>
                <a:gd name="T21" fmla="*/ 423 h 511"/>
                <a:gd name="T22" fmla="*/ 151 w 1662"/>
                <a:gd name="T23" fmla="*/ 417 h 511"/>
                <a:gd name="T24" fmla="*/ 126 w 1662"/>
                <a:gd name="T25" fmla="*/ 419 h 511"/>
                <a:gd name="T26" fmla="*/ 115 w 1662"/>
                <a:gd name="T27" fmla="*/ 421 h 511"/>
                <a:gd name="T28" fmla="*/ 94 w 1662"/>
                <a:gd name="T29" fmla="*/ 429 h 511"/>
                <a:gd name="T30" fmla="*/ 78 w 1662"/>
                <a:gd name="T31" fmla="*/ 425 h 511"/>
                <a:gd name="T32" fmla="*/ 65 w 1662"/>
                <a:gd name="T33" fmla="*/ 436 h 511"/>
                <a:gd name="T34" fmla="*/ 40 w 1662"/>
                <a:gd name="T35" fmla="*/ 434 h 511"/>
                <a:gd name="T36" fmla="*/ 19 w 1662"/>
                <a:gd name="T37" fmla="*/ 429 h 511"/>
                <a:gd name="T38" fmla="*/ 13 w 1662"/>
                <a:gd name="T39" fmla="*/ 421 h 511"/>
                <a:gd name="T40" fmla="*/ 21 w 1662"/>
                <a:gd name="T41" fmla="*/ 407 h 511"/>
                <a:gd name="T42" fmla="*/ 17 w 1662"/>
                <a:gd name="T43" fmla="*/ 396 h 511"/>
                <a:gd name="T44" fmla="*/ 21 w 1662"/>
                <a:gd name="T45" fmla="*/ 388 h 511"/>
                <a:gd name="T46" fmla="*/ 7 w 1662"/>
                <a:gd name="T47" fmla="*/ 383 h 511"/>
                <a:gd name="T48" fmla="*/ 0 w 1662"/>
                <a:gd name="T49" fmla="*/ 371 h 511"/>
                <a:gd name="T50" fmla="*/ 1 w 1662"/>
                <a:gd name="T51" fmla="*/ 354 h 511"/>
                <a:gd name="T52" fmla="*/ 5 w 1662"/>
                <a:gd name="T53" fmla="*/ 336 h 511"/>
                <a:gd name="T54" fmla="*/ 5 w 1662"/>
                <a:gd name="T55" fmla="*/ 321 h 511"/>
                <a:gd name="T56" fmla="*/ 17 w 1662"/>
                <a:gd name="T57" fmla="*/ 310 h 511"/>
                <a:gd name="T58" fmla="*/ 24 w 1662"/>
                <a:gd name="T59" fmla="*/ 300 h 511"/>
                <a:gd name="T60" fmla="*/ 21 w 1662"/>
                <a:gd name="T61" fmla="*/ 288 h 511"/>
                <a:gd name="T62" fmla="*/ 28 w 1662"/>
                <a:gd name="T63" fmla="*/ 273 h 511"/>
                <a:gd name="T64" fmla="*/ 40 w 1662"/>
                <a:gd name="T65" fmla="*/ 263 h 511"/>
                <a:gd name="T66" fmla="*/ 38 w 1662"/>
                <a:gd name="T67" fmla="*/ 256 h 511"/>
                <a:gd name="T68" fmla="*/ 47 w 1662"/>
                <a:gd name="T69" fmla="*/ 254 h 511"/>
                <a:gd name="T70" fmla="*/ 61 w 1662"/>
                <a:gd name="T71" fmla="*/ 233 h 511"/>
                <a:gd name="T72" fmla="*/ 65 w 1662"/>
                <a:gd name="T73" fmla="*/ 223 h 511"/>
                <a:gd name="T74" fmla="*/ 86 w 1662"/>
                <a:gd name="T75" fmla="*/ 219 h 511"/>
                <a:gd name="T76" fmla="*/ 69 w 1662"/>
                <a:gd name="T77" fmla="*/ 212 h 511"/>
                <a:gd name="T78" fmla="*/ 90 w 1662"/>
                <a:gd name="T79" fmla="*/ 192 h 511"/>
                <a:gd name="T80" fmla="*/ 86 w 1662"/>
                <a:gd name="T81" fmla="*/ 181 h 511"/>
                <a:gd name="T82" fmla="*/ 103 w 1662"/>
                <a:gd name="T83" fmla="*/ 160 h 511"/>
                <a:gd name="T84" fmla="*/ 109 w 1662"/>
                <a:gd name="T85" fmla="*/ 150 h 511"/>
                <a:gd name="T86" fmla="*/ 122 w 1662"/>
                <a:gd name="T87" fmla="*/ 127 h 511"/>
                <a:gd name="T88" fmla="*/ 130 w 1662"/>
                <a:gd name="T89" fmla="*/ 129 h 511"/>
                <a:gd name="T90" fmla="*/ 161 w 1662"/>
                <a:gd name="T91" fmla="*/ 117 h 511"/>
                <a:gd name="T92" fmla="*/ 170 w 1662"/>
                <a:gd name="T93" fmla="*/ 117 h 511"/>
                <a:gd name="T94" fmla="*/ 168 w 1662"/>
                <a:gd name="T95" fmla="*/ 102 h 511"/>
                <a:gd name="T96" fmla="*/ 166 w 1662"/>
                <a:gd name="T97" fmla="*/ 89 h 511"/>
                <a:gd name="T98" fmla="*/ 180 w 1662"/>
                <a:gd name="T99" fmla="*/ 69 h 511"/>
                <a:gd name="T100" fmla="*/ 193 w 1662"/>
                <a:gd name="T101" fmla="*/ 64 h 511"/>
                <a:gd name="T102" fmla="*/ 190 w 1662"/>
                <a:gd name="T103" fmla="*/ 46 h 511"/>
                <a:gd name="T104" fmla="*/ 172 w 1662"/>
                <a:gd name="T105" fmla="*/ 25 h 511"/>
                <a:gd name="T106" fmla="*/ 195 w 1662"/>
                <a:gd name="T107" fmla="*/ 16 h 511"/>
                <a:gd name="T108" fmla="*/ 316 w 1662"/>
                <a:gd name="T109" fmla="*/ 18 h 511"/>
                <a:gd name="T110" fmla="*/ 428 w 1662"/>
                <a:gd name="T111" fmla="*/ 33 h 511"/>
                <a:gd name="T112" fmla="*/ 570 w 1662"/>
                <a:gd name="T113" fmla="*/ 25 h 511"/>
                <a:gd name="T114" fmla="*/ 667 w 1662"/>
                <a:gd name="T115" fmla="*/ 10 h 511"/>
                <a:gd name="T116" fmla="*/ 704 w 1662"/>
                <a:gd name="T117" fmla="*/ 23 h 511"/>
                <a:gd name="T118" fmla="*/ 800 w 1662"/>
                <a:gd name="T119" fmla="*/ 8 h 511"/>
                <a:gd name="T120" fmla="*/ 1662 w 1662"/>
                <a:gd name="T121" fmla="*/ 3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62" h="511">
                  <a:moveTo>
                    <a:pt x="1656" y="106"/>
                  </a:moveTo>
                  <a:lnTo>
                    <a:pt x="1596" y="117"/>
                  </a:lnTo>
                  <a:lnTo>
                    <a:pt x="1416" y="150"/>
                  </a:lnTo>
                  <a:lnTo>
                    <a:pt x="1318" y="160"/>
                  </a:lnTo>
                  <a:lnTo>
                    <a:pt x="1209" y="169"/>
                  </a:lnTo>
                  <a:lnTo>
                    <a:pt x="1088" y="183"/>
                  </a:lnTo>
                  <a:lnTo>
                    <a:pt x="982" y="233"/>
                  </a:lnTo>
                  <a:lnTo>
                    <a:pt x="900" y="271"/>
                  </a:lnTo>
                  <a:lnTo>
                    <a:pt x="777" y="413"/>
                  </a:lnTo>
                  <a:lnTo>
                    <a:pt x="748" y="479"/>
                  </a:lnTo>
                  <a:lnTo>
                    <a:pt x="690" y="511"/>
                  </a:lnTo>
                  <a:lnTo>
                    <a:pt x="654" y="511"/>
                  </a:lnTo>
                  <a:lnTo>
                    <a:pt x="627" y="473"/>
                  </a:lnTo>
                  <a:lnTo>
                    <a:pt x="610" y="446"/>
                  </a:lnTo>
                  <a:lnTo>
                    <a:pt x="533" y="456"/>
                  </a:lnTo>
                  <a:lnTo>
                    <a:pt x="481" y="452"/>
                  </a:lnTo>
                  <a:lnTo>
                    <a:pt x="456" y="450"/>
                  </a:lnTo>
                  <a:lnTo>
                    <a:pt x="347" y="436"/>
                  </a:lnTo>
                  <a:lnTo>
                    <a:pt x="310" y="417"/>
                  </a:lnTo>
                  <a:lnTo>
                    <a:pt x="247" y="415"/>
                  </a:lnTo>
                  <a:lnTo>
                    <a:pt x="201" y="417"/>
                  </a:lnTo>
                  <a:lnTo>
                    <a:pt x="184" y="423"/>
                  </a:lnTo>
                  <a:lnTo>
                    <a:pt x="165" y="417"/>
                  </a:lnTo>
                  <a:lnTo>
                    <a:pt x="151" y="417"/>
                  </a:lnTo>
                  <a:lnTo>
                    <a:pt x="145" y="417"/>
                  </a:lnTo>
                  <a:lnTo>
                    <a:pt x="126" y="419"/>
                  </a:lnTo>
                  <a:lnTo>
                    <a:pt x="118" y="419"/>
                  </a:lnTo>
                  <a:lnTo>
                    <a:pt x="115" y="421"/>
                  </a:lnTo>
                  <a:lnTo>
                    <a:pt x="99" y="421"/>
                  </a:lnTo>
                  <a:lnTo>
                    <a:pt x="94" y="429"/>
                  </a:lnTo>
                  <a:lnTo>
                    <a:pt x="86" y="421"/>
                  </a:lnTo>
                  <a:lnTo>
                    <a:pt x="78" y="425"/>
                  </a:lnTo>
                  <a:lnTo>
                    <a:pt x="74" y="423"/>
                  </a:lnTo>
                  <a:lnTo>
                    <a:pt x="65" y="436"/>
                  </a:lnTo>
                  <a:lnTo>
                    <a:pt x="53" y="434"/>
                  </a:lnTo>
                  <a:lnTo>
                    <a:pt x="40" y="434"/>
                  </a:lnTo>
                  <a:lnTo>
                    <a:pt x="32" y="429"/>
                  </a:lnTo>
                  <a:lnTo>
                    <a:pt x="19" y="429"/>
                  </a:lnTo>
                  <a:lnTo>
                    <a:pt x="19" y="425"/>
                  </a:lnTo>
                  <a:lnTo>
                    <a:pt x="13" y="421"/>
                  </a:lnTo>
                  <a:lnTo>
                    <a:pt x="21" y="415"/>
                  </a:lnTo>
                  <a:lnTo>
                    <a:pt x="21" y="407"/>
                  </a:lnTo>
                  <a:lnTo>
                    <a:pt x="13" y="402"/>
                  </a:lnTo>
                  <a:lnTo>
                    <a:pt x="17" y="396"/>
                  </a:lnTo>
                  <a:lnTo>
                    <a:pt x="21" y="396"/>
                  </a:lnTo>
                  <a:lnTo>
                    <a:pt x="21" y="388"/>
                  </a:lnTo>
                  <a:lnTo>
                    <a:pt x="13" y="388"/>
                  </a:lnTo>
                  <a:lnTo>
                    <a:pt x="7" y="383"/>
                  </a:lnTo>
                  <a:lnTo>
                    <a:pt x="9" y="377"/>
                  </a:lnTo>
                  <a:lnTo>
                    <a:pt x="0" y="371"/>
                  </a:lnTo>
                  <a:lnTo>
                    <a:pt x="1" y="363"/>
                  </a:lnTo>
                  <a:lnTo>
                    <a:pt x="1" y="354"/>
                  </a:lnTo>
                  <a:lnTo>
                    <a:pt x="0" y="350"/>
                  </a:lnTo>
                  <a:lnTo>
                    <a:pt x="5" y="336"/>
                  </a:lnTo>
                  <a:lnTo>
                    <a:pt x="1" y="329"/>
                  </a:lnTo>
                  <a:lnTo>
                    <a:pt x="5" y="321"/>
                  </a:lnTo>
                  <a:lnTo>
                    <a:pt x="15" y="319"/>
                  </a:lnTo>
                  <a:lnTo>
                    <a:pt x="17" y="310"/>
                  </a:lnTo>
                  <a:lnTo>
                    <a:pt x="23" y="308"/>
                  </a:lnTo>
                  <a:lnTo>
                    <a:pt x="24" y="300"/>
                  </a:lnTo>
                  <a:lnTo>
                    <a:pt x="21" y="298"/>
                  </a:lnTo>
                  <a:lnTo>
                    <a:pt x="21" y="288"/>
                  </a:lnTo>
                  <a:lnTo>
                    <a:pt x="26" y="285"/>
                  </a:lnTo>
                  <a:lnTo>
                    <a:pt x="28" y="273"/>
                  </a:lnTo>
                  <a:lnTo>
                    <a:pt x="40" y="269"/>
                  </a:lnTo>
                  <a:lnTo>
                    <a:pt x="40" y="263"/>
                  </a:lnTo>
                  <a:lnTo>
                    <a:pt x="32" y="260"/>
                  </a:lnTo>
                  <a:lnTo>
                    <a:pt x="38" y="256"/>
                  </a:lnTo>
                  <a:lnTo>
                    <a:pt x="47" y="256"/>
                  </a:lnTo>
                  <a:lnTo>
                    <a:pt x="47" y="254"/>
                  </a:lnTo>
                  <a:lnTo>
                    <a:pt x="57" y="248"/>
                  </a:lnTo>
                  <a:lnTo>
                    <a:pt x="61" y="233"/>
                  </a:lnTo>
                  <a:lnTo>
                    <a:pt x="65" y="231"/>
                  </a:lnTo>
                  <a:lnTo>
                    <a:pt x="65" y="223"/>
                  </a:lnTo>
                  <a:lnTo>
                    <a:pt x="71" y="221"/>
                  </a:lnTo>
                  <a:lnTo>
                    <a:pt x="86" y="219"/>
                  </a:lnTo>
                  <a:lnTo>
                    <a:pt x="88" y="212"/>
                  </a:lnTo>
                  <a:lnTo>
                    <a:pt x="69" y="212"/>
                  </a:lnTo>
                  <a:lnTo>
                    <a:pt x="78" y="200"/>
                  </a:lnTo>
                  <a:lnTo>
                    <a:pt x="90" y="192"/>
                  </a:lnTo>
                  <a:lnTo>
                    <a:pt x="82" y="185"/>
                  </a:lnTo>
                  <a:lnTo>
                    <a:pt x="86" y="181"/>
                  </a:lnTo>
                  <a:lnTo>
                    <a:pt x="86" y="175"/>
                  </a:lnTo>
                  <a:lnTo>
                    <a:pt x="103" y="160"/>
                  </a:lnTo>
                  <a:lnTo>
                    <a:pt x="118" y="152"/>
                  </a:lnTo>
                  <a:lnTo>
                    <a:pt x="109" y="150"/>
                  </a:lnTo>
                  <a:lnTo>
                    <a:pt x="105" y="144"/>
                  </a:lnTo>
                  <a:lnTo>
                    <a:pt x="122" y="127"/>
                  </a:lnTo>
                  <a:lnTo>
                    <a:pt x="126" y="131"/>
                  </a:lnTo>
                  <a:lnTo>
                    <a:pt x="130" y="129"/>
                  </a:lnTo>
                  <a:lnTo>
                    <a:pt x="143" y="119"/>
                  </a:lnTo>
                  <a:lnTo>
                    <a:pt x="161" y="117"/>
                  </a:lnTo>
                  <a:lnTo>
                    <a:pt x="166" y="123"/>
                  </a:lnTo>
                  <a:lnTo>
                    <a:pt x="170" y="117"/>
                  </a:lnTo>
                  <a:lnTo>
                    <a:pt x="166" y="112"/>
                  </a:lnTo>
                  <a:lnTo>
                    <a:pt x="168" y="102"/>
                  </a:lnTo>
                  <a:lnTo>
                    <a:pt x="165" y="94"/>
                  </a:lnTo>
                  <a:lnTo>
                    <a:pt x="166" y="89"/>
                  </a:lnTo>
                  <a:lnTo>
                    <a:pt x="174" y="85"/>
                  </a:lnTo>
                  <a:lnTo>
                    <a:pt x="180" y="69"/>
                  </a:lnTo>
                  <a:lnTo>
                    <a:pt x="190" y="73"/>
                  </a:lnTo>
                  <a:lnTo>
                    <a:pt x="193" y="64"/>
                  </a:lnTo>
                  <a:lnTo>
                    <a:pt x="186" y="56"/>
                  </a:lnTo>
                  <a:lnTo>
                    <a:pt x="190" y="46"/>
                  </a:lnTo>
                  <a:lnTo>
                    <a:pt x="176" y="43"/>
                  </a:lnTo>
                  <a:lnTo>
                    <a:pt x="172" y="25"/>
                  </a:lnTo>
                  <a:lnTo>
                    <a:pt x="186" y="18"/>
                  </a:lnTo>
                  <a:lnTo>
                    <a:pt x="195" y="16"/>
                  </a:lnTo>
                  <a:lnTo>
                    <a:pt x="207" y="23"/>
                  </a:lnTo>
                  <a:lnTo>
                    <a:pt x="316" y="18"/>
                  </a:lnTo>
                  <a:lnTo>
                    <a:pt x="370" y="23"/>
                  </a:lnTo>
                  <a:lnTo>
                    <a:pt x="428" y="33"/>
                  </a:lnTo>
                  <a:lnTo>
                    <a:pt x="504" y="31"/>
                  </a:lnTo>
                  <a:lnTo>
                    <a:pt x="570" y="25"/>
                  </a:lnTo>
                  <a:lnTo>
                    <a:pt x="591" y="14"/>
                  </a:lnTo>
                  <a:lnTo>
                    <a:pt x="667" y="10"/>
                  </a:lnTo>
                  <a:lnTo>
                    <a:pt x="685" y="14"/>
                  </a:lnTo>
                  <a:lnTo>
                    <a:pt x="704" y="23"/>
                  </a:lnTo>
                  <a:lnTo>
                    <a:pt x="733" y="12"/>
                  </a:lnTo>
                  <a:lnTo>
                    <a:pt x="800" y="8"/>
                  </a:lnTo>
                  <a:lnTo>
                    <a:pt x="1178" y="0"/>
                  </a:lnTo>
                  <a:lnTo>
                    <a:pt x="1662" y="35"/>
                  </a:lnTo>
                  <a:lnTo>
                    <a:pt x="1656" y="106"/>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3" name="Freeform 32">
              <a:extLst>
                <a:ext uri="{FF2B5EF4-FFF2-40B4-BE49-F238E27FC236}">
                  <a16:creationId xmlns:a16="http://schemas.microsoft.com/office/drawing/2014/main" id="{EEADA6FD-CA6E-DD8E-040A-A8ED37879FCB}"/>
                </a:ext>
              </a:extLst>
            </p:cNvPr>
            <p:cNvSpPr>
              <a:spLocks noEditPoints="1"/>
            </p:cNvSpPr>
            <p:nvPr/>
          </p:nvSpPr>
          <p:spPr bwMode="gray">
            <a:xfrm>
              <a:off x="8387296" y="2411422"/>
              <a:ext cx="2085508" cy="2104974"/>
            </a:xfrm>
            <a:custGeom>
              <a:avLst/>
              <a:gdLst>
                <a:gd name="T0" fmla="*/ 954 w 2074"/>
                <a:gd name="T1" fmla="*/ 384 h 1996"/>
                <a:gd name="T2" fmla="*/ 959 w 2074"/>
                <a:gd name="T3" fmla="*/ 363 h 1996"/>
                <a:gd name="T4" fmla="*/ 967 w 2074"/>
                <a:gd name="T5" fmla="*/ 346 h 1996"/>
                <a:gd name="T6" fmla="*/ 973 w 2074"/>
                <a:gd name="T7" fmla="*/ 354 h 1996"/>
                <a:gd name="T8" fmla="*/ 921 w 2074"/>
                <a:gd name="T9" fmla="*/ 346 h 1996"/>
                <a:gd name="T10" fmla="*/ 483 w 2074"/>
                <a:gd name="T11" fmla="*/ 1871 h 1996"/>
                <a:gd name="T12" fmla="*/ 552 w 2074"/>
                <a:gd name="T13" fmla="*/ 1548 h 1996"/>
                <a:gd name="T14" fmla="*/ 587 w 2074"/>
                <a:gd name="T15" fmla="*/ 1427 h 1996"/>
                <a:gd name="T16" fmla="*/ 621 w 2074"/>
                <a:gd name="T17" fmla="*/ 1120 h 1996"/>
                <a:gd name="T18" fmla="*/ 570 w 2074"/>
                <a:gd name="T19" fmla="*/ 911 h 1996"/>
                <a:gd name="T20" fmla="*/ 600 w 2074"/>
                <a:gd name="T21" fmla="*/ 778 h 1996"/>
                <a:gd name="T22" fmla="*/ 577 w 2074"/>
                <a:gd name="T23" fmla="*/ 665 h 1996"/>
                <a:gd name="T24" fmla="*/ 518 w 2074"/>
                <a:gd name="T25" fmla="*/ 536 h 1996"/>
                <a:gd name="T26" fmla="*/ 414 w 2074"/>
                <a:gd name="T27" fmla="*/ 488 h 1996"/>
                <a:gd name="T28" fmla="*/ 272 w 2074"/>
                <a:gd name="T29" fmla="*/ 442 h 1996"/>
                <a:gd name="T30" fmla="*/ 186 w 2074"/>
                <a:gd name="T31" fmla="*/ 371 h 1996"/>
                <a:gd name="T32" fmla="*/ 113 w 2074"/>
                <a:gd name="T33" fmla="*/ 284 h 1996"/>
                <a:gd name="T34" fmla="*/ 19 w 2074"/>
                <a:gd name="T35" fmla="*/ 235 h 1996"/>
                <a:gd name="T36" fmla="*/ 169 w 2074"/>
                <a:gd name="T37" fmla="*/ 171 h 1996"/>
                <a:gd name="T38" fmla="*/ 142 w 2074"/>
                <a:gd name="T39" fmla="*/ 56 h 1996"/>
                <a:gd name="T40" fmla="*/ 353 w 2074"/>
                <a:gd name="T41" fmla="*/ 4 h 1996"/>
                <a:gd name="T42" fmla="*/ 481 w 2074"/>
                <a:gd name="T43" fmla="*/ 8 h 1996"/>
                <a:gd name="T44" fmla="*/ 600 w 2074"/>
                <a:gd name="T45" fmla="*/ 21 h 1996"/>
                <a:gd name="T46" fmla="*/ 637 w 2074"/>
                <a:gd name="T47" fmla="*/ 115 h 1996"/>
                <a:gd name="T48" fmla="*/ 785 w 2074"/>
                <a:gd name="T49" fmla="*/ 138 h 1996"/>
                <a:gd name="T50" fmla="*/ 808 w 2074"/>
                <a:gd name="T51" fmla="*/ 196 h 1996"/>
                <a:gd name="T52" fmla="*/ 836 w 2074"/>
                <a:gd name="T53" fmla="*/ 217 h 1996"/>
                <a:gd name="T54" fmla="*/ 850 w 2074"/>
                <a:gd name="T55" fmla="*/ 250 h 1996"/>
                <a:gd name="T56" fmla="*/ 840 w 2074"/>
                <a:gd name="T57" fmla="*/ 258 h 1996"/>
                <a:gd name="T58" fmla="*/ 833 w 2074"/>
                <a:gd name="T59" fmla="*/ 275 h 1996"/>
                <a:gd name="T60" fmla="*/ 840 w 2074"/>
                <a:gd name="T61" fmla="*/ 292 h 1996"/>
                <a:gd name="T62" fmla="*/ 863 w 2074"/>
                <a:gd name="T63" fmla="*/ 292 h 1996"/>
                <a:gd name="T64" fmla="*/ 923 w 2074"/>
                <a:gd name="T65" fmla="*/ 325 h 1996"/>
                <a:gd name="T66" fmla="*/ 902 w 2074"/>
                <a:gd name="T67" fmla="*/ 338 h 1996"/>
                <a:gd name="T68" fmla="*/ 925 w 2074"/>
                <a:gd name="T69" fmla="*/ 352 h 1996"/>
                <a:gd name="T70" fmla="*/ 930 w 2074"/>
                <a:gd name="T71" fmla="*/ 392 h 1996"/>
                <a:gd name="T72" fmla="*/ 954 w 2074"/>
                <a:gd name="T73" fmla="*/ 390 h 1996"/>
                <a:gd name="T74" fmla="*/ 994 w 2074"/>
                <a:gd name="T75" fmla="*/ 402 h 1996"/>
                <a:gd name="T76" fmla="*/ 986 w 2074"/>
                <a:gd name="T77" fmla="*/ 413 h 1996"/>
                <a:gd name="T78" fmla="*/ 1048 w 2074"/>
                <a:gd name="T79" fmla="*/ 452 h 1996"/>
                <a:gd name="T80" fmla="*/ 1048 w 2074"/>
                <a:gd name="T81" fmla="*/ 467 h 1996"/>
                <a:gd name="T82" fmla="*/ 1049 w 2074"/>
                <a:gd name="T83" fmla="*/ 505 h 1996"/>
                <a:gd name="T84" fmla="*/ 1076 w 2074"/>
                <a:gd name="T85" fmla="*/ 519 h 1996"/>
                <a:gd name="T86" fmla="*/ 1082 w 2074"/>
                <a:gd name="T87" fmla="*/ 530 h 1996"/>
                <a:gd name="T88" fmla="*/ 1073 w 2074"/>
                <a:gd name="T89" fmla="*/ 578 h 1996"/>
                <a:gd name="T90" fmla="*/ 1048 w 2074"/>
                <a:gd name="T91" fmla="*/ 576 h 1996"/>
                <a:gd name="T92" fmla="*/ 1042 w 2074"/>
                <a:gd name="T93" fmla="*/ 611 h 1996"/>
                <a:gd name="T94" fmla="*/ 1078 w 2074"/>
                <a:gd name="T95" fmla="*/ 690 h 1996"/>
                <a:gd name="T96" fmla="*/ 1086 w 2074"/>
                <a:gd name="T97" fmla="*/ 703 h 1996"/>
                <a:gd name="T98" fmla="*/ 1101 w 2074"/>
                <a:gd name="T99" fmla="*/ 717 h 1996"/>
                <a:gd name="T100" fmla="*/ 1130 w 2074"/>
                <a:gd name="T101" fmla="*/ 801 h 1996"/>
                <a:gd name="T102" fmla="*/ 1167 w 2074"/>
                <a:gd name="T103" fmla="*/ 861 h 1996"/>
                <a:gd name="T104" fmla="*/ 1272 w 2074"/>
                <a:gd name="T105" fmla="*/ 903 h 1996"/>
                <a:gd name="T106" fmla="*/ 1291 w 2074"/>
                <a:gd name="T107" fmla="*/ 903 h 1996"/>
                <a:gd name="T108" fmla="*/ 1287 w 2074"/>
                <a:gd name="T109" fmla="*/ 943 h 1996"/>
                <a:gd name="T110" fmla="*/ 1976 w 2074"/>
                <a:gd name="T111" fmla="*/ 1279 h 1996"/>
                <a:gd name="T112" fmla="*/ 2024 w 2074"/>
                <a:gd name="T113" fmla="*/ 1533 h 1996"/>
                <a:gd name="T114" fmla="*/ 1959 w 2074"/>
                <a:gd name="T115" fmla="*/ 1700 h 1996"/>
                <a:gd name="T116" fmla="*/ 1840 w 2074"/>
                <a:gd name="T117" fmla="*/ 1825 h 1996"/>
                <a:gd name="T118" fmla="*/ 1721 w 2074"/>
                <a:gd name="T119" fmla="*/ 1865 h 1996"/>
                <a:gd name="T120" fmla="*/ 1644 w 2074"/>
                <a:gd name="T121" fmla="*/ 1890 h 1996"/>
                <a:gd name="T122" fmla="*/ 1535 w 2074"/>
                <a:gd name="T123" fmla="*/ 1925 h 1996"/>
                <a:gd name="T124" fmla="*/ 1391 w 2074"/>
                <a:gd name="T125" fmla="*/ 1973 h 1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4" h="1996">
                  <a:moveTo>
                    <a:pt x="973" y="394"/>
                  </a:moveTo>
                  <a:lnTo>
                    <a:pt x="971" y="394"/>
                  </a:lnTo>
                  <a:lnTo>
                    <a:pt x="975" y="390"/>
                  </a:lnTo>
                  <a:lnTo>
                    <a:pt x="973" y="394"/>
                  </a:lnTo>
                  <a:close/>
                  <a:moveTo>
                    <a:pt x="975" y="386"/>
                  </a:moveTo>
                  <a:lnTo>
                    <a:pt x="978" y="388"/>
                  </a:lnTo>
                  <a:lnTo>
                    <a:pt x="973" y="386"/>
                  </a:lnTo>
                  <a:lnTo>
                    <a:pt x="975" y="386"/>
                  </a:lnTo>
                  <a:close/>
                  <a:moveTo>
                    <a:pt x="957" y="390"/>
                  </a:moveTo>
                  <a:lnTo>
                    <a:pt x="954" y="390"/>
                  </a:lnTo>
                  <a:lnTo>
                    <a:pt x="954" y="384"/>
                  </a:lnTo>
                  <a:lnTo>
                    <a:pt x="957" y="390"/>
                  </a:lnTo>
                  <a:close/>
                  <a:moveTo>
                    <a:pt x="932" y="371"/>
                  </a:moveTo>
                  <a:lnTo>
                    <a:pt x="934" y="373"/>
                  </a:lnTo>
                  <a:lnTo>
                    <a:pt x="930" y="375"/>
                  </a:lnTo>
                  <a:lnTo>
                    <a:pt x="932" y="371"/>
                  </a:lnTo>
                  <a:close/>
                  <a:moveTo>
                    <a:pt x="929" y="369"/>
                  </a:moveTo>
                  <a:lnTo>
                    <a:pt x="927" y="369"/>
                  </a:lnTo>
                  <a:lnTo>
                    <a:pt x="927" y="367"/>
                  </a:lnTo>
                  <a:lnTo>
                    <a:pt x="930" y="365"/>
                  </a:lnTo>
                  <a:lnTo>
                    <a:pt x="929" y="369"/>
                  </a:lnTo>
                  <a:close/>
                  <a:moveTo>
                    <a:pt x="959" y="363"/>
                  </a:moveTo>
                  <a:lnTo>
                    <a:pt x="961" y="371"/>
                  </a:lnTo>
                  <a:lnTo>
                    <a:pt x="961" y="367"/>
                  </a:lnTo>
                  <a:lnTo>
                    <a:pt x="967" y="369"/>
                  </a:lnTo>
                  <a:lnTo>
                    <a:pt x="967" y="377"/>
                  </a:lnTo>
                  <a:lnTo>
                    <a:pt x="959" y="371"/>
                  </a:lnTo>
                  <a:lnTo>
                    <a:pt x="952" y="369"/>
                  </a:lnTo>
                  <a:lnTo>
                    <a:pt x="955" y="363"/>
                  </a:lnTo>
                  <a:lnTo>
                    <a:pt x="955" y="359"/>
                  </a:lnTo>
                  <a:lnTo>
                    <a:pt x="959" y="357"/>
                  </a:lnTo>
                  <a:lnTo>
                    <a:pt x="959" y="363"/>
                  </a:lnTo>
                  <a:close/>
                  <a:moveTo>
                    <a:pt x="967" y="346"/>
                  </a:moveTo>
                  <a:lnTo>
                    <a:pt x="977" y="350"/>
                  </a:lnTo>
                  <a:lnTo>
                    <a:pt x="992" y="354"/>
                  </a:lnTo>
                  <a:lnTo>
                    <a:pt x="998" y="356"/>
                  </a:lnTo>
                  <a:lnTo>
                    <a:pt x="988" y="357"/>
                  </a:lnTo>
                  <a:lnTo>
                    <a:pt x="986" y="354"/>
                  </a:lnTo>
                  <a:lnTo>
                    <a:pt x="973" y="359"/>
                  </a:lnTo>
                  <a:lnTo>
                    <a:pt x="975" y="357"/>
                  </a:lnTo>
                  <a:lnTo>
                    <a:pt x="973" y="356"/>
                  </a:lnTo>
                  <a:lnTo>
                    <a:pt x="971" y="359"/>
                  </a:lnTo>
                  <a:lnTo>
                    <a:pt x="969" y="356"/>
                  </a:lnTo>
                  <a:lnTo>
                    <a:pt x="973" y="354"/>
                  </a:lnTo>
                  <a:lnTo>
                    <a:pt x="973" y="352"/>
                  </a:lnTo>
                  <a:lnTo>
                    <a:pt x="965" y="350"/>
                  </a:lnTo>
                  <a:lnTo>
                    <a:pt x="959" y="352"/>
                  </a:lnTo>
                  <a:lnTo>
                    <a:pt x="952" y="363"/>
                  </a:lnTo>
                  <a:lnTo>
                    <a:pt x="950" y="359"/>
                  </a:lnTo>
                  <a:lnTo>
                    <a:pt x="954" y="352"/>
                  </a:lnTo>
                  <a:lnTo>
                    <a:pt x="957" y="348"/>
                  </a:lnTo>
                  <a:lnTo>
                    <a:pt x="967" y="346"/>
                  </a:lnTo>
                  <a:close/>
                  <a:moveTo>
                    <a:pt x="925" y="340"/>
                  </a:moveTo>
                  <a:lnTo>
                    <a:pt x="925" y="344"/>
                  </a:lnTo>
                  <a:lnTo>
                    <a:pt x="921" y="346"/>
                  </a:lnTo>
                  <a:lnTo>
                    <a:pt x="919" y="344"/>
                  </a:lnTo>
                  <a:lnTo>
                    <a:pt x="925" y="340"/>
                  </a:lnTo>
                  <a:close/>
                  <a:moveTo>
                    <a:pt x="907" y="336"/>
                  </a:moveTo>
                  <a:lnTo>
                    <a:pt x="906" y="338"/>
                  </a:lnTo>
                  <a:lnTo>
                    <a:pt x="907" y="332"/>
                  </a:lnTo>
                  <a:lnTo>
                    <a:pt x="907" y="336"/>
                  </a:lnTo>
                  <a:close/>
                  <a:moveTo>
                    <a:pt x="1326" y="1996"/>
                  </a:moveTo>
                  <a:lnTo>
                    <a:pt x="1332" y="1925"/>
                  </a:lnTo>
                  <a:lnTo>
                    <a:pt x="848" y="1890"/>
                  </a:lnTo>
                  <a:lnTo>
                    <a:pt x="470" y="1898"/>
                  </a:lnTo>
                  <a:lnTo>
                    <a:pt x="483" y="1871"/>
                  </a:lnTo>
                  <a:lnTo>
                    <a:pt x="499" y="1842"/>
                  </a:lnTo>
                  <a:lnTo>
                    <a:pt x="506" y="1823"/>
                  </a:lnTo>
                  <a:lnTo>
                    <a:pt x="514" y="1802"/>
                  </a:lnTo>
                  <a:lnTo>
                    <a:pt x="524" y="1767"/>
                  </a:lnTo>
                  <a:lnTo>
                    <a:pt x="539" y="1698"/>
                  </a:lnTo>
                  <a:lnTo>
                    <a:pt x="558" y="1652"/>
                  </a:lnTo>
                  <a:lnTo>
                    <a:pt x="564" y="1639"/>
                  </a:lnTo>
                  <a:lnTo>
                    <a:pt x="545" y="1625"/>
                  </a:lnTo>
                  <a:lnTo>
                    <a:pt x="549" y="1608"/>
                  </a:lnTo>
                  <a:lnTo>
                    <a:pt x="547" y="1593"/>
                  </a:lnTo>
                  <a:lnTo>
                    <a:pt x="552" y="1548"/>
                  </a:lnTo>
                  <a:lnTo>
                    <a:pt x="556" y="1533"/>
                  </a:lnTo>
                  <a:lnTo>
                    <a:pt x="552" y="1527"/>
                  </a:lnTo>
                  <a:lnTo>
                    <a:pt x="539" y="1525"/>
                  </a:lnTo>
                  <a:lnTo>
                    <a:pt x="549" y="1495"/>
                  </a:lnTo>
                  <a:lnTo>
                    <a:pt x="568" y="1460"/>
                  </a:lnTo>
                  <a:lnTo>
                    <a:pt x="581" y="1458"/>
                  </a:lnTo>
                  <a:lnTo>
                    <a:pt x="591" y="1448"/>
                  </a:lnTo>
                  <a:lnTo>
                    <a:pt x="631" y="1425"/>
                  </a:lnTo>
                  <a:lnTo>
                    <a:pt x="612" y="1427"/>
                  </a:lnTo>
                  <a:lnTo>
                    <a:pt x="597" y="1429"/>
                  </a:lnTo>
                  <a:lnTo>
                    <a:pt x="587" y="1427"/>
                  </a:lnTo>
                  <a:lnTo>
                    <a:pt x="568" y="1427"/>
                  </a:lnTo>
                  <a:lnTo>
                    <a:pt x="547" y="1406"/>
                  </a:lnTo>
                  <a:lnTo>
                    <a:pt x="549" y="1391"/>
                  </a:lnTo>
                  <a:lnTo>
                    <a:pt x="560" y="1374"/>
                  </a:lnTo>
                  <a:lnTo>
                    <a:pt x="564" y="1356"/>
                  </a:lnTo>
                  <a:lnTo>
                    <a:pt x="589" y="1318"/>
                  </a:lnTo>
                  <a:lnTo>
                    <a:pt x="600" y="1276"/>
                  </a:lnTo>
                  <a:lnTo>
                    <a:pt x="614" y="1226"/>
                  </a:lnTo>
                  <a:lnTo>
                    <a:pt x="616" y="1193"/>
                  </a:lnTo>
                  <a:lnTo>
                    <a:pt x="621" y="1149"/>
                  </a:lnTo>
                  <a:lnTo>
                    <a:pt x="621" y="1120"/>
                  </a:lnTo>
                  <a:lnTo>
                    <a:pt x="635" y="1072"/>
                  </a:lnTo>
                  <a:lnTo>
                    <a:pt x="629" y="1049"/>
                  </a:lnTo>
                  <a:lnTo>
                    <a:pt x="637" y="1034"/>
                  </a:lnTo>
                  <a:lnTo>
                    <a:pt x="635" y="1012"/>
                  </a:lnTo>
                  <a:lnTo>
                    <a:pt x="645" y="997"/>
                  </a:lnTo>
                  <a:lnTo>
                    <a:pt x="637" y="968"/>
                  </a:lnTo>
                  <a:lnTo>
                    <a:pt x="635" y="949"/>
                  </a:lnTo>
                  <a:lnTo>
                    <a:pt x="620" y="916"/>
                  </a:lnTo>
                  <a:lnTo>
                    <a:pt x="616" y="893"/>
                  </a:lnTo>
                  <a:lnTo>
                    <a:pt x="602" y="903"/>
                  </a:lnTo>
                  <a:lnTo>
                    <a:pt x="570" y="911"/>
                  </a:lnTo>
                  <a:lnTo>
                    <a:pt x="568" y="905"/>
                  </a:lnTo>
                  <a:lnTo>
                    <a:pt x="568" y="891"/>
                  </a:lnTo>
                  <a:lnTo>
                    <a:pt x="573" y="882"/>
                  </a:lnTo>
                  <a:lnTo>
                    <a:pt x="573" y="838"/>
                  </a:lnTo>
                  <a:lnTo>
                    <a:pt x="566" y="822"/>
                  </a:lnTo>
                  <a:lnTo>
                    <a:pt x="552" y="813"/>
                  </a:lnTo>
                  <a:lnTo>
                    <a:pt x="550" y="809"/>
                  </a:lnTo>
                  <a:lnTo>
                    <a:pt x="558" y="801"/>
                  </a:lnTo>
                  <a:lnTo>
                    <a:pt x="558" y="790"/>
                  </a:lnTo>
                  <a:lnTo>
                    <a:pt x="598" y="790"/>
                  </a:lnTo>
                  <a:lnTo>
                    <a:pt x="600" y="778"/>
                  </a:lnTo>
                  <a:lnTo>
                    <a:pt x="612" y="774"/>
                  </a:lnTo>
                  <a:lnTo>
                    <a:pt x="614" y="767"/>
                  </a:lnTo>
                  <a:lnTo>
                    <a:pt x="606" y="757"/>
                  </a:lnTo>
                  <a:lnTo>
                    <a:pt x="600" y="753"/>
                  </a:lnTo>
                  <a:lnTo>
                    <a:pt x="583" y="730"/>
                  </a:lnTo>
                  <a:lnTo>
                    <a:pt x="568" y="703"/>
                  </a:lnTo>
                  <a:lnTo>
                    <a:pt x="572" y="688"/>
                  </a:lnTo>
                  <a:lnTo>
                    <a:pt x="575" y="676"/>
                  </a:lnTo>
                  <a:lnTo>
                    <a:pt x="585" y="671"/>
                  </a:lnTo>
                  <a:lnTo>
                    <a:pt x="587" y="667"/>
                  </a:lnTo>
                  <a:lnTo>
                    <a:pt x="577" y="665"/>
                  </a:lnTo>
                  <a:lnTo>
                    <a:pt x="585" y="649"/>
                  </a:lnTo>
                  <a:lnTo>
                    <a:pt x="568" y="640"/>
                  </a:lnTo>
                  <a:lnTo>
                    <a:pt x="572" y="619"/>
                  </a:lnTo>
                  <a:lnTo>
                    <a:pt x="562" y="603"/>
                  </a:lnTo>
                  <a:lnTo>
                    <a:pt x="564" y="599"/>
                  </a:lnTo>
                  <a:lnTo>
                    <a:pt x="572" y="596"/>
                  </a:lnTo>
                  <a:lnTo>
                    <a:pt x="570" y="584"/>
                  </a:lnTo>
                  <a:lnTo>
                    <a:pt x="562" y="555"/>
                  </a:lnTo>
                  <a:lnTo>
                    <a:pt x="556" y="532"/>
                  </a:lnTo>
                  <a:lnTo>
                    <a:pt x="535" y="538"/>
                  </a:lnTo>
                  <a:lnTo>
                    <a:pt x="518" y="536"/>
                  </a:lnTo>
                  <a:lnTo>
                    <a:pt x="514" y="540"/>
                  </a:lnTo>
                  <a:lnTo>
                    <a:pt x="504" y="528"/>
                  </a:lnTo>
                  <a:lnTo>
                    <a:pt x="489" y="515"/>
                  </a:lnTo>
                  <a:lnTo>
                    <a:pt x="483" y="500"/>
                  </a:lnTo>
                  <a:lnTo>
                    <a:pt x="468" y="507"/>
                  </a:lnTo>
                  <a:lnTo>
                    <a:pt x="451" y="490"/>
                  </a:lnTo>
                  <a:lnTo>
                    <a:pt x="447" y="478"/>
                  </a:lnTo>
                  <a:lnTo>
                    <a:pt x="443" y="478"/>
                  </a:lnTo>
                  <a:lnTo>
                    <a:pt x="435" y="490"/>
                  </a:lnTo>
                  <a:lnTo>
                    <a:pt x="424" y="484"/>
                  </a:lnTo>
                  <a:lnTo>
                    <a:pt x="414" y="488"/>
                  </a:lnTo>
                  <a:lnTo>
                    <a:pt x="401" y="482"/>
                  </a:lnTo>
                  <a:lnTo>
                    <a:pt x="387" y="486"/>
                  </a:lnTo>
                  <a:lnTo>
                    <a:pt x="341" y="463"/>
                  </a:lnTo>
                  <a:lnTo>
                    <a:pt x="332" y="455"/>
                  </a:lnTo>
                  <a:lnTo>
                    <a:pt x="324" y="459"/>
                  </a:lnTo>
                  <a:lnTo>
                    <a:pt x="314" y="450"/>
                  </a:lnTo>
                  <a:lnTo>
                    <a:pt x="312" y="438"/>
                  </a:lnTo>
                  <a:lnTo>
                    <a:pt x="307" y="438"/>
                  </a:lnTo>
                  <a:lnTo>
                    <a:pt x="289" y="455"/>
                  </a:lnTo>
                  <a:lnTo>
                    <a:pt x="284" y="455"/>
                  </a:lnTo>
                  <a:lnTo>
                    <a:pt x="272" y="442"/>
                  </a:lnTo>
                  <a:lnTo>
                    <a:pt x="249" y="429"/>
                  </a:lnTo>
                  <a:lnTo>
                    <a:pt x="234" y="415"/>
                  </a:lnTo>
                  <a:lnTo>
                    <a:pt x="228" y="411"/>
                  </a:lnTo>
                  <a:lnTo>
                    <a:pt x="224" y="404"/>
                  </a:lnTo>
                  <a:lnTo>
                    <a:pt x="215" y="402"/>
                  </a:lnTo>
                  <a:lnTo>
                    <a:pt x="193" y="390"/>
                  </a:lnTo>
                  <a:lnTo>
                    <a:pt x="193" y="384"/>
                  </a:lnTo>
                  <a:lnTo>
                    <a:pt x="201" y="380"/>
                  </a:lnTo>
                  <a:lnTo>
                    <a:pt x="201" y="377"/>
                  </a:lnTo>
                  <a:lnTo>
                    <a:pt x="197" y="373"/>
                  </a:lnTo>
                  <a:lnTo>
                    <a:pt x="186" y="371"/>
                  </a:lnTo>
                  <a:lnTo>
                    <a:pt x="174" y="373"/>
                  </a:lnTo>
                  <a:lnTo>
                    <a:pt x="149" y="371"/>
                  </a:lnTo>
                  <a:lnTo>
                    <a:pt x="134" y="365"/>
                  </a:lnTo>
                  <a:lnTo>
                    <a:pt x="119" y="348"/>
                  </a:lnTo>
                  <a:lnTo>
                    <a:pt x="117" y="338"/>
                  </a:lnTo>
                  <a:lnTo>
                    <a:pt x="119" y="323"/>
                  </a:lnTo>
                  <a:lnTo>
                    <a:pt x="115" y="321"/>
                  </a:lnTo>
                  <a:lnTo>
                    <a:pt x="115" y="308"/>
                  </a:lnTo>
                  <a:lnTo>
                    <a:pt x="119" y="302"/>
                  </a:lnTo>
                  <a:lnTo>
                    <a:pt x="115" y="290"/>
                  </a:lnTo>
                  <a:lnTo>
                    <a:pt x="113" y="284"/>
                  </a:lnTo>
                  <a:lnTo>
                    <a:pt x="99" y="279"/>
                  </a:lnTo>
                  <a:lnTo>
                    <a:pt x="94" y="281"/>
                  </a:lnTo>
                  <a:lnTo>
                    <a:pt x="88" y="288"/>
                  </a:lnTo>
                  <a:lnTo>
                    <a:pt x="71" y="294"/>
                  </a:lnTo>
                  <a:lnTo>
                    <a:pt x="55" y="300"/>
                  </a:lnTo>
                  <a:lnTo>
                    <a:pt x="46" y="309"/>
                  </a:lnTo>
                  <a:lnTo>
                    <a:pt x="38" y="302"/>
                  </a:lnTo>
                  <a:lnTo>
                    <a:pt x="26" y="271"/>
                  </a:lnTo>
                  <a:lnTo>
                    <a:pt x="13" y="252"/>
                  </a:lnTo>
                  <a:lnTo>
                    <a:pt x="0" y="242"/>
                  </a:lnTo>
                  <a:lnTo>
                    <a:pt x="19" y="235"/>
                  </a:lnTo>
                  <a:lnTo>
                    <a:pt x="38" y="221"/>
                  </a:lnTo>
                  <a:lnTo>
                    <a:pt x="53" y="221"/>
                  </a:lnTo>
                  <a:lnTo>
                    <a:pt x="80" y="227"/>
                  </a:lnTo>
                  <a:lnTo>
                    <a:pt x="92" y="227"/>
                  </a:lnTo>
                  <a:lnTo>
                    <a:pt x="96" y="219"/>
                  </a:lnTo>
                  <a:lnTo>
                    <a:pt x="98" y="190"/>
                  </a:lnTo>
                  <a:lnTo>
                    <a:pt x="117" y="186"/>
                  </a:lnTo>
                  <a:lnTo>
                    <a:pt x="134" y="177"/>
                  </a:lnTo>
                  <a:lnTo>
                    <a:pt x="142" y="177"/>
                  </a:lnTo>
                  <a:lnTo>
                    <a:pt x="149" y="169"/>
                  </a:lnTo>
                  <a:lnTo>
                    <a:pt x="169" y="171"/>
                  </a:lnTo>
                  <a:lnTo>
                    <a:pt x="176" y="177"/>
                  </a:lnTo>
                  <a:lnTo>
                    <a:pt x="180" y="173"/>
                  </a:lnTo>
                  <a:lnTo>
                    <a:pt x="174" y="163"/>
                  </a:lnTo>
                  <a:lnTo>
                    <a:pt x="170" y="148"/>
                  </a:lnTo>
                  <a:lnTo>
                    <a:pt x="170" y="137"/>
                  </a:lnTo>
                  <a:lnTo>
                    <a:pt x="147" y="113"/>
                  </a:lnTo>
                  <a:lnTo>
                    <a:pt x="145" y="104"/>
                  </a:lnTo>
                  <a:lnTo>
                    <a:pt x="132" y="90"/>
                  </a:lnTo>
                  <a:lnTo>
                    <a:pt x="130" y="73"/>
                  </a:lnTo>
                  <a:lnTo>
                    <a:pt x="132" y="71"/>
                  </a:lnTo>
                  <a:lnTo>
                    <a:pt x="142" y="56"/>
                  </a:lnTo>
                  <a:lnTo>
                    <a:pt x="163" y="62"/>
                  </a:lnTo>
                  <a:lnTo>
                    <a:pt x="192" y="65"/>
                  </a:lnTo>
                  <a:lnTo>
                    <a:pt x="247" y="65"/>
                  </a:lnTo>
                  <a:lnTo>
                    <a:pt x="257" y="50"/>
                  </a:lnTo>
                  <a:lnTo>
                    <a:pt x="270" y="50"/>
                  </a:lnTo>
                  <a:lnTo>
                    <a:pt x="272" y="37"/>
                  </a:lnTo>
                  <a:lnTo>
                    <a:pt x="284" y="37"/>
                  </a:lnTo>
                  <a:lnTo>
                    <a:pt x="295" y="25"/>
                  </a:lnTo>
                  <a:lnTo>
                    <a:pt x="309" y="27"/>
                  </a:lnTo>
                  <a:lnTo>
                    <a:pt x="332" y="2"/>
                  </a:lnTo>
                  <a:lnTo>
                    <a:pt x="353" y="4"/>
                  </a:lnTo>
                  <a:lnTo>
                    <a:pt x="364" y="6"/>
                  </a:lnTo>
                  <a:lnTo>
                    <a:pt x="372" y="6"/>
                  </a:lnTo>
                  <a:lnTo>
                    <a:pt x="385" y="8"/>
                  </a:lnTo>
                  <a:lnTo>
                    <a:pt x="401" y="10"/>
                  </a:lnTo>
                  <a:lnTo>
                    <a:pt x="412" y="6"/>
                  </a:lnTo>
                  <a:lnTo>
                    <a:pt x="428" y="0"/>
                  </a:lnTo>
                  <a:lnTo>
                    <a:pt x="439" y="2"/>
                  </a:lnTo>
                  <a:lnTo>
                    <a:pt x="454" y="4"/>
                  </a:lnTo>
                  <a:lnTo>
                    <a:pt x="460" y="4"/>
                  </a:lnTo>
                  <a:lnTo>
                    <a:pt x="470" y="6"/>
                  </a:lnTo>
                  <a:lnTo>
                    <a:pt x="481" y="8"/>
                  </a:lnTo>
                  <a:lnTo>
                    <a:pt x="491" y="8"/>
                  </a:lnTo>
                  <a:lnTo>
                    <a:pt x="499" y="8"/>
                  </a:lnTo>
                  <a:lnTo>
                    <a:pt x="506" y="10"/>
                  </a:lnTo>
                  <a:lnTo>
                    <a:pt x="518" y="12"/>
                  </a:lnTo>
                  <a:lnTo>
                    <a:pt x="529" y="12"/>
                  </a:lnTo>
                  <a:lnTo>
                    <a:pt x="541" y="14"/>
                  </a:lnTo>
                  <a:lnTo>
                    <a:pt x="550" y="16"/>
                  </a:lnTo>
                  <a:lnTo>
                    <a:pt x="554" y="16"/>
                  </a:lnTo>
                  <a:lnTo>
                    <a:pt x="566" y="17"/>
                  </a:lnTo>
                  <a:lnTo>
                    <a:pt x="583" y="19"/>
                  </a:lnTo>
                  <a:lnTo>
                    <a:pt x="600" y="21"/>
                  </a:lnTo>
                  <a:lnTo>
                    <a:pt x="604" y="27"/>
                  </a:lnTo>
                  <a:lnTo>
                    <a:pt x="606" y="33"/>
                  </a:lnTo>
                  <a:lnTo>
                    <a:pt x="612" y="41"/>
                  </a:lnTo>
                  <a:lnTo>
                    <a:pt x="620" y="52"/>
                  </a:lnTo>
                  <a:lnTo>
                    <a:pt x="620" y="67"/>
                  </a:lnTo>
                  <a:lnTo>
                    <a:pt x="618" y="77"/>
                  </a:lnTo>
                  <a:lnTo>
                    <a:pt x="620" y="89"/>
                  </a:lnTo>
                  <a:lnTo>
                    <a:pt x="625" y="92"/>
                  </a:lnTo>
                  <a:lnTo>
                    <a:pt x="627" y="100"/>
                  </a:lnTo>
                  <a:lnTo>
                    <a:pt x="637" y="112"/>
                  </a:lnTo>
                  <a:lnTo>
                    <a:pt x="637" y="115"/>
                  </a:lnTo>
                  <a:lnTo>
                    <a:pt x="673" y="113"/>
                  </a:lnTo>
                  <a:lnTo>
                    <a:pt x="739" y="112"/>
                  </a:lnTo>
                  <a:lnTo>
                    <a:pt x="764" y="112"/>
                  </a:lnTo>
                  <a:lnTo>
                    <a:pt x="769" y="112"/>
                  </a:lnTo>
                  <a:lnTo>
                    <a:pt x="777" y="112"/>
                  </a:lnTo>
                  <a:lnTo>
                    <a:pt x="788" y="121"/>
                  </a:lnTo>
                  <a:lnTo>
                    <a:pt x="788" y="131"/>
                  </a:lnTo>
                  <a:lnTo>
                    <a:pt x="792" y="135"/>
                  </a:lnTo>
                  <a:lnTo>
                    <a:pt x="788" y="140"/>
                  </a:lnTo>
                  <a:lnTo>
                    <a:pt x="783" y="142"/>
                  </a:lnTo>
                  <a:lnTo>
                    <a:pt x="785" y="138"/>
                  </a:lnTo>
                  <a:lnTo>
                    <a:pt x="781" y="142"/>
                  </a:lnTo>
                  <a:lnTo>
                    <a:pt x="787" y="142"/>
                  </a:lnTo>
                  <a:lnTo>
                    <a:pt x="792" y="137"/>
                  </a:lnTo>
                  <a:lnTo>
                    <a:pt x="796" y="137"/>
                  </a:lnTo>
                  <a:lnTo>
                    <a:pt x="788" y="152"/>
                  </a:lnTo>
                  <a:lnTo>
                    <a:pt x="792" y="162"/>
                  </a:lnTo>
                  <a:lnTo>
                    <a:pt x="800" y="167"/>
                  </a:lnTo>
                  <a:lnTo>
                    <a:pt x="810" y="179"/>
                  </a:lnTo>
                  <a:lnTo>
                    <a:pt x="804" y="183"/>
                  </a:lnTo>
                  <a:lnTo>
                    <a:pt x="802" y="196"/>
                  </a:lnTo>
                  <a:lnTo>
                    <a:pt x="808" y="196"/>
                  </a:lnTo>
                  <a:lnTo>
                    <a:pt x="804" y="196"/>
                  </a:lnTo>
                  <a:lnTo>
                    <a:pt x="804" y="200"/>
                  </a:lnTo>
                  <a:lnTo>
                    <a:pt x="815" y="213"/>
                  </a:lnTo>
                  <a:lnTo>
                    <a:pt x="808" y="213"/>
                  </a:lnTo>
                  <a:lnTo>
                    <a:pt x="810" y="210"/>
                  </a:lnTo>
                  <a:lnTo>
                    <a:pt x="808" y="213"/>
                  </a:lnTo>
                  <a:lnTo>
                    <a:pt x="813" y="213"/>
                  </a:lnTo>
                  <a:lnTo>
                    <a:pt x="815" y="213"/>
                  </a:lnTo>
                  <a:lnTo>
                    <a:pt x="815" y="211"/>
                  </a:lnTo>
                  <a:lnTo>
                    <a:pt x="817" y="215"/>
                  </a:lnTo>
                  <a:lnTo>
                    <a:pt x="836" y="217"/>
                  </a:lnTo>
                  <a:lnTo>
                    <a:pt x="836" y="219"/>
                  </a:lnTo>
                  <a:lnTo>
                    <a:pt x="831" y="223"/>
                  </a:lnTo>
                  <a:lnTo>
                    <a:pt x="827" y="223"/>
                  </a:lnTo>
                  <a:lnTo>
                    <a:pt x="833" y="221"/>
                  </a:lnTo>
                  <a:lnTo>
                    <a:pt x="835" y="217"/>
                  </a:lnTo>
                  <a:lnTo>
                    <a:pt x="827" y="223"/>
                  </a:lnTo>
                  <a:lnTo>
                    <a:pt x="827" y="227"/>
                  </a:lnTo>
                  <a:lnTo>
                    <a:pt x="835" y="236"/>
                  </a:lnTo>
                  <a:lnTo>
                    <a:pt x="840" y="238"/>
                  </a:lnTo>
                  <a:lnTo>
                    <a:pt x="840" y="244"/>
                  </a:lnTo>
                  <a:lnTo>
                    <a:pt x="850" y="250"/>
                  </a:lnTo>
                  <a:lnTo>
                    <a:pt x="852" y="256"/>
                  </a:lnTo>
                  <a:lnTo>
                    <a:pt x="848" y="261"/>
                  </a:lnTo>
                  <a:lnTo>
                    <a:pt x="850" y="263"/>
                  </a:lnTo>
                  <a:lnTo>
                    <a:pt x="848" y="269"/>
                  </a:lnTo>
                  <a:lnTo>
                    <a:pt x="840" y="273"/>
                  </a:lnTo>
                  <a:lnTo>
                    <a:pt x="844" y="265"/>
                  </a:lnTo>
                  <a:lnTo>
                    <a:pt x="844" y="263"/>
                  </a:lnTo>
                  <a:lnTo>
                    <a:pt x="840" y="265"/>
                  </a:lnTo>
                  <a:lnTo>
                    <a:pt x="846" y="259"/>
                  </a:lnTo>
                  <a:lnTo>
                    <a:pt x="844" y="254"/>
                  </a:lnTo>
                  <a:lnTo>
                    <a:pt x="840" y="258"/>
                  </a:lnTo>
                  <a:lnTo>
                    <a:pt x="840" y="265"/>
                  </a:lnTo>
                  <a:lnTo>
                    <a:pt x="836" y="267"/>
                  </a:lnTo>
                  <a:lnTo>
                    <a:pt x="833" y="267"/>
                  </a:lnTo>
                  <a:lnTo>
                    <a:pt x="836" y="265"/>
                  </a:lnTo>
                  <a:lnTo>
                    <a:pt x="838" y="259"/>
                  </a:lnTo>
                  <a:lnTo>
                    <a:pt x="840" y="252"/>
                  </a:lnTo>
                  <a:lnTo>
                    <a:pt x="836" y="254"/>
                  </a:lnTo>
                  <a:lnTo>
                    <a:pt x="835" y="263"/>
                  </a:lnTo>
                  <a:lnTo>
                    <a:pt x="833" y="265"/>
                  </a:lnTo>
                  <a:lnTo>
                    <a:pt x="829" y="275"/>
                  </a:lnTo>
                  <a:lnTo>
                    <a:pt x="833" y="275"/>
                  </a:lnTo>
                  <a:lnTo>
                    <a:pt x="836" y="269"/>
                  </a:lnTo>
                  <a:lnTo>
                    <a:pt x="836" y="281"/>
                  </a:lnTo>
                  <a:lnTo>
                    <a:pt x="840" y="277"/>
                  </a:lnTo>
                  <a:lnTo>
                    <a:pt x="842" y="281"/>
                  </a:lnTo>
                  <a:lnTo>
                    <a:pt x="840" y="286"/>
                  </a:lnTo>
                  <a:lnTo>
                    <a:pt x="846" y="284"/>
                  </a:lnTo>
                  <a:lnTo>
                    <a:pt x="846" y="288"/>
                  </a:lnTo>
                  <a:lnTo>
                    <a:pt x="844" y="286"/>
                  </a:lnTo>
                  <a:lnTo>
                    <a:pt x="840" y="288"/>
                  </a:lnTo>
                  <a:lnTo>
                    <a:pt x="844" y="296"/>
                  </a:lnTo>
                  <a:lnTo>
                    <a:pt x="840" y="292"/>
                  </a:lnTo>
                  <a:lnTo>
                    <a:pt x="840" y="296"/>
                  </a:lnTo>
                  <a:lnTo>
                    <a:pt x="844" y="298"/>
                  </a:lnTo>
                  <a:lnTo>
                    <a:pt x="850" y="290"/>
                  </a:lnTo>
                  <a:lnTo>
                    <a:pt x="854" y="292"/>
                  </a:lnTo>
                  <a:lnTo>
                    <a:pt x="848" y="300"/>
                  </a:lnTo>
                  <a:lnTo>
                    <a:pt x="850" y="304"/>
                  </a:lnTo>
                  <a:lnTo>
                    <a:pt x="854" y="302"/>
                  </a:lnTo>
                  <a:lnTo>
                    <a:pt x="854" y="298"/>
                  </a:lnTo>
                  <a:lnTo>
                    <a:pt x="850" y="302"/>
                  </a:lnTo>
                  <a:lnTo>
                    <a:pt x="852" y="300"/>
                  </a:lnTo>
                  <a:lnTo>
                    <a:pt x="863" y="292"/>
                  </a:lnTo>
                  <a:lnTo>
                    <a:pt x="869" y="294"/>
                  </a:lnTo>
                  <a:lnTo>
                    <a:pt x="873" y="304"/>
                  </a:lnTo>
                  <a:lnTo>
                    <a:pt x="886" y="308"/>
                  </a:lnTo>
                  <a:lnTo>
                    <a:pt x="892" y="309"/>
                  </a:lnTo>
                  <a:lnTo>
                    <a:pt x="907" y="308"/>
                  </a:lnTo>
                  <a:lnTo>
                    <a:pt x="917" y="311"/>
                  </a:lnTo>
                  <a:lnTo>
                    <a:pt x="921" y="319"/>
                  </a:lnTo>
                  <a:lnTo>
                    <a:pt x="925" y="323"/>
                  </a:lnTo>
                  <a:lnTo>
                    <a:pt x="925" y="332"/>
                  </a:lnTo>
                  <a:lnTo>
                    <a:pt x="923" y="331"/>
                  </a:lnTo>
                  <a:lnTo>
                    <a:pt x="923" y="325"/>
                  </a:lnTo>
                  <a:lnTo>
                    <a:pt x="919" y="331"/>
                  </a:lnTo>
                  <a:lnTo>
                    <a:pt x="915" y="327"/>
                  </a:lnTo>
                  <a:lnTo>
                    <a:pt x="911" y="331"/>
                  </a:lnTo>
                  <a:lnTo>
                    <a:pt x="907" y="327"/>
                  </a:lnTo>
                  <a:lnTo>
                    <a:pt x="902" y="332"/>
                  </a:lnTo>
                  <a:lnTo>
                    <a:pt x="902" y="327"/>
                  </a:lnTo>
                  <a:lnTo>
                    <a:pt x="898" y="332"/>
                  </a:lnTo>
                  <a:lnTo>
                    <a:pt x="892" y="329"/>
                  </a:lnTo>
                  <a:lnTo>
                    <a:pt x="888" y="336"/>
                  </a:lnTo>
                  <a:lnTo>
                    <a:pt x="894" y="334"/>
                  </a:lnTo>
                  <a:lnTo>
                    <a:pt x="902" y="338"/>
                  </a:lnTo>
                  <a:lnTo>
                    <a:pt x="904" y="338"/>
                  </a:lnTo>
                  <a:lnTo>
                    <a:pt x="904" y="342"/>
                  </a:lnTo>
                  <a:lnTo>
                    <a:pt x="909" y="340"/>
                  </a:lnTo>
                  <a:lnTo>
                    <a:pt x="911" y="334"/>
                  </a:lnTo>
                  <a:lnTo>
                    <a:pt x="917" y="338"/>
                  </a:lnTo>
                  <a:lnTo>
                    <a:pt x="913" y="344"/>
                  </a:lnTo>
                  <a:lnTo>
                    <a:pt x="909" y="342"/>
                  </a:lnTo>
                  <a:lnTo>
                    <a:pt x="909" y="352"/>
                  </a:lnTo>
                  <a:lnTo>
                    <a:pt x="906" y="354"/>
                  </a:lnTo>
                  <a:lnTo>
                    <a:pt x="919" y="348"/>
                  </a:lnTo>
                  <a:lnTo>
                    <a:pt x="925" y="352"/>
                  </a:lnTo>
                  <a:lnTo>
                    <a:pt x="923" y="354"/>
                  </a:lnTo>
                  <a:lnTo>
                    <a:pt x="925" y="365"/>
                  </a:lnTo>
                  <a:lnTo>
                    <a:pt x="923" y="380"/>
                  </a:lnTo>
                  <a:lnTo>
                    <a:pt x="929" y="388"/>
                  </a:lnTo>
                  <a:lnTo>
                    <a:pt x="932" y="377"/>
                  </a:lnTo>
                  <a:lnTo>
                    <a:pt x="938" y="375"/>
                  </a:lnTo>
                  <a:lnTo>
                    <a:pt x="938" y="379"/>
                  </a:lnTo>
                  <a:lnTo>
                    <a:pt x="942" y="379"/>
                  </a:lnTo>
                  <a:lnTo>
                    <a:pt x="938" y="386"/>
                  </a:lnTo>
                  <a:lnTo>
                    <a:pt x="932" y="386"/>
                  </a:lnTo>
                  <a:lnTo>
                    <a:pt x="930" y="392"/>
                  </a:lnTo>
                  <a:lnTo>
                    <a:pt x="946" y="400"/>
                  </a:lnTo>
                  <a:lnTo>
                    <a:pt x="950" y="398"/>
                  </a:lnTo>
                  <a:lnTo>
                    <a:pt x="950" y="402"/>
                  </a:lnTo>
                  <a:lnTo>
                    <a:pt x="950" y="400"/>
                  </a:lnTo>
                  <a:lnTo>
                    <a:pt x="948" y="396"/>
                  </a:lnTo>
                  <a:lnTo>
                    <a:pt x="946" y="400"/>
                  </a:lnTo>
                  <a:lnTo>
                    <a:pt x="940" y="396"/>
                  </a:lnTo>
                  <a:lnTo>
                    <a:pt x="940" y="390"/>
                  </a:lnTo>
                  <a:lnTo>
                    <a:pt x="946" y="386"/>
                  </a:lnTo>
                  <a:lnTo>
                    <a:pt x="946" y="394"/>
                  </a:lnTo>
                  <a:lnTo>
                    <a:pt x="954" y="390"/>
                  </a:lnTo>
                  <a:lnTo>
                    <a:pt x="959" y="394"/>
                  </a:lnTo>
                  <a:lnTo>
                    <a:pt x="957" y="382"/>
                  </a:lnTo>
                  <a:lnTo>
                    <a:pt x="963" y="379"/>
                  </a:lnTo>
                  <a:lnTo>
                    <a:pt x="967" y="382"/>
                  </a:lnTo>
                  <a:lnTo>
                    <a:pt x="975" y="380"/>
                  </a:lnTo>
                  <a:lnTo>
                    <a:pt x="971" y="390"/>
                  </a:lnTo>
                  <a:lnTo>
                    <a:pt x="975" y="400"/>
                  </a:lnTo>
                  <a:lnTo>
                    <a:pt x="982" y="402"/>
                  </a:lnTo>
                  <a:lnTo>
                    <a:pt x="978" y="404"/>
                  </a:lnTo>
                  <a:lnTo>
                    <a:pt x="996" y="396"/>
                  </a:lnTo>
                  <a:lnTo>
                    <a:pt x="994" y="402"/>
                  </a:lnTo>
                  <a:lnTo>
                    <a:pt x="994" y="398"/>
                  </a:lnTo>
                  <a:lnTo>
                    <a:pt x="994" y="402"/>
                  </a:lnTo>
                  <a:lnTo>
                    <a:pt x="990" y="400"/>
                  </a:lnTo>
                  <a:lnTo>
                    <a:pt x="978" y="405"/>
                  </a:lnTo>
                  <a:lnTo>
                    <a:pt x="980" y="404"/>
                  </a:lnTo>
                  <a:lnTo>
                    <a:pt x="982" y="411"/>
                  </a:lnTo>
                  <a:lnTo>
                    <a:pt x="986" y="409"/>
                  </a:lnTo>
                  <a:lnTo>
                    <a:pt x="984" y="411"/>
                  </a:lnTo>
                  <a:lnTo>
                    <a:pt x="992" y="409"/>
                  </a:lnTo>
                  <a:lnTo>
                    <a:pt x="990" y="413"/>
                  </a:lnTo>
                  <a:lnTo>
                    <a:pt x="986" y="413"/>
                  </a:lnTo>
                  <a:lnTo>
                    <a:pt x="986" y="417"/>
                  </a:lnTo>
                  <a:lnTo>
                    <a:pt x="988" y="421"/>
                  </a:lnTo>
                  <a:lnTo>
                    <a:pt x="990" y="419"/>
                  </a:lnTo>
                  <a:lnTo>
                    <a:pt x="992" y="423"/>
                  </a:lnTo>
                  <a:lnTo>
                    <a:pt x="994" y="423"/>
                  </a:lnTo>
                  <a:lnTo>
                    <a:pt x="992" y="425"/>
                  </a:lnTo>
                  <a:lnTo>
                    <a:pt x="998" y="427"/>
                  </a:lnTo>
                  <a:lnTo>
                    <a:pt x="1007" y="436"/>
                  </a:lnTo>
                  <a:lnTo>
                    <a:pt x="1023" y="444"/>
                  </a:lnTo>
                  <a:lnTo>
                    <a:pt x="1040" y="444"/>
                  </a:lnTo>
                  <a:lnTo>
                    <a:pt x="1048" y="452"/>
                  </a:lnTo>
                  <a:lnTo>
                    <a:pt x="1049" y="455"/>
                  </a:lnTo>
                  <a:lnTo>
                    <a:pt x="1059" y="467"/>
                  </a:lnTo>
                  <a:lnTo>
                    <a:pt x="1061" y="471"/>
                  </a:lnTo>
                  <a:lnTo>
                    <a:pt x="1067" y="473"/>
                  </a:lnTo>
                  <a:lnTo>
                    <a:pt x="1073" y="484"/>
                  </a:lnTo>
                  <a:lnTo>
                    <a:pt x="1076" y="484"/>
                  </a:lnTo>
                  <a:lnTo>
                    <a:pt x="1076" y="490"/>
                  </a:lnTo>
                  <a:lnTo>
                    <a:pt x="1069" y="478"/>
                  </a:lnTo>
                  <a:lnTo>
                    <a:pt x="1059" y="477"/>
                  </a:lnTo>
                  <a:lnTo>
                    <a:pt x="1053" y="480"/>
                  </a:lnTo>
                  <a:lnTo>
                    <a:pt x="1048" y="467"/>
                  </a:lnTo>
                  <a:lnTo>
                    <a:pt x="1046" y="467"/>
                  </a:lnTo>
                  <a:lnTo>
                    <a:pt x="1044" y="471"/>
                  </a:lnTo>
                  <a:lnTo>
                    <a:pt x="1042" y="482"/>
                  </a:lnTo>
                  <a:lnTo>
                    <a:pt x="1048" y="484"/>
                  </a:lnTo>
                  <a:lnTo>
                    <a:pt x="1046" y="488"/>
                  </a:lnTo>
                  <a:lnTo>
                    <a:pt x="1048" y="500"/>
                  </a:lnTo>
                  <a:lnTo>
                    <a:pt x="1049" y="498"/>
                  </a:lnTo>
                  <a:lnTo>
                    <a:pt x="1055" y="494"/>
                  </a:lnTo>
                  <a:lnTo>
                    <a:pt x="1061" y="500"/>
                  </a:lnTo>
                  <a:lnTo>
                    <a:pt x="1059" y="507"/>
                  </a:lnTo>
                  <a:lnTo>
                    <a:pt x="1049" y="505"/>
                  </a:lnTo>
                  <a:lnTo>
                    <a:pt x="1048" y="500"/>
                  </a:lnTo>
                  <a:lnTo>
                    <a:pt x="1049" y="515"/>
                  </a:lnTo>
                  <a:lnTo>
                    <a:pt x="1057" y="521"/>
                  </a:lnTo>
                  <a:lnTo>
                    <a:pt x="1063" y="517"/>
                  </a:lnTo>
                  <a:lnTo>
                    <a:pt x="1063" y="523"/>
                  </a:lnTo>
                  <a:lnTo>
                    <a:pt x="1065" y="515"/>
                  </a:lnTo>
                  <a:lnTo>
                    <a:pt x="1069" y="515"/>
                  </a:lnTo>
                  <a:lnTo>
                    <a:pt x="1067" y="526"/>
                  </a:lnTo>
                  <a:lnTo>
                    <a:pt x="1073" y="530"/>
                  </a:lnTo>
                  <a:lnTo>
                    <a:pt x="1078" y="519"/>
                  </a:lnTo>
                  <a:lnTo>
                    <a:pt x="1076" y="519"/>
                  </a:lnTo>
                  <a:lnTo>
                    <a:pt x="1078" y="513"/>
                  </a:lnTo>
                  <a:lnTo>
                    <a:pt x="1080" y="517"/>
                  </a:lnTo>
                  <a:lnTo>
                    <a:pt x="1082" y="513"/>
                  </a:lnTo>
                  <a:lnTo>
                    <a:pt x="1080" y="519"/>
                  </a:lnTo>
                  <a:lnTo>
                    <a:pt x="1082" y="519"/>
                  </a:lnTo>
                  <a:lnTo>
                    <a:pt x="1084" y="515"/>
                  </a:lnTo>
                  <a:lnTo>
                    <a:pt x="1082" y="521"/>
                  </a:lnTo>
                  <a:lnTo>
                    <a:pt x="1078" y="523"/>
                  </a:lnTo>
                  <a:lnTo>
                    <a:pt x="1080" y="525"/>
                  </a:lnTo>
                  <a:lnTo>
                    <a:pt x="1076" y="530"/>
                  </a:lnTo>
                  <a:lnTo>
                    <a:pt x="1082" y="530"/>
                  </a:lnTo>
                  <a:lnTo>
                    <a:pt x="1080" y="534"/>
                  </a:lnTo>
                  <a:lnTo>
                    <a:pt x="1082" y="540"/>
                  </a:lnTo>
                  <a:lnTo>
                    <a:pt x="1086" y="540"/>
                  </a:lnTo>
                  <a:lnTo>
                    <a:pt x="1082" y="540"/>
                  </a:lnTo>
                  <a:lnTo>
                    <a:pt x="1084" y="546"/>
                  </a:lnTo>
                  <a:lnTo>
                    <a:pt x="1082" y="546"/>
                  </a:lnTo>
                  <a:lnTo>
                    <a:pt x="1084" y="553"/>
                  </a:lnTo>
                  <a:lnTo>
                    <a:pt x="1078" y="567"/>
                  </a:lnTo>
                  <a:lnTo>
                    <a:pt x="1080" y="576"/>
                  </a:lnTo>
                  <a:lnTo>
                    <a:pt x="1073" y="584"/>
                  </a:lnTo>
                  <a:lnTo>
                    <a:pt x="1073" y="578"/>
                  </a:lnTo>
                  <a:lnTo>
                    <a:pt x="1069" y="578"/>
                  </a:lnTo>
                  <a:lnTo>
                    <a:pt x="1069" y="584"/>
                  </a:lnTo>
                  <a:lnTo>
                    <a:pt x="1071" y="586"/>
                  </a:lnTo>
                  <a:lnTo>
                    <a:pt x="1067" y="588"/>
                  </a:lnTo>
                  <a:lnTo>
                    <a:pt x="1069" y="588"/>
                  </a:lnTo>
                  <a:lnTo>
                    <a:pt x="1065" y="598"/>
                  </a:lnTo>
                  <a:lnTo>
                    <a:pt x="1065" y="605"/>
                  </a:lnTo>
                  <a:lnTo>
                    <a:pt x="1059" y="607"/>
                  </a:lnTo>
                  <a:lnTo>
                    <a:pt x="1055" y="592"/>
                  </a:lnTo>
                  <a:lnTo>
                    <a:pt x="1051" y="588"/>
                  </a:lnTo>
                  <a:lnTo>
                    <a:pt x="1048" y="576"/>
                  </a:lnTo>
                  <a:lnTo>
                    <a:pt x="1044" y="573"/>
                  </a:lnTo>
                  <a:lnTo>
                    <a:pt x="1042" y="576"/>
                  </a:lnTo>
                  <a:lnTo>
                    <a:pt x="1034" y="590"/>
                  </a:lnTo>
                  <a:lnTo>
                    <a:pt x="1038" y="596"/>
                  </a:lnTo>
                  <a:lnTo>
                    <a:pt x="1034" y="594"/>
                  </a:lnTo>
                  <a:lnTo>
                    <a:pt x="1036" y="598"/>
                  </a:lnTo>
                  <a:lnTo>
                    <a:pt x="1038" y="598"/>
                  </a:lnTo>
                  <a:lnTo>
                    <a:pt x="1036" y="598"/>
                  </a:lnTo>
                  <a:lnTo>
                    <a:pt x="1034" y="615"/>
                  </a:lnTo>
                  <a:lnTo>
                    <a:pt x="1038" y="617"/>
                  </a:lnTo>
                  <a:lnTo>
                    <a:pt x="1042" y="611"/>
                  </a:lnTo>
                  <a:lnTo>
                    <a:pt x="1048" y="615"/>
                  </a:lnTo>
                  <a:lnTo>
                    <a:pt x="1053" y="617"/>
                  </a:lnTo>
                  <a:lnTo>
                    <a:pt x="1059" y="626"/>
                  </a:lnTo>
                  <a:lnTo>
                    <a:pt x="1053" y="630"/>
                  </a:lnTo>
                  <a:lnTo>
                    <a:pt x="1053" y="636"/>
                  </a:lnTo>
                  <a:lnTo>
                    <a:pt x="1057" y="647"/>
                  </a:lnTo>
                  <a:lnTo>
                    <a:pt x="1065" y="661"/>
                  </a:lnTo>
                  <a:lnTo>
                    <a:pt x="1073" y="665"/>
                  </a:lnTo>
                  <a:lnTo>
                    <a:pt x="1074" y="674"/>
                  </a:lnTo>
                  <a:lnTo>
                    <a:pt x="1080" y="680"/>
                  </a:lnTo>
                  <a:lnTo>
                    <a:pt x="1078" y="690"/>
                  </a:lnTo>
                  <a:lnTo>
                    <a:pt x="1074" y="676"/>
                  </a:lnTo>
                  <a:lnTo>
                    <a:pt x="1071" y="678"/>
                  </a:lnTo>
                  <a:lnTo>
                    <a:pt x="1061" y="667"/>
                  </a:lnTo>
                  <a:lnTo>
                    <a:pt x="1057" y="667"/>
                  </a:lnTo>
                  <a:lnTo>
                    <a:pt x="1055" y="665"/>
                  </a:lnTo>
                  <a:lnTo>
                    <a:pt x="1059" y="674"/>
                  </a:lnTo>
                  <a:lnTo>
                    <a:pt x="1065" y="680"/>
                  </a:lnTo>
                  <a:lnTo>
                    <a:pt x="1069" y="676"/>
                  </a:lnTo>
                  <a:lnTo>
                    <a:pt x="1071" y="688"/>
                  </a:lnTo>
                  <a:lnTo>
                    <a:pt x="1080" y="701"/>
                  </a:lnTo>
                  <a:lnTo>
                    <a:pt x="1086" y="703"/>
                  </a:lnTo>
                  <a:lnTo>
                    <a:pt x="1086" y="709"/>
                  </a:lnTo>
                  <a:lnTo>
                    <a:pt x="1097" y="722"/>
                  </a:lnTo>
                  <a:lnTo>
                    <a:pt x="1099" y="722"/>
                  </a:lnTo>
                  <a:lnTo>
                    <a:pt x="1101" y="730"/>
                  </a:lnTo>
                  <a:lnTo>
                    <a:pt x="1101" y="720"/>
                  </a:lnTo>
                  <a:lnTo>
                    <a:pt x="1099" y="720"/>
                  </a:lnTo>
                  <a:lnTo>
                    <a:pt x="1101" y="724"/>
                  </a:lnTo>
                  <a:lnTo>
                    <a:pt x="1099" y="722"/>
                  </a:lnTo>
                  <a:lnTo>
                    <a:pt x="1096" y="711"/>
                  </a:lnTo>
                  <a:lnTo>
                    <a:pt x="1099" y="709"/>
                  </a:lnTo>
                  <a:lnTo>
                    <a:pt x="1101" y="717"/>
                  </a:lnTo>
                  <a:lnTo>
                    <a:pt x="1111" y="724"/>
                  </a:lnTo>
                  <a:lnTo>
                    <a:pt x="1120" y="732"/>
                  </a:lnTo>
                  <a:lnTo>
                    <a:pt x="1119" y="736"/>
                  </a:lnTo>
                  <a:lnTo>
                    <a:pt x="1126" y="751"/>
                  </a:lnTo>
                  <a:lnTo>
                    <a:pt x="1122" y="765"/>
                  </a:lnTo>
                  <a:lnTo>
                    <a:pt x="1128" y="774"/>
                  </a:lnTo>
                  <a:lnTo>
                    <a:pt x="1126" y="784"/>
                  </a:lnTo>
                  <a:lnTo>
                    <a:pt x="1130" y="797"/>
                  </a:lnTo>
                  <a:lnTo>
                    <a:pt x="1126" y="803"/>
                  </a:lnTo>
                  <a:lnTo>
                    <a:pt x="1132" y="805"/>
                  </a:lnTo>
                  <a:lnTo>
                    <a:pt x="1130" y="801"/>
                  </a:lnTo>
                  <a:lnTo>
                    <a:pt x="1132" y="797"/>
                  </a:lnTo>
                  <a:lnTo>
                    <a:pt x="1136" y="803"/>
                  </a:lnTo>
                  <a:lnTo>
                    <a:pt x="1140" y="811"/>
                  </a:lnTo>
                  <a:lnTo>
                    <a:pt x="1147" y="822"/>
                  </a:lnTo>
                  <a:lnTo>
                    <a:pt x="1149" y="832"/>
                  </a:lnTo>
                  <a:lnTo>
                    <a:pt x="1157" y="836"/>
                  </a:lnTo>
                  <a:lnTo>
                    <a:pt x="1157" y="841"/>
                  </a:lnTo>
                  <a:lnTo>
                    <a:pt x="1159" y="847"/>
                  </a:lnTo>
                  <a:lnTo>
                    <a:pt x="1159" y="853"/>
                  </a:lnTo>
                  <a:lnTo>
                    <a:pt x="1163" y="866"/>
                  </a:lnTo>
                  <a:lnTo>
                    <a:pt x="1167" y="861"/>
                  </a:lnTo>
                  <a:lnTo>
                    <a:pt x="1170" y="861"/>
                  </a:lnTo>
                  <a:lnTo>
                    <a:pt x="1180" y="876"/>
                  </a:lnTo>
                  <a:lnTo>
                    <a:pt x="1186" y="891"/>
                  </a:lnTo>
                  <a:lnTo>
                    <a:pt x="1192" y="901"/>
                  </a:lnTo>
                  <a:lnTo>
                    <a:pt x="1205" y="911"/>
                  </a:lnTo>
                  <a:lnTo>
                    <a:pt x="1222" y="916"/>
                  </a:lnTo>
                  <a:lnTo>
                    <a:pt x="1226" y="914"/>
                  </a:lnTo>
                  <a:lnTo>
                    <a:pt x="1251" y="911"/>
                  </a:lnTo>
                  <a:lnTo>
                    <a:pt x="1255" y="911"/>
                  </a:lnTo>
                  <a:lnTo>
                    <a:pt x="1264" y="909"/>
                  </a:lnTo>
                  <a:lnTo>
                    <a:pt x="1272" y="903"/>
                  </a:lnTo>
                  <a:lnTo>
                    <a:pt x="1272" y="899"/>
                  </a:lnTo>
                  <a:lnTo>
                    <a:pt x="1284" y="890"/>
                  </a:lnTo>
                  <a:lnTo>
                    <a:pt x="1284" y="886"/>
                  </a:lnTo>
                  <a:lnTo>
                    <a:pt x="1287" y="888"/>
                  </a:lnTo>
                  <a:lnTo>
                    <a:pt x="1291" y="886"/>
                  </a:lnTo>
                  <a:lnTo>
                    <a:pt x="1293" y="893"/>
                  </a:lnTo>
                  <a:lnTo>
                    <a:pt x="1297" y="891"/>
                  </a:lnTo>
                  <a:lnTo>
                    <a:pt x="1303" y="895"/>
                  </a:lnTo>
                  <a:lnTo>
                    <a:pt x="1299" y="897"/>
                  </a:lnTo>
                  <a:lnTo>
                    <a:pt x="1291" y="899"/>
                  </a:lnTo>
                  <a:lnTo>
                    <a:pt x="1291" y="903"/>
                  </a:lnTo>
                  <a:lnTo>
                    <a:pt x="1286" y="903"/>
                  </a:lnTo>
                  <a:lnTo>
                    <a:pt x="1284" y="911"/>
                  </a:lnTo>
                  <a:lnTo>
                    <a:pt x="1272" y="916"/>
                  </a:lnTo>
                  <a:lnTo>
                    <a:pt x="1264" y="924"/>
                  </a:lnTo>
                  <a:lnTo>
                    <a:pt x="1261" y="932"/>
                  </a:lnTo>
                  <a:lnTo>
                    <a:pt x="1261" y="938"/>
                  </a:lnTo>
                  <a:lnTo>
                    <a:pt x="1255" y="941"/>
                  </a:lnTo>
                  <a:lnTo>
                    <a:pt x="1255" y="953"/>
                  </a:lnTo>
                  <a:lnTo>
                    <a:pt x="1270" y="951"/>
                  </a:lnTo>
                  <a:lnTo>
                    <a:pt x="1280" y="943"/>
                  </a:lnTo>
                  <a:lnTo>
                    <a:pt x="1287" y="943"/>
                  </a:lnTo>
                  <a:lnTo>
                    <a:pt x="1295" y="947"/>
                  </a:lnTo>
                  <a:lnTo>
                    <a:pt x="1303" y="959"/>
                  </a:lnTo>
                  <a:lnTo>
                    <a:pt x="1314" y="959"/>
                  </a:lnTo>
                  <a:lnTo>
                    <a:pt x="1312" y="984"/>
                  </a:lnTo>
                  <a:lnTo>
                    <a:pt x="1318" y="989"/>
                  </a:lnTo>
                  <a:lnTo>
                    <a:pt x="1378" y="1070"/>
                  </a:lnTo>
                  <a:lnTo>
                    <a:pt x="1449" y="1166"/>
                  </a:lnTo>
                  <a:lnTo>
                    <a:pt x="1458" y="1178"/>
                  </a:lnTo>
                  <a:lnTo>
                    <a:pt x="1487" y="1218"/>
                  </a:lnTo>
                  <a:lnTo>
                    <a:pt x="1652" y="1239"/>
                  </a:lnTo>
                  <a:lnTo>
                    <a:pt x="1976" y="1279"/>
                  </a:lnTo>
                  <a:lnTo>
                    <a:pt x="1996" y="1266"/>
                  </a:lnTo>
                  <a:lnTo>
                    <a:pt x="2026" y="1320"/>
                  </a:lnTo>
                  <a:lnTo>
                    <a:pt x="2038" y="1339"/>
                  </a:lnTo>
                  <a:lnTo>
                    <a:pt x="2074" y="1404"/>
                  </a:lnTo>
                  <a:lnTo>
                    <a:pt x="2071" y="1414"/>
                  </a:lnTo>
                  <a:lnTo>
                    <a:pt x="2061" y="1439"/>
                  </a:lnTo>
                  <a:lnTo>
                    <a:pt x="2053" y="1462"/>
                  </a:lnTo>
                  <a:lnTo>
                    <a:pt x="2046" y="1477"/>
                  </a:lnTo>
                  <a:lnTo>
                    <a:pt x="2044" y="1487"/>
                  </a:lnTo>
                  <a:lnTo>
                    <a:pt x="2034" y="1510"/>
                  </a:lnTo>
                  <a:lnTo>
                    <a:pt x="2024" y="1533"/>
                  </a:lnTo>
                  <a:lnTo>
                    <a:pt x="2019" y="1546"/>
                  </a:lnTo>
                  <a:lnTo>
                    <a:pt x="2019" y="1548"/>
                  </a:lnTo>
                  <a:lnTo>
                    <a:pt x="2015" y="1558"/>
                  </a:lnTo>
                  <a:lnTo>
                    <a:pt x="2011" y="1568"/>
                  </a:lnTo>
                  <a:lnTo>
                    <a:pt x="2005" y="1581"/>
                  </a:lnTo>
                  <a:lnTo>
                    <a:pt x="1996" y="1604"/>
                  </a:lnTo>
                  <a:lnTo>
                    <a:pt x="1988" y="1629"/>
                  </a:lnTo>
                  <a:lnTo>
                    <a:pt x="1984" y="1637"/>
                  </a:lnTo>
                  <a:lnTo>
                    <a:pt x="1978" y="1652"/>
                  </a:lnTo>
                  <a:lnTo>
                    <a:pt x="1969" y="1677"/>
                  </a:lnTo>
                  <a:lnTo>
                    <a:pt x="1959" y="1700"/>
                  </a:lnTo>
                  <a:lnTo>
                    <a:pt x="1953" y="1717"/>
                  </a:lnTo>
                  <a:lnTo>
                    <a:pt x="1946" y="1739"/>
                  </a:lnTo>
                  <a:lnTo>
                    <a:pt x="1936" y="1762"/>
                  </a:lnTo>
                  <a:lnTo>
                    <a:pt x="1927" y="1785"/>
                  </a:lnTo>
                  <a:lnTo>
                    <a:pt x="1923" y="1798"/>
                  </a:lnTo>
                  <a:lnTo>
                    <a:pt x="1921" y="1798"/>
                  </a:lnTo>
                  <a:lnTo>
                    <a:pt x="1911" y="1802"/>
                  </a:lnTo>
                  <a:lnTo>
                    <a:pt x="1886" y="1810"/>
                  </a:lnTo>
                  <a:lnTo>
                    <a:pt x="1859" y="1819"/>
                  </a:lnTo>
                  <a:lnTo>
                    <a:pt x="1844" y="1823"/>
                  </a:lnTo>
                  <a:lnTo>
                    <a:pt x="1840" y="1825"/>
                  </a:lnTo>
                  <a:lnTo>
                    <a:pt x="1834" y="1827"/>
                  </a:lnTo>
                  <a:lnTo>
                    <a:pt x="1810" y="1835"/>
                  </a:lnTo>
                  <a:lnTo>
                    <a:pt x="1790" y="1842"/>
                  </a:lnTo>
                  <a:lnTo>
                    <a:pt x="1786" y="1842"/>
                  </a:lnTo>
                  <a:lnTo>
                    <a:pt x="1775" y="1846"/>
                  </a:lnTo>
                  <a:lnTo>
                    <a:pt x="1773" y="1846"/>
                  </a:lnTo>
                  <a:lnTo>
                    <a:pt x="1769" y="1848"/>
                  </a:lnTo>
                  <a:lnTo>
                    <a:pt x="1760" y="1852"/>
                  </a:lnTo>
                  <a:lnTo>
                    <a:pt x="1739" y="1858"/>
                  </a:lnTo>
                  <a:lnTo>
                    <a:pt x="1729" y="1861"/>
                  </a:lnTo>
                  <a:lnTo>
                    <a:pt x="1721" y="1865"/>
                  </a:lnTo>
                  <a:lnTo>
                    <a:pt x="1706" y="1869"/>
                  </a:lnTo>
                  <a:lnTo>
                    <a:pt x="1702" y="1871"/>
                  </a:lnTo>
                  <a:lnTo>
                    <a:pt x="1692" y="1873"/>
                  </a:lnTo>
                  <a:lnTo>
                    <a:pt x="1685" y="1877"/>
                  </a:lnTo>
                  <a:lnTo>
                    <a:pt x="1679" y="1879"/>
                  </a:lnTo>
                  <a:lnTo>
                    <a:pt x="1675" y="1879"/>
                  </a:lnTo>
                  <a:lnTo>
                    <a:pt x="1669" y="1881"/>
                  </a:lnTo>
                  <a:lnTo>
                    <a:pt x="1666" y="1883"/>
                  </a:lnTo>
                  <a:lnTo>
                    <a:pt x="1662" y="1885"/>
                  </a:lnTo>
                  <a:lnTo>
                    <a:pt x="1644" y="1888"/>
                  </a:lnTo>
                  <a:lnTo>
                    <a:pt x="1644" y="1890"/>
                  </a:lnTo>
                  <a:lnTo>
                    <a:pt x="1641" y="1890"/>
                  </a:lnTo>
                  <a:lnTo>
                    <a:pt x="1625" y="1896"/>
                  </a:lnTo>
                  <a:lnTo>
                    <a:pt x="1620" y="1898"/>
                  </a:lnTo>
                  <a:lnTo>
                    <a:pt x="1604" y="1902"/>
                  </a:lnTo>
                  <a:lnTo>
                    <a:pt x="1598" y="1906"/>
                  </a:lnTo>
                  <a:lnTo>
                    <a:pt x="1596" y="1906"/>
                  </a:lnTo>
                  <a:lnTo>
                    <a:pt x="1593" y="1906"/>
                  </a:lnTo>
                  <a:lnTo>
                    <a:pt x="1589" y="1908"/>
                  </a:lnTo>
                  <a:lnTo>
                    <a:pt x="1570" y="1913"/>
                  </a:lnTo>
                  <a:lnTo>
                    <a:pt x="1545" y="1923"/>
                  </a:lnTo>
                  <a:lnTo>
                    <a:pt x="1535" y="1925"/>
                  </a:lnTo>
                  <a:lnTo>
                    <a:pt x="1525" y="1929"/>
                  </a:lnTo>
                  <a:lnTo>
                    <a:pt x="1520" y="1931"/>
                  </a:lnTo>
                  <a:lnTo>
                    <a:pt x="1495" y="1938"/>
                  </a:lnTo>
                  <a:lnTo>
                    <a:pt x="1477" y="1944"/>
                  </a:lnTo>
                  <a:lnTo>
                    <a:pt x="1476" y="1946"/>
                  </a:lnTo>
                  <a:lnTo>
                    <a:pt x="1470" y="1948"/>
                  </a:lnTo>
                  <a:lnTo>
                    <a:pt x="1449" y="1954"/>
                  </a:lnTo>
                  <a:lnTo>
                    <a:pt x="1445" y="1956"/>
                  </a:lnTo>
                  <a:lnTo>
                    <a:pt x="1420" y="1963"/>
                  </a:lnTo>
                  <a:lnTo>
                    <a:pt x="1408" y="1967"/>
                  </a:lnTo>
                  <a:lnTo>
                    <a:pt x="1391" y="1973"/>
                  </a:lnTo>
                  <a:lnTo>
                    <a:pt x="1383" y="1977"/>
                  </a:lnTo>
                  <a:lnTo>
                    <a:pt x="1366" y="1982"/>
                  </a:lnTo>
                  <a:lnTo>
                    <a:pt x="1364" y="1982"/>
                  </a:lnTo>
                  <a:lnTo>
                    <a:pt x="1357" y="1986"/>
                  </a:lnTo>
                  <a:lnTo>
                    <a:pt x="1339" y="1992"/>
                  </a:lnTo>
                  <a:lnTo>
                    <a:pt x="1334" y="1994"/>
                  </a:lnTo>
                  <a:lnTo>
                    <a:pt x="1326" y="1996"/>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4" name="Freeform 33">
              <a:extLst>
                <a:ext uri="{FF2B5EF4-FFF2-40B4-BE49-F238E27FC236}">
                  <a16:creationId xmlns:a16="http://schemas.microsoft.com/office/drawing/2014/main" id="{4FC9EA7C-4371-410D-43FB-81FCCA76EF66}"/>
                </a:ext>
              </a:extLst>
            </p:cNvPr>
            <p:cNvSpPr>
              <a:spLocks/>
            </p:cNvSpPr>
            <p:nvPr/>
          </p:nvSpPr>
          <p:spPr bwMode="gray">
            <a:xfrm>
              <a:off x="7029805" y="1860921"/>
              <a:ext cx="929127" cy="702362"/>
            </a:xfrm>
            <a:custGeom>
              <a:avLst/>
              <a:gdLst>
                <a:gd name="T0" fmla="*/ 183 w 924"/>
                <a:gd name="T1" fmla="*/ 50 h 666"/>
                <a:gd name="T2" fmla="*/ 177 w 924"/>
                <a:gd name="T3" fmla="*/ 96 h 666"/>
                <a:gd name="T4" fmla="*/ 187 w 924"/>
                <a:gd name="T5" fmla="*/ 109 h 666"/>
                <a:gd name="T6" fmla="*/ 200 w 924"/>
                <a:gd name="T7" fmla="*/ 98 h 666"/>
                <a:gd name="T8" fmla="*/ 229 w 924"/>
                <a:gd name="T9" fmla="*/ 102 h 666"/>
                <a:gd name="T10" fmla="*/ 219 w 924"/>
                <a:gd name="T11" fmla="*/ 123 h 666"/>
                <a:gd name="T12" fmla="*/ 211 w 924"/>
                <a:gd name="T13" fmla="*/ 165 h 666"/>
                <a:gd name="T14" fmla="*/ 244 w 924"/>
                <a:gd name="T15" fmla="*/ 167 h 666"/>
                <a:gd name="T16" fmla="*/ 325 w 924"/>
                <a:gd name="T17" fmla="*/ 169 h 666"/>
                <a:gd name="T18" fmla="*/ 388 w 924"/>
                <a:gd name="T19" fmla="*/ 151 h 666"/>
                <a:gd name="T20" fmla="*/ 449 w 924"/>
                <a:gd name="T21" fmla="*/ 169 h 666"/>
                <a:gd name="T22" fmla="*/ 515 w 924"/>
                <a:gd name="T23" fmla="*/ 176 h 666"/>
                <a:gd name="T24" fmla="*/ 572 w 924"/>
                <a:gd name="T25" fmla="*/ 194 h 666"/>
                <a:gd name="T26" fmla="*/ 643 w 924"/>
                <a:gd name="T27" fmla="*/ 186 h 666"/>
                <a:gd name="T28" fmla="*/ 720 w 924"/>
                <a:gd name="T29" fmla="*/ 192 h 666"/>
                <a:gd name="T30" fmla="*/ 768 w 924"/>
                <a:gd name="T31" fmla="*/ 205 h 666"/>
                <a:gd name="T32" fmla="*/ 774 w 924"/>
                <a:gd name="T33" fmla="*/ 238 h 666"/>
                <a:gd name="T34" fmla="*/ 828 w 924"/>
                <a:gd name="T35" fmla="*/ 228 h 666"/>
                <a:gd name="T36" fmla="*/ 851 w 924"/>
                <a:gd name="T37" fmla="*/ 253 h 666"/>
                <a:gd name="T38" fmla="*/ 901 w 924"/>
                <a:gd name="T39" fmla="*/ 297 h 666"/>
                <a:gd name="T40" fmla="*/ 889 w 924"/>
                <a:gd name="T41" fmla="*/ 330 h 666"/>
                <a:gd name="T42" fmla="*/ 868 w 924"/>
                <a:gd name="T43" fmla="*/ 355 h 666"/>
                <a:gd name="T44" fmla="*/ 806 w 924"/>
                <a:gd name="T45" fmla="*/ 380 h 666"/>
                <a:gd name="T46" fmla="*/ 806 w 924"/>
                <a:gd name="T47" fmla="*/ 432 h 666"/>
                <a:gd name="T48" fmla="*/ 839 w 924"/>
                <a:gd name="T49" fmla="*/ 474 h 666"/>
                <a:gd name="T50" fmla="*/ 808 w 924"/>
                <a:gd name="T51" fmla="*/ 509 h 666"/>
                <a:gd name="T52" fmla="*/ 787 w 924"/>
                <a:gd name="T53" fmla="*/ 547 h 666"/>
                <a:gd name="T54" fmla="*/ 747 w 924"/>
                <a:gd name="T55" fmla="*/ 561 h 666"/>
                <a:gd name="T56" fmla="*/ 710 w 924"/>
                <a:gd name="T57" fmla="*/ 559 h 666"/>
                <a:gd name="T58" fmla="*/ 626 w 924"/>
                <a:gd name="T59" fmla="*/ 559 h 666"/>
                <a:gd name="T60" fmla="*/ 444 w 924"/>
                <a:gd name="T61" fmla="*/ 643 h 666"/>
                <a:gd name="T62" fmla="*/ 350 w 924"/>
                <a:gd name="T63" fmla="*/ 666 h 666"/>
                <a:gd name="T64" fmla="*/ 311 w 924"/>
                <a:gd name="T65" fmla="*/ 626 h 666"/>
                <a:gd name="T66" fmla="*/ 294 w 924"/>
                <a:gd name="T67" fmla="*/ 566 h 666"/>
                <a:gd name="T68" fmla="*/ 275 w 924"/>
                <a:gd name="T69" fmla="*/ 497 h 666"/>
                <a:gd name="T70" fmla="*/ 208 w 924"/>
                <a:gd name="T71" fmla="*/ 501 h 666"/>
                <a:gd name="T72" fmla="*/ 198 w 924"/>
                <a:gd name="T73" fmla="*/ 541 h 666"/>
                <a:gd name="T74" fmla="*/ 175 w 924"/>
                <a:gd name="T75" fmla="*/ 497 h 666"/>
                <a:gd name="T76" fmla="*/ 185 w 924"/>
                <a:gd name="T77" fmla="*/ 451 h 666"/>
                <a:gd name="T78" fmla="*/ 154 w 924"/>
                <a:gd name="T79" fmla="*/ 426 h 666"/>
                <a:gd name="T80" fmla="*/ 96 w 924"/>
                <a:gd name="T81" fmla="*/ 401 h 666"/>
                <a:gd name="T82" fmla="*/ 48 w 924"/>
                <a:gd name="T83" fmla="*/ 347 h 666"/>
                <a:gd name="T84" fmla="*/ 79 w 924"/>
                <a:gd name="T85" fmla="*/ 311 h 666"/>
                <a:gd name="T86" fmla="*/ 139 w 924"/>
                <a:gd name="T87" fmla="*/ 259 h 666"/>
                <a:gd name="T88" fmla="*/ 92 w 924"/>
                <a:gd name="T89" fmla="*/ 155 h 666"/>
                <a:gd name="T90" fmla="*/ 43 w 924"/>
                <a:gd name="T91" fmla="*/ 96 h 666"/>
                <a:gd name="T92" fmla="*/ 20 w 924"/>
                <a:gd name="T93" fmla="*/ 69 h 666"/>
                <a:gd name="T94" fmla="*/ 25 w 924"/>
                <a:gd name="T95" fmla="*/ 42 h 666"/>
                <a:gd name="T96" fmla="*/ 71 w 924"/>
                <a:gd name="T97" fmla="*/ 30 h 666"/>
                <a:gd name="T98" fmla="*/ 116 w 924"/>
                <a:gd name="T99" fmla="*/ 19 h 666"/>
                <a:gd name="T100" fmla="*/ 165 w 924"/>
                <a:gd name="T101" fmla="*/ 9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4" h="666">
                  <a:moveTo>
                    <a:pt x="192" y="0"/>
                  </a:moveTo>
                  <a:lnTo>
                    <a:pt x="192" y="13"/>
                  </a:lnTo>
                  <a:lnTo>
                    <a:pt x="188" y="17"/>
                  </a:lnTo>
                  <a:lnTo>
                    <a:pt x="183" y="50"/>
                  </a:lnTo>
                  <a:lnTo>
                    <a:pt x="187" y="57"/>
                  </a:lnTo>
                  <a:lnTo>
                    <a:pt x="187" y="67"/>
                  </a:lnTo>
                  <a:lnTo>
                    <a:pt x="177" y="80"/>
                  </a:lnTo>
                  <a:lnTo>
                    <a:pt x="177" y="96"/>
                  </a:lnTo>
                  <a:lnTo>
                    <a:pt x="165" y="105"/>
                  </a:lnTo>
                  <a:lnTo>
                    <a:pt x="167" y="109"/>
                  </a:lnTo>
                  <a:lnTo>
                    <a:pt x="171" y="111"/>
                  </a:lnTo>
                  <a:lnTo>
                    <a:pt x="187" y="109"/>
                  </a:lnTo>
                  <a:lnTo>
                    <a:pt x="188" y="115"/>
                  </a:lnTo>
                  <a:lnTo>
                    <a:pt x="196" y="117"/>
                  </a:lnTo>
                  <a:lnTo>
                    <a:pt x="202" y="107"/>
                  </a:lnTo>
                  <a:lnTo>
                    <a:pt x="200" y="98"/>
                  </a:lnTo>
                  <a:lnTo>
                    <a:pt x="204" y="98"/>
                  </a:lnTo>
                  <a:lnTo>
                    <a:pt x="213" y="90"/>
                  </a:lnTo>
                  <a:lnTo>
                    <a:pt x="227" y="88"/>
                  </a:lnTo>
                  <a:lnTo>
                    <a:pt x="229" y="102"/>
                  </a:lnTo>
                  <a:lnTo>
                    <a:pt x="238" y="105"/>
                  </a:lnTo>
                  <a:lnTo>
                    <a:pt x="236" y="113"/>
                  </a:lnTo>
                  <a:lnTo>
                    <a:pt x="229" y="121"/>
                  </a:lnTo>
                  <a:lnTo>
                    <a:pt x="219" y="123"/>
                  </a:lnTo>
                  <a:lnTo>
                    <a:pt x="215" y="126"/>
                  </a:lnTo>
                  <a:lnTo>
                    <a:pt x="213" y="142"/>
                  </a:lnTo>
                  <a:lnTo>
                    <a:pt x="211" y="151"/>
                  </a:lnTo>
                  <a:lnTo>
                    <a:pt x="211" y="165"/>
                  </a:lnTo>
                  <a:lnTo>
                    <a:pt x="210" y="176"/>
                  </a:lnTo>
                  <a:lnTo>
                    <a:pt x="221" y="174"/>
                  </a:lnTo>
                  <a:lnTo>
                    <a:pt x="227" y="171"/>
                  </a:lnTo>
                  <a:lnTo>
                    <a:pt x="244" y="167"/>
                  </a:lnTo>
                  <a:lnTo>
                    <a:pt x="267" y="165"/>
                  </a:lnTo>
                  <a:lnTo>
                    <a:pt x="284" y="159"/>
                  </a:lnTo>
                  <a:lnTo>
                    <a:pt x="317" y="159"/>
                  </a:lnTo>
                  <a:lnTo>
                    <a:pt x="325" y="169"/>
                  </a:lnTo>
                  <a:lnTo>
                    <a:pt x="332" y="169"/>
                  </a:lnTo>
                  <a:lnTo>
                    <a:pt x="355" y="157"/>
                  </a:lnTo>
                  <a:lnTo>
                    <a:pt x="382" y="153"/>
                  </a:lnTo>
                  <a:lnTo>
                    <a:pt x="388" y="151"/>
                  </a:lnTo>
                  <a:lnTo>
                    <a:pt x="419" y="151"/>
                  </a:lnTo>
                  <a:lnTo>
                    <a:pt x="440" y="157"/>
                  </a:lnTo>
                  <a:lnTo>
                    <a:pt x="440" y="165"/>
                  </a:lnTo>
                  <a:lnTo>
                    <a:pt x="449" y="169"/>
                  </a:lnTo>
                  <a:lnTo>
                    <a:pt x="459" y="163"/>
                  </a:lnTo>
                  <a:lnTo>
                    <a:pt x="496" y="163"/>
                  </a:lnTo>
                  <a:lnTo>
                    <a:pt x="509" y="174"/>
                  </a:lnTo>
                  <a:lnTo>
                    <a:pt x="515" y="176"/>
                  </a:lnTo>
                  <a:lnTo>
                    <a:pt x="520" y="173"/>
                  </a:lnTo>
                  <a:lnTo>
                    <a:pt x="536" y="167"/>
                  </a:lnTo>
                  <a:lnTo>
                    <a:pt x="547" y="174"/>
                  </a:lnTo>
                  <a:lnTo>
                    <a:pt x="572" y="194"/>
                  </a:lnTo>
                  <a:lnTo>
                    <a:pt x="593" y="196"/>
                  </a:lnTo>
                  <a:lnTo>
                    <a:pt x="611" y="180"/>
                  </a:lnTo>
                  <a:lnTo>
                    <a:pt x="616" y="178"/>
                  </a:lnTo>
                  <a:lnTo>
                    <a:pt x="643" y="186"/>
                  </a:lnTo>
                  <a:lnTo>
                    <a:pt x="666" y="194"/>
                  </a:lnTo>
                  <a:lnTo>
                    <a:pt x="684" y="198"/>
                  </a:lnTo>
                  <a:lnTo>
                    <a:pt x="703" y="192"/>
                  </a:lnTo>
                  <a:lnTo>
                    <a:pt x="720" y="192"/>
                  </a:lnTo>
                  <a:lnTo>
                    <a:pt x="728" y="188"/>
                  </a:lnTo>
                  <a:lnTo>
                    <a:pt x="745" y="188"/>
                  </a:lnTo>
                  <a:lnTo>
                    <a:pt x="764" y="196"/>
                  </a:lnTo>
                  <a:lnTo>
                    <a:pt x="768" y="205"/>
                  </a:lnTo>
                  <a:lnTo>
                    <a:pt x="770" y="213"/>
                  </a:lnTo>
                  <a:lnTo>
                    <a:pt x="764" y="228"/>
                  </a:lnTo>
                  <a:lnTo>
                    <a:pt x="768" y="238"/>
                  </a:lnTo>
                  <a:lnTo>
                    <a:pt x="774" y="238"/>
                  </a:lnTo>
                  <a:lnTo>
                    <a:pt x="782" y="230"/>
                  </a:lnTo>
                  <a:lnTo>
                    <a:pt x="789" y="224"/>
                  </a:lnTo>
                  <a:lnTo>
                    <a:pt x="824" y="224"/>
                  </a:lnTo>
                  <a:lnTo>
                    <a:pt x="828" y="228"/>
                  </a:lnTo>
                  <a:lnTo>
                    <a:pt x="843" y="230"/>
                  </a:lnTo>
                  <a:lnTo>
                    <a:pt x="866" y="236"/>
                  </a:lnTo>
                  <a:lnTo>
                    <a:pt x="864" y="240"/>
                  </a:lnTo>
                  <a:lnTo>
                    <a:pt x="851" y="253"/>
                  </a:lnTo>
                  <a:lnTo>
                    <a:pt x="851" y="265"/>
                  </a:lnTo>
                  <a:lnTo>
                    <a:pt x="862" y="272"/>
                  </a:lnTo>
                  <a:lnTo>
                    <a:pt x="881" y="271"/>
                  </a:lnTo>
                  <a:lnTo>
                    <a:pt x="901" y="297"/>
                  </a:lnTo>
                  <a:lnTo>
                    <a:pt x="924" y="317"/>
                  </a:lnTo>
                  <a:lnTo>
                    <a:pt x="922" y="322"/>
                  </a:lnTo>
                  <a:lnTo>
                    <a:pt x="914" y="326"/>
                  </a:lnTo>
                  <a:lnTo>
                    <a:pt x="889" y="330"/>
                  </a:lnTo>
                  <a:lnTo>
                    <a:pt x="883" y="338"/>
                  </a:lnTo>
                  <a:lnTo>
                    <a:pt x="876" y="340"/>
                  </a:lnTo>
                  <a:lnTo>
                    <a:pt x="874" y="351"/>
                  </a:lnTo>
                  <a:lnTo>
                    <a:pt x="868" y="355"/>
                  </a:lnTo>
                  <a:lnTo>
                    <a:pt x="854" y="355"/>
                  </a:lnTo>
                  <a:lnTo>
                    <a:pt x="841" y="359"/>
                  </a:lnTo>
                  <a:lnTo>
                    <a:pt x="837" y="368"/>
                  </a:lnTo>
                  <a:lnTo>
                    <a:pt x="806" y="380"/>
                  </a:lnTo>
                  <a:lnTo>
                    <a:pt x="806" y="390"/>
                  </a:lnTo>
                  <a:lnTo>
                    <a:pt x="805" y="407"/>
                  </a:lnTo>
                  <a:lnTo>
                    <a:pt x="808" y="411"/>
                  </a:lnTo>
                  <a:lnTo>
                    <a:pt x="806" y="432"/>
                  </a:lnTo>
                  <a:lnTo>
                    <a:pt x="826" y="430"/>
                  </a:lnTo>
                  <a:lnTo>
                    <a:pt x="824" y="445"/>
                  </a:lnTo>
                  <a:lnTo>
                    <a:pt x="829" y="465"/>
                  </a:lnTo>
                  <a:lnTo>
                    <a:pt x="839" y="474"/>
                  </a:lnTo>
                  <a:lnTo>
                    <a:pt x="837" y="480"/>
                  </a:lnTo>
                  <a:lnTo>
                    <a:pt x="835" y="493"/>
                  </a:lnTo>
                  <a:lnTo>
                    <a:pt x="839" y="507"/>
                  </a:lnTo>
                  <a:lnTo>
                    <a:pt x="808" y="509"/>
                  </a:lnTo>
                  <a:lnTo>
                    <a:pt x="797" y="514"/>
                  </a:lnTo>
                  <a:lnTo>
                    <a:pt x="793" y="526"/>
                  </a:lnTo>
                  <a:lnTo>
                    <a:pt x="783" y="541"/>
                  </a:lnTo>
                  <a:lnTo>
                    <a:pt x="787" y="547"/>
                  </a:lnTo>
                  <a:lnTo>
                    <a:pt x="783" y="559"/>
                  </a:lnTo>
                  <a:lnTo>
                    <a:pt x="768" y="557"/>
                  </a:lnTo>
                  <a:lnTo>
                    <a:pt x="766" y="561"/>
                  </a:lnTo>
                  <a:lnTo>
                    <a:pt x="747" y="561"/>
                  </a:lnTo>
                  <a:lnTo>
                    <a:pt x="741" y="557"/>
                  </a:lnTo>
                  <a:lnTo>
                    <a:pt x="734" y="561"/>
                  </a:lnTo>
                  <a:lnTo>
                    <a:pt x="720" y="561"/>
                  </a:lnTo>
                  <a:lnTo>
                    <a:pt x="710" y="559"/>
                  </a:lnTo>
                  <a:lnTo>
                    <a:pt x="670" y="557"/>
                  </a:lnTo>
                  <a:lnTo>
                    <a:pt x="647" y="561"/>
                  </a:lnTo>
                  <a:lnTo>
                    <a:pt x="643" y="559"/>
                  </a:lnTo>
                  <a:lnTo>
                    <a:pt x="626" y="559"/>
                  </a:lnTo>
                  <a:lnTo>
                    <a:pt x="565" y="586"/>
                  </a:lnTo>
                  <a:lnTo>
                    <a:pt x="522" y="605"/>
                  </a:lnTo>
                  <a:lnTo>
                    <a:pt x="492" y="612"/>
                  </a:lnTo>
                  <a:lnTo>
                    <a:pt x="444" y="643"/>
                  </a:lnTo>
                  <a:lnTo>
                    <a:pt x="401" y="653"/>
                  </a:lnTo>
                  <a:lnTo>
                    <a:pt x="392" y="660"/>
                  </a:lnTo>
                  <a:lnTo>
                    <a:pt x="367" y="660"/>
                  </a:lnTo>
                  <a:lnTo>
                    <a:pt x="350" y="666"/>
                  </a:lnTo>
                  <a:lnTo>
                    <a:pt x="354" y="628"/>
                  </a:lnTo>
                  <a:lnTo>
                    <a:pt x="350" y="616"/>
                  </a:lnTo>
                  <a:lnTo>
                    <a:pt x="334" y="616"/>
                  </a:lnTo>
                  <a:lnTo>
                    <a:pt x="311" y="626"/>
                  </a:lnTo>
                  <a:lnTo>
                    <a:pt x="311" y="614"/>
                  </a:lnTo>
                  <a:lnTo>
                    <a:pt x="306" y="589"/>
                  </a:lnTo>
                  <a:lnTo>
                    <a:pt x="306" y="578"/>
                  </a:lnTo>
                  <a:lnTo>
                    <a:pt x="294" y="566"/>
                  </a:lnTo>
                  <a:lnTo>
                    <a:pt x="288" y="566"/>
                  </a:lnTo>
                  <a:lnTo>
                    <a:pt x="282" y="559"/>
                  </a:lnTo>
                  <a:lnTo>
                    <a:pt x="269" y="536"/>
                  </a:lnTo>
                  <a:lnTo>
                    <a:pt x="275" y="497"/>
                  </a:lnTo>
                  <a:lnTo>
                    <a:pt x="250" y="491"/>
                  </a:lnTo>
                  <a:lnTo>
                    <a:pt x="236" y="482"/>
                  </a:lnTo>
                  <a:lnTo>
                    <a:pt x="223" y="503"/>
                  </a:lnTo>
                  <a:lnTo>
                    <a:pt x="208" y="501"/>
                  </a:lnTo>
                  <a:lnTo>
                    <a:pt x="204" y="505"/>
                  </a:lnTo>
                  <a:lnTo>
                    <a:pt x="213" y="518"/>
                  </a:lnTo>
                  <a:lnTo>
                    <a:pt x="206" y="524"/>
                  </a:lnTo>
                  <a:lnTo>
                    <a:pt x="198" y="541"/>
                  </a:lnTo>
                  <a:lnTo>
                    <a:pt x="175" y="539"/>
                  </a:lnTo>
                  <a:lnTo>
                    <a:pt x="169" y="536"/>
                  </a:lnTo>
                  <a:lnTo>
                    <a:pt x="175" y="511"/>
                  </a:lnTo>
                  <a:lnTo>
                    <a:pt x="175" y="497"/>
                  </a:lnTo>
                  <a:lnTo>
                    <a:pt x="181" y="493"/>
                  </a:lnTo>
                  <a:lnTo>
                    <a:pt x="185" y="476"/>
                  </a:lnTo>
                  <a:lnTo>
                    <a:pt x="181" y="468"/>
                  </a:lnTo>
                  <a:lnTo>
                    <a:pt x="185" y="451"/>
                  </a:lnTo>
                  <a:lnTo>
                    <a:pt x="179" y="443"/>
                  </a:lnTo>
                  <a:lnTo>
                    <a:pt x="175" y="436"/>
                  </a:lnTo>
                  <a:lnTo>
                    <a:pt x="162" y="432"/>
                  </a:lnTo>
                  <a:lnTo>
                    <a:pt x="154" y="426"/>
                  </a:lnTo>
                  <a:lnTo>
                    <a:pt x="140" y="426"/>
                  </a:lnTo>
                  <a:lnTo>
                    <a:pt x="129" y="432"/>
                  </a:lnTo>
                  <a:lnTo>
                    <a:pt x="92" y="432"/>
                  </a:lnTo>
                  <a:lnTo>
                    <a:pt x="96" y="401"/>
                  </a:lnTo>
                  <a:lnTo>
                    <a:pt x="92" y="384"/>
                  </a:lnTo>
                  <a:lnTo>
                    <a:pt x="66" y="365"/>
                  </a:lnTo>
                  <a:lnTo>
                    <a:pt x="52" y="353"/>
                  </a:lnTo>
                  <a:lnTo>
                    <a:pt x="48" y="347"/>
                  </a:lnTo>
                  <a:lnTo>
                    <a:pt x="58" y="344"/>
                  </a:lnTo>
                  <a:lnTo>
                    <a:pt x="62" y="340"/>
                  </a:lnTo>
                  <a:lnTo>
                    <a:pt x="77" y="313"/>
                  </a:lnTo>
                  <a:lnTo>
                    <a:pt x="79" y="311"/>
                  </a:lnTo>
                  <a:lnTo>
                    <a:pt x="87" y="297"/>
                  </a:lnTo>
                  <a:lnTo>
                    <a:pt x="96" y="282"/>
                  </a:lnTo>
                  <a:lnTo>
                    <a:pt x="100" y="276"/>
                  </a:lnTo>
                  <a:lnTo>
                    <a:pt x="139" y="259"/>
                  </a:lnTo>
                  <a:lnTo>
                    <a:pt x="167" y="246"/>
                  </a:lnTo>
                  <a:lnTo>
                    <a:pt x="121" y="190"/>
                  </a:lnTo>
                  <a:lnTo>
                    <a:pt x="102" y="167"/>
                  </a:lnTo>
                  <a:lnTo>
                    <a:pt x="92" y="155"/>
                  </a:lnTo>
                  <a:lnTo>
                    <a:pt x="64" y="123"/>
                  </a:lnTo>
                  <a:lnTo>
                    <a:pt x="54" y="111"/>
                  </a:lnTo>
                  <a:lnTo>
                    <a:pt x="48" y="103"/>
                  </a:lnTo>
                  <a:lnTo>
                    <a:pt x="43" y="96"/>
                  </a:lnTo>
                  <a:lnTo>
                    <a:pt x="41" y="92"/>
                  </a:lnTo>
                  <a:lnTo>
                    <a:pt x="31" y="84"/>
                  </a:lnTo>
                  <a:lnTo>
                    <a:pt x="23" y="75"/>
                  </a:lnTo>
                  <a:lnTo>
                    <a:pt x="20" y="69"/>
                  </a:lnTo>
                  <a:lnTo>
                    <a:pt x="6" y="53"/>
                  </a:lnTo>
                  <a:lnTo>
                    <a:pt x="0" y="48"/>
                  </a:lnTo>
                  <a:lnTo>
                    <a:pt x="18" y="44"/>
                  </a:lnTo>
                  <a:lnTo>
                    <a:pt x="25" y="42"/>
                  </a:lnTo>
                  <a:lnTo>
                    <a:pt x="43" y="38"/>
                  </a:lnTo>
                  <a:lnTo>
                    <a:pt x="50" y="36"/>
                  </a:lnTo>
                  <a:lnTo>
                    <a:pt x="69" y="30"/>
                  </a:lnTo>
                  <a:lnTo>
                    <a:pt x="71" y="30"/>
                  </a:lnTo>
                  <a:lnTo>
                    <a:pt x="77" y="32"/>
                  </a:lnTo>
                  <a:lnTo>
                    <a:pt x="91" y="25"/>
                  </a:lnTo>
                  <a:lnTo>
                    <a:pt x="108" y="21"/>
                  </a:lnTo>
                  <a:lnTo>
                    <a:pt x="116" y="19"/>
                  </a:lnTo>
                  <a:lnTo>
                    <a:pt x="117" y="19"/>
                  </a:lnTo>
                  <a:lnTo>
                    <a:pt x="140" y="13"/>
                  </a:lnTo>
                  <a:lnTo>
                    <a:pt x="160" y="7"/>
                  </a:lnTo>
                  <a:lnTo>
                    <a:pt x="165" y="9"/>
                  </a:lnTo>
                  <a:lnTo>
                    <a:pt x="173" y="5"/>
                  </a:lnTo>
                  <a:lnTo>
                    <a:pt x="192" y="0"/>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5" name="Freeform 34">
              <a:extLst>
                <a:ext uri="{FF2B5EF4-FFF2-40B4-BE49-F238E27FC236}">
                  <a16:creationId xmlns:a16="http://schemas.microsoft.com/office/drawing/2014/main" id="{D29DF7B9-E9E5-89A0-71AB-737E9BBEEC46}"/>
                </a:ext>
              </a:extLst>
            </p:cNvPr>
            <p:cNvSpPr>
              <a:spLocks/>
            </p:cNvSpPr>
            <p:nvPr/>
          </p:nvSpPr>
          <p:spPr bwMode="gray">
            <a:xfrm>
              <a:off x="7195722" y="1775500"/>
              <a:ext cx="1525417" cy="891134"/>
            </a:xfrm>
            <a:custGeom>
              <a:avLst/>
              <a:gdLst>
                <a:gd name="T0" fmla="*/ 1457 w 1517"/>
                <a:gd name="T1" fmla="*/ 640 h 845"/>
                <a:gd name="T2" fmla="*/ 1348 w 1517"/>
                <a:gd name="T3" fmla="*/ 665 h 845"/>
                <a:gd name="T4" fmla="*/ 1330 w 1517"/>
                <a:gd name="T5" fmla="*/ 707 h 845"/>
                <a:gd name="T6" fmla="*/ 1365 w 1517"/>
                <a:gd name="T7" fmla="*/ 776 h 845"/>
                <a:gd name="T8" fmla="*/ 1319 w 1517"/>
                <a:gd name="T9" fmla="*/ 780 h 845"/>
                <a:gd name="T10" fmla="*/ 1265 w 1517"/>
                <a:gd name="T11" fmla="*/ 830 h 845"/>
                <a:gd name="T12" fmla="*/ 1167 w 1517"/>
                <a:gd name="T13" fmla="*/ 839 h 845"/>
                <a:gd name="T14" fmla="*/ 1096 w 1517"/>
                <a:gd name="T15" fmla="*/ 836 h 845"/>
                <a:gd name="T16" fmla="*/ 1092 w 1517"/>
                <a:gd name="T17" fmla="*/ 797 h 845"/>
                <a:gd name="T18" fmla="*/ 1085 w 1517"/>
                <a:gd name="T19" fmla="*/ 730 h 845"/>
                <a:gd name="T20" fmla="*/ 995 w 1517"/>
                <a:gd name="T21" fmla="*/ 726 h 845"/>
                <a:gd name="T22" fmla="*/ 943 w 1517"/>
                <a:gd name="T23" fmla="*/ 749 h 845"/>
                <a:gd name="T24" fmla="*/ 893 w 1517"/>
                <a:gd name="T25" fmla="*/ 736 h 845"/>
                <a:gd name="T26" fmla="*/ 874 w 1517"/>
                <a:gd name="T27" fmla="*/ 697 h 845"/>
                <a:gd name="T28" fmla="*/ 841 w 1517"/>
                <a:gd name="T29" fmla="*/ 678 h 845"/>
                <a:gd name="T30" fmla="*/ 751 w 1517"/>
                <a:gd name="T31" fmla="*/ 640 h 845"/>
                <a:gd name="T32" fmla="*/ 682 w 1517"/>
                <a:gd name="T33" fmla="*/ 645 h 845"/>
                <a:gd name="T34" fmla="*/ 618 w 1517"/>
                <a:gd name="T35" fmla="*/ 622 h 845"/>
                <a:gd name="T36" fmla="*/ 670 w 1517"/>
                <a:gd name="T37" fmla="*/ 574 h 845"/>
                <a:gd name="T38" fmla="*/ 661 w 1517"/>
                <a:gd name="T39" fmla="*/ 511 h 845"/>
                <a:gd name="T40" fmla="*/ 641 w 1517"/>
                <a:gd name="T41" fmla="*/ 461 h 845"/>
                <a:gd name="T42" fmla="*/ 709 w 1517"/>
                <a:gd name="T43" fmla="*/ 432 h 845"/>
                <a:gd name="T44" fmla="*/ 757 w 1517"/>
                <a:gd name="T45" fmla="*/ 403 h 845"/>
                <a:gd name="T46" fmla="*/ 686 w 1517"/>
                <a:gd name="T47" fmla="*/ 346 h 845"/>
                <a:gd name="T48" fmla="*/ 663 w 1517"/>
                <a:gd name="T49" fmla="*/ 309 h 845"/>
                <a:gd name="T50" fmla="*/ 603 w 1517"/>
                <a:gd name="T51" fmla="*/ 319 h 845"/>
                <a:gd name="T52" fmla="*/ 580 w 1517"/>
                <a:gd name="T53" fmla="*/ 269 h 845"/>
                <a:gd name="T54" fmla="*/ 501 w 1517"/>
                <a:gd name="T55" fmla="*/ 275 h 845"/>
                <a:gd name="T56" fmla="*/ 407 w 1517"/>
                <a:gd name="T57" fmla="*/ 275 h 845"/>
                <a:gd name="T58" fmla="*/ 344 w 1517"/>
                <a:gd name="T59" fmla="*/ 255 h 845"/>
                <a:gd name="T60" fmla="*/ 275 w 1517"/>
                <a:gd name="T61" fmla="*/ 238 h 845"/>
                <a:gd name="T62" fmla="*/ 167 w 1517"/>
                <a:gd name="T63" fmla="*/ 250 h 845"/>
                <a:gd name="T64" fmla="*/ 79 w 1517"/>
                <a:gd name="T65" fmla="*/ 248 h 845"/>
                <a:gd name="T66" fmla="*/ 46 w 1517"/>
                <a:gd name="T67" fmla="*/ 232 h 845"/>
                <a:gd name="T68" fmla="*/ 71 w 1517"/>
                <a:gd name="T69" fmla="*/ 194 h 845"/>
                <a:gd name="T70" fmla="*/ 39 w 1517"/>
                <a:gd name="T71" fmla="*/ 179 h 845"/>
                <a:gd name="T72" fmla="*/ 22 w 1517"/>
                <a:gd name="T73" fmla="*/ 190 h 845"/>
                <a:gd name="T74" fmla="*/ 12 w 1517"/>
                <a:gd name="T75" fmla="*/ 161 h 845"/>
                <a:gd name="T76" fmla="*/ 27 w 1517"/>
                <a:gd name="T77" fmla="*/ 94 h 845"/>
                <a:gd name="T78" fmla="*/ 189 w 1517"/>
                <a:gd name="T79" fmla="*/ 40 h 845"/>
                <a:gd name="T80" fmla="*/ 258 w 1517"/>
                <a:gd name="T81" fmla="*/ 12 h 845"/>
                <a:gd name="T82" fmla="*/ 371 w 1517"/>
                <a:gd name="T83" fmla="*/ 15 h 845"/>
                <a:gd name="T84" fmla="*/ 486 w 1517"/>
                <a:gd name="T85" fmla="*/ 38 h 845"/>
                <a:gd name="T86" fmla="*/ 693 w 1517"/>
                <a:gd name="T87" fmla="*/ 159 h 845"/>
                <a:gd name="T88" fmla="*/ 743 w 1517"/>
                <a:gd name="T89" fmla="*/ 183 h 845"/>
                <a:gd name="T90" fmla="*/ 776 w 1517"/>
                <a:gd name="T91" fmla="*/ 198 h 845"/>
                <a:gd name="T92" fmla="*/ 822 w 1517"/>
                <a:gd name="T93" fmla="*/ 227 h 845"/>
                <a:gd name="T94" fmla="*/ 866 w 1517"/>
                <a:gd name="T95" fmla="*/ 263 h 845"/>
                <a:gd name="T96" fmla="*/ 906 w 1517"/>
                <a:gd name="T97" fmla="*/ 294 h 845"/>
                <a:gd name="T98" fmla="*/ 947 w 1517"/>
                <a:gd name="T99" fmla="*/ 327 h 845"/>
                <a:gd name="T100" fmla="*/ 991 w 1517"/>
                <a:gd name="T101" fmla="*/ 363 h 845"/>
                <a:gd name="T102" fmla="*/ 1031 w 1517"/>
                <a:gd name="T103" fmla="*/ 394 h 845"/>
                <a:gd name="T104" fmla="*/ 1068 w 1517"/>
                <a:gd name="T105" fmla="*/ 425 h 845"/>
                <a:gd name="T106" fmla="*/ 1092 w 1517"/>
                <a:gd name="T107" fmla="*/ 446 h 845"/>
                <a:gd name="T108" fmla="*/ 1127 w 1517"/>
                <a:gd name="T109" fmla="*/ 474 h 845"/>
                <a:gd name="T110" fmla="*/ 1156 w 1517"/>
                <a:gd name="T111" fmla="*/ 499 h 845"/>
                <a:gd name="T112" fmla="*/ 1190 w 1517"/>
                <a:gd name="T113" fmla="*/ 526 h 845"/>
                <a:gd name="T114" fmla="*/ 1235 w 1517"/>
                <a:gd name="T115" fmla="*/ 565 h 845"/>
                <a:gd name="T116" fmla="*/ 1259 w 1517"/>
                <a:gd name="T117" fmla="*/ 586 h 845"/>
                <a:gd name="T118" fmla="*/ 1309 w 1517"/>
                <a:gd name="T119" fmla="*/ 588 h 845"/>
                <a:gd name="T120" fmla="*/ 1359 w 1517"/>
                <a:gd name="T121" fmla="*/ 592 h 845"/>
                <a:gd name="T122" fmla="*/ 1461 w 1517"/>
                <a:gd name="T123" fmla="*/ 601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845">
                  <a:moveTo>
                    <a:pt x="1517" y="605"/>
                  </a:moveTo>
                  <a:lnTo>
                    <a:pt x="1494" y="630"/>
                  </a:lnTo>
                  <a:lnTo>
                    <a:pt x="1480" y="628"/>
                  </a:lnTo>
                  <a:lnTo>
                    <a:pt x="1469" y="640"/>
                  </a:lnTo>
                  <a:lnTo>
                    <a:pt x="1457" y="640"/>
                  </a:lnTo>
                  <a:lnTo>
                    <a:pt x="1455" y="653"/>
                  </a:lnTo>
                  <a:lnTo>
                    <a:pt x="1442" y="653"/>
                  </a:lnTo>
                  <a:lnTo>
                    <a:pt x="1432" y="668"/>
                  </a:lnTo>
                  <a:lnTo>
                    <a:pt x="1377" y="668"/>
                  </a:lnTo>
                  <a:lnTo>
                    <a:pt x="1348" y="665"/>
                  </a:lnTo>
                  <a:lnTo>
                    <a:pt x="1327" y="659"/>
                  </a:lnTo>
                  <a:lnTo>
                    <a:pt x="1317" y="674"/>
                  </a:lnTo>
                  <a:lnTo>
                    <a:pt x="1315" y="676"/>
                  </a:lnTo>
                  <a:lnTo>
                    <a:pt x="1317" y="693"/>
                  </a:lnTo>
                  <a:lnTo>
                    <a:pt x="1330" y="707"/>
                  </a:lnTo>
                  <a:lnTo>
                    <a:pt x="1332" y="716"/>
                  </a:lnTo>
                  <a:lnTo>
                    <a:pt x="1355" y="740"/>
                  </a:lnTo>
                  <a:lnTo>
                    <a:pt x="1355" y="751"/>
                  </a:lnTo>
                  <a:lnTo>
                    <a:pt x="1359" y="766"/>
                  </a:lnTo>
                  <a:lnTo>
                    <a:pt x="1365" y="776"/>
                  </a:lnTo>
                  <a:lnTo>
                    <a:pt x="1361" y="780"/>
                  </a:lnTo>
                  <a:lnTo>
                    <a:pt x="1354" y="774"/>
                  </a:lnTo>
                  <a:lnTo>
                    <a:pt x="1334" y="772"/>
                  </a:lnTo>
                  <a:lnTo>
                    <a:pt x="1327" y="780"/>
                  </a:lnTo>
                  <a:lnTo>
                    <a:pt x="1319" y="780"/>
                  </a:lnTo>
                  <a:lnTo>
                    <a:pt x="1302" y="789"/>
                  </a:lnTo>
                  <a:lnTo>
                    <a:pt x="1283" y="793"/>
                  </a:lnTo>
                  <a:lnTo>
                    <a:pt x="1281" y="822"/>
                  </a:lnTo>
                  <a:lnTo>
                    <a:pt x="1277" y="830"/>
                  </a:lnTo>
                  <a:lnTo>
                    <a:pt x="1265" y="830"/>
                  </a:lnTo>
                  <a:lnTo>
                    <a:pt x="1238" y="824"/>
                  </a:lnTo>
                  <a:lnTo>
                    <a:pt x="1223" y="824"/>
                  </a:lnTo>
                  <a:lnTo>
                    <a:pt x="1204" y="838"/>
                  </a:lnTo>
                  <a:lnTo>
                    <a:pt x="1185" y="845"/>
                  </a:lnTo>
                  <a:lnTo>
                    <a:pt x="1167" y="839"/>
                  </a:lnTo>
                  <a:lnTo>
                    <a:pt x="1152" y="826"/>
                  </a:lnTo>
                  <a:lnTo>
                    <a:pt x="1137" y="824"/>
                  </a:lnTo>
                  <a:lnTo>
                    <a:pt x="1117" y="824"/>
                  </a:lnTo>
                  <a:lnTo>
                    <a:pt x="1106" y="836"/>
                  </a:lnTo>
                  <a:lnTo>
                    <a:pt x="1096" y="836"/>
                  </a:lnTo>
                  <a:lnTo>
                    <a:pt x="1098" y="826"/>
                  </a:lnTo>
                  <a:lnTo>
                    <a:pt x="1092" y="822"/>
                  </a:lnTo>
                  <a:lnTo>
                    <a:pt x="1092" y="813"/>
                  </a:lnTo>
                  <a:lnTo>
                    <a:pt x="1096" y="805"/>
                  </a:lnTo>
                  <a:lnTo>
                    <a:pt x="1092" y="797"/>
                  </a:lnTo>
                  <a:lnTo>
                    <a:pt x="1092" y="782"/>
                  </a:lnTo>
                  <a:lnTo>
                    <a:pt x="1091" y="755"/>
                  </a:lnTo>
                  <a:lnTo>
                    <a:pt x="1100" y="745"/>
                  </a:lnTo>
                  <a:lnTo>
                    <a:pt x="1091" y="732"/>
                  </a:lnTo>
                  <a:lnTo>
                    <a:pt x="1085" y="730"/>
                  </a:lnTo>
                  <a:lnTo>
                    <a:pt x="1073" y="728"/>
                  </a:lnTo>
                  <a:lnTo>
                    <a:pt x="1060" y="728"/>
                  </a:lnTo>
                  <a:lnTo>
                    <a:pt x="1046" y="724"/>
                  </a:lnTo>
                  <a:lnTo>
                    <a:pt x="1021" y="726"/>
                  </a:lnTo>
                  <a:lnTo>
                    <a:pt x="995" y="726"/>
                  </a:lnTo>
                  <a:lnTo>
                    <a:pt x="985" y="718"/>
                  </a:lnTo>
                  <a:lnTo>
                    <a:pt x="979" y="718"/>
                  </a:lnTo>
                  <a:lnTo>
                    <a:pt x="966" y="724"/>
                  </a:lnTo>
                  <a:lnTo>
                    <a:pt x="960" y="738"/>
                  </a:lnTo>
                  <a:lnTo>
                    <a:pt x="943" y="749"/>
                  </a:lnTo>
                  <a:lnTo>
                    <a:pt x="931" y="743"/>
                  </a:lnTo>
                  <a:lnTo>
                    <a:pt x="920" y="741"/>
                  </a:lnTo>
                  <a:lnTo>
                    <a:pt x="918" y="736"/>
                  </a:lnTo>
                  <a:lnTo>
                    <a:pt x="906" y="734"/>
                  </a:lnTo>
                  <a:lnTo>
                    <a:pt x="893" y="736"/>
                  </a:lnTo>
                  <a:lnTo>
                    <a:pt x="893" y="730"/>
                  </a:lnTo>
                  <a:lnTo>
                    <a:pt x="881" y="724"/>
                  </a:lnTo>
                  <a:lnTo>
                    <a:pt x="889" y="709"/>
                  </a:lnTo>
                  <a:lnTo>
                    <a:pt x="889" y="697"/>
                  </a:lnTo>
                  <a:lnTo>
                    <a:pt x="874" y="697"/>
                  </a:lnTo>
                  <a:lnTo>
                    <a:pt x="868" y="690"/>
                  </a:lnTo>
                  <a:lnTo>
                    <a:pt x="860" y="688"/>
                  </a:lnTo>
                  <a:lnTo>
                    <a:pt x="860" y="692"/>
                  </a:lnTo>
                  <a:lnTo>
                    <a:pt x="853" y="692"/>
                  </a:lnTo>
                  <a:lnTo>
                    <a:pt x="841" y="678"/>
                  </a:lnTo>
                  <a:lnTo>
                    <a:pt x="841" y="670"/>
                  </a:lnTo>
                  <a:lnTo>
                    <a:pt x="837" y="665"/>
                  </a:lnTo>
                  <a:lnTo>
                    <a:pt x="801" y="661"/>
                  </a:lnTo>
                  <a:lnTo>
                    <a:pt x="760" y="649"/>
                  </a:lnTo>
                  <a:lnTo>
                    <a:pt x="751" y="640"/>
                  </a:lnTo>
                  <a:lnTo>
                    <a:pt x="747" y="640"/>
                  </a:lnTo>
                  <a:lnTo>
                    <a:pt x="724" y="655"/>
                  </a:lnTo>
                  <a:lnTo>
                    <a:pt x="716" y="649"/>
                  </a:lnTo>
                  <a:lnTo>
                    <a:pt x="688" y="651"/>
                  </a:lnTo>
                  <a:lnTo>
                    <a:pt x="682" y="645"/>
                  </a:lnTo>
                  <a:lnTo>
                    <a:pt x="653" y="647"/>
                  </a:lnTo>
                  <a:lnTo>
                    <a:pt x="636" y="640"/>
                  </a:lnTo>
                  <a:lnTo>
                    <a:pt x="618" y="640"/>
                  </a:lnTo>
                  <a:lnTo>
                    <a:pt x="622" y="628"/>
                  </a:lnTo>
                  <a:lnTo>
                    <a:pt x="618" y="622"/>
                  </a:lnTo>
                  <a:lnTo>
                    <a:pt x="628" y="607"/>
                  </a:lnTo>
                  <a:lnTo>
                    <a:pt x="632" y="595"/>
                  </a:lnTo>
                  <a:lnTo>
                    <a:pt x="643" y="590"/>
                  </a:lnTo>
                  <a:lnTo>
                    <a:pt x="674" y="588"/>
                  </a:lnTo>
                  <a:lnTo>
                    <a:pt x="670" y="574"/>
                  </a:lnTo>
                  <a:lnTo>
                    <a:pt x="672" y="561"/>
                  </a:lnTo>
                  <a:lnTo>
                    <a:pt x="674" y="555"/>
                  </a:lnTo>
                  <a:lnTo>
                    <a:pt x="664" y="546"/>
                  </a:lnTo>
                  <a:lnTo>
                    <a:pt x="659" y="526"/>
                  </a:lnTo>
                  <a:lnTo>
                    <a:pt x="661" y="511"/>
                  </a:lnTo>
                  <a:lnTo>
                    <a:pt x="641" y="513"/>
                  </a:lnTo>
                  <a:lnTo>
                    <a:pt x="643" y="492"/>
                  </a:lnTo>
                  <a:lnTo>
                    <a:pt x="640" y="488"/>
                  </a:lnTo>
                  <a:lnTo>
                    <a:pt x="641" y="471"/>
                  </a:lnTo>
                  <a:lnTo>
                    <a:pt x="641" y="461"/>
                  </a:lnTo>
                  <a:lnTo>
                    <a:pt x="672" y="449"/>
                  </a:lnTo>
                  <a:lnTo>
                    <a:pt x="676" y="440"/>
                  </a:lnTo>
                  <a:lnTo>
                    <a:pt x="689" y="436"/>
                  </a:lnTo>
                  <a:lnTo>
                    <a:pt x="703" y="436"/>
                  </a:lnTo>
                  <a:lnTo>
                    <a:pt x="709" y="432"/>
                  </a:lnTo>
                  <a:lnTo>
                    <a:pt x="711" y="421"/>
                  </a:lnTo>
                  <a:lnTo>
                    <a:pt x="718" y="419"/>
                  </a:lnTo>
                  <a:lnTo>
                    <a:pt x="724" y="411"/>
                  </a:lnTo>
                  <a:lnTo>
                    <a:pt x="749" y="407"/>
                  </a:lnTo>
                  <a:lnTo>
                    <a:pt x="757" y="403"/>
                  </a:lnTo>
                  <a:lnTo>
                    <a:pt x="759" y="398"/>
                  </a:lnTo>
                  <a:lnTo>
                    <a:pt x="736" y="378"/>
                  </a:lnTo>
                  <a:lnTo>
                    <a:pt x="716" y="352"/>
                  </a:lnTo>
                  <a:lnTo>
                    <a:pt x="697" y="353"/>
                  </a:lnTo>
                  <a:lnTo>
                    <a:pt x="686" y="346"/>
                  </a:lnTo>
                  <a:lnTo>
                    <a:pt x="686" y="334"/>
                  </a:lnTo>
                  <a:lnTo>
                    <a:pt x="699" y="321"/>
                  </a:lnTo>
                  <a:lnTo>
                    <a:pt x="701" y="317"/>
                  </a:lnTo>
                  <a:lnTo>
                    <a:pt x="678" y="311"/>
                  </a:lnTo>
                  <a:lnTo>
                    <a:pt x="663" y="309"/>
                  </a:lnTo>
                  <a:lnTo>
                    <a:pt x="659" y="305"/>
                  </a:lnTo>
                  <a:lnTo>
                    <a:pt x="624" y="305"/>
                  </a:lnTo>
                  <a:lnTo>
                    <a:pt x="617" y="311"/>
                  </a:lnTo>
                  <a:lnTo>
                    <a:pt x="609" y="319"/>
                  </a:lnTo>
                  <a:lnTo>
                    <a:pt x="603" y="319"/>
                  </a:lnTo>
                  <a:lnTo>
                    <a:pt x="599" y="309"/>
                  </a:lnTo>
                  <a:lnTo>
                    <a:pt x="605" y="294"/>
                  </a:lnTo>
                  <a:lnTo>
                    <a:pt x="603" y="286"/>
                  </a:lnTo>
                  <a:lnTo>
                    <a:pt x="599" y="277"/>
                  </a:lnTo>
                  <a:lnTo>
                    <a:pt x="580" y="269"/>
                  </a:lnTo>
                  <a:lnTo>
                    <a:pt x="563" y="269"/>
                  </a:lnTo>
                  <a:lnTo>
                    <a:pt x="555" y="273"/>
                  </a:lnTo>
                  <a:lnTo>
                    <a:pt x="538" y="273"/>
                  </a:lnTo>
                  <a:lnTo>
                    <a:pt x="519" y="279"/>
                  </a:lnTo>
                  <a:lnTo>
                    <a:pt x="501" y="275"/>
                  </a:lnTo>
                  <a:lnTo>
                    <a:pt x="478" y="267"/>
                  </a:lnTo>
                  <a:lnTo>
                    <a:pt x="451" y="259"/>
                  </a:lnTo>
                  <a:lnTo>
                    <a:pt x="446" y="261"/>
                  </a:lnTo>
                  <a:lnTo>
                    <a:pt x="428" y="277"/>
                  </a:lnTo>
                  <a:lnTo>
                    <a:pt x="407" y="275"/>
                  </a:lnTo>
                  <a:lnTo>
                    <a:pt x="382" y="255"/>
                  </a:lnTo>
                  <a:lnTo>
                    <a:pt x="371" y="248"/>
                  </a:lnTo>
                  <a:lnTo>
                    <a:pt x="355" y="254"/>
                  </a:lnTo>
                  <a:lnTo>
                    <a:pt x="350" y="257"/>
                  </a:lnTo>
                  <a:lnTo>
                    <a:pt x="344" y="255"/>
                  </a:lnTo>
                  <a:lnTo>
                    <a:pt x="331" y="244"/>
                  </a:lnTo>
                  <a:lnTo>
                    <a:pt x="294" y="244"/>
                  </a:lnTo>
                  <a:lnTo>
                    <a:pt x="284" y="250"/>
                  </a:lnTo>
                  <a:lnTo>
                    <a:pt x="275" y="246"/>
                  </a:lnTo>
                  <a:lnTo>
                    <a:pt x="275" y="238"/>
                  </a:lnTo>
                  <a:lnTo>
                    <a:pt x="254" y="232"/>
                  </a:lnTo>
                  <a:lnTo>
                    <a:pt x="223" y="232"/>
                  </a:lnTo>
                  <a:lnTo>
                    <a:pt x="217" y="234"/>
                  </a:lnTo>
                  <a:lnTo>
                    <a:pt x="190" y="238"/>
                  </a:lnTo>
                  <a:lnTo>
                    <a:pt x="167" y="250"/>
                  </a:lnTo>
                  <a:lnTo>
                    <a:pt x="160" y="250"/>
                  </a:lnTo>
                  <a:lnTo>
                    <a:pt x="152" y="240"/>
                  </a:lnTo>
                  <a:lnTo>
                    <a:pt x="119" y="240"/>
                  </a:lnTo>
                  <a:lnTo>
                    <a:pt x="102" y="246"/>
                  </a:lnTo>
                  <a:lnTo>
                    <a:pt x="79" y="248"/>
                  </a:lnTo>
                  <a:lnTo>
                    <a:pt x="62" y="252"/>
                  </a:lnTo>
                  <a:lnTo>
                    <a:pt x="56" y="255"/>
                  </a:lnTo>
                  <a:lnTo>
                    <a:pt x="45" y="257"/>
                  </a:lnTo>
                  <a:lnTo>
                    <a:pt x="46" y="246"/>
                  </a:lnTo>
                  <a:lnTo>
                    <a:pt x="46" y="232"/>
                  </a:lnTo>
                  <a:lnTo>
                    <a:pt x="48" y="223"/>
                  </a:lnTo>
                  <a:lnTo>
                    <a:pt x="50" y="207"/>
                  </a:lnTo>
                  <a:lnTo>
                    <a:pt x="54" y="204"/>
                  </a:lnTo>
                  <a:lnTo>
                    <a:pt x="64" y="202"/>
                  </a:lnTo>
                  <a:lnTo>
                    <a:pt x="71" y="194"/>
                  </a:lnTo>
                  <a:lnTo>
                    <a:pt x="73" y="186"/>
                  </a:lnTo>
                  <a:lnTo>
                    <a:pt x="64" y="183"/>
                  </a:lnTo>
                  <a:lnTo>
                    <a:pt x="62" y="169"/>
                  </a:lnTo>
                  <a:lnTo>
                    <a:pt x="48" y="171"/>
                  </a:lnTo>
                  <a:lnTo>
                    <a:pt x="39" y="179"/>
                  </a:lnTo>
                  <a:lnTo>
                    <a:pt x="35" y="179"/>
                  </a:lnTo>
                  <a:lnTo>
                    <a:pt x="37" y="188"/>
                  </a:lnTo>
                  <a:lnTo>
                    <a:pt x="31" y="198"/>
                  </a:lnTo>
                  <a:lnTo>
                    <a:pt x="23" y="196"/>
                  </a:lnTo>
                  <a:lnTo>
                    <a:pt x="22" y="190"/>
                  </a:lnTo>
                  <a:lnTo>
                    <a:pt x="6" y="192"/>
                  </a:lnTo>
                  <a:lnTo>
                    <a:pt x="2" y="190"/>
                  </a:lnTo>
                  <a:lnTo>
                    <a:pt x="0" y="186"/>
                  </a:lnTo>
                  <a:lnTo>
                    <a:pt x="12" y="177"/>
                  </a:lnTo>
                  <a:lnTo>
                    <a:pt x="12" y="161"/>
                  </a:lnTo>
                  <a:lnTo>
                    <a:pt x="22" y="148"/>
                  </a:lnTo>
                  <a:lnTo>
                    <a:pt x="22" y="138"/>
                  </a:lnTo>
                  <a:lnTo>
                    <a:pt x="18" y="131"/>
                  </a:lnTo>
                  <a:lnTo>
                    <a:pt x="23" y="98"/>
                  </a:lnTo>
                  <a:lnTo>
                    <a:pt x="27" y="94"/>
                  </a:lnTo>
                  <a:lnTo>
                    <a:pt x="27" y="81"/>
                  </a:lnTo>
                  <a:lnTo>
                    <a:pt x="46" y="75"/>
                  </a:lnTo>
                  <a:lnTo>
                    <a:pt x="60" y="73"/>
                  </a:lnTo>
                  <a:lnTo>
                    <a:pt x="93" y="63"/>
                  </a:lnTo>
                  <a:lnTo>
                    <a:pt x="189" y="40"/>
                  </a:lnTo>
                  <a:lnTo>
                    <a:pt x="217" y="35"/>
                  </a:lnTo>
                  <a:lnTo>
                    <a:pt x="223" y="33"/>
                  </a:lnTo>
                  <a:lnTo>
                    <a:pt x="231" y="31"/>
                  </a:lnTo>
                  <a:lnTo>
                    <a:pt x="242" y="23"/>
                  </a:lnTo>
                  <a:lnTo>
                    <a:pt x="258" y="12"/>
                  </a:lnTo>
                  <a:lnTo>
                    <a:pt x="271" y="0"/>
                  </a:lnTo>
                  <a:lnTo>
                    <a:pt x="286" y="2"/>
                  </a:lnTo>
                  <a:lnTo>
                    <a:pt x="350" y="13"/>
                  </a:lnTo>
                  <a:lnTo>
                    <a:pt x="352" y="13"/>
                  </a:lnTo>
                  <a:lnTo>
                    <a:pt x="371" y="15"/>
                  </a:lnTo>
                  <a:lnTo>
                    <a:pt x="398" y="21"/>
                  </a:lnTo>
                  <a:lnTo>
                    <a:pt x="426" y="27"/>
                  </a:lnTo>
                  <a:lnTo>
                    <a:pt x="446" y="31"/>
                  </a:lnTo>
                  <a:lnTo>
                    <a:pt x="463" y="35"/>
                  </a:lnTo>
                  <a:lnTo>
                    <a:pt x="486" y="38"/>
                  </a:lnTo>
                  <a:lnTo>
                    <a:pt x="499" y="40"/>
                  </a:lnTo>
                  <a:lnTo>
                    <a:pt x="682" y="156"/>
                  </a:lnTo>
                  <a:lnTo>
                    <a:pt x="684" y="158"/>
                  </a:lnTo>
                  <a:lnTo>
                    <a:pt x="686" y="158"/>
                  </a:lnTo>
                  <a:lnTo>
                    <a:pt x="693" y="159"/>
                  </a:lnTo>
                  <a:lnTo>
                    <a:pt x="701" y="163"/>
                  </a:lnTo>
                  <a:lnTo>
                    <a:pt x="714" y="169"/>
                  </a:lnTo>
                  <a:lnTo>
                    <a:pt x="726" y="175"/>
                  </a:lnTo>
                  <a:lnTo>
                    <a:pt x="730" y="177"/>
                  </a:lnTo>
                  <a:lnTo>
                    <a:pt x="743" y="183"/>
                  </a:lnTo>
                  <a:lnTo>
                    <a:pt x="745" y="183"/>
                  </a:lnTo>
                  <a:lnTo>
                    <a:pt x="760" y="190"/>
                  </a:lnTo>
                  <a:lnTo>
                    <a:pt x="764" y="192"/>
                  </a:lnTo>
                  <a:lnTo>
                    <a:pt x="772" y="196"/>
                  </a:lnTo>
                  <a:lnTo>
                    <a:pt x="776" y="198"/>
                  </a:lnTo>
                  <a:lnTo>
                    <a:pt x="789" y="206"/>
                  </a:lnTo>
                  <a:lnTo>
                    <a:pt x="793" y="207"/>
                  </a:lnTo>
                  <a:lnTo>
                    <a:pt x="803" y="215"/>
                  </a:lnTo>
                  <a:lnTo>
                    <a:pt x="810" y="219"/>
                  </a:lnTo>
                  <a:lnTo>
                    <a:pt x="822" y="227"/>
                  </a:lnTo>
                  <a:lnTo>
                    <a:pt x="828" y="231"/>
                  </a:lnTo>
                  <a:lnTo>
                    <a:pt x="833" y="236"/>
                  </a:lnTo>
                  <a:lnTo>
                    <a:pt x="845" y="246"/>
                  </a:lnTo>
                  <a:lnTo>
                    <a:pt x="858" y="255"/>
                  </a:lnTo>
                  <a:lnTo>
                    <a:pt x="866" y="263"/>
                  </a:lnTo>
                  <a:lnTo>
                    <a:pt x="878" y="273"/>
                  </a:lnTo>
                  <a:lnTo>
                    <a:pt x="885" y="277"/>
                  </a:lnTo>
                  <a:lnTo>
                    <a:pt x="901" y="290"/>
                  </a:lnTo>
                  <a:lnTo>
                    <a:pt x="904" y="292"/>
                  </a:lnTo>
                  <a:lnTo>
                    <a:pt x="906" y="294"/>
                  </a:lnTo>
                  <a:lnTo>
                    <a:pt x="910" y="298"/>
                  </a:lnTo>
                  <a:lnTo>
                    <a:pt x="922" y="305"/>
                  </a:lnTo>
                  <a:lnTo>
                    <a:pt x="924" y="309"/>
                  </a:lnTo>
                  <a:lnTo>
                    <a:pt x="933" y="315"/>
                  </a:lnTo>
                  <a:lnTo>
                    <a:pt x="947" y="327"/>
                  </a:lnTo>
                  <a:lnTo>
                    <a:pt x="954" y="334"/>
                  </a:lnTo>
                  <a:lnTo>
                    <a:pt x="958" y="336"/>
                  </a:lnTo>
                  <a:lnTo>
                    <a:pt x="970" y="346"/>
                  </a:lnTo>
                  <a:lnTo>
                    <a:pt x="983" y="355"/>
                  </a:lnTo>
                  <a:lnTo>
                    <a:pt x="991" y="363"/>
                  </a:lnTo>
                  <a:lnTo>
                    <a:pt x="998" y="367"/>
                  </a:lnTo>
                  <a:lnTo>
                    <a:pt x="1002" y="373"/>
                  </a:lnTo>
                  <a:lnTo>
                    <a:pt x="1012" y="380"/>
                  </a:lnTo>
                  <a:lnTo>
                    <a:pt x="1018" y="384"/>
                  </a:lnTo>
                  <a:lnTo>
                    <a:pt x="1031" y="394"/>
                  </a:lnTo>
                  <a:lnTo>
                    <a:pt x="1039" y="401"/>
                  </a:lnTo>
                  <a:lnTo>
                    <a:pt x="1046" y="407"/>
                  </a:lnTo>
                  <a:lnTo>
                    <a:pt x="1054" y="413"/>
                  </a:lnTo>
                  <a:lnTo>
                    <a:pt x="1060" y="419"/>
                  </a:lnTo>
                  <a:lnTo>
                    <a:pt x="1068" y="425"/>
                  </a:lnTo>
                  <a:lnTo>
                    <a:pt x="1069" y="426"/>
                  </a:lnTo>
                  <a:lnTo>
                    <a:pt x="1083" y="436"/>
                  </a:lnTo>
                  <a:lnTo>
                    <a:pt x="1087" y="440"/>
                  </a:lnTo>
                  <a:lnTo>
                    <a:pt x="1089" y="442"/>
                  </a:lnTo>
                  <a:lnTo>
                    <a:pt x="1092" y="446"/>
                  </a:lnTo>
                  <a:lnTo>
                    <a:pt x="1096" y="448"/>
                  </a:lnTo>
                  <a:lnTo>
                    <a:pt x="1102" y="453"/>
                  </a:lnTo>
                  <a:lnTo>
                    <a:pt x="1114" y="465"/>
                  </a:lnTo>
                  <a:lnTo>
                    <a:pt x="1123" y="469"/>
                  </a:lnTo>
                  <a:lnTo>
                    <a:pt x="1127" y="474"/>
                  </a:lnTo>
                  <a:lnTo>
                    <a:pt x="1131" y="476"/>
                  </a:lnTo>
                  <a:lnTo>
                    <a:pt x="1133" y="478"/>
                  </a:lnTo>
                  <a:lnTo>
                    <a:pt x="1137" y="480"/>
                  </a:lnTo>
                  <a:lnTo>
                    <a:pt x="1146" y="490"/>
                  </a:lnTo>
                  <a:lnTo>
                    <a:pt x="1156" y="499"/>
                  </a:lnTo>
                  <a:lnTo>
                    <a:pt x="1164" y="503"/>
                  </a:lnTo>
                  <a:lnTo>
                    <a:pt x="1167" y="509"/>
                  </a:lnTo>
                  <a:lnTo>
                    <a:pt x="1175" y="513"/>
                  </a:lnTo>
                  <a:lnTo>
                    <a:pt x="1183" y="522"/>
                  </a:lnTo>
                  <a:lnTo>
                    <a:pt x="1190" y="526"/>
                  </a:lnTo>
                  <a:lnTo>
                    <a:pt x="1192" y="528"/>
                  </a:lnTo>
                  <a:lnTo>
                    <a:pt x="1200" y="534"/>
                  </a:lnTo>
                  <a:lnTo>
                    <a:pt x="1219" y="551"/>
                  </a:lnTo>
                  <a:lnTo>
                    <a:pt x="1231" y="561"/>
                  </a:lnTo>
                  <a:lnTo>
                    <a:pt x="1235" y="565"/>
                  </a:lnTo>
                  <a:lnTo>
                    <a:pt x="1242" y="569"/>
                  </a:lnTo>
                  <a:lnTo>
                    <a:pt x="1250" y="576"/>
                  </a:lnTo>
                  <a:lnTo>
                    <a:pt x="1256" y="582"/>
                  </a:lnTo>
                  <a:lnTo>
                    <a:pt x="1258" y="582"/>
                  </a:lnTo>
                  <a:lnTo>
                    <a:pt x="1259" y="586"/>
                  </a:lnTo>
                  <a:lnTo>
                    <a:pt x="1267" y="588"/>
                  </a:lnTo>
                  <a:lnTo>
                    <a:pt x="1283" y="586"/>
                  </a:lnTo>
                  <a:lnTo>
                    <a:pt x="1290" y="588"/>
                  </a:lnTo>
                  <a:lnTo>
                    <a:pt x="1300" y="586"/>
                  </a:lnTo>
                  <a:lnTo>
                    <a:pt x="1309" y="588"/>
                  </a:lnTo>
                  <a:lnTo>
                    <a:pt x="1319" y="588"/>
                  </a:lnTo>
                  <a:lnTo>
                    <a:pt x="1323" y="590"/>
                  </a:lnTo>
                  <a:lnTo>
                    <a:pt x="1340" y="590"/>
                  </a:lnTo>
                  <a:lnTo>
                    <a:pt x="1342" y="590"/>
                  </a:lnTo>
                  <a:lnTo>
                    <a:pt x="1359" y="592"/>
                  </a:lnTo>
                  <a:lnTo>
                    <a:pt x="1371" y="592"/>
                  </a:lnTo>
                  <a:lnTo>
                    <a:pt x="1405" y="595"/>
                  </a:lnTo>
                  <a:lnTo>
                    <a:pt x="1438" y="597"/>
                  </a:lnTo>
                  <a:lnTo>
                    <a:pt x="1453" y="599"/>
                  </a:lnTo>
                  <a:lnTo>
                    <a:pt x="1461" y="601"/>
                  </a:lnTo>
                  <a:lnTo>
                    <a:pt x="1482" y="603"/>
                  </a:lnTo>
                  <a:lnTo>
                    <a:pt x="1490" y="603"/>
                  </a:lnTo>
                  <a:lnTo>
                    <a:pt x="1517" y="605"/>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6" name="Freeform 35">
              <a:extLst>
                <a:ext uri="{FF2B5EF4-FFF2-40B4-BE49-F238E27FC236}">
                  <a16:creationId xmlns:a16="http://schemas.microsoft.com/office/drawing/2014/main" id="{68811A37-8E9B-D2B7-95F2-53B404B9A432}"/>
                </a:ext>
              </a:extLst>
            </p:cNvPr>
            <p:cNvSpPr>
              <a:spLocks/>
            </p:cNvSpPr>
            <p:nvPr/>
          </p:nvSpPr>
          <p:spPr bwMode="gray">
            <a:xfrm>
              <a:off x="7346553" y="2448333"/>
              <a:ext cx="895945" cy="765637"/>
            </a:xfrm>
            <a:custGeom>
              <a:avLst/>
              <a:gdLst>
                <a:gd name="T0" fmla="*/ 532 w 891"/>
                <a:gd name="T1" fmla="*/ 7 h 726"/>
                <a:gd name="T2" fmla="*/ 597 w 891"/>
                <a:gd name="T3" fmla="*/ 2 h 726"/>
                <a:gd name="T4" fmla="*/ 687 w 891"/>
                <a:gd name="T5" fmla="*/ 27 h 726"/>
                <a:gd name="T6" fmla="*/ 710 w 891"/>
                <a:gd name="T7" fmla="*/ 54 h 726"/>
                <a:gd name="T8" fmla="*/ 739 w 891"/>
                <a:gd name="T9" fmla="*/ 59 h 726"/>
                <a:gd name="T10" fmla="*/ 743 w 891"/>
                <a:gd name="T11" fmla="*/ 98 h 726"/>
                <a:gd name="T12" fmla="*/ 781 w 891"/>
                <a:gd name="T13" fmla="*/ 105 h 726"/>
                <a:gd name="T14" fmla="*/ 829 w 891"/>
                <a:gd name="T15" fmla="*/ 80 h 726"/>
                <a:gd name="T16" fmla="*/ 833 w 891"/>
                <a:gd name="T17" fmla="*/ 127 h 726"/>
                <a:gd name="T18" fmla="*/ 858 w 891"/>
                <a:gd name="T19" fmla="*/ 148 h 726"/>
                <a:gd name="T20" fmla="*/ 873 w 891"/>
                <a:gd name="T21" fmla="*/ 186 h 726"/>
                <a:gd name="T22" fmla="*/ 864 w 891"/>
                <a:gd name="T23" fmla="*/ 230 h 726"/>
                <a:gd name="T24" fmla="*/ 825 w 891"/>
                <a:gd name="T25" fmla="*/ 290 h 726"/>
                <a:gd name="T26" fmla="*/ 808 w 891"/>
                <a:gd name="T27" fmla="*/ 330 h 726"/>
                <a:gd name="T28" fmla="*/ 779 w 891"/>
                <a:gd name="T29" fmla="*/ 382 h 726"/>
                <a:gd name="T30" fmla="*/ 739 w 891"/>
                <a:gd name="T31" fmla="*/ 403 h 726"/>
                <a:gd name="T32" fmla="*/ 712 w 891"/>
                <a:gd name="T33" fmla="*/ 411 h 726"/>
                <a:gd name="T34" fmla="*/ 666 w 891"/>
                <a:gd name="T35" fmla="*/ 434 h 726"/>
                <a:gd name="T36" fmla="*/ 639 w 891"/>
                <a:gd name="T37" fmla="*/ 455 h 726"/>
                <a:gd name="T38" fmla="*/ 593 w 891"/>
                <a:gd name="T39" fmla="*/ 478 h 726"/>
                <a:gd name="T40" fmla="*/ 555 w 891"/>
                <a:gd name="T41" fmla="*/ 515 h 726"/>
                <a:gd name="T42" fmla="*/ 538 w 891"/>
                <a:gd name="T43" fmla="*/ 543 h 726"/>
                <a:gd name="T44" fmla="*/ 514 w 891"/>
                <a:gd name="T45" fmla="*/ 572 h 726"/>
                <a:gd name="T46" fmla="*/ 491 w 891"/>
                <a:gd name="T47" fmla="*/ 586 h 726"/>
                <a:gd name="T48" fmla="*/ 486 w 891"/>
                <a:gd name="T49" fmla="*/ 603 h 726"/>
                <a:gd name="T50" fmla="*/ 436 w 891"/>
                <a:gd name="T51" fmla="*/ 634 h 726"/>
                <a:gd name="T52" fmla="*/ 382 w 891"/>
                <a:gd name="T53" fmla="*/ 657 h 726"/>
                <a:gd name="T54" fmla="*/ 332 w 891"/>
                <a:gd name="T55" fmla="*/ 672 h 726"/>
                <a:gd name="T56" fmla="*/ 276 w 891"/>
                <a:gd name="T57" fmla="*/ 676 h 726"/>
                <a:gd name="T58" fmla="*/ 236 w 891"/>
                <a:gd name="T59" fmla="*/ 697 h 726"/>
                <a:gd name="T60" fmla="*/ 219 w 891"/>
                <a:gd name="T61" fmla="*/ 710 h 726"/>
                <a:gd name="T62" fmla="*/ 192 w 891"/>
                <a:gd name="T63" fmla="*/ 709 h 726"/>
                <a:gd name="T64" fmla="*/ 182 w 891"/>
                <a:gd name="T65" fmla="*/ 726 h 726"/>
                <a:gd name="T66" fmla="*/ 136 w 891"/>
                <a:gd name="T67" fmla="*/ 710 h 726"/>
                <a:gd name="T68" fmla="*/ 117 w 891"/>
                <a:gd name="T69" fmla="*/ 691 h 726"/>
                <a:gd name="T70" fmla="*/ 127 w 891"/>
                <a:gd name="T71" fmla="*/ 645 h 726"/>
                <a:gd name="T72" fmla="*/ 125 w 891"/>
                <a:gd name="T73" fmla="*/ 599 h 726"/>
                <a:gd name="T74" fmla="*/ 133 w 891"/>
                <a:gd name="T75" fmla="*/ 564 h 726"/>
                <a:gd name="T76" fmla="*/ 125 w 891"/>
                <a:gd name="T77" fmla="*/ 538 h 726"/>
                <a:gd name="T78" fmla="*/ 104 w 891"/>
                <a:gd name="T79" fmla="*/ 482 h 726"/>
                <a:gd name="T80" fmla="*/ 86 w 891"/>
                <a:gd name="T81" fmla="*/ 459 h 726"/>
                <a:gd name="T82" fmla="*/ 73 w 891"/>
                <a:gd name="T83" fmla="*/ 424 h 726"/>
                <a:gd name="T84" fmla="*/ 69 w 891"/>
                <a:gd name="T85" fmla="*/ 405 h 726"/>
                <a:gd name="T86" fmla="*/ 127 w 891"/>
                <a:gd name="T87" fmla="*/ 372 h 726"/>
                <a:gd name="T88" fmla="*/ 115 w 891"/>
                <a:gd name="T89" fmla="*/ 347 h 726"/>
                <a:gd name="T90" fmla="*/ 138 w 891"/>
                <a:gd name="T91" fmla="*/ 357 h 726"/>
                <a:gd name="T92" fmla="*/ 169 w 891"/>
                <a:gd name="T93" fmla="*/ 357 h 726"/>
                <a:gd name="T94" fmla="*/ 154 w 891"/>
                <a:gd name="T95" fmla="*/ 324 h 726"/>
                <a:gd name="T96" fmla="*/ 148 w 891"/>
                <a:gd name="T97" fmla="*/ 288 h 726"/>
                <a:gd name="T98" fmla="*/ 148 w 891"/>
                <a:gd name="T99" fmla="*/ 253 h 726"/>
                <a:gd name="T100" fmla="*/ 92 w 891"/>
                <a:gd name="T101" fmla="*/ 196 h 726"/>
                <a:gd name="T102" fmla="*/ 4 w 891"/>
                <a:gd name="T103" fmla="*/ 173 h 726"/>
                <a:gd name="T104" fmla="*/ 35 w 891"/>
                <a:gd name="T105" fmla="*/ 109 h 726"/>
                <a:gd name="T106" fmla="*/ 129 w 891"/>
                <a:gd name="T107" fmla="*/ 86 h 726"/>
                <a:gd name="T108" fmla="*/ 311 w 891"/>
                <a:gd name="T109" fmla="*/ 2 h 726"/>
                <a:gd name="T110" fmla="*/ 395 w 891"/>
                <a:gd name="T111" fmla="*/ 2 h 726"/>
                <a:gd name="T112" fmla="*/ 432 w 891"/>
                <a:gd name="T113" fmla="*/ 4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1" h="726">
                  <a:moveTo>
                    <a:pt x="468" y="2"/>
                  </a:moveTo>
                  <a:lnTo>
                    <a:pt x="486" y="2"/>
                  </a:lnTo>
                  <a:lnTo>
                    <a:pt x="503" y="9"/>
                  </a:lnTo>
                  <a:lnTo>
                    <a:pt x="532" y="7"/>
                  </a:lnTo>
                  <a:lnTo>
                    <a:pt x="538" y="13"/>
                  </a:lnTo>
                  <a:lnTo>
                    <a:pt x="566" y="11"/>
                  </a:lnTo>
                  <a:lnTo>
                    <a:pt x="574" y="17"/>
                  </a:lnTo>
                  <a:lnTo>
                    <a:pt x="597" y="2"/>
                  </a:lnTo>
                  <a:lnTo>
                    <a:pt x="601" y="2"/>
                  </a:lnTo>
                  <a:lnTo>
                    <a:pt x="610" y="11"/>
                  </a:lnTo>
                  <a:lnTo>
                    <a:pt x="651" y="23"/>
                  </a:lnTo>
                  <a:lnTo>
                    <a:pt x="687" y="27"/>
                  </a:lnTo>
                  <a:lnTo>
                    <a:pt x="691" y="32"/>
                  </a:lnTo>
                  <a:lnTo>
                    <a:pt x="691" y="40"/>
                  </a:lnTo>
                  <a:lnTo>
                    <a:pt x="703" y="54"/>
                  </a:lnTo>
                  <a:lnTo>
                    <a:pt x="710" y="54"/>
                  </a:lnTo>
                  <a:lnTo>
                    <a:pt x="710" y="50"/>
                  </a:lnTo>
                  <a:lnTo>
                    <a:pt x="718" y="52"/>
                  </a:lnTo>
                  <a:lnTo>
                    <a:pt x="724" y="59"/>
                  </a:lnTo>
                  <a:lnTo>
                    <a:pt x="739" y="59"/>
                  </a:lnTo>
                  <a:lnTo>
                    <a:pt x="739" y="71"/>
                  </a:lnTo>
                  <a:lnTo>
                    <a:pt x="731" y="86"/>
                  </a:lnTo>
                  <a:lnTo>
                    <a:pt x="743" y="92"/>
                  </a:lnTo>
                  <a:lnTo>
                    <a:pt x="743" y="98"/>
                  </a:lnTo>
                  <a:lnTo>
                    <a:pt x="756" y="96"/>
                  </a:lnTo>
                  <a:lnTo>
                    <a:pt x="768" y="98"/>
                  </a:lnTo>
                  <a:lnTo>
                    <a:pt x="770" y="103"/>
                  </a:lnTo>
                  <a:lnTo>
                    <a:pt x="781" y="105"/>
                  </a:lnTo>
                  <a:lnTo>
                    <a:pt x="793" y="111"/>
                  </a:lnTo>
                  <a:lnTo>
                    <a:pt x="810" y="100"/>
                  </a:lnTo>
                  <a:lnTo>
                    <a:pt x="816" y="86"/>
                  </a:lnTo>
                  <a:lnTo>
                    <a:pt x="829" y="80"/>
                  </a:lnTo>
                  <a:lnTo>
                    <a:pt x="835" y="80"/>
                  </a:lnTo>
                  <a:lnTo>
                    <a:pt x="845" y="88"/>
                  </a:lnTo>
                  <a:lnTo>
                    <a:pt x="845" y="103"/>
                  </a:lnTo>
                  <a:lnTo>
                    <a:pt x="833" y="127"/>
                  </a:lnTo>
                  <a:lnTo>
                    <a:pt x="831" y="132"/>
                  </a:lnTo>
                  <a:lnTo>
                    <a:pt x="835" y="136"/>
                  </a:lnTo>
                  <a:lnTo>
                    <a:pt x="850" y="138"/>
                  </a:lnTo>
                  <a:lnTo>
                    <a:pt x="858" y="148"/>
                  </a:lnTo>
                  <a:lnTo>
                    <a:pt x="858" y="155"/>
                  </a:lnTo>
                  <a:lnTo>
                    <a:pt x="858" y="171"/>
                  </a:lnTo>
                  <a:lnTo>
                    <a:pt x="870" y="184"/>
                  </a:lnTo>
                  <a:lnTo>
                    <a:pt x="873" y="186"/>
                  </a:lnTo>
                  <a:lnTo>
                    <a:pt x="891" y="192"/>
                  </a:lnTo>
                  <a:lnTo>
                    <a:pt x="889" y="203"/>
                  </a:lnTo>
                  <a:lnTo>
                    <a:pt x="883" y="226"/>
                  </a:lnTo>
                  <a:lnTo>
                    <a:pt x="864" y="230"/>
                  </a:lnTo>
                  <a:lnTo>
                    <a:pt x="839" y="248"/>
                  </a:lnTo>
                  <a:lnTo>
                    <a:pt x="822" y="259"/>
                  </a:lnTo>
                  <a:lnTo>
                    <a:pt x="818" y="278"/>
                  </a:lnTo>
                  <a:lnTo>
                    <a:pt x="825" y="290"/>
                  </a:lnTo>
                  <a:lnTo>
                    <a:pt x="818" y="305"/>
                  </a:lnTo>
                  <a:lnTo>
                    <a:pt x="822" y="319"/>
                  </a:lnTo>
                  <a:lnTo>
                    <a:pt x="820" y="322"/>
                  </a:lnTo>
                  <a:lnTo>
                    <a:pt x="808" y="330"/>
                  </a:lnTo>
                  <a:lnTo>
                    <a:pt x="806" y="338"/>
                  </a:lnTo>
                  <a:lnTo>
                    <a:pt x="802" y="353"/>
                  </a:lnTo>
                  <a:lnTo>
                    <a:pt x="785" y="378"/>
                  </a:lnTo>
                  <a:lnTo>
                    <a:pt x="779" y="382"/>
                  </a:lnTo>
                  <a:lnTo>
                    <a:pt x="768" y="384"/>
                  </a:lnTo>
                  <a:lnTo>
                    <a:pt x="758" y="390"/>
                  </a:lnTo>
                  <a:lnTo>
                    <a:pt x="752" y="397"/>
                  </a:lnTo>
                  <a:lnTo>
                    <a:pt x="739" y="403"/>
                  </a:lnTo>
                  <a:lnTo>
                    <a:pt x="729" y="405"/>
                  </a:lnTo>
                  <a:lnTo>
                    <a:pt x="728" y="399"/>
                  </a:lnTo>
                  <a:lnTo>
                    <a:pt x="720" y="399"/>
                  </a:lnTo>
                  <a:lnTo>
                    <a:pt x="712" y="411"/>
                  </a:lnTo>
                  <a:lnTo>
                    <a:pt x="701" y="409"/>
                  </a:lnTo>
                  <a:lnTo>
                    <a:pt x="697" y="417"/>
                  </a:lnTo>
                  <a:lnTo>
                    <a:pt x="676" y="420"/>
                  </a:lnTo>
                  <a:lnTo>
                    <a:pt x="666" y="434"/>
                  </a:lnTo>
                  <a:lnTo>
                    <a:pt x="662" y="436"/>
                  </a:lnTo>
                  <a:lnTo>
                    <a:pt x="658" y="443"/>
                  </a:lnTo>
                  <a:lnTo>
                    <a:pt x="645" y="449"/>
                  </a:lnTo>
                  <a:lnTo>
                    <a:pt x="639" y="455"/>
                  </a:lnTo>
                  <a:lnTo>
                    <a:pt x="622" y="465"/>
                  </a:lnTo>
                  <a:lnTo>
                    <a:pt x="609" y="470"/>
                  </a:lnTo>
                  <a:lnTo>
                    <a:pt x="601" y="476"/>
                  </a:lnTo>
                  <a:lnTo>
                    <a:pt x="593" y="478"/>
                  </a:lnTo>
                  <a:lnTo>
                    <a:pt x="586" y="484"/>
                  </a:lnTo>
                  <a:lnTo>
                    <a:pt x="572" y="503"/>
                  </a:lnTo>
                  <a:lnTo>
                    <a:pt x="562" y="503"/>
                  </a:lnTo>
                  <a:lnTo>
                    <a:pt x="555" y="515"/>
                  </a:lnTo>
                  <a:lnTo>
                    <a:pt x="566" y="532"/>
                  </a:lnTo>
                  <a:lnTo>
                    <a:pt x="557" y="545"/>
                  </a:lnTo>
                  <a:lnTo>
                    <a:pt x="549" y="547"/>
                  </a:lnTo>
                  <a:lnTo>
                    <a:pt x="538" y="543"/>
                  </a:lnTo>
                  <a:lnTo>
                    <a:pt x="532" y="549"/>
                  </a:lnTo>
                  <a:lnTo>
                    <a:pt x="518" y="555"/>
                  </a:lnTo>
                  <a:lnTo>
                    <a:pt x="514" y="563"/>
                  </a:lnTo>
                  <a:lnTo>
                    <a:pt x="514" y="572"/>
                  </a:lnTo>
                  <a:lnTo>
                    <a:pt x="507" y="578"/>
                  </a:lnTo>
                  <a:lnTo>
                    <a:pt x="507" y="586"/>
                  </a:lnTo>
                  <a:lnTo>
                    <a:pt x="501" y="588"/>
                  </a:lnTo>
                  <a:lnTo>
                    <a:pt x="491" y="586"/>
                  </a:lnTo>
                  <a:lnTo>
                    <a:pt x="484" y="588"/>
                  </a:lnTo>
                  <a:lnTo>
                    <a:pt x="484" y="591"/>
                  </a:lnTo>
                  <a:lnTo>
                    <a:pt x="490" y="599"/>
                  </a:lnTo>
                  <a:lnTo>
                    <a:pt x="486" y="603"/>
                  </a:lnTo>
                  <a:lnTo>
                    <a:pt x="472" y="611"/>
                  </a:lnTo>
                  <a:lnTo>
                    <a:pt x="467" y="612"/>
                  </a:lnTo>
                  <a:lnTo>
                    <a:pt x="455" y="634"/>
                  </a:lnTo>
                  <a:lnTo>
                    <a:pt x="436" y="634"/>
                  </a:lnTo>
                  <a:lnTo>
                    <a:pt x="413" y="634"/>
                  </a:lnTo>
                  <a:lnTo>
                    <a:pt x="401" y="639"/>
                  </a:lnTo>
                  <a:lnTo>
                    <a:pt x="392" y="645"/>
                  </a:lnTo>
                  <a:lnTo>
                    <a:pt x="382" y="657"/>
                  </a:lnTo>
                  <a:lnTo>
                    <a:pt x="378" y="672"/>
                  </a:lnTo>
                  <a:lnTo>
                    <a:pt x="372" y="676"/>
                  </a:lnTo>
                  <a:lnTo>
                    <a:pt x="351" y="674"/>
                  </a:lnTo>
                  <a:lnTo>
                    <a:pt x="332" y="672"/>
                  </a:lnTo>
                  <a:lnTo>
                    <a:pt x="317" y="664"/>
                  </a:lnTo>
                  <a:lnTo>
                    <a:pt x="307" y="659"/>
                  </a:lnTo>
                  <a:lnTo>
                    <a:pt x="296" y="659"/>
                  </a:lnTo>
                  <a:lnTo>
                    <a:pt x="276" y="676"/>
                  </a:lnTo>
                  <a:lnTo>
                    <a:pt x="271" y="691"/>
                  </a:lnTo>
                  <a:lnTo>
                    <a:pt x="263" y="693"/>
                  </a:lnTo>
                  <a:lnTo>
                    <a:pt x="244" y="697"/>
                  </a:lnTo>
                  <a:lnTo>
                    <a:pt x="236" y="697"/>
                  </a:lnTo>
                  <a:lnTo>
                    <a:pt x="227" y="687"/>
                  </a:lnTo>
                  <a:lnTo>
                    <a:pt x="213" y="697"/>
                  </a:lnTo>
                  <a:lnTo>
                    <a:pt x="211" y="703"/>
                  </a:lnTo>
                  <a:lnTo>
                    <a:pt x="219" y="710"/>
                  </a:lnTo>
                  <a:lnTo>
                    <a:pt x="217" y="716"/>
                  </a:lnTo>
                  <a:lnTo>
                    <a:pt x="213" y="720"/>
                  </a:lnTo>
                  <a:lnTo>
                    <a:pt x="202" y="716"/>
                  </a:lnTo>
                  <a:lnTo>
                    <a:pt x="192" y="709"/>
                  </a:lnTo>
                  <a:lnTo>
                    <a:pt x="184" y="710"/>
                  </a:lnTo>
                  <a:lnTo>
                    <a:pt x="182" y="716"/>
                  </a:lnTo>
                  <a:lnTo>
                    <a:pt x="186" y="724"/>
                  </a:lnTo>
                  <a:lnTo>
                    <a:pt x="182" y="726"/>
                  </a:lnTo>
                  <a:lnTo>
                    <a:pt x="169" y="718"/>
                  </a:lnTo>
                  <a:lnTo>
                    <a:pt x="158" y="705"/>
                  </a:lnTo>
                  <a:lnTo>
                    <a:pt x="154" y="703"/>
                  </a:lnTo>
                  <a:lnTo>
                    <a:pt x="136" y="710"/>
                  </a:lnTo>
                  <a:lnTo>
                    <a:pt x="129" y="705"/>
                  </a:lnTo>
                  <a:lnTo>
                    <a:pt x="110" y="703"/>
                  </a:lnTo>
                  <a:lnTo>
                    <a:pt x="110" y="699"/>
                  </a:lnTo>
                  <a:lnTo>
                    <a:pt x="117" y="691"/>
                  </a:lnTo>
                  <a:lnTo>
                    <a:pt x="115" y="689"/>
                  </a:lnTo>
                  <a:lnTo>
                    <a:pt x="121" y="676"/>
                  </a:lnTo>
                  <a:lnTo>
                    <a:pt x="123" y="647"/>
                  </a:lnTo>
                  <a:lnTo>
                    <a:pt x="127" y="645"/>
                  </a:lnTo>
                  <a:lnTo>
                    <a:pt x="127" y="634"/>
                  </a:lnTo>
                  <a:lnTo>
                    <a:pt x="119" y="624"/>
                  </a:lnTo>
                  <a:lnTo>
                    <a:pt x="127" y="614"/>
                  </a:lnTo>
                  <a:lnTo>
                    <a:pt x="125" y="599"/>
                  </a:lnTo>
                  <a:lnTo>
                    <a:pt x="127" y="593"/>
                  </a:lnTo>
                  <a:lnTo>
                    <a:pt x="127" y="589"/>
                  </a:lnTo>
                  <a:lnTo>
                    <a:pt x="127" y="566"/>
                  </a:lnTo>
                  <a:lnTo>
                    <a:pt x="133" y="564"/>
                  </a:lnTo>
                  <a:lnTo>
                    <a:pt x="133" y="559"/>
                  </a:lnTo>
                  <a:lnTo>
                    <a:pt x="131" y="549"/>
                  </a:lnTo>
                  <a:lnTo>
                    <a:pt x="125" y="543"/>
                  </a:lnTo>
                  <a:lnTo>
                    <a:pt x="125" y="538"/>
                  </a:lnTo>
                  <a:lnTo>
                    <a:pt x="115" y="528"/>
                  </a:lnTo>
                  <a:lnTo>
                    <a:pt x="117" y="501"/>
                  </a:lnTo>
                  <a:lnTo>
                    <a:pt x="110" y="486"/>
                  </a:lnTo>
                  <a:lnTo>
                    <a:pt x="104" y="482"/>
                  </a:lnTo>
                  <a:lnTo>
                    <a:pt x="104" y="472"/>
                  </a:lnTo>
                  <a:lnTo>
                    <a:pt x="102" y="463"/>
                  </a:lnTo>
                  <a:lnTo>
                    <a:pt x="96" y="459"/>
                  </a:lnTo>
                  <a:lnTo>
                    <a:pt x="86" y="459"/>
                  </a:lnTo>
                  <a:lnTo>
                    <a:pt x="83" y="457"/>
                  </a:lnTo>
                  <a:lnTo>
                    <a:pt x="85" y="436"/>
                  </a:lnTo>
                  <a:lnTo>
                    <a:pt x="85" y="424"/>
                  </a:lnTo>
                  <a:lnTo>
                    <a:pt x="73" y="424"/>
                  </a:lnTo>
                  <a:lnTo>
                    <a:pt x="60" y="428"/>
                  </a:lnTo>
                  <a:lnTo>
                    <a:pt x="62" y="422"/>
                  </a:lnTo>
                  <a:lnTo>
                    <a:pt x="69" y="413"/>
                  </a:lnTo>
                  <a:lnTo>
                    <a:pt x="69" y="405"/>
                  </a:lnTo>
                  <a:lnTo>
                    <a:pt x="81" y="394"/>
                  </a:lnTo>
                  <a:lnTo>
                    <a:pt x="88" y="380"/>
                  </a:lnTo>
                  <a:lnTo>
                    <a:pt x="100" y="374"/>
                  </a:lnTo>
                  <a:lnTo>
                    <a:pt x="127" y="372"/>
                  </a:lnTo>
                  <a:lnTo>
                    <a:pt x="129" y="367"/>
                  </a:lnTo>
                  <a:lnTo>
                    <a:pt x="110" y="361"/>
                  </a:lnTo>
                  <a:lnTo>
                    <a:pt x="108" y="353"/>
                  </a:lnTo>
                  <a:lnTo>
                    <a:pt x="115" y="347"/>
                  </a:lnTo>
                  <a:lnTo>
                    <a:pt x="115" y="340"/>
                  </a:lnTo>
                  <a:lnTo>
                    <a:pt x="121" y="338"/>
                  </a:lnTo>
                  <a:lnTo>
                    <a:pt x="138" y="344"/>
                  </a:lnTo>
                  <a:lnTo>
                    <a:pt x="138" y="357"/>
                  </a:lnTo>
                  <a:lnTo>
                    <a:pt x="150" y="355"/>
                  </a:lnTo>
                  <a:lnTo>
                    <a:pt x="158" y="361"/>
                  </a:lnTo>
                  <a:lnTo>
                    <a:pt x="165" y="361"/>
                  </a:lnTo>
                  <a:lnTo>
                    <a:pt x="169" y="357"/>
                  </a:lnTo>
                  <a:lnTo>
                    <a:pt x="167" y="353"/>
                  </a:lnTo>
                  <a:lnTo>
                    <a:pt x="167" y="347"/>
                  </a:lnTo>
                  <a:lnTo>
                    <a:pt x="165" y="334"/>
                  </a:lnTo>
                  <a:lnTo>
                    <a:pt x="154" y="324"/>
                  </a:lnTo>
                  <a:lnTo>
                    <a:pt x="146" y="322"/>
                  </a:lnTo>
                  <a:lnTo>
                    <a:pt x="146" y="307"/>
                  </a:lnTo>
                  <a:lnTo>
                    <a:pt x="154" y="301"/>
                  </a:lnTo>
                  <a:lnTo>
                    <a:pt x="148" y="288"/>
                  </a:lnTo>
                  <a:lnTo>
                    <a:pt x="150" y="274"/>
                  </a:lnTo>
                  <a:lnTo>
                    <a:pt x="156" y="269"/>
                  </a:lnTo>
                  <a:lnTo>
                    <a:pt x="154" y="259"/>
                  </a:lnTo>
                  <a:lnTo>
                    <a:pt x="148" y="253"/>
                  </a:lnTo>
                  <a:lnTo>
                    <a:pt x="148" y="244"/>
                  </a:lnTo>
                  <a:lnTo>
                    <a:pt x="138" y="236"/>
                  </a:lnTo>
                  <a:lnTo>
                    <a:pt x="134" y="224"/>
                  </a:lnTo>
                  <a:lnTo>
                    <a:pt x="92" y="196"/>
                  </a:lnTo>
                  <a:lnTo>
                    <a:pt x="81" y="188"/>
                  </a:lnTo>
                  <a:lnTo>
                    <a:pt x="21" y="188"/>
                  </a:lnTo>
                  <a:lnTo>
                    <a:pt x="12" y="184"/>
                  </a:lnTo>
                  <a:lnTo>
                    <a:pt x="4" y="173"/>
                  </a:lnTo>
                  <a:lnTo>
                    <a:pt x="0" y="161"/>
                  </a:lnTo>
                  <a:lnTo>
                    <a:pt x="2" y="148"/>
                  </a:lnTo>
                  <a:lnTo>
                    <a:pt x="14" y="128"/>
                  </a:lnTo>
                  <a:lnTo>
                    <a:pt x="35" y="109"/>
                  </a:lnTo>
                  <a:lnTo>
                    <a:pt x="52" y="103"/>
                  </a:lnTo>
                  <a:lnTo>
                    <a:pt x="77" y="103"/>
                  </a:lnTo>
                  <a:lnTo>
                    <a:pt x="86" y="96"/>
                  </a:lnTo>
                  <a:lnTo>
                    <a:pt x="129" y="86"/>
                  </a:lnTo>
                  <a:lnTo>
                    <a:pt x="177" y="55"/>
                  </a:lnTo>
                  <a:lnTo>
                    <a:pt x="207" y="48"/>
                  </a:lnTo>
                  <a:lnTo>
                    <a:pt x="250" y="29"/>
                  </a:lnTo>
                  <a:lnTo>
                    <a:pt x="311" y="2"/>
                  </a:lnTo>
                  <a:lnTo>
                    <a:pt x="328" y="2"/>
                  </a:lnTo>
                  <a:lnTo>
                    <a:pt x="332" y="4"/>
                  </a:lnTo>
                  <a:lnTo>
                    <a:pt x="355" y="0"/>
                  </a:lnTo>
                  <a:lnTo>
                    <a:pt x="395" y="2"/>
                  </a:lnTo>
                  <a:lnTo>
                    <a:pt x="405" y="4"/>
                  </a:lnTo>
                  <a:lnTo>
                    <a:pt x="419" y="4"/>
                  </a:lnTo>
                  <a:lnTo>
                    <a:pt x="426" y="0"/>
                  </a:lnTo>
                  <a:lnTo>
                    <a:pt x="432" y="4"/>
                  </a:lnTo>
                  <a:lnTo>
                    <a:pt x="451" y="4"/>
                  </a:lnTo>
                  <a:lnTo>
                    <a:pt x="453" y="0"/>
                  </a:lnTo>
                  <a:lnTo>
                    <a:pt x="468" y="2"/>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7" name="Freeform 36">
              <a:extLst>
                <a:ext uri="{FF2B5EF4-FFF2-40B4-BE49-F238E27FC236}">
                  <a16:creationId xmlns:a16="http://schemas.microsoft.com/office/drawing/2014/main" id="{F30D2CE1-D749-E44A-D4A8-8EB32189D624}"/>
                </a:ext>
              </a:extLst>
            </p:cNvPr>
            <p:cNvSpPr>
              <a:spLocks/>
            </p:cNvSpPr>
            <p:nvPr/>
          </p:nvSpPr>
          <p:spPr bwMode="gray">
            <a:xfrm>
              <a:off x="7720618" y="2539028"/>
              <a:ext cx="717962" cy="840514"/>
            </a:xfrm>
            <a:custGeom>
              <a:avLst/>
              <a:gdLst>
                <a:gd name="T0" fmla="*/ 701 w 714"/>
                <a:gd name="T1" fmla="*/ 181 h 797"/>
                <a:gd name="T2" fmla="*/ 668 w 714"/>
                <a:gd name="T3" fmla="*/ 233 h 797"/>
                <a:gd name="T4" fmla="*/ 705 w 714"/>
                <a:gd name="T5" fmla="*/ 273 h 797"/>
                <a:gd name="T6" fmla="*/ 714 w 714"/>
                <a:gd name="T7" fmla="*/ 296 h 797"/>
                <a:gd name="T8" fmla="*/ 634 w 714"/>
                <a:gd name="T9" fmla="*/ 300 h 797"/>
                <a:gd name="T10" fmla="*/ 624 w 714"/>
                <a:gd name="T11" fmla="*/ 365 h 797"/>
                <a:gd name="T12" fmla="*/ 626 w 714"/>
                <a:gd name="T13" fmla="*/ 419 h 797"/>
                <a:gd name="T14" fmla="*/ 636 w 714"/>
                <a:gd name="T15" fmla="*/ 473 h 797"/>
                <a:gd name="T16" fmla="*/ 663 w 714"/>
                <a:gd name="T17" fmla="*/ 515 h 797"/>
                <a:gd name="T18" fmla="*/ 682 w 714"/>
                <a:gd name="T19" fmla="*/ 557 h 797"/>
                <a:gd name="T20" fmla="*/ 647 w 714"/>
                <a:gd name="T21" fmla="*/ 588 h 797"/>
                <a:gd name="T22" fmla="*/ 613 w 714"/>
                <a:gd name="T23" fmla="*/ 575 h 797"/>
                <a:gd name="T24" fmla="*/ 584 w 714"/>
                <a:gd name="T25" fmla="*/ 592 h 797"/>
                <a:gd name="T26" fmla="*/ 555 w 714"/>
                <a:gd name="T27" fmla="*/ 598 h 797"/>
                <a:gd name="T28" fmla="*/ 534 w 714"/>
                <a:gd name="T29" fmla="*/ 611 h 797"/>
                <a:gd name="T30" fmla="*/ 517 w 714"/>
                <a:gd name="T31" fmla="*/ 626 h 797"/>
                <a:gd name="T32" fmla="*/ 475 w 714"/>
                <a:gd name="T33" fmla="*/ 640 h 797"/>
                <a:gd name="T34" fmla="*/ 444 w 714"/>
                <a:gd name="T35" fmla="*/ 657 h 797"/>
                <a:gd name="T36" fmla="*/ 402 w 714"/>
                <a:gd name="T37" fmla="*/ 674 h 797"/>
                <a:gd name="T38" fmla="*/ 354 w 714"/>
                <a:gd name="T39" fmla="*/ 711 h 797"/>
                <a:gd name="T40" fmla="*/ 354 w 714"/>
                <a:gd name="T41" fmla="*/ 720 h 797"/>
                <a:gd name="T42" fmla="*/ 348 w 714"/>
                <a:gd name="T43" fmla="*/ 740 h 797"/>
                <a:gd name="T44" fmla="*/ 356 w 714"/>
                <a:gd name="T45" fmla="*/ 759 h 797"/>
                <a:gd name="T46" fmla="*/ 286 w 714"/>
                <a:gd name="T47" fmla="*/ 786 h 797"/>
                <a:gd name="T48" fmla="*/ 217 w 714"/>
                <a:gd name="T49" fmla="*/ 761 h 797"/>
                <a:gd name="T50" fmla="*/ 154 w 714"/>
                <a:gd name="T51" fmla="*/ 749 h 797"/>
                <a:gd name="T52" fmla="*/ 142 w 714"/>
                <a:gd name="T53" fmla="*/ 707 h 797"/>
                <a:gd name="T54" fmla="*/ 79 w 714"/>
                <a:gd name="T55" fmla="*/ 655 h 797"/>
                <a:gd name="T56" fmla="*/ 39 w 714"/>
                <a:gd name="T57" fmla="*/ 634 h 797"/>
                <a:gd name="T58" fmla="*/ 16 w 714"/>
                <a:gd name="T59" fmla="*/ 596 h 797"/>
                <a:gd name="T60" fmla="*/ 20 w 714"/>
                <a:gd name="T61" fmla="*/ 559 h 797"/>
                <a:gd name="T62" fmla="*/ 83 w 714"/>
                <a:gd name="T63" fmla="*/ 548 h 797"/>
                <a:gd name="T64" fmla="*/ 118 w 714"/>
                <a:gd name="T65" fmla="*/ 513 h 797"/>
                <a:gd name="T66" fmla="*/ 129 w 714"/>
                <a:gd name="T67" fmla="*/ 502 h 797"/>
                <a:gd name="T68" fmla="*/ 142 w 714"/>
                <a:gd name="T69" fmla="*/ 477 h 797"/>
                <a:gd name="T70" fmla="*/ 177 w 714"/>
                <a:gd name="T71" fmla="*/ 461 h 797"/>
                <a:gd name="T72" fmla="*/ 190 w 714"/>
                <a:gd name="T73" fmla="*/ 417 h 797"/>
                <a:gd name="T74" fmla="*/ 229 w 714"/>
                <a:gd name="T75" fmla="*/ 390 h 797"/>
                <a:gd name="T76" fmla="*/ 273 w 714"/>
                <a:gd name="T77" fmla="*/ 363 h 797"/>
                <a:gd name="T78" fmla="*/ 304 w 714"/>
                <a:gd name="T79" fmla="*/ 334 h 797"/>
                <a:gd name="T80" fmla="*/ 348 w 714"/>
                <a:gd name="T81" fmla="*/ 313 h 797"/>
                <a:gd name="T82" fmla="*/ 380 w 714"/>
                <a:gd name="T83" fmla="*/ 311 h 797"/>
                <a:gd name="T84" fmla="*/ 413 w 714"/>
                <a:gd name="T85" fmla="*/ 292 h 797"/>
                <a:gd name="T86" fmla="*/ 448 w 714"/>
                <a:gd name="T87" fmla="*/ 236 h 797"/>
                <a:gd name="T88" fmla="*/ 446 w 714"/>
                <a:gd name="T89" fmla="*/ 192 h 797"/>
                <a:gd name="T90" fmla="*/ 511 w 714"/>
                <a:gd name="T91" fmla="*/ 140 h 797"/>
                <a:gd name="T92" fmla="*/ 498 w 714"/>
                <a:gd name="T93" fmla="*/ 98 h 797"/>
                <a:gd name="T94" fmla="*/ 478 w 714"/>
                <a:gd name="T95" fmla="*/ 52 h 797"/>
                <a:gd name="T96" fmla="*/ 473 w 714"/>
                <a:gd name="T97" fmla="*/ 17 h 797"/>
                <a:gd name="T98" fmla="*/ 538 w 714"/>
                <a:gd name="T99" fmla="*/ 4 h 797"/>
                <a:gd name="T100" fmla="*/ 578 w 714"/>
                <a:gd name="T101" fmla="*/ 21 h 797"/>
                <a:gd name="T102" fmla="*/ 574 w 714"/>
                <a:gd name="T103" fmla="*/ 81 h 797"/>
                <a:gd name="T104" fmla="*/ 574 w 714"/>
                <a:gd name="T105" fmla="*/ 112 h 797"/>
                <a:gd name="T106" fmla="*/ 630 w 714"/>
                <a:gd name="T107" fmla="*/ 102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14" h="797">
                  <a:moveTo>
                    <a:pt x="663" y="121"/>
                  </a:moveTo>
                  <a:lnTo>
                    <a:pt x="676" y="131"/>
                  </a:lnTo>
                  <a:lnTo>
                    <a:pt x="689" y="150"/>
                  </a:lnTo>
                  <a:lnTo>
                    <a:pt x="701" y="181"/>
                  </a:lnTo>
                  <a:lnTo>
                    <a:pt x="709" y="188"/>
                  </a:lnTo>
                  <a:lnTo>
                    <a:pt x="701" y="198"/>
                  </a:lnTo>
                  <a:lnTo>
                    <a:pt x="697" y="210"/>
                  </a:lnTo>
                  <a:lnTo>
                    <a:pt x="668" y="233"/>
                  </a:lnTo>
                  <a:lnTo>
                    <a:pt x="678" y="235"/>
                  </a:lnTo>
                  <a:lnTo>
                    <a:pt x="682" y="240"/>
                  </a:lnTo>
                  <a:lnTo>
                    <a:pt x="684" y="259"/>
                  </a:lnTo>
                  <a:lnTo>
                    <a:pt x="705" y="273"/>
                  </a:lnTo>
                  <a:lnTo>
                    <a:pt x="714" y="277"/>
                  </a:lnTo>
                  <a:lnTo>
                    <a:pt x="714" y="283"/>
                  </a:lnTo>
                  <a:lnTo>
                    <a:pt x="707" y="286"/>
                  </a:lnTo>
                  <a:lnTo>
                    <a:pt x="714" y="296"/>
                  </a:lnTo>
                  <a:lnTo>
                    <a:pt x="711" y="304"/>
                  </a:lnTo>
                  <a:lnTo>
                    <a:pt x="688" y="296"/>
                  </a:lnTo>
                  <a:lnTo>
                    <a:pt x="657" y="296"/>
                  </a:lnTo>
                  <a:lnTo>
                    <a:pt x="634" y="300"/>
                  </a:lnTo>
                  <a:lnTo>
                    <a:pt x="628" y="334"/>
                  </a:lnTo>
                  <a:lnTo>
                    <a:pt x="628" y="340"/>
                  </a:lnTo>
                  <a:lnTo>
                    <a:pt x="624" y="348"/>
                  </a:lnTo>
                  <a:lnTo>
                    <a:pt x="624" y="365"/>
                  </a:lnTo>
                  <a:lnTo>
                    <a:pt x="626" y="369"/>
                  </a:lnTo>
                  <a:lnTo>
                    <a:pt x="622" y="382"/>
                  </a:lnTo>
                  <a:lnTo>
                    <a:pt x="624" y="398"/>
                  </a:lnTo>
                  <a:lnTo>
                    <a:pt x="626" y="419"/>
                  </a:lnTo>
                  <a:lnTo>
                    <a:pt x="626" y="429"/>
                  </a:lnTo>
                  <a:lnTo>
                    <a:pt x="628" y="442"/>
                  </a:lnTo>
                  <a:lnTo>
                    <a:pt x="634" y="459"/>
                  </a:lnTo>
                  <a:lnTo>
                    <a:pt x="636" y="473"/>
                  </a:lnTo>
                  <a:lnTo>
                    <a:pt x="645" y="486"/>
                  </a:lnTo>
                  <a:lnTo>
                    <a:pt x="651" y="494"/>
                  </a:lnTo>
                  <a:lnTo>
                    <a:pt x="653" y="505"/>
                  </a:lnTo>
                  <a:lnTo>
                    <a:pt x="663" y="515"/>
                  </a:lnTo>
                  <a:lnTo>
                    <a:pt x="672" y="526"/>
                  </a:lnTo>
                  <a:lnTo>
                    <a:pt x="678" y="540"/>
                  </a:lnTo>
                  <a:lnTo>
                    <a:pt x="682" y="548"/>
                  </a:lnTo>
                  <a:lnTo>
                    <a:pt x="682" y="557"/>
                  </a:lnTo>
                  <a:lnTo>
                    <a:pt x="672" y="576"/>
                  </a:lnTo>
                  <a:lnTo>
                    <a:pt x="665" y="594"/>
                  </a:lnTo>
                  <a:lnTo>
                    <a:pt x="659" y="594"/>
                  </a:lnTo>
                  <a:lnTo>
                    <a:pt x="647" y="588"/>
                  </a:lnTo>
                  <a:lnTo>
                    <a:pt x="643" y="586"/>
                  </a:lnTo>
                  <a:lnTo>
                    <a:pt x="632" y="578"/>
                  </a:lnTo>
                  <a:lnTo>
                    <a:pt x="618" y="573"/>
                  </a:lnTo>
                  <a:lnTo>
                    <a:pt x="613" y="575"/>
                  </a:lnTo>
                  <a:lnTo>
                    <a:pt x="609" y="584"/>
                  </a:lnTo>
                  <a:lnTo>
                    <a:pt x="599" y="584"/>
                  </a:lnTo>
                  <a:lnTo>
                    <a:pt x="594" y="592"/>
                  </a:lnTo>
                  <a:lnTo>
                    <a:pt x="584" y="592"/>
                  </a:lnTo>
                  <a:lnTo>
                    <a:pt x="582" y="588"/>
                  </a:lnTo>
                  <a:lnTo>
                    <a:pt x="572" y="590"/>
                  </a:lnTo>
                  <a:lnTo>
                    <a:pt x="569" y="594"/>
                  </a:lnTo>
                  <a:lnTo>
                    <a:pt x="555" y="598"/>
                  </a:lnTo>
                  <a:lnTo>
                    <a:pt x="546" y="603"/>
                  </a:lnTo>
                  <a:lnTo>
                    <a:pt x="542" y="611"/>
                  </a:lnTo>
                  <a:lnTo>
                    <a:pt x="536" y="607"/>
                  </a:lnTo>
                  <a:lnTo>
                    <a:pt x="534" y="611"/>
                  </a:lnTo>
                  <a:lnTo>
                    <a:pt x="538" y="619"/>
                  </a:lnTo>
                  <a:lnTo>
                    <a:pt x="534" y="623"/>
                  </a:lnTo>
                  <a:lnTo>
                    <a:pt x="523" y="626"/>
                  </a:lnTo>
                  <a:lnTo>
                    <a:pt x="517" y="626"/>
                  </a:lnTo>
                  <a:lnTo>
                    <a:pt x="501" y="628"/>
                  </a:lnTo>
                  <a:lnTo>
                    <a:pt x="488" y="626"/>
                  </a:lnTo>
                  <a:lnTo>
                    <a:pt x="482" y="628"/>
                  </a:lnTo>
                  <a:lnTo>
                    <a:pt x="475" y="640"/>
                  </a:lnTo>
                  <a:lnTo>
                    <a:pt x="471" y="646"/>
                  </a:lnTo>
                  <a:lnTo>
                    <a:pt x="473" y="655"/>
                  </a:lnTo>
                  <a:lnTo>
                    <a:pt x="459" y="659"/>
                  </a:lnTo>
                  <a:lnTo>
                    <a:pt x="444" y="657"/>
                  </a:lnTo>
                  <a:lnTo>
                    <a:pt x="438" y="651"/>
                  </a:lnTo>
                  <a:lnTo>
                    <a:pt x="425" y="653"/>
                  </a:lnTo>
                  <a:lnTo>
                    <a:pt x="413" y="665"/>
                  </a:lnTo>
                  <a:lnTo>
                    <a:pt x="402" y="674"/>
                  </a:lnTo>
                  <a:lnTo>
                    <a:pt x="384" y="686"/>
                  </a:lnTo>
                  <a:lnTo>
                    <a:pt x="361" y="690"/>
                  </a:lnTo>
                  <a:lnTo>
                    <a:pt x="346" y="707"/>
                  </a:lnTo>
                  <a:lnTo>
                    <a:pt x="354" y="711"/>
                  </a:lnTo>
                  <a:lnTo>
                    <a:pt x="365" y="707"/>
                  </a:lnTo>
                  <a:lnTo>
                    <a:pt x="367" y="707"/>
                  </a:lnTo>
                  <a:lnTo>
                    <a:pt x="367" y="713"/>
                  </a:lnTo>
                  <a:lnTo>
                    <a:pt x="354" y="720"/>
                  </a:lnTo>
                  <a:lnTo>
                    <a:pt x="352" y="724"/>
                  </a:lnTo>
                  <a:lnTo>
                    <a:pt x="357" y="732"/>
                  </a:lnTo>
                  <a:lnTo>
                    <a:pt x="350" y="736"/>
                  </a:lnTo>
                  <a:lnTo>
                    <a:pt x="348" y="740"/>
                  </a:lnTo>
                  <a:lnTo>
                    <a:pt x="369" y="742"/>
                  </a:lnTo>
                  <a:lnTo>
                    <a:pt x="359" y="755"/>
                  </a:lnTo>
                  <a:lnTo>
                    <a:pt x="359" y="759"/>
                  </a:lnTo>
                  <a:lnTo>
                    <a:pt x="356" y="759"/>
                  </a:lnTo>
                  <a:lnTo>
                    <a:pt x="354" y="772"/>
                  </a:lnTo>
                  <a:lnTo>
                    <a:pt x="338" y="782"/>
                  </a:lnTo>
                  <a:lnTo>
                    <a:pt x="313" y="778"/>
                  </a:lnTo>
                  <a:lnTo>
                    <a:pt x="286" y="786"/>
                  </a:lnTo>
                  <a:lnTo>
                    <a:pt x="285" y="795"/>
                  </a:lnTo>
                  <a:lnTo>
                    <a:pt x="235" y="797"/>
                  </a:lnTo>
                  <a:lnTo>
                    <a:pt x="219" y="767"/>
                  </a:lnTo>
                  <a:lnTo>
                    <a:pt x="217" y="761"/>
                  </a:lnTo>
                  <a:lnTo>
                    <a:pt x="210" y="751"/>
                  </a:lnTo>
                  <a:lnTo>
                    <a:pt x="192" y="747"/>
                  </a:lnTo>
                  <a:lnTo>
                    <a:pt x="173" y="749"/>
                  </a:lnTo>
                  <a:lnTo>
                    <a:pt x="154" y="749"/>
                  </a:lnTo>
                  <a:lnTo>
                    <a:pt x="150" y="749"/>
                  </a:lnTo>
                  <a:lnTo>
                    <a:pt x="152" y="744"/>
                  </a:lnTo>
                  <a:lnTo>
                    <a:pt x="148" y="726"/>
                  </a:lnTo>
                  <a:lnTo>
                    <a:pt x="142" y="707"/>
                  </a:lnTo>
                  <a:lnTo>
                    <a:pt x="135" y="697"/>
                  </a:lnTo>
                  <a:lnTo>
                    <a:pt x="123" y="663"/>
                  </a:lnTo>
                  <a:lnTo>
                    <a:pt x="106" y="651"/>
                  </a:lnTo>
                  <a:lnTo>
                    <a:pt x="79" y="655"/>
                  </a:lnTo>
                  <a:lnTo>
                    <a:pt x="62" y="653"/>
                  </a:lnTo>
                  <a:lnTo>
                    <a:pt x="54" y="648"/>
                  </a:lnTo>
                  <a:lnTo>
                    <a:pt x="47" y="640"/>
                  </a:lnTo>
                  <a:lnTo>
                    <a:pt x="39" y="634"/>
                  </a:lnTo>
                  <a:lnTo>
                    <a:pt x="33" y="623"/>
                  </a:lnTo>
                  <a:lnTo>
                    <a:pt x="29" y="613"/>
                  </a:lnTo>
                  <a:lnTo>
                    <a:pt x="23" y="607"/>
                  </a:lnTo>
                  <a:lnTo>
                    <a:pt x="16" y="596"/>
                  </a:lnTo>
                  <a:lnTo>
                    <a:pt x="0" y="590"/>
                  </a:lnTo>
                  <a:lnTo>
                    <a:pt x="6" y="586"/>
                  </a:lnTo>
                  <a:lnTo>
                    <a:pt x="10" y="571"/>
                  </a:lnTo>
                  <a:lnTo>
                    <a:pt x="20" y="559"/>
                  </a:lnTo>
                  <a:lnTo>
                    <a:pt x="29" y="553"/>
                  </a:lnTo>
                  <a:lnTo>
                    <a:pt x="41" y="548"/>
                  </a:lnTo>
                  <a:lnTo>
                    <a:pt x="64" y="548"/>
                  </a:lnTo>
                  <a:lnTo>
                    <a:pt x="83" y="548"/>
                  </a:lnTo>
                  <a:lnTo>
                    <a:pt x="95" y="526"/>
                  </a:lnTo>
                  <a:lnTo>
                    <a:pt x="100" y="525"/>
                  </a:lnTo>
                  <a:lnTo>
                    <a:pt x="114" y="517"/>
                  </a:lnTo>
                  <a:lnTo>
                    <a:pt x="118" y="513"/>
                  </a:lnTo>
                  <a:lnTo>
                    <a:pt x="112" y="505"/>
                  </a:lnTo>
                  <a:lnTo>
                    <a:pt x="112" y="502"/>
                  </a:lnTo>
                  <a:lnTo>
                    <a:pt x="119" y="500"/>
                  </a:lnTo>
                  <a:lnTo>
                    <a:pt x="129" y="502"/>
                  </a:lnTo>
                  <a:lnTo>
                    <a:pt x="135" y="500"/>
                  </a:lnTo>
                  <a:lnTo>
                    <a:pt x="135" y="492"/>
                  </a:lnTo>
                  <a:lnTo>
                    <a:pt x="142" y="486"/>
                  </a:lnTo>
                  <a:lnTo>
                    <a:pt x="142" y="477"/>
                  </a:lnTo>
                  <a:lnTo>
                    <a:pt x="146" y="469"/>
                  </a:lnTo>
                  <a:lnTo>
                    <a:pt x="160" y="463"/>
                  </a:lnTo>
                  <a:lnTo>
                    <a:pt x="166" y="457"/>
                  </a:lnTo>
                  <a:lnTo>
                    <a:pt x="177" y="461"/>
                  </a:lnTo>
                  <a:lnTo>
                    <a:pt x="185" y="459"/>
                  </a:lnTo>
                  <a:lnTo>
                    <a:pt x="194" y="446"/>
                  </a:lnTo>
                  <a:lnTo>
                    <a:pt x="183" y="429"/>
                  </a:lnTo>
                  <a:lnTo>
                    <a:pt x="190" y="417"/>
                  </a:lnTo>
                  <a:lnTo>
                    <a:pt x="200" y="417"/>
                  </a:lnTo>
                  <a:lnTo>
                    <a:pt x="214" y="398"/>
                  </a:lnTo>
                  <a:lnTo>
                    <a:pt x="221" y="392"/>
                  </a:lnTo>
                  <a:lnTo>
                    <a:pt x="229" y="390"/>
                  </a:lnTo>
                  <a:lnTo>
                    <a:pt x="237" y="384"/>
                  </a:lnTo>
                  <a:lnTo>
                    <a:pt x="250" y="379"/>
                  </a:lnTo>
                  <a:lnTo>
                    <a:pt x="267" y="369"/>
                  </a:lnTo>
                  <a:lnTo>
                    <a:pt x="273" y="363"/>
                  </a:lnTo>
                  <a:lnTo>
                    <a:pt x="286" y="357"/>
                  </a:lnTo>
                  <a:lnTo>
                    <a:pt x="290" y="350"/>
                  </a:lnTo>
                  <a:lnTo>
                    <a:pt x="294" y="348"/>
                  </a:lnTo>
                  <a:lnTo>
                    <a:pt x="304" y="334"/>
                  </a:lnTo>
                  <a:lnTo>
                    <a:pt x="325" y="331"/>
                  </a:lnTo>
                  <a:lnTo>
                    <a:pt x="329" y="323"/>
                  </a:lnTo>
                  <a:lnTo>
                    <a:pt x="340" y="325"/>
                  </a:lnTo>
                  <a:lnTo>
                    <a:pt x="348" y="313"/>
                  </a:lnTo>
                  <a:lnTo>
                    <a:pt x="356" y="313"/>
                  </a:lnTo>
                  <a:lnTo>
                    <a:pt x="357" y="319"/>
                  </a:lnTo>
                  <a:lnTo>
                    <a:pt x="367" y="317"/>
                  </a:lnTo>
                  <a:lnTo>
                    <a:pt x="380" y="311"/>
                  </a:lnTo>
                  <a:lnTo>
                    <a:pt x="386" y="304"/>
                  </a:lnTo>
                  <a:lnTo>
                    <a:pt x="396" y="298"/>
                  </a:lnTo>
                  <a:lnTo>
                    <a:pt x="407" y="296"/>
                  </a:lnTo>
                  <a:lnTo>
                    <a:pt x="413" y="292"/>
                  </a:lnTo>
                  <a:lnTo>
                    <a:pt x="430" y="267"/>
                  </a:lnTo>
                  <a:lnTo>
                    <a:pt x="434" y="252"/>
                  </a:lnTo>
                  <a:lnTo>
                    <a:pt x="436" y="244"/>
                  </a:lnTo>
                  <a:lnTo>
                    <a:pt x="448" y="236"/>
                  </a:lnTo>
                  <a:lnTo>
                    <a:pt x="450" y="233"/>
                  </a:lnTo>
                  <a:lnTo>
                    <a:pt x="446" y="219"/>
                  </a:lnTo>
                  <a:lnTo>
                    <a:pt x="453" y="204"/>
                  </a:lnTo>
                  <a:lnTo>
                    <a:pt x="446" y="192"/>
                  </a:lnTo>
                  <a:lnTo>
                    <a:pt x="450" y="173"/>
                  </a:lnTo>
                  <a:lnTo>
                    <a:pt x="467" y="162"/>
                  </a:lnTo>
                  <a:lnTo>
                    <a:pt x="492" y="144"/>
                  </a:lnTo>
                  <a:lnTo>
                    <a:pt x="511" y="140"/>
                  </a:lnTo>
                  <a:lnTo>
                    <a:pt x="517" y="117"/>
                  </a:lnTo>
                  <a:lnTo>
                    <a:pt x="519" y="106"/>
                  </a:lnTo>
                  <a:lnTo>
                    <a:pt x="501" y="100"/>
                  </a:lnTo>
                  <a:lnTo>
                    <a:pt x="498" y="98"/>
                  </a:lnTo>
                  <a:lnTo>
                    <a:pt x="486" y="85"/>
                  </a:lnTo>
                  <a:lnTo>
                    <a:pt x="486" y="69"/>
                  </a:lnTo>
                  <a:lnTo>
                    <a:pt x="486" y="62"/>
                  </a:lnTo>
                  <a:lnTo>
                    <a:pt x="478" y="52"/>
                  </a:lnTo>
                  <a:lnTo>
                    <a:pt x="463" y="50"/>
                  </a:lnTo>
                  <a:lnTo>
                    <a:pt x="459" y="46"/>
                  </a:lnTo>
                  <a:lnTo>
                    <a:pt x="461" y="41"/>
                  </a:lnTo>
                  <a:lnTo>
                    <a:pt x="473" y="17"/>
                  </a:lnTo>
                  <a:lnTo>
                    <a:pt x="473" y="2"/>
                  </a:lnTo>
                  <a:lnTo>
                    <a:pt x="499" y="2"/>
                  </a:lnTo>
                  <a:lnTo>
                    <a:pt x="524" y="0"/>
                  </a:lnTo>
                  <a:lnTo>
                    <a:pt x="538" y="4"/>
                  </a:lnTo>
                  <a:lnTo>
                    <a:pt x="551" y="4"/>
                  </a:lnTo>
                  <a:lnTo>
                    <a:pt x="563" y="6"/>
                  </a:lnTo>
                  <a:lnTo>
                    <a:pt x="569" y="8"/>
                  </a:lnTo>
                  <a:lnTo>
                    <a:pt x="578" y="21"/>
                  </a:lnTo>
                  <a:lnTo>
                    <a:pt x="569" y="31"/>
                  </a:lnTo>
                  <a:lnTo>
                    <a:pt x="570" y="58"/>
                  </a:lnTo>
                  <a:lnTo>
                    <a:pt x="570" y="73"/>
                  </a:lnTo>
                  <a:lnTo>
                    <a:pt x="574" y="81"/>
                  </a:lnTo>
                  <a:lnTo>
                    <a:pt x="570" y="89"/>
                  </a:lnTo>
                  <a:lnTo>
                    <a:pt x="570" y="98"/>
                  </a:lnTo>
                  <a:lnTo>
                    <a:pt x="576" y="102"/>
                  </a:lnTo>
                  <a:lnTo>
                    <a:pt x="574" y="112"/>
                  </a:lnTo>
                  <a:lnTo>
                    <a:pt x="584" y="112"/>
                  </a:lnTo>
                  <a:lnTo>
                    <a:pt x="595" y="100"/>
                  </a:lnTo>
                  <a:lnTo>
                    <a:pt x="615" y="100"/>
                  </a:lnTo>
                  <a:lnTo>
                    <a:pt x="630" y="102"/>
                  </a:lnTo>
                  <a:lnTo>
                    <a:pt x="645" y="115"/>
                  </a:lnTo>
                  <a:lnTo>
                    <a:pt x="663" y="121"/>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8" name="Freeform 37">
              <a:extLst>
                <a:ext uri="{FF2B5EF4-FFF2-40B4-BE49-F238E27FC236}">
                  <a16:creationId xmlns:a16="http://schemas.microsoft.com/office/drawing/2014/main" id="{1650A0B1-A8E0-F942-1BE6-A2E0507BEB5D}"/>
                </a:ext>
              </a:extLst>
            </p:cNvPr>
            <p:cNvSpPr>
              <a:spLocks/>
            </p:cNvSpPr>
            <p:nvPr/>
          </p:nvSpPr>
          <p:spPr bwMode="gray">
            <a:xfrm>
              <a:off x="7776929" y="2705654"/>
              <a:ext cx="1258947" cy="1733757"/>
            </a:xfrm>
            <a:custGeom>
              <a:avLst/>
              <a:gdLst>
                <a:gd name="T0" fmla="*/ 868 w 1252"/>
                <a:gd name="T1" fmla="*/ 1625 h 1644"/>
                <a:gd name="T2" fmla="*/ 484 w 1252"/>
                <a:gd name="T3" fmla="*/ 1634 h 1644"/>
                <a:gd name="T4" fmla="*/ 411 w 1252"/>
                <a:gd name="T5" fmla="*/ 1627 h 1644"/>
                <a:gd name="T6" fmla="*/ 428 w 1252"/>
                <a:gd name="T7" fmla="*/ 1581 h 1644"/>
                <a:gd name="T8" fmla="*/ 417 w 1252"/>
                <a:gd name="T9" fmla="*/ 1540 h 1644"/>
                <a:gd name="T10" fmla="*/ 399 w 1252"/>
                <a:gd name="T11" fmla="*/ 1473 h 1644"/>
                <a:gd name="T12" fmla="*/ 357 w 1252"/>
                <a:gd name="T13" fmla="*/ 1396 h 1644"/>
                <a:gd name="T14" fmla="*/ 317 w 1252"/>
                <a:gd name="T15" fmla="*/ 1298 h 1644"/>
                <a:gd name="T16" fmla="*/ 307 w 1252"/>
                <a:gd name="T17" fmla="*/ 1193 h 1644"/>
                <a:gd name="T18" fmla="*/ 290 w 1252"/>
                <a:gd name="T19" fmla="*/ 1102 h 1644"/>
                <a:gd name="T20" fmla="*/ 298 w 1252"/>
                <a:gd name="T21" fmla="*/ 1054 h 1644"/>
                <a:gd name="T22" fmla="*/ 259 w 1252"/>
                <a:gd name="T23" fmla="*/ 1002 h 1644"/>
                <a:gd name="T24" fmla="*/ 213 w 1252"/>
                <a:gd name="T25" fmla="*/ 962 h 1644"/>
                <a:gd name="T26" fmla="*/ 182 w 1252"/>
                <a:gd name="T27" fmla="*/ 935 h 1644"/>
                <a:gd name="T28" fmla="*/ 127 w 1252"/>
                <a:gd name="T29" fmla="*/ 862 h 1644"/>
                <a:gd name="T30" fmla="*/ 83 w 1252"/>
                <a:gd name="T31" fmla="*/ 810 h 1644"/>
                <a:gd name="T32" fmla="*/ 37 w 1252"/>
                <a:gd name="T33" fmla="*/ 783 h 1644"/>
                <a:gd name="T34" fmla="*/ 85 w 1252"/>
                <a:gd name="T35" fmla="*/ 712 h 1644"/>
                <a:gd name="T36" fmla="*/ 86 w 1252"/>
                <a:gd name="T37" fmla="*/ 657 h 1644"/>
                <a:gd name="T38" fmla="*/ 94 w 1252"/>
                <a:gd name="T39" fmla="*/ 591 h 1644"/>
                <a:gd name="T40" fmla="*/ 163 w 1252"/>
                <a:gd name="T41" fmla="*/ 609 h 1644"/>
                <a:gd name="T42" fmla="*/ 298 w 1252"/>
                <a:gd name="T43" fmla="*/ 614 h 1644"/>
                <a:gd name="T44" fmla="*/ 294 w 1252"/>
                <a:gd name="T45" fmla="*/ 578 h 1644"/>
                <a:gd name="T46" fmla="*/ 309 w 1252"/>
                <a:gd name="T47" fmla="*/ 549 h 1644"/>
                <a:gd name="T48" fmla="*/ 357 w 1252"/>
                <a:gd name="T49" fmla="*/ 507 h 1644"/>
                <a:gd name="T50" fmla="*/ 415 w 1252"/>
                <a:gd name="T51" fmla="*/ 488 h 1644"/>
                <a:gd name="T52" fmla="*/ 467 w 1252"/>
                <a:gd name="T53" fmla="*/ 468 h 1644"/>
                <a:gd name="T54" fmla="*/ 490 w 1252"/>
                <a:gd name="T55" fmla="*/ 445 h 1644"/>
                <a:gd name="T56" fmla="*/ 538 w 1252"/>
                <a:gd name="T57" fmla="*/ 434 h 1644"/>
                <a:gd name="T58" fmla="*/ 587 w 1252"/>
                <a:gd name="T59" fmla="*/ 428 h 1644"/>
                <a:gd name="T60" fmla="*/ 626 w 1252"/>
                <a:gd name="T61" fmla="*/ 390 h 1644"/>
                <a:gd name="T62" fmla="*/ 589 w 1252"/>
                <a:gd name="T63" fmla="*/ 328 h 1644"/>
                <a:gd name="T64" fmla="*/ 568 w 1252"/>
                <a:gd name="T65" fmla="*/ 240 h 1644"/>
                <a:gd name="T66" fmla="*/ 572 w 1252"/>
                <a:gd name="T67" fmla="*/ 176 h 1644"/>
                <a:gd name="T68" fmla="*/ 651 w 1252"/>
                <a:gd name="T69" fmla="*/ 128 h 1644"/>
                <a:gd name="T70" fmla="*/ 622 w 1252"/>
                <a:gd name="T71" fmla="*/ 77 h 1644"/>
                <a:gd name="T72" fmla="*/ 678 w 1252"/>
                <a:gd name="T73" fmla="*/ 15 h 1644"/>
                <a:gd name="T74" fmla="*/ 726 w 1252"/>
                <a:gd name="T75" fmla="*/ 23 h 1644"/>
                <a:gd name="T76" fmla="*/ 741 w 1252"/>
                <a:gd name="T77" fmla="*/ 86 h 1644"/>
                <a:gd name="T78" fmla="*/ 808 w 1252"/>
                <a:gd name="T79" fmla="*/ 101 h 1644"/>
                <a:gd name="T80" fmla="*/ 841 w 1252"/>
                <a:gd name="T81" fmla="*/ 136 h 1644"/>
                <a:gd name="T82" fmla="*/ 919 w 1252"/>
                <a:gd name="T83" fmla="*/ 159 h 1644"/>
                <a:gd name="T84" fmla="*/ 1008 w 1252"/>
                <a:gd name="T85" fmla="*/ 203 h 1644"/>
                <a:gd name="T86" fmla="*/ 1058 w 1252"/>
                <a:gd name="T87" fmla="*/ 211 h 1644"/>
                <a:gd name="T88" fmla="*/ 1125 w 1252"/>
                <a:gd name="T89" fmla="*/ 257 h 1644"/>
                <a:gd name="T90" fmla="*/ 1171 w 1252"/>
                <a:gd name="T91" fmla="*/ 320 h 1644"/>
                <a:gd name="T92" fmla="*/ 1194 w 1252"/>
                <a:gd name="T93" fmla="*/ 388 h 1644"/>
                <a:gd name="T94" fmla="*/ 1207 w 1252"/>
                <a:gd name="T95" fmla="*/ 474 h 1644"/>
                <a:gd name="T96" fmla="*/ 1165 w 1252"/>
                <a:gd name="T97" fmla="*/ 511 h 1644"/>
                <a:gd name="T98" fmla="*/ 1180 w 1252"/>
                <a:gd name="T99" fmla="*/ 603 h 1644"/>
                <a:gd name="T100" fmla="*/ 1227 w 1252"/>
                <a:gd name="T101" fmla="*/ 637 h 1644"/>
                <a:gd name="T102" fmla="*/ 1236 w 1252"/>
                <a:gd name="T103" fmla="*/ 770 h 1644"/>
                <a:gd name="T104" fmla="*/ 1207 w 1252"/>
                <a:gd name="T105" fmla="*/ 997 h 1644"/>
                <a:gd name="T106" fmla="*/ 1175 w 1252"/>
                <a:gd name="T107" fmla="*/ 1148 h 1644"/>
                <a:gd name="T108" fmla="*/ 1188 w 1252"/>
                <a:gd name="T109" fmla="*/ 1179 h 1644"/>
                <a:gd name="T110" fmla="*/ 1159 w 1252"/>
                <a:gd name="T111" fmla="*/ 1269 h 1644"/>
                <a:gd name="T112" fmla="*/ 1146 w 1252"/>
                <a:gd name="T113" fmla="*/ 1419 h 1644"/>
                <a:gd name="T114" fmla="*/ 1077 w 1252"/>
                <a:gd name="T115" fmla="*/ 1619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2" h="1644">
                  <a:moveTo>
                    <a:pt x="1077" y="1619"/>
                  </a:moveTo>
                  <a:lnTo>
                    <a:pt x="1010" y="1623"/>
                  </a:lnTo>
                  <a:lnTo>
                    <a:pt x="981" y="1634"/>
                  </a:lnTo>
                  <a:lnTo>
                    <a:pt x="962" y="1625"/>
                  </a:lnTo>
                  <a:lnTo>
                    <a:pt x="944" y="1621"/>
                  </a:lnTo>
                  <a:lnTo>
                    <a:pt x="868" y="1625"/>
                  </a:lnTo>
                  <a:lnTo>
                    <a:pt x="847" y="1636"/>
                  </a:lnTo>
                  <a:lnTo>
                    <a:pt x="781" y="1642"/>
                  </a:lnTo>
                  <a:lnTo>
                    <a:pt x="705" y="1644"/>
                  </a:lnTo>
                  <a:lnTo>
                    <a:pt x="647" y="1634"/>
                  </a:lnTo>
                  <a:lnTo>
                    <a:pt x="593" y="1629"/>
                  </a:lnTo>
                  <a:lnTo>
                    <a:pt x="484" y="1634"/>
                  </a:lnTo>
                  <a:lnTo>
                    <a:pt x="472" y="1627"/>
                  </a:lnTo>
                  <a:lnTo>
                    <a:pt x="463" y="1629"/>
                  </a:lnTo>
                  <a:lnTo>
                    <a:pt x="449" y="1636"/>
                  </a:lnTo>
                  <a:lnTo>
                    <a:pt x="445" y="1619"/>
                  </a:lnTo>
                  <a:lnTo>
                    <a:pt x="432" y="1625"/>
                  </a:lnTo>
                  <a:lnTo>
                    <a:pt x="411" y="1627"/>
                  </a:lnTo>
                  <a:lnTo>
                    <a:pt x="401" y="1617"/>
                  </a:lnTo>
                  <a:lnTo>
                    <a:pt x="411" y="1607"/>
                  </a:lnTo>
                  <a:lnTo>
                    <a:pt x="430" y="1600"/>
                  </a:lnTo>
                  <a:lnTo>
                    <a:pt x="428" y="1596"/>
                  </a:lnTo>
                  <a:lnTo>
                    <a:pt x="420" y="1590"/>
                  </a:lnTo>
                  <a:lnTo>
                    <a:pt x="428" y="1581"/>
                  </a:lnTo>
                  <a:lnTo>
                    <a:pt x="426" y="1567"/>
                  </a:lnTo>
                  <a:lnTo>
                    <a:pt x="417" y="1565"/>
                  </a:lnTo>
                  <a:lnTo>
                    <a:pt x="417" y="1561"/>
                  </a:lnTo>
                  <a:lnTo>
                    <a:pt x="424" y="1561"/>
                  </a:lnTo>
                  <a:lnTo>
                    <a:pt x="422" y="1554"/>
                  </a:lnTo>
                  <a:lnTo>
                    <a:pt x="417" y="1540"/>
                  </a:lnTo>
                  <a:lnTo>
                    <a:pt x="417" y="1529"/>
                  </a:lnTo>
                  <a:lnTo>
                    <a:pt x="409" y="1525"/>
                  </a:lnTo>
                  <a:lnTo>
                    <a:pt x="409" y="1517"/>
                  </a:lnTo>
                  <a:lnTo>
                    <a:pt x="401" y="1511"/>
                  </a:lnTo>
                  <a:lnTo>
                    <a:pt x="403" y="1484"/>
                  </a:lnTo>
                  <a:lnTo>
                    <a:pt x="399" y="1473"/>
                  </a:lnTo>
                  <a:lnTo>
                    <a:pt x="399" y="1460"/>
                  </a:lnTo>
                  <a:lnTo>
                    <a:pt x="399" y="1429"/>
                  </a:lnTo>
                  <a:lnTo>
                    <a:pt x="407" y="1419"/>
                  </a:lnTo>
                  <a:lnTo>
                    <a:pt x="386" y="1417"/>
                  </a:lnTo>
                  <a:lnTo>
                    <a:pt x="371" y="1400"/>
                  </a:lnTo>
                  <a:lnTo>
                    <a:pt x="357" y="1396"/>
                  </a:lnTo>
                  <a:lnTo>
                    <a:pt x="359" y="1387"/>
                  </a:lnTo>
                  <a:lnTo>
                    <a:pt x="363" y="1381"/>
                  </a:lnTo>
                  <a:lnTo>
                    <a:pt x="355" y="1346"/>
                  </a:lnTo>
                  <a:lnTo>
                    <a:pt x="342" y="1329"/>
                  </a:lnTo>
                  <a:lnTo>
                    <a:pt x="338" y="1323"/>
                  </a:lnTo>
                  <a:lnTo>
                    <a:pt x="317" y="1298"/>
                  </a:lnTo>
                  <a:lnTo>
                    <a:pt x="315" y="1287"/>
                  </a:lnTo>
                  <a:lnTo>
                    <a:pt x="338" y="1250"/>
                  </a:lnTo>
                  <a:lnTo>
                    <a:pt x="340" y="1237"/>
                  </a:lnTo>
                  <a:lnTo>
                    <a:pt x="309" y="1225"/>
                  </a:lnTo>
                  <a:lnTo>
                    <a:pt x="305" y="1219"/>
                  </a:lnTo>
                  <a:lnTo>
                    <a:pt x="307" y="1193"/>
                  </a:lnTo>
                  <a:lnTo>
                    <a:pt x="301" y="1171"/>
                  </a:lnTo>
                  <a:lnTo>
                    <a:pt x="311" y="1168"/>
                  </a:lnTo>
                  <a:lnTo>
                    <a:pt x="313" y="1143"/>
                  </a:lnTo>
                  <a:lnTo>
                    <a:pt x="311" y="1127"/>
                  </a:lnTo>
                  <a:lnTo>
                    <a:pt x="292" y="1123"/>
                  </a:lnTo>
                  <a:lnTo>
                    <a:pt x="290" y="1102"/>
                  </a:lnTo>
                  <a:lnTo>
                    <a:pt x="286" y="1087"/>
                  </a:lnTo>
                  <a:lnTo>
                    <a:pt x="277" y="1073"/>
                  </a:lnTo>
                  <a:lnTo>
                    <a:pt x="277" y="1068"/>
                  </a:lnTo>
                  <a:lnTo>
                    <a:pt x="288" y="1060"/>
                  </a:lnTo>
                  <a:lnTo>
                    <a:pt x="298" y="1058"/>
                  </a:lnTo>
                  <a:lnTo>
                    <a:pt x="298" y="1054"/>
                  </a:lnTo>
                  <a:lnTo>
                    <a:pt x="284" y="1043"/>
                  </a:lnTo>
                  <a:lnTo>
                    <a:pt x="275" y="1041"/>
                  </a:lnTo>
                  <a:lnTo>
                    <a:pt x="273" y="1029"/>
                  </a:lnTo>
                  <a:lnTo>
                    <a:pt x="263" y="1020"/>
                  </a:lnTo>
                  <a:lnTo>
                    <a:pt x="257" y="1010"/>
                  </a:lnTo>
                  <a:lnTo>
                    <a:pt x="259" y="1002"/>
                  </a:lnTo>
                  <a:lnTo>
                    <a:pt x="271" y="1000"/>
                  </a:lnTo>
                  <a:lnTo>
                    <a:pt x="278" y="995"/>
                  </a:lnTo>
                  <a:lnTo>
                    <a:pt x="269" y="985"/>
                  </a:lnTo>
                  <a:lnTo>
                    <a:pt x="225" y="983"/>
                  </a:lnTo>
                  <a:lnTo>
                    <a:pt x="215" y="977"/>
                  </a:lnTo>
                  <a:lnTo>
                    <a:pt x="213" y="962"/>
                  </a:lnTo>
                  <a:lnTo>
                    <a:pt x="204" y="947"/>
                  </a:lnTo>
                  <a:lnTo>
                    <a:pt x="196" y="947"/>
                  </a:lnTo>
                  <a:lnTo>
                    <a:pt x="190" y="951"/>
                  </a:lnTo>
                  <a:lnTo>
                    <a:pt x="182" y="949"/>
                  </a:lnTo>
                  <a:lnTo>
                    <a:pt x="184" y="941"/>
                  </a:lnTo>
                  <a:lnTo>
                    <a:pt x="182" y="935"/>
                  </a:lnTo>
                  <a:lnTo>
                    <a:pt x="182" y="918"/>
                  </a:lnTo>
                  <a:lnTo>
                    <a:pt x="175" y="910"/>
                  </a:lnTo>
                  <a:lnTo>
                    <a:pt x="134" y="908"/>
                  </a:lnTo>
                  <a:lnTo>
                    <a:pt x="133" y="901"/>
                  </a:lnTo>
                  <a:lnTo>
                    <a:pt x="125" y="870"/>
                  </a:lnTo>
                  <a:lnTo>
                    <a:pt x="127" y="862"/>
                  </a:lnTo>
                  <a:lnTo>
                    <a:pt x="127" y="841"/>
                  </a:lnTo>
                  <a:lnTo>
                    <a:pt x="110" y="839"/>
                  </a:lnTo>
                  <a:lnTo>
                    <a:pt x="100" y="826"/>
                  </a:lnTo>
                  <a:lnTo>
                    <a:pt x="98" y="810"/>
                  </a:lnTo>
                  <a:lnTo>
                    <a:pt x="92" y="806"/>
                  </a:lnTo>
                  <a:lnTo>
                    <a:pt x="83" y="810"/>
                  </a:lnTo>
                  <a:lnTo>
                    <a:pt x="40" y="808"/>
                  </a:lnTo>
                  <a:lnTo>
                    <a:pt x="4" y="801"/>
                  </a:lnTo>
                  <a:lnTo>
                    <a:pt x="0" y="791"/>
                  </a:lnTo>
                  <a:lnTo>
                    <a:pt x="15" y="787"/>
                  </a:lnTo>
                  <a:lnTo>
                    <a:pt x="31" y="787"/>
                  </a:lnTo>
                  <a:lnTo>
                    <a:pt x="37" y="783"/>
                  </a:lnTo>
                  <a:lnTo>
                    <a:pt x="37" y="778"/>
                  </a:lnTo>
                  <a:lnTo>
                    <a:pt x="40" y="764"/>
                  </a:lnTo>
                  <a:lnTo>
                    <a:pt x="65" y="758"/>
                  </a:lnTo>
                  <a:lnTo>
                    <a:pt x="77" y="730"/>
                  </a:lnTo>
                  <a:lnTo>
                    <a:pt x="85" y="724"/>
                  </a:lnTo>
                  <a:lnTo>
                    <a:pt x="85" y="712"/>
                  </a:lnTo>
                  <a:lnTo>
                    <a:pt x="77" y="710"/>
                  </a:lnTo>
                  <a:lnTo>
                    <a:pt x="77" y="705"/>
                  </a:lnTo>
                  <a:lnTo>
                    <a:pt x="85" y="697"/>
                  </a:lnTo>
                  <a:lnTo>
                    <a:pt x="90" y="685"/>
                  </a:lnTo>
                  <a:lnTo>
                    <a:pt x="92" y="662"/>
                  </a:lnTo>
                  <a:lnTo>
                    <a:pt x="86" y="657"/>
                  </a:lnTo>
                  <a:lnTo>
                    <a:pt x="86" y="649"/>
                  </a:lnTo>
                  <a:lnTo>
                    <a:pt x="92" y="643"/>
                  </a:lnTo>
                  <a:lnTo>
                    <a:pt x="88" y="634"/>
                  </a:lnTo>
                  <a:lnTo>
                    <a:pt x="83" y="630"/>
                  </a:lnTo>
                  <a:lnTo>
                    <a:pt x="83" y="603"/>
                  </a:lnTo>
                  <a:lnTo>
                    <a:pt x="94" y="591"/>
                  </a:lnTo>
                  <a:lnTo>
                    <a:pt x="98" y="591"/>
                  </a:lnTo>
                  <a:lnTo>
                    <a:pt x="117" y="591"/>
                  </a:lnTo>
                  <a:lnTo>
                    <a:pt x="136" y="589"/>
                  </a:lnTo>
                  <a:lnTo>
                    <a:pt x="154" y="593"/>
                  </a:lnTo>
                  <a:lnTo>
                    <a:pt x="161" y="603"/>
                  </a:lnTo>
                  <a:lnTo>
                    <a:pt x="163" y="609"/>
                  </a:lnTo>
                  <a:lnTo>
                    <a:pt x="179" y="639"/>
                  </a:lnTo>
                  <a:lnTo>
                    <a:pt x="229" y="637"/>
                  </a:lnTo>
                  <a:lnTo>
                    <a:pt x="230" y="628"/>
                  </a:lnTo>
                  <a:lnTo>
                    <a:pt x="257" y="620"/>
                  </a:lnTo>
                  <a:lnTo>
                    <a:pt x="282" y="624"/>
                  </a:lnTo>
                  <a:lnTo>
                    <a:pt x="298" y="614"/>
                  </a:lnTo>
                  <a:lnTo>
                    <a:pt x="300" y="601"/>
                  </a:lnTo>
                  <a:lnTo>
                    <a:pt x="303" y="601"/>
                  </a:lnTo>
                  <a:lnTo>
                    <a:pt x="303" y="597"/>
                  </a:lnTo>
                  <a:lnTo>
                    <a:pt x="313" y="584"/>
                  </a:lnTo>
                  <a:lnTo>
                    <a:pt x="292" y="582"/>
                  </a:lnTo>
                  <a:lnTo>
                    <a:pt x="294" y="578"/>
                  </a:lnTo>
                  <a:lnTo>
                    <a:pt x="301" y="574"/>
                  </a:lnTo>
                  <a:lnTo>
                    <a:pt x="296" y="566"/>
                  </a:lnTo>
                  <a:lnTo>
                    <a:pt x="298" y="562"/>
                  </a:lnTo>
                  <a:lnTo>
                    <a:pt x="311" y="555"/>
                  </a:lnTo>
                  <a:lnTo>
                    <a:pt x="311" y="549"/>
                  </a:lnTo>
                  <a:lnTo>
                    <a:pt x="309" y="549"/>
                  </a:lnTo>
                  <a:lnTo>
                    <a:pt x="298" y="553"/>
                  </a:lnTo>
                  <a:lnTo>
                    <a:pt x="290" y="549"/>
                  </a:lnTo>
                  <a:lnTo>
                    <a:pt x="305" y="532"/>
                  </a:lnTo>
                  <a:lnTo>
                    <a:pt x="328" y="528"/>
                  </a:lnTo>
                  <a:lnTo>
                    <a:pt x="346" y="516"/>
                  </a:lnTo>
                  <a:lnTo>
                    <a:pt x="357" y="507"/>
                  </a:lnTo>
                  <a:lnTo>
                    <a:pt x="369" y="495"/>
                  </a:lnTo>
                  <a:lnTo>
                    <a:pt x="382" y="493"/>
                  </a:lnTo>
                  <a:lnTo>
                    <a:pt x="388" y="499"/>
                  </a:lnTo>
                  <a:lnTo>
                    <a:pt x="403" y="501"/>
                  </a:lnTo>
                  <a:lnTo>
                    <a:pt x="417" y="497"/>
                  </a:lnTo>
                  <a:lnTo>
                    <a:pt x="415" y="488"/>
                  </a:lnTo>
                  <a:lnTo>
                    <a:pt x="419" y="482"/>
                  </a:lnTo>
                  <a:lnTo>
                    <a:pt x="426" y="470"/>
                  </a:lnTo>
                  <a:lnTo>
                    <a:pt x="432" y="468"/>
                  </a:lnTo>
                  <a:lnTo>
                    <a:pt x="445" y="470"/>
                  </a:lnTo>
                  <a:lnTo>
                    <a:pt x="461" y="468"/>
                  </a:lnTo>
                  <a:lnTo>
                    <a:pt x="467" y="468"/>
                  </a:lnTo>
                  <a:lnTo>
                    <a:pt x="478" y="465"/>
                  </a:lnTo>
                  <a:lnTo>
                    <a:pt x="482" y="461"/>
                  </a:lnTo>
                  <a:lnTo>
                    <a:pt x="478" y="453"/>
                  </a:lnTo>
                  <a:lnTo>
                    <a:pt x="480" y="449"/>
                  </a:lnTo>
                  <a:lnTo>
                    <a:pt x="486" y="453"/>
                  </a:lnTo>
                  <a:lnTo>
                    <a:pt x="490" y="445"/>
                  </a:lnTo>
                  <a:lnTo>
                    <a:pt x="499" y="440"/>
                  </a:lnTo>
                  <a:lnTo>
                    <a:pt x="513" y="436"/>
                  </a:lnTo>
                  <a:lnTo>
                    <a:pt x="516" y="432"/>
                  </a:lnTo>
                  <a:lnTo>
                    <a:pt x="526" y="430"/>
                  </a:lnTo>
                  <a:lnTo>
                    <a:pt x="528" y="434"/>
                  </a:lnTo>
                  <a:lnTo>
                    <a:pt x="538" y="434"/>
                  </a:lnTo>
                  <a:lnTo>
                    <a:pt x="543" y="426"/>
                  </a:lnTo>
                  <a:lnTo>
                    <a:pt x="553" y="426"/>
                  </a:lnTo>
                  <a:lnTo>
                    <a:pt x="557" y="417"/>
                  </a:lnTo>
                  <a:lnTo>
                    <a:pt x="562" y="415"/>
                  </a:lnTo>
                  <a:lnTo>
                    <a:pt x="576" y="420"/>
                  </a:lnTo>
                  <a:lnTo>
                    <a:pt x="587" y="428"/>
                  </a:lnTo>
                  <a:lnTo>
                    <a:pt x="591" y="430"/>
                  </a:lnTo>
                  <a:lnTo>
                    <a:pt x="603" y="436"/>
                  </a:lnTo>
                  <a:lnTo>
                    <a:pt x="609" y="436"/>
                  </a:lnTo>
                  <a:lnTo>
                    <a:pt x="616" y="418"/>
                  </a:lnTo>
                  <a:lnTo>
                    <a:pt x="626" y="399"/>
                  </a:lnTo>
                  <a:lnTo>
                    <a:pt x="626" y="390"/>
                  </a:lnTo>
                  <a:lnTo>
                    <a:pt x="622" y="382"/>
                  </a:lnTo>
                  <a:lnTo>
                    <a:pt x="616" y="368"/>
                  </a:lnTo>
                  <a:lnTo>
                    <a:pt x="607" y="357"/>
                  </a:lnTo>
                  <a:lnTo>
                    <a:pt x="597" y="347"/>
                  </a:lnTo>
                  <a:lnTo>
                    <a:pt x="595" y="336"/>
                  </a:lnTo>
                  <a:lnTo>
                    <a:pt x="589" y="328"/>
                  </a:lnTo>
                  <a:lnTo>
                    <a:pt x="580" y="315"/>
                  </a:lnTo>
                  <a:lnTo>
                    <a:pt x="578" y="301"/>
                  </a:lnTo>
                  <a:lnTo>
                    <a:pt x="572" y="284"/>
                  </a:lnTo>
                  <a:lnTo>
                    <a:pt x="570" y="271"/>
                  </a:lnTo>
                  <a:lnTo>
                    <a:pt x="570" y="261"/>
                  </a:lnTo>
                  <a:lnTo>
                    <a:pt x="568" y="240"/>
                  </a:lnTo>
                  <a:lnTo>
                    <a:pt x="566" y="224"/>
                  </a:lnTo>
                  <a:lnTo>
                    <a:pt x="570" y="211"/>
                  </a:lnTo>
                  <a:lnTo>
                    <a:pt x="568" y="207"/>
                  </a:lnTo>
                  <a:lnTo>
                    <a:pt x="568" y="190"/>
                  </a:lnTo>
                  <a:lnTo>
                    <a:pt x="572" y="182"/>
                  </a:lnTo>
                  <a:lnTo>
                    <a:pt x="572" y="176"/>
                  </a:lnTo>
                  <a:lnTo>
                    <a:pt x="578" y="142"/>
                  </a:lnTo>
                  <a:lnTo>
                    <a:pt x="601" y="138"/>
                  </a:lnTo>
                  <a:lnTo>
                    <a:pt x="632" y="138"/>
                  </a:lnTo>
                  <a:lnTo>
                    <a:pt x="655" y="146"/>
                  </a:lnTo>
                  <a:lnTo>
                    <a:pt x="658" y="138"/>
                  </a:lnTo>
                  <a:lnTo>
                    <a:pt x="651" y="128"/>
                  </a:lnTo>
                  <a:lnTo>
                    <a:pt x="658" y="125"/>
                  </a:lnTo>
                  <a:lnTo>
                    <a:pt x="658" y="119"/>
                  </a:lnTo>
                  <a:lnTo>
                    <a:pt x="649" y="115"/>
                  </a:lnTo>
                  <a:lnTo>
                    <a:pt x="628" y="101"/>
                  </a:lnTo>
                  <a:lnTo>
                    <a:pt x="626" y="82"/>
                  </a:lnTo>
                  <a:lnTo>
                    <a:pt x="622" y="77"/>
                  </a:lnTo>
                  <a:lnTo>
                    <a:pt x="612" y="75"/>
                  </a:lnTo>
                  <a:lnTo>
                    <a:pt x="641" y="52"/>
                  </a:lnTo>
                  <a:lnTo>
                    <a:pt x="645" y="40"/>
                  </a:lnTo>
                  <a:lnTo>
                    <a:pt x="653" y="30"/>
                  </a:lnTo>
                  <a:lnTo>
                    <a:pt x="662" y="21"/>
                  </a:lnTo>
                  <a:lnTo>
                    <a:pt x="678" y="15"/>
                  </a:lnTo>
                  <a:lnTo>
                    <a:pt x="695" y="9"/>
                  </a:lnTo>
                  <a:lnTo>
                    <a:pt x="701" y="2"/>
                  </a:lnTo>
                  <a:lnTo>
                    <a:pt x="706" y="0"/>
                  </a:lnTo>
                  <a:lnTo>
                    <a:pt x="720" y="5"/>
                  </a:lnTo>
                  <a:lnTo>
                    <a:pt x="722" y="11"/>
                  </a:lnTo>
                  <a:lnTo>
                    <a:pt x="726" y="23"/>
                  </a:lnTo>
                  <a:lnTo>
                    <a:pt x="722" y="29"/>
                  </a:lnTo>
                  <a:lnTo>
                    <a:pt x="722" y="42"/>
                  </a:lnTo>
                  <a:lnTo>
                    <a:pt x="726" y="44"/>
                  </a:lnTo>
                  <a:lnTo>
                    <a:pt x="724" y="59"/>
                  </a:lnTo>
                  <a:lnTo>
                    <a:pt x="726" y="69"/>
                  </a:lnTo>
                  <a:lnTo>
                    <a:pt x="741" y="86"/>
                  </a:lnTo>
                  <a:lnTo>
                    <a:pt x="756" y="92"/>
                  </a:lnTo>
                  <a:lnTo>
                    <a:pt x="781" y="94"/>
                  </a:lnTo>
                  <a:lnTo>
                    <a:pt x="793" y="92"/>
                  </a:lnTo>
                  <a:lnTo>
                    <a:pt x="804" y="94"/>
                  </a:lnTo>
                  <a:lnTo>
                    <a:pt x="808" y="98"/>
                  </a:lnTo>
                  <a:lnTo>
                    <a:pt x="808" y="101"/>
                  </a:lnTo>
                  <a:lnTo>
                    <a:pt x="800" y="105"/>
                  </a:lnTo>
                  <a:lnTo>
                    <a:pt x="800" y="111"/>
                  </a:lnTo>
                  <a:lnTo>
                    <a:pt x="822" y="123"/>
                  </a:lnTo>
                  <a:lnTo>
                    <a:pt x="831" y="125"/>
                  </a:lnTo>
                  <a:lnTo>
                    <a:pt x="835" y="132"/>
                  </a:lnTo>
                  <a:lnTo>
                    <a:pt x="841" y="136"/>
                  </a:lnTo>
                  <a:lnTo>
                    <a:pt x="856" y="150"/>
                  </a:lnTo>
                  <a:lnTo>
                    <a:pt x="879" y="163"/>
                  </a:lnTo>
                  <a:lnTo>
                    <a:pt x="891" y="176"/>
                  </a:lnTo>
                  <a:lnTo>
                    <a:pt x="896" y="176"/>
                  </a:lnTo>
                  <a:lnTo>
                    <a:pt x="914" y="159"/>
                  </a:lnTo>
                  <a:lnTo>
                    <a:pt x="919" y="159"/>
                  </a:lnTo>
                  <a:lnTo>
                    <a:pt x="921" y="171"/>
                  </a:lnTo>
                  <a:lnTo>
                    <a:pt x="931" y="180"/>
                  </a:lnTo>
                  <a:lnTo>
                    <a:pt x="939" y="176"/>
                  </a:lnTo>
                  <a:lnTo>
                    <a:pt x="948" y="184"/>
                  </a:lnTo>
                  <a:lnTo>
                    <a:pt x="994" y="207"/>
                  </a:lnTo>
                  <a:lnTo>
                    <a:pt x="1008" y="203"/>
                  </a:lnTo>
                  <a:lnTo>
                    <a:pt x="1021" y="209"/>
                  </a:lnTo>
                  <a:lnTo>
                    <a:pt x="1031" y="205"/>
                  </a:lnTo>
                  <a:lnTo>
                    <a:pt x="1042" y="211"/>
                  </a:lnTo>
                  <a:lnTo>
                    <a:pt x="1050" y="199"/>
                  </a:lnTo>
                  <a:lnTo>
                    <a:pt x="1054" y="199"/>
                  </a:lnTo>
                  <a:lnTo>
                    <a:pt x="1058" y="211"/>
                  </a:lnTo>
                  <a:lnTo>
                    <a:pt x="1075" y="228"/>
                  </a:lnTo>
                  <a:lnTo>
                    <a:pt x="1090" y="221"/>
                  </a:lnTo>
                  <a:lnTo>
                    <a:pt x="1096" y="236"/>
                  </a:lnTo>
                  <a:lnTo>
                    <a:pt x="1111" y="249"/>
                  </a:lnTo>
                  <a:lnTo>
                    <a:pt x="1121" y="261"/>
                  </a:lnTo>
                  <a:lnTo>
                    <a:pt x="1125" y="257"/>
                  </a:lnTo>
                  <a:lnTo>
                    <a:pt x="1142" y="259"/>
                  </a:lnTo>
                  <a:lnTo>
                    <a:pt x="1163" y="253"/>
                  </a:lnTo>
                  <a:lnTo>
                    <a:pt x="1169" y="276"/>
                  </a:lnTo>
                  <a:lnTo>
                    <a:pt x="1177" y="305"/>
                  </a:lnTo>
                  <a:lnTo>
                    <a:pt x="1179" y="317"/>
                  </a:lnTo>
                  <a:lnTo>
                    <a:pt x="1171" y="320"/>
                  </a:lnTo>
                  <a:lnTo>
                    <a:pt x="1169" y="324"/>
                  </a:lnTo>
                  <a:lnTo>
                    <a:pt x="1179" y="340"/>
                  </a:lnTo>
                  <a:lnTo>
                    <a:pt x="1175" y="361"/>
                  </a:lnTo>
                  <a:lnTo>
                    <a:pt x="1192" y="370"/>
                  </a:lnTo>
                  <a:lnTo>
                    <a:pt x="1184" y="386"/>
                  </a:lnTo>
                  <a:lnTo>
                    <a:pt x="1194" y="388"/>
                  </a:lnTo>
                  <a:lnTo>
                    <a:pt x="1192" y="392"/>
                  </a:lnTo>
                  <a:lnTo>
                    <a:pt x="1182" y="397"/>
                  </a:lnTo>
                  <a:lnTo>
                    <a:pt x="1179" y="409"/>
                  </a:lnTo>
                  <a:lnTo>
                    <a:pt x="1175" y="424"/>
                  </a:lnTo>
                  <a:lnTo>
                    <a:pt x="1190" y="451"/>
                  </a:lnTo>
                  <a:lnTo>
                    <a:pt x="1207" y="474"/>
                  </a:lnTo>
                  <a:lnTo>
                    <a:pt x="1213" y="478"/>
                  </a:lnTo>
                  <a:lnTo>
                    <a:pt x="1221" y="488"/>
                  </a:lnTo>
                  <a:lnTo>
                    <a:pt x="1219" y="495"/>
                  </a:lnTo>
                  <a:lnTo>
                    <a:pt x="1207" y="499"/>
                  </a:lnTo>
                  <a:lnTo>
                    <a:pt x="1205" y="511"/>
                  </a:lnTo>
                  <a:lnTo>
                    <a:pt x="1165" y="511"/>
                  </a:lnTo>
                  <a:lnTo>
                    <a:pt x="1165" y="522"/>
                  </a:lnTo>
                  <a:lnTo>
                    <a:pt x="1157" y="530"/>
                  </a:lnTo>
                  <a:lnTo>
                    <a:pt x="1159" y="534"/>
                  </a:lnTo>
                  <a:lnTo>
                    <a:pt x="1173" y="543"/>
                  </a:lnTo>
                  <a:lnTo>
                    <a:pt x="1180" y="559"/>
                  </a:lnTo>
                  <a:lnTo>
                    <a:pt x="1180" y="603"/>
                  </a:lnTo>
                  <a:lnTo>
                    <a:pt x="1175" y="612"/>
                  </a:lnTo>
                  <a:lnTo>
                    <a:pt x="1175" y="626"/>
                  </a:lnTo>
                  <a:lnTo>
                    <a:pt x="1177" y="632"/>
                  </a:lnTo>
                  <a:lnTo>
                    <a:pt x="1209" y="624"/>
                  </a:lnTo>
                  <a:lnTo>
                    <a:pt x="1223" y="614"/>
                  </a:lnTo>
                  <a:lnTo>
                    <a:pt x="1227" y="637"/>
                  </a:lnTo>
                  <a:lnTo>
                    <a:pt x="1242" y="670"/>
                  </a:lnTo>
                  <a:lnTo>
                    <a:pt x="1244" y="689"/>
                  </a:lnTo>
                  <a:lnTo>
                    <a:pt x="1252" y="718"/>
                  </a:lnTo>
                  <a:lnTo>
                    <a:pt x="1242" y="733"/>
                  </a:lnTo>
                  <a:lnTo>
                    <a:pt x="1244" y="755"/>
                  </a:lnTo>
                  <a:lnTo>
                    <a:pt x="1236" y="770"/>
                  </a:lnTo>
                  <a:lnTo>
                    <a:pt x="1242" y="793"/>
                  </a:lnTo>
                  <a:lnTo>
                    <a:pt x="1228" y="841"/>
                  </a:lnTo>
                  <a:lnTo>
                    <a:pt x="1228" y="870"/>
                  </a:lnTo>
                  <a:lnTo>
                    <a:pt x="1223" y="914"/>
                  </a:lnTo>
                  <a:lnTo>
                    <a:pt x="1221" y="947"/>
                  </a:lnTo>
                  <a:lnTo>
                    <a:pt x="1207" y="997"/>
                  </a:lnTo>
                  <a:lnTo>
                    <a:pt x="1196" y="1039"/>
                  </a:lnTo>
                  <a:lnTo>
                    <a:pt x="1171" y="1077"/>
                  </a:lnTo>
                  <a:lnTo>
                    <a:pt x="1167" y="1095"/>
                  </a:lnTo>
                  <a:lnTo>
                    <a:pt x="1156" y="1112"/>
                  </a:lnTo>
                  <a:lnTo>
                    <a:pt x="1154" y="1127"/>
                  </a:lnTo>
                  <a:lnTo>
                    <a:pt x="1175" y="1148"/>
                  </a:lnTo>
                  <a:lnTo>
                    <a:pt x="1194" y="1148"/>
                  </a:lnTo>
                  <a:lnTo>
                    <a:pt x="1204" y="1150"/>
                  </a:lnTo>
                  <a:lnTo>
                    <a:pt x="1219" y="1148"/>
                  </a:lnTo>
                  <a:lnTo>
                    <a:pt x="1238" y="1146"/>
                  </a:lnTo>
                  <a:lnTo>
                    <a:pt x="1198" y="1169"/>
                  </a:lnTo>
                  <a:lnTo>
                    <a:pt x="1188" y="1179"/>
                  </a:lnTo>
                  <a:lnTo>
                    <a:pt x="1175" y="1181"/>
                  </a:lnTo>
                  <a:lnTo>
                    <a:pt x="1156" y="1216"/>
                  </a:lnTo>
                  <a:lnTo>
                    <a:pt x="1146" y="1246"/>
                  </a:lnTo>
                  <a:lnTo>
                    <a:pt x="1159" y="1248"/>
                  </a:lnTo>
                  <a:lnTo>
                    <a:pt x="1163" y="1254"/>
                  </a:lnTo>
                  <a:lnTo>
                    <a:pt x="1159" y="1269"/>
                  </a:lnTo>
                  <a:lnTo>
                    <a:pt x="1154" y="1314"/>
                  </a:lnTo>
                  <a:lnTo>
                    <a:pt x="1156" y="1329"/>
                  </a:lnTo>
                  <a:lnTo>
                    <a:pt x="1152" y="1346"/>
                  </a:lnTo>
                  <a:lnTo>
                    <a:pt x="1171" y="1360"/>
                  </a:lnTo>
                  <a:lnTo>
                    <a:pt x="1165" y="1373"/>
                  </a:lnTo>
                  <a:lnTo>
                    <a:pt x="1146" y="1419"/>
                  </a:lnTo>
                  <a:lnTo>
                    <a:pt x="1131" y="1488"/>
                  </a:lnTo>
                  <a:lnTo>
                    <a:pt x="1121" y="1523"/>
                  </a:lnTo>
                  <a:lnTo>
                    <a:pt x="1113" y="1544"/>
                  </a:lnTo>
                  <a:lnTo>
                    <a:pt x="1106" y="1563"/>
                  </a:lnTo>
                  <a:lnTo>
                    <a:pt x="1090" y="1592"/>
                  </a:lnTo>
                  <a:lnTo>
                    <a:pt x="1077" y="1619"/>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29" name="Freeform 38">
              <a:extLst>
                <a:ext uri="{FF2B5EF4-FFF2-40B4-BE49-F238E27FC236}">
                  <a16:creationId xmlns:a16="http://schemas.microsoft.com/office/drawing/2014/main" id="{12F48AC2-5BAB-E9AB-0077-AF9CEFB04B80}"/>
                </a:ext>
              </a:extLst>
            </p:cNvPr>
            <p:cNvSpPr>
              <a:spLocks noEditPoints="1"/>
            </p:cNvSpPr>
            <p:nvPr/>
          </p:nvSpPr>
          <p:spPr bwMode="gray">
            <a:xfrm>
              <a:off x="6458654" y="2226868"/>
              <a:ext cx="1057837" cy="1132637"/>
            </a:xfrm>
            <a:custGeom>
              <a:avLst/>
              <a:gdLst>
                <a:gd name="T0" fmla="*/ 432 w 1052"/>
                <a:gd name="T1" fmla="*/ 990 h 1074"/>
                <a:gd name="T2" fmla="*/ 399 w 1052"/>
                <a:gd name="T3" fmla="*/ 903 h 1074"/>
                <a:gd name="T4" fmla="*/ 424 w 1052"/>
                <a:gd name="T5" fmla="*/ 899 h 1074"/>
                <a:gd name="T6" fmla="*/ 413 w 1052"/>
                <a:gd name="T7" fmla="*/ 874 h 1074"/>
                <a:gd name="T8" fmla="*/ 413 w 1052"/>
                <a:gd name="T9" fmla="*/ 869 h 1074"/>
                <a:gd name="T10" fmla="*/ 338 w 1052"/>
                <a:gd name="T11" fmla="*/ 855 h 1074"/>
                <a:gd name="T12" fmla="*/ 348 w 1052"/>
                <a:gd name="T13" fmla="*/ 832 h 1074"/>
                <a:gd name="T14" fmla="*/ 267 w 1052"/>
                <a:gd name="T15" fmla="*/ 607 h 1074"/>
                <a:gd name="T16" fmla="*/ 121 w 1052"/>
                <a:gd name="T17" fmla="*/ 438 h 1074"/>
                <a:gd name="T18" fmla="*/ 31 w 1052"/>
                <a:gd name="T19" fmla="*/ 404 h 1074"/>
                <a:gd name="T20" fmla="*/ 4 w 1052"/>
                <a:gd name="T21" fmla="*/ 396 h 1074"/>
                <a:gd name="T22" fmla="*/ 0 w 1052"/>
                <a:gd name="T23" fmla="*/ 392 h 1074"/>
                <a:gd name="T24" fmla="*/ 46 w 1052"/>
                <a:gd name="T25" fmla="*/ 377 h 1074"/>
                <a:gd name="T26" fmla="*/ 975 w 1052"/>
                <a:gd name="T27" fmla="*/ 406 h 1074"/>
                <a:gd name="T28" fmla="*/ 1037 w 1052"/>
                <a:gd name="T29" fmla="*/ 511 h 1074"/>
                <a:gd name="T30" fmla="*/ 1041 w 1052"/>
                <a:gd name="T31" fmla="*/ 571 h 1074"/>
                <a:gd name="T32" fmla="*/ 1012 w 1052"/>
                <a:gd name="T33" fmla="*/ 577 h 1074"/>
                <a:gd name="T34" fmla="*/ 929 w 1052"/>
                <a:gd name="T35" fmla="*/ 636 h 1074"/>
                <a:gd name="T36" fmla="*/ 799 w 1052"/>
                <a:gd name="T37" fmla="*/ 630 h 1074"/>
                <a:gd name="T38" fmla="*/ 743 w 1052"/>
                <a:gd name="T39" fmla="*/ 625 h 1074"/>
                <a:gd name="T40" fmla="*/ 689 w 1052"/>
                <a:gd name="T41" fmla="*/ 561 h 1074"/>
                <a:gd name="T42" fmla="*/ 651 w 1052"/>
                <a:gd name="T43" fmla="*/ 511 h 1074"/>
                <a:gd name="T44" fmla="*/ 555 w 1052"/>
                <a:gd name="T45" fmla="*/ 504 h 1074"/>
                <a:gd name="T46" fmla="*/ 451 w 1052"/>
                <a:gd name="T47" fmla="*/ 507 h 1074"/>
                <a:gd name="T48" fmla="*/ 413 w 1052"/>
                <a:gd name="T49" fmla="*/ 542 h 1074"/>
                <a:gd name="T50" fmla="*/ 446 w 1052"/>
                <a:gd name="T51" fmla="*/ 604 h 1074"/>
                <a:gd name="T52" fmla="*/ 470 w 1052"/>
                <a:gd name="T53" fmla="*/ 671 h 1074"/>
                <a:gd name="T54" fmla="*/ 501 w 1052"/>
                <a:gd name="T55" fmla="*/ 742 h 1074"/>
                <a:gd name="T56" fmla="*/ 538 w 1052"/>
                <a:gd name="T57" fmla="*/ 815 h 1074"/>
                <a:gd name="T58" fmla="*/ 568 w 1052"/>
                <a:gd name="T59" fmla="*/ 880 h 1074"/>
                <a:gd name="T60" fmla="*/ 584 w 1052"/>
                <a:gd name="T61" fmla="*/ 967 h 1074"/>
                <a:gd name="T62" fmla="*/ 616 w 1052"/>
                <a:gd name="T63" fmla="*/ 1026 h 1074"/>
                <a:gd name="T64" fmla="*/ 540 w 1052"/>
                <a:gd name="T65" fmla="*/ 1045 h 1074"/>
                <a:gd name="T66" fmla="*/ 478 w 1052"/>
                <a:gd name="T67" fmla="*/ 1059 h 1074"/>
                <a:gd name="T68" fmla="*/ 449 w 1052"/>
                <a:gd name="T69" fmla="*/ 1026 h 1074"/>
                <a:gd name="T70" fmla="*/ 472 w 1052"/>
                <a:gd name="T71" fmla="*/ 993 h 1074"/>
                <a:gd name="T72" fmla="*/ 438 w 1052"/>
                <a:gd name="T73" fmla="*/ 905 h 1074"/>
                <a:gd name="T74" fmla="*/ 409 w 1052"/>
                <a:gd name="T75" fmla="*/ 853 h 1074"/>
                <a:gd name="T76" fmla="*/ 376 w 1052"/>
                <a:gd name="T77" fmla="*/ 830 h 1074"/>
                <a:gd name="T78" fmla="*/ 357 w 1052"/>
                <a:gd name="T79" fmla="*/ 774 h 1074"/>
                <a:gd name="T80" fmla="*/ 313 w 1052"/>
                <a:gd name="T81" fmla="*/ 680 h 1074"/>
                <a:gd name="T82" fmla="*/ 280 w 1052"/>
                <a:gd name="T83" fmla="*/ 642 h 1074"/>
                <a:gd name="T84" fmla="*/ 232 w 1052"/>
                <a:gd name="T85" fmla="*/ 569 h 1074"/>
                <a:gd name="T86" fmla="*/ 198 w 1052"/>
                <a:gd name="T87" fmla="*/ 498 h 1074"/>
                <a:gd name="T88" fmla="*/ 175 w 1052"/>
                <a:gd name="T89" fmla="*/ 438 h 1074"/>
                <a:gd name="T90" fmla="*/ 142 w 1052"/>
                <a:gd name="T91" fmla="*/ 385 h 1074"/>
                <a:gd name="T92" fmla="*/ 87 w 1052"/>
                <a:gd name="T93" fmla="*/ 379 h 1074"/>
                <a:gd name="T94" fmla="*/ 54 w 1052"/>
                <a:gd name="T95" fmla="*/ 373 h 1074"/>
                <a:gd name="T96" fmla="*/ 50 w 1052"/>
                <a:gd name="T97" fmla="*/ 375 h 1074"/>
                <a:gd name="T98" fmla="*/ 31 w 1052"/>
                <a:gd name="T99" fmla="*/ 381 h 1074"/>
                <a:gd name="T100" fmla="*/ 37 w 1052"/>
                <a:gd name="T101" fmla="*/ 360 h 1074"/>
                <a:gd name="T102" fmla="*/ 71 w 1052"/>
                <a:gd name="T103" fmla="*/ 279 h 1074"/>
                <a:gd name="T104" fmla="*/ 90 w 1052"/>
                <a:gd name="T105" fmla="*/ 200 h 1074"/>
                <a:gd name="T106" fmla="*/ 119 w 1052"/>
                <a:gd name="T107" fmla="*/ 135 h 1074"/>
                <a:gd name="T108" fmla="*/ 392 w 1052"/>
                <a:gd name="T109" fmla="*/ 116 h 1074"/>
                <a:gd name="T110" fmla="*/ 472 w 1052"/>
                <a:gd name="T111" fmla="*/ 39 h 1074"/>
                <a:gd name="T112" fmla="*/ 660 w 1052"/>
                <a:gd name="T113" fmla="*/ 85 h 1074"/>
                <a:gd name="T114" fmla="*/ 753 w 1052"/>
                <a:gd name="T115" fmla="*/ 129 h 1074"/>
                <a:gd name="T116" fmla="*/ 772 w 1052"/>
                <a:gd name="T117" fmla="*/ 158 h 1074"/>
                <a:gd name="T118" fmla="*/ 862 w 1052"/>
                <a:gd name="T119" fmla="*/ 219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2" h="1074">
                  <a:moveTo>
                    <a:pt x="453" y="1026"/>
                  </a:moveTo>
                  <a:lnTo>
                    <a:pt x="457" y="1028"/>
                  </a:lnTo>
                  <a:lnTo>
                    <a:pt x="453" y="1030"/>
                  </a:lnTo>
                  <a:lnTo>
                    <a:pt x="451" y="1026"/>
                  </a:lnTo>
                  <a:lnTo>
                    <a:pt x="453" y="1026"/>
                  </a:lnTo>
                  <a:close/>
                  <a:moveTo>
                    <a:pt x="440" y="993"/>
                  </a:moveTo>
                  <a:lnTo>
                    <a:pt x="440" y="995"/>
                  </a:lnTo>
                  <a:lnTo>
                    <a:pt x="430" y="993"/>
                  </a:lnTo>
                  <a:lnTo>
                    <a:pt x="432" y="990"/>
                  </a:lnTo>
                  <a:lnTo>
                    <a:pt x="440" y="993"/>
                  </a:lnTo>
                  <a:close/>
                  <a:moveTo>
                    <a:pt x="457" y="945"/>
                  </a:moveTo>
                  <a:lnTo>
                    <a:pt x="455" y="949"/>
                  </a:lnTo>
                  <a:lnTo>
                    <a:pt x="457" y="945"/>
                  </a:lnTo>
                  <a:close/>
                  <a:moveTo>
                    <a:pt x="407" y="909"/>
                  </a:moveTo>
                  <a:lnTo>
                    <a:pt x="409" y="915"/>
                  </a:lnTo>
                  <a:lnTo>
                    <a:pt x="405" y="915"/>
                  </a:lnTo>
                  <a:lnTo>
                    <a:pt x="407" y="909"/>
                  </a:lnTo>
                  <a:close/>
                  <a:moveTo>
                    <a:pt x="399" y="903"/>
                  </a:moveTo>
                  <a:lnTo>
                    <a:pt x="407" y="907"/>
                  </a:lnTo>
                  <a:lnTo>
                    <a:pt x="403" y="907"/>
                  </a:lnTo>
                  <a:lnTo>
                    <a:pt x="399" y="903"/>
                  </a:lnTo>
                  <a:close/>
                  <a:moveTo>
                    <a:pt x="424" y="892"/>
                  </a:moveTo>
                  <a:lnTo>
                    <a:pt x="428" y="894"/>
                  </a:lnTo>
                  <a:lnTo>
                    <a:pt x="430" y="897"/>
                  </a:lnTo>
                  <a:lnTo>
                    <a:pt x="432" y="897"/>
                  </a:lnTo>
                  <a:lnTo>
                    <a:pt x="432" y="901"/>
                  </a:lnTo>
                  <a:lnTo>
                    <a:pt x="424" y="899"/>
                  </a:lnTo>
                  <a:lnTo>
                    <a:pt x="424" y="892"/>
                  </a:lnTo>
                  <a:close/>
                  <a:moveTo>
                    <a:pt x="422" y="884"/>
                  </a:moveTo>
                  <a:lnTo>
                    <a:pt x="426" y="888"/>
                  </a:lnTo>
                  <a:lnTo>
                    <a:pt x="419" y="888"/>
                  </a:lnTo>
                  <a:lnTo>
                    <a:pt x="422" y="884"/>
                  </a:lnTo>
                  <a:close/>
                  <a:moveTo>
                    <a:pt x="413" y="874"/>
                  </a:moveTo>
                  <a:lnTo>
                    <a:pt x="417" y="882"/>
                  </a:lnTo>
                  <a:lnTo>
                    <a:pt x="411" y="878"/>
                  </a:lnTo>
                  <a:lnTo>
                    <a:pt x="413" y="874"/>
                  </a:lnTo>
                  <a:close/>
                  <a:moveTo>
                    <a:pt x="403" y="872"/>
                  </a:moveTo>
                  <a:lnTo>
                    <a:pt x="405" y="876"/>
                  </a:lnTo>
                  <a:lnTo>
                    <a:pt x="399" y="880"/>
                  </a:lnTo>
                  <a:lnTo>
                    <a:pt x="398" y="876"/>
                  </a:lnTo>
                  <a:lnTo>
                    <a:pt x="403" y="872"/>
                  </a:lnTo>
                  <a:close/>
                  <a:moveTo>
                    <a:pt x="415" y="867"/>
                  </a:moveTo>
                  <a:lnTo>
                    <a:pt x="419" y="869"/>
                  </a:lnTo>
                  <a:lnTo>
                    <a:pt x="417" y="872"/>
                  </a:lnTo>
                  <a:lnTo>
                    <a:pt x="413" y="869"/>
                  </a:lnTo>
                  <a:lnTo>
                    <a:pt x="415" y="867"/>
                  </a:lnTo>
                  <a:close/>
                  <a:moveTo>
                    <a:pt x="338" y="855"/>
                  </a:moveTo>
                  <a:lnTo>
                    <a:pt x="338" y="861"/>
                  </a:lnTo>
                  <a:lnTo>
                    <a:pt x="340" y="857"/>
                  </a:lnTo>
                  <a:lnTo>
                    <a:pt x="344" y="863"/>
                  </a:lnTo>
                  <a:lnTo>
                    <a:pt x="338" y="865"/>
                  </a:lnTo>
                  <a:lnTo>
                    <a:pt x="334" y="863"/>
                  </a:lnTo>
                  <a:lnTo>
                    <a:pt x="332" y="859"/>
                  </a:lnTo>
                  <a:lnTo>
                    <a:pt x="338" y="855"/>
                  </a:lnTo>
                  <a:close/>
                  <a:moveTo>
                    <a:pt x="353" y="840"/>
                  </a:moveTo>
                  <a:lnTo>
                    <a:pt x="350" y="842"/>
                  </a:lnTo>
                  <a:lnTo>
                    <a:pt x="353" y="847"/>
                  </a:lnTo>
                  <a:lnTo>
                    <a:pt x="348" y="842"/>
                  </a:lnTo>
                  <a:lnTo>
                    <a:pt x="351" y="838"/>
                  </a:lnTo>
                  <a:lnTo>
                    <a:pt x="353" y="840"/>
                  </a:lnTo>
                  <a:close/>
                  <a:moveTo>
                    <a:pt x="348" y="842"/>
                  </a:moveTo>
                  <a:lnTo>
                    <a:pt x="346" y="840"/>
                  </a:lnTo>
                  <a:lnTo>
                    <a:pt x="348" y="832"/>
                  </a:lnTo>
                  <a:lnTo>
                    <a:pt x="348" y="842"/>
                  </a:lnTo>
                  <a:close/>
                  <a:moveTo>
                    <a:pt x="321" y="751"/>
                  </a:moveTo>
                  <a:lnTo>
                    <a:pt x="325" y="753"/>
                  </a:lnTo>
                  <a:lnTo>
                    <a:pt x="323" y="753"/>
                  </a:lnTo>
                  <a:lnTo>
                    <a:pt x="321" y="751"/>
                  </a:lnTo>
                  <a:close/>
                  <a:moveTo>
                    <a:pt x="267" y="607"/>
                  </a:moveTo>
                  <a:lnTo>
                    <a:pt x="271" y="609"/>
                  </a:lnTo>
                  <a:lnTo>
                    <a:pt x="271" y="611"/>
                  </a:lnTo>
                  <a:lnTo>
                    <a:pt x="267" y="607"/>
                  </a:lnTo>
                  <a:close/>
                  <a:moveTo>
                    <a:pt x="227" y="571"/>
                  </a:moveTo>
                  <a:lnTo>
                    <a:pt x="229" y="575"/>
                  </a:lnTo>
                  <a:lnTo>
                    <a:pt x="223" y="569"/>
                  </a:lnTo>
                  <a:lnTo>
                    <a:pt x="223" y="565"/>
                  </a:lnTo>
                  <a:lnTo>
                    <a:pt x="227" y="571"/>
                  </a:lnTo>
                  <a:close/>
                  <a:moveTo>
                    <a:pt x="121" y="438"/>
                  </a:moveTo>
                  <a:lnTo>
                    <a:pt x="117" y="434"/>
                  </a:lnTo>
                  <a:lnTo>
                    <a:pt x="121" y="434"/>
                  </a:lnTo>
                  <a:lnTo>
                    <a:pt x="121" y="438"/>
                  </a:lnTo>
                  <a:close/>
                  <a:moveTo>
                    <a:pt x="39" y="402"/>
                  </a:moveTo>
                  <a:lnTo>
                    <a:pt x="44" y="404"/>
                  </a:lnTo>
                  <a:lnTo>
                    <a:pt x="46" y="410"/>
                  </a:lnTo>
                  <a:lnTo>
                    <a:pt x="39" y="411"/>
                  </a:lnTo>
                  <a:lnTo>
                    <a:pt x="37" y="404"/>
                  </a:lnTo>
                  <a:lnTo>
                    <a:pt x="33" y="408"/>
                  </a:lnTo>
                  <a:lnTo>
                    <a:pt x="29" y="408"/>
                  </a:lnTo>
                  <a:lnTo>
                    <a:pt x="33" y="406"/>
                  </a:lnTo>
                  <a:lnTo>
                    <a:pt x="31" y="404"/>
                  </a:lnTo>
                  <a:lnTo>
                    <a:pt x="39" y="402"/>
                  </a:lnTo>
                  <a:close/>
                  <a:moveTo>
                    <a:pt x="138" y="406"/>
                  </a:moveTo>
                  <a:lnTo>
                    <a:pt x="135" y="404"/>
                  </a:lnTo>
                  <a:lnTo>
                    <a:pt x="133" y="398"/>
                  </a:lnTo>
                  <a:lnTo>
                    <a:pt x="138" y="406"/>
                  </a:lnTo>
                  <a:close/>
                  <a:moveTo>
                    <a:pt x="6" y="390"/>
                  </a:moveTo>
                  <a:lnTo>
                    <a:pt x="10" y="390"/>
                  </a:lnTo>
                  <a:lnTo>
                    <a:pt x="12" y="394"/>
                  </a:lnTo>
                  <a:lnTo>
                    <a:pt x="4" y="396"/>
                  </a:lnTo>
                  <a:lnTo>
                    <a:pt x="2" y="394"/>
                  </a:lnTo>
                  <a:lnTo>
                    <a:pt x="2" y="396"/>
                  </a:lnTo>
                  <a:lnTo>
                    <a:pt x="8" y="400"/>
                  </a:lnTo>
                  <a:lnTo>
                    <a:pt x="18" y="400"/>
                  </a:lnTo>
                  <a:lnTo>
                    <a:pt x="18" y="402"/>
                  </a:lnTo>
                  <a:lnTo>
                    <a:pt x="23" y="410"/>
                  </a:lnTo>
                  <a:lnTo>
                    <a:pt x="10" y="410"/>
                  </a:lnTo>
                  <a:lnTo>
                    <a:pt x="0" y="404"/>
                  </a:lnTo>
                  <a:lnTo>
                    <a:pt x="0" y="392"/>
                  </a:lnTo>
                  <a:lnTo>
                    <a:pt x="6" y="390"/>
                  </a:lnTo>
                  <a:close/>
                  <a:moveTo>
                    <a:pt x="106" y="383"/>
                  </a:moveTo>
                  <a:lnTo>
                    <a:pt x="106" y="379"/>
                  </a:lnTo>
                  <a:lnTo>
                    <a:pt x="110" y="383"/>
                  </a:lnTo>
                  <a:lnTo>
                    <a:pt x="106" y="383"/>
                  </a:lnTo>
                  <a:close/>
                  <a:moveTo>
                    <a:pt x="46" y="377"/>
                  </a:moveTo>
                  <a:lnTo>
                    <a:pt x="48" y="381"/>
                  </a:lnTo>
                  <a:lnTo>
                    <a:pt x="42" y="377"/>
                  </a:lnTo>
                  <a:lnTo>
                    <a:pt x="46" y="377"/>
                  </a:lnTo>
                  <a:close/>
                  <a:moveTo>
                    <a:pt x="918" y="319"/>
                  </a:moveTo>
                  <a:lnTo>
                    <a:pt x="897" y="338"/>
                  </a:lnTo>
                  <a:lnTo>
                    <a:pt x="885" y="358"/>
                  </a:lnTo>
                  <a:lnTo>
                    <a:pt x="883" y="371"/>
                  </a:lnTo>
                  <a:lnTo>
                    <a:pt x="887" y="383"/>
                  </a:lnTo>
                  <a:lnTo>
                    <a:pt x="895" y="394"/>
                  </a:lnTo>
                  <a:lnTo>
                    <a:pt x="904" y="398"/>
                  </a:lnTo>
                  <a:lnTo>
                    <a:pt x="964" y="398"/>
                  </a:lnTo>
                  <a:lnTo>
                    <a:pt x="975" y="406"/>
                  </a:lnTo>
                  <a:lnTo>
                    <a:pt x="1017" y="434"/>
                  </a:lnTo>
                  <a:lnTo>
                    <a:pt x="1021" y="446"/>
                  </a:lnTo>
                  <a:lnTo>
                    <a:pt x="1031" y="454"/>
                  </a:lnTo>
                  <a:lnTo>
                    <a:pt x="1031" y="463"/>
                  </a:lnTo>
                  <a:lnTo>
                    <a:pt x="1037" y="469"/>
                  </a:lnTo>
                  <a:lnTo>
                    <a:pt x="1039" y="479"/>
                  </a:lnTo>
                  <a:lnTo>
                    <a:pt x="1033" y="484"/>
                  </a:lnTo>
                  <a:lnTo>
                    <a:pt x="1031" y="498"/>
                  </a:lnTo>
                  <a:lnTo>
                    <a:pt x="1037" y="511"/>
                  </a:lnTo>
                  <a:lnTo>
                    <a:pt x="1029" y="517"/>
                  </a:lnTo>
                  <a:lnTo>
                    <a:pt x="1029" y="532"/>
                  </a:lnTo>
                  <a:lnTo>
                    <a:pt x="1037" y="534"/>
                  </a:lnTo>
                  <a:lnTo>
                    <a:pt x="1048" y="544"/>
                  </a:lnTo>
                  <a:lnTo>
                    <a:pt x="1050" y="557"/>
                  </a:lnTo>
                  <a:lnTo>
                    <a:pt x="1050" y="563"/>
                  </a:lnTo>
                  <a:lnTo>
                    <a:pt x="1052" y="567"/>
                  </a:lnTo>
                  <a:lnTo>
                    <a:pt x="1048" y="571"/>
                  </a:lnTo>
                  <a:lnTo>
                    <a:pt x="1041" y="571"/>
                  </a:lnTo>
                  <a:lnTo>
                    <a:pt x="1033" y="565"/>
                  </a:lnTo>
                  <a:lnTo>
                    <a:pt x="1021" y="567"/>
                  </a:lnTo>
                  <a:lnTo>
                    <a:pt x="1021" y="554"/>
                  </a:lnTo>
                  <a:lnTo>
                    <a:pt x="1004" y="548"/>
                  </a:lnTo>
                  <a:lnTo>
                    <a:pt x="998" y="550"/>
                  </a:lnTo>
                  <a:lnTo>
                    <a:pt x="998" y="557"/>
                  </a:lnTo>
                  <a:lnTo>
                    <a:pt x="991" y="563"/>
                  </a:lnTo>
                  <a:lnTo>
                    <a:pt x="993" y="571"/>
                  </a:lnTo>
                  <a:lnTo>
                    <a:pt x="1012" y="577"/>
                  </a:lnTo>
                  <a:lnTo>
                    <a:pt x="1010" y="582"/>
                  </a:lnTo>
                  <a:lnTo>
                    <a:pt x="983" y="584"/>
                  </a:lnTo>
                  <a:lnTo>
                    <a:pt x="971" y="590"/>
                  </a:lnTo>
                  <a:lnTo>
                    <a:pt x="964" y="604"/>
                  </a:lnTo>
                  <a:lnTo>
                    <a:pt x="952" y="615"/>
                  </a:lnTo>
                  <a:lnTo>
                    <a:pt x="952" y="623"/>
                  </a:lnTo>
                  <a:lnTo>
                    <a:pt x="945" y="632"/>
                  </a:lnTo>
                  <a:lnTo>
                    <a:pt x="943" y="638"/>
                  </a:lnTo>
                  <a:lnTo>
                    <a:pt x="929" y="636"/>
                  </a:lnTo>
                  <a:lnTo>
                    <a:pt x="925" y="628"/>
                  </a:lnTo>
                  <a:lnTo>
                    <a:pt x="918" y="628"/>
                  </a:lnTo>
                  <a:lnTo>
                    <a:pt x="906" y="613"/>
                  </a:lnTo>
                  <a:lnTo>
                    <a:pt x="889" y="627"/>
                  </a:lnTo>
                  <a:lnTo>
                    <a:pt x="841" y="632"/>
                  </a:lnTo>
                  <a:lnTo>
                    <a:pt x="831" y="632"/>
                  </a:lnTo>
                  <a:lnTo>
                    <a:pt x="820" y="621"/>
                  </a:lnTo>
                  <a:lnTo>
                    <a:pt x="810" y="627"/>
                  </a:lnTo>
                  <a:lnTo>
                    <a:pt x="799" y="630"/>
                  </a:lnTo>
                  <a:lnTo>
                    <a:pt x="797" y="634"/>
                  </a:lnTo>
                  <a:lnTo>
                    <a:pt x="787" y="634"/>
                  </a:lnTo>
                  <a:lnTo>
                    <a:pt x="772" y="623"/>
                  </a:lnTo>
                  <a:lnTo>
                    <a:pt x="770" y="623"/>
                  </a:lnTo>
                  <a:lnTo>
                    <a:pt x="768" y="628"/>
                  </a:lnTo>
                  <a:lnTo>
                    <a:pt x="758" y="621"/>
                  </a:lnTo>
                  <a:lnTo>
                    <a:pt x="751" y="621"/>
                  </a:lnTo>
                  <a:lnTo>
                    <a:pt x="749" y="625"/>
                  </a:lnTo>
                  <a:lnTo>
                    <a:pt x="743" y="625"/>
                  </a:lnTo>
                  <a:lnTo>
                    <a:pt x="739" y="607"/>
                  </a:lnTo>
                  <a:lnTo>
                    <a:pt x="741" y="602"/>
                  </a:lnTo>
                  <a:lnTo>
                    <a:pt x="739" y="596"/>
                  </a:lnTo>
                  <a:lnTo>
                    <a:pt x="728" y="594"/>
                  </a:lnTo>
                  <a:lnTo>
                    <a:pt x="718" y="590"/>
                  </a:lnTo>
                  <a:lnTo>
                    <a:pt x="708" y="579"/>
                  </a:lnTo>
                  <a:lnTo>
                    <a:pt x="707" y="571"/>
                  </a:lnTo>
                  <a:lnTo>
                    <a:pt x="695" y="565"/>
                  </a:lnTo>
                  <a:lnTo>
                    <a:pt x="689" y="561"/>
                  </a:lnTo>
                  <a:lnTo>
                    <a:pt x="682" y="554"/>
                  </a:lnTo>
                  <a:lnTo>
                    <a:pt x="678" y="554"/>
                  </a:lnTo>
                  <a:lnTo>
                    <a:pt x="659" y="567"/>
                  </a:lnTo>
                  <a:lnTo>
                    <a:pt x="653" y="567"/>
                  </a:lnTo>
                  <a:lnTo>
                    <a:pt x="647" y="555"/>
                  </a:lnTo>
                  <a:lnTo>
                    <a:pt x="651" y="538"/>
                  </a:lnTo>
                  <a:lnTo>
                    <a:pt x="651" y="525"/>
                  </a:lnTo>
                  <a:lnTo>
                    <a:pt x="649" y="521"/>
                  </a:lnTo>
                  <a:lnTo>
                    <a:pt x="651" y="511"/>
                  </a:lnTo>
                  <a:lnTo>
                    <a:pt x="641" y="500"/>
                  </a:lnTo>
                  <a:lnTo>
                    <a:pt x="626" y="502"/>
                  </a:lnTo>
                  <a:lnTo>
                    <a:pt x="620" y="507"/>
                  </a:lnTo>
                  <a:lnTo>
                    <a:pt x="614" y="507"/>
                  </a:lnTo>
                  <a:lnTo>
                    <a:pt x="601" y="496"/>
                  </a:lnTo>
                  <a:lnTo>
                    <a:pt x="593" y="500"/>
                  </a:lnTo>
                  <a:lnTo>
                    <a:pt x="580" y="498"/>
                  </a:lnTo>
                  <a:lnTo>
                    <a:pt x="572" y="502"/>
                  </a:lnTo>
                  <a:lnTo>
                    <a:pt x="555" y="504"/>
                  </a:lnTo>
                  <a:lnTo>
                    <a:pt x="547" y="509"/>
                  </a:lnTo>
                  <a:lnTo>
                    <a:pt x="532" y="513"/>
                  </a:lnTo>
                  <a:lnTo>
                    <a:pt x="528" y="511"/>
                  </a:lnTo>
                  <a:lnTo>
                    <a:pt x="518" y="498"/>
                  </a:lnTo>
                  <a:lnTo>
                    <a:pt x="501" y="498"/>
                  </a:lnTo>
                  <a:lnTo>
                    <a:pt x="494" y="496"/>
                  </a:lnTo>
                  <a:lnTo>
                    <a:pt x="478" y="498"/>
                  </a:lnTo>
                  <a:lnTo>
                    <a:pt x="465" y="498"/>
                  </a:lnTo>
                  <a:lnTo>
                    <a:pt x="451" y="507"/>
                  </a:lnTo>
                  <a:lnTo>
                    <a:pt x="434" y="515"/>
                  </a:lnTo>
                  <a:lnTo>
                    <a:pt x="428" y="519"/>
                  </a:lnTo>
                  <a:lnTo>
                    <a:pt x="426" y="527"/>
                  </a:lnTo>
                  <a:lnTo>
                    <a:pt x="413" y="527"/>
                  </a:lnTo>
                  <a:lnTo>
                    <a:pt x="405" y="529"/>
                  </a:lnTo>
                  <a:lnTo>
                    <a:pt x="399" y="532"/>
                  </a:lnTo>
                  <a:lnTo>
                    <a:pt x="398" y="536"/>
                  </a:lnTo>
                  <a:lnTo>
                    <a:pt x="407" y="536"/>
                  </a:lnTo>
                  <a:lnTo>
                    <a:pt x="413" y="542"/>
                  </a:lnTo>
                  <a:lnTo>
                    <a:pt x="415" y="555"/>
                  </a:lnTo>
                  <a:lnTo>
                    <a:pt x="421" y="561"/>
                  </a:lnTo>
                  <a:lnTo>
                    <a:pt x="428" y="571"/>
                  </a:lnTo>
                  <a:lnTo>
                    <a:pt x="442" y="580"/>
                  </a:lnTo>
                  <a:lnTo>
                    <a:pt x="447" y="579"/>
                  </a:lnTo>
                  <a:lnTo>
                    <a:pt x="453" y="582"/>
                  </a:lnTo>
                  <a:lnTo>
                    <a:pt x="453" y="588"/>
                  </a:lnTo>
                  <a:lnTo>
                    <a:pt x="447" y="594"/>
                  </a:lnTo>
                  <a:lnTo>
                    <a:pt x="446" y="604"/>
                  </a:lnTo>
                  <a:lnTo>
                    <a:pt x="449" y="609"/>
                  </a:lnTo>
                  <a:lnTo>
                    <a:pt x="447" y="617"/>
                  </a:lnTo>
                  <a:lnTo>
                    <a:pt x="457" y="621"/>
                  </a:lnTo>
                  <a:lnTo>
                    <a:pt x="465" y="630"/>
                  </a:lnTo>
                  <a:lnTo>
                    <a:pt x="474" y="634"/>
                  </a:lnTo>
                  <a:lnTo>
                    <a:pt x="474" y="640"/>
                  </a:lnTo>
                  <a:lnTo>
                    <a:pt x="480" y="642"/>
                  </a:lnTo>
                  <a:lnTo>
                    <a:pt x="480" y="650"/>
                  </a:lnTo>
                  <a:lnTo>
                    <a:pt x="470" y="671"/>
                  </a:lnTo>
                  <a:lnTo>
                    <a:pt x="469" y="680"/>
                  </a:lnTo>
                  <a:lnTo>
                    <a:pt x="482" y="696"/>
                  </a:lnTo>
                  <a:lnTo>
                    <a:pt x="490" y="707"/>
                  </a:lnTo>
                  <a:lnTo>
                    <a:pt x="484" y="721"/>
                  </a:lnTo>
                  <a:lnTo>
                    <a:pt x="490" y="726"/>
                  </a:lnTo>
                  <a:lnTo>
                    <a:pt x="509" y="725"/>
                  </a:lnTo>
                  <a:lnTo>
                    <a:pt x="513" y="726"/>
                  </a:lnTo>
                  <a:lnTo>
                    <a:pt x="513" y="728"/>
                  </a:lnTo>
                  <a:lnTo>
                    <a:pt x="501" y="742"/>
                  </a:lnTo>
                  <a:lnTo>
                    <a:pt x="509" y="746"/>
                  </a:lnTo>
                  <a:lnTo>
                    <a:pt x="517" y="753"/>
                  </a:lnTo>
                  <a:lnTo>
                    <a:pt x="520" y="767"/>
                  </a:lnTo>
                  <a:lnTo>
                    <a:pt x="530" y="774"/>
                  </a:lnTo>
                  <a:lnTo>
                    <a:pt x="541" y="780"/>
                  </a:lnTo>
                  <a:lnTo>
                    <a:pt x="543" y="790"/>
                  </a:lnTo>
                  <a:lnTo>
                    <a:pt x="543" y="805"/>
                  </a:lnTo>
                  <a:lnTo>
                    <a:pt x="538" y="813"/>
                  </a:lnTo>
                  <a:lnTo>
                    <a:pt x="538" y="815"/>
                  </a:lnTo>
                  <a:lnTo>
                    <a:pt x="551" y="824"/>
                  </a:lnTo>
                  <a:lnTo>
                    <a:pt x="561" y="830"/>
                  </a:lnTo>
                  <a:lnTo>
                    <a:pt x="574" y="832"/>
                  </a:lnTo>
                  <a:lnTo>
                    <a:pt x="588" y="834"/>
                  </a:lnTo>
                  <a:lnTo>
                    <a:pt x="595" y="846"/>
                  </a:lnTo>
                  <a:lnTo>
                    <a:pt x="595" y="855"/>
                  </a:lnTo>
                  <a:lnTo>
                    <a:pt x="589" y="861"/>
                  </a:lnTo>
                  <a:lnTo>
                    <a:pt x="572" y="871"/>
                  </a:lnTo>
                  <a:lnTo>
                    <a:pt x="568" y="880"/>
                  </a:lnTo>
                  <a:lnTo>
                    <a:pt x="576" y="890"/>
                  </a:lnTo>
                  <a:lnTo>
                    <a:pt x="574" y="895"/>
                  </a:lnTo>
                  <a:lnTo>
                    <a:pt x="582" y="903"/>
                  </a:lnTo>
                  <a:lnTo>
                    <a:pt x="578" y="911"/>
                  </a:lnTo>
                  <a:lnTo>
                    <a:pt x="576" y="934"/>
                  </a:lnTo>
                  <a:lnTo>
                    <a:pt x="582" y="947"/>
                  </a:lnTo>
                  <a:lnTo>
                    <a:pt x="591" y="947"/>
                  </a:lnTo>
                  <a:lnTo>
                    <a:pt x="586" y="963"/>
                  </a:lnTo>
                  <a:lnTo>
                    <a:pt x="584" y="967"/>
                  </a:lnTo>
                  <a:lnTo>
                    <a:pt x="584" y="972"/>
                  </a:lnTo>
                  <a:lnTo>
                    <a:pt x="593" y="982"/>
                  </a:lnTo>
                  <a:lnTo>
                    <a:pt x="591" y="993"/>
                  </a:lnTo>
                  <a:lnTo>
                    <a:pt x="597" y="997"/>
                  </a:lnTo>
                  <a:lnTo>
                    <a:pt x="601" y="1011"/>
                  </a:lnTo>
                  <a:lnTo>
                    <a:pt x="603" y="1013"/>
                  </a:lnTo>
                  <a:lnTo>
                    <a:pt x="612" y="1011"/>
                  </a:lnTo>
                  <a:lnTo>
                    <a:pt x="618" y="1013"/>
                  </a:lnTo>
                  <a:lnTo>
                    <a:pt x="616" y="1026"/>
                  </a:lnTo>
                  <a:lnTo>
                    <a:pt x="611" y="1028"/>
                  </a:lnTo>
                  <a:lnTo>
                    <a:pt x="595" y="1024"/>
                  </a:lnTo>
                  <a:lnTo>
                    <a:pt x="588" y="1024"/>
                  </a:lnTo>
                  <a:lnTo>
                    <a:pt x="570" y="1028"/>
                  </a:lnTo>
                  <a:lnTo>
                    <a:pt x="566" y="1032"/>
                  </a:lnTo>
                  <a:lnTo>
                    <a:pt x="572" y="1043"/>
                  </a:lnTo>
                  <a:lnTo>
                    <a:pt x="561" y="1051"/>
                  </a:lnTo>
                  <a:lnTo>
                    <a:pt x="555" y="1053"/>
                  </a:lnTo>
                  <a:lnTo>
                    <a:pt x="540" y="1045"/>
                  </a:lnTo>
                  <a:lnTo>
                    <a:pt x="532" y="1049"/>
                  </a:lnTo>
                  <a:lnTo>
                    <a:pt x="520" y="1047"/>
                  </a:lnTo>
                  <a:lnTo>
                    <a:pt x="517" y="1043"/>
                  </a:lnTo>
                  <a:lnTo>
                    <a:pt x="509" y="1043"/>
                  </a:lnTo>
                  <a:lnTo>
                    <a:pt x="501" y="1051"/>
                  </a:lnTo>
                  <a:lnTo>
                    <a:pt x="499" y="1055"/>
                  </a:lnTo>
                  <a:lnTo>
                    <a:pt x="492" y="1066"/>
                  </a:lnTo>
                  <a:lnTo>
                    <a:pt x="482" y="1074"/>
                  </a:lnTo>
                  <a:lnTo>
                    <a:pt x="478" y="1059"/>
                  </a:lnTo>
                  <a:lnTo>
                    <a:pt x="474" y="1061"/>
                  </a:lnTo>
                  <a:lnTo>
                    <a:pt x="470" y="1049"/>
                  </a:lnTo>
                  <a:lnTo>
                    <a:pt x="457" y="1043"/>
                  </a:lnTo>
                  <a:lnTo>
                    <a:pt x="455" y="1032"/>
                  </a:lnTo>
                  <a:lnTo>
                    <a:pt x="459" y="1034"/>
                  </a:lnTo>
                  <a:lnTo>
                    <a:pt x="457" y="1030"/>
                  </a:lnTo>
                  <a:lnTo>
                    <a:pt x="459" y="1026"/>
                  </a:lnTo>
                  <a:lnTo>
                    <a:pt x="449" y="1024"/>
                  </a:lnTo>
                  <a:lnTo>
                    <a:pt x="449" y="1026"/>
                  </a:lnTo>
                  <a:lnTo>
                    <a:pt x="446" y="1020"/>
                  </a:lnTo>
                  <a:lnTo>
                    <a:pt x="449" y="1016"/>
                  </a:lnTo>
                  <a:lnTo>
                    <a:pt x="457" y="1018"/>
                  </a:lnTo>
                  <a:lnTo>
                    <a:pt x="453" y="1020"/>
                  </a:lnTo>
                  <a:lnTo>
                    <a:pt x="453" y="1024"/>
                  </a:lnTo>
                  <a:lnTo>
                    <a:pt x="459" y="1022"/>
                  </a:lnTo>
                  <a:lnTo>
                    <a:pt x="469" y="1013"/>
                  </a:lnTo>
                  <a:lnTo>
                    <a:pt x="465" y="1005"/>
                  </a:lnTo>
                  <a:lnTo>
                    <a:pt x="472" y="993"/>
                  </a:lnTo>
                  <a:lnTo>
                    <a:pt x="474" y="988"/>
                  </a:lnTo>
                  <a:lnTo>
                    <a:pt x="469" y="972"/>
                  </a:lnTo>
                  <a:lnTo>
                    <a:pt x="472" y="965"/>
                  </a:lnTo>
                  <a:lnTo>
                    <a:pt x="469" y="947"/>
                  </a:lnTo>
                  <a:lnTo>
                    <a:pt x="457" y="938"/>
                  </a:lnTo>
                  <a:lnTo>
                    <a:pt x="455" y="934"/>
                  </a:lnTo>
                  <a:lnTo>
                    <a:pt x="447" y="924"/>
                  </a:lnTo>
                  <a:lnTo>
                    <a:pt x="444" y="907"/>
                  </a:lnTo>
                  <a:lnTo>
                    <a:pt x="438" y="905"/>
                  </a:lnTo>
                  <a:lnTo>
                    <a:pt x="442" y="903"/>
                  </a:lnTo>
                  <a:lnTo>
                    <a:pt x="442" y="897"/>
                  </a:lnTo>
                  <a:lnTo>
                    <a:pt x="430" y="888"/>
                  </a:lnTo>
                  <a:lnTo>
                    <a:pt x="430" y="878"/>
                  </a:lnTo>
                  <a:lnTo>
                    <a:pt x="428" y="876"/>
                  </a:lnTo>
                  <a:lnTo>
                    <a:pt x="426" y="876"/>
                  </a:lnTo>
                  <a:lnTo>
                    <a:pt x="424" y="867"/>
                  </a:lnTo>
                  <a:lnTo>
                    <a:pt x="421" y="859"/>
                  </a:lnTo>
                  <a:lnTo>
                    <a:pt x="409" y="853"/>
                  </a:lnTo>
                  <a:lnTo>
                    <a:pt x="409" y="851"/>
                  </a:lnTo>
                  <a:lnTo>
                    <a:pt x="399" y="838"/>
                  </a:lnTo>
                  <a:lnTo>
                    <a:pt x="396" y="838"/>
                  </a:lnTo>
                  <a:lnTo>
                    <a:pt x="398" y="844"/>
                  </a:lnTo>
                  <a:lnTo>
                    <a:pt x="396" y="846"/>
                  </a:lnTo>
                  <a:lnTo>
                    <a:pt x="390" y="840"/>
                  </a:lnTo>
                  <a:lnTo>
                    <a:pt x="386" y="840"/>
                  </a:lnTo>
                  <a:lnTo>
                    <a:pt x="380" y="830"/>
                  </a:lnTo>
                  <a:lnTo>
                    <a:pt x="376" y="830"/>
                  </a:lnTo>
                  <a:lnTo>
                    <a:pt x="373" y="819"/>
                  </a:lnTo>
                  <a:lnTo>
                    <a:pt x="369" y="817"/>
                  </a:lnTo>
                  <a:lnTo>
                    <a:pt x="378" y="803"/>
                  </a:lnTo>
                  <a:lnTo>
                    <a:pt x="384" y="792"/>
                  </a:lnTo>
                  <a:lnTo>
                    <a:pt x="384" y="782"/>
                  </a:lnTo>
                  <a:lnTo>
                    <a:pt x="373" y="776"/>
                  </a:lnTo>
                  <a:lnTo>
                    <a:pt x="359" y="776"/>
                  </a:lnTo>
                  <a:lnTo>
                    <a:pt x="359" y="774"/>
                  </a:lnTo>
                  <a:lnTo>
                    <a:pt x="357" y="774"/>
                  </a:lnTo>
                  <a:lnTo>
                    <a:pt x="344" y="765"/>
                  </a:lnTo>
                  <a:lnTo>
                    <a:pt x="344" y="753"/>
                  </a:lnTo>
                  <a:lnTo>
                    <a:pt x="340" y="744"/>
                  </a:lnTo>
                  <a:lnTo>
                    <a:pt x="332" y="732"/>
                  </a:lnTo>
                  <a:lnTo>
                    <a:pt x="327" y="719"/>
                  </a:lnTo>
                  <a:lnTo>
                    <a:pt x="321" y="709"/>
                  </a:lnTo>
                  <a:lnTo>
                    <a:pt x="321" y="701"/>
                  </a:lnTo>
                  <a:lnTo>
                    <a:pt x="317" y="690"/>
                  </a:lnTo>
                  <a:lnTo>
                    <a:pt x="313" y="680"/>
                  </a:lnTo>
                  <a:lnTo>
                    <a:pt x="307" y="673"/>
                  </a:lnTo>
                  <a:lnTo>
                    <a:pt x="307" y="671"/>
                  </a:lnTo>
                  <a:lnTo>
                    <a:pt x="305" y="667"/>
                  </a:lnTo>
                  <a:lnTo>
                    <a:pt x="307" y="667"/>
                  </a:lnTo>
                  <a:lnTo>
                    <a:pt x="303" y="665"/>
                  </a:lnTo>
                  <a:lnTo>
                    <a:pt x="303" y="661"/>
                  </a:lnTo>
                  <a:lnTo>
                    <a:pt x="294" y="655"/>
                  </a:lnTo>
                  <a:lnTo>
                    <a:pt x="290" y="646"/>
                  </a:lnTo>
                  <a:lnTo>
                    <a:pt x="280" y="642"/>
                  </a:lnTo>
                  <a:lnTo>
                    <a:pt x="277" y="628"/>
                  </a:lnTo>
                  <a:lnTo>
                    <a:pt x="277" y="623"/>
                  </a:lnTo>
                  <a:lnTo>
                    <a:pt x="275" y="621"/>
                  </a:lnTo>
                  <a:lnTo>
                    <a:pt x="273" y="609"/>
                  </a:lnTo>
                  <a:lnTo>
                    <a:pt x="261" y="596"/>
                  </a:lnTo>
                  <a:lnTo>
                    <a:pt x="252" y="592"/>
                  </a:lnTo>
                  <a:lnTo>
                    <a:pt x="244" y="582"/>
                  </a:lnTo>
                  <a:lnTo>
                    <a:pt x="240" y="577"/>
                  </a:lnTo>
                  <a:lnTo>
                    <a:pt x="232" y="569"/>
                  </a:lnTo>
                  <a:lnTo>
                    <a:pt x="231" y="559"/>
                  </a:lnTo>
                  <a:lnTo>
                    <a:pt x="236" y="552"/>
                  </a:lnTo>
                  <a:lnTo>
                    <a:pt x="236" y="546"/>
                  </a:lnTo>
                  <a:lnTo>
                    <a:pt x="227" y="534"/>
                  </a:lnTo>
                  <a:lnTo>
                    <a:pt x="225" y="527"/>
                  </a:lnTo>
                  <a:lnTo>
                    <a:pt x="211" y="519"/>
                  </a:lnTo>
                  <a:lnTo>
                    <a:pt x="209" y="519"/>
                  </a:lnTo>
                  <a:lnTo>
                    <a:pt x="200" y="506"/>
                  </a:lnTo>
                  <a:lnTo>
                    <a:pt x="198" y="498"/>
                  </a:lnTo>
                  <a:lnTo>
                    <a:pt x="190" y="486"/>
                  </a:lnTo>
                  <a:lnTo>
                    <a:pt x="190" y="479"/>
                  </a:lnTo>
                  <a:lnTo>
                    <a:pt x="194" y="479"/>
                  </a:lnTo>
                  <a:lnTo>
                    <a:pt x="190" y="479"/>
                  </a:lnTo>
                  <a:lnTo>
                    <a:pt x="188" y="469"/>
                  </a:lnTo>
                  <a:lnTo>
                    <a:pt x="190" y="467"/>
                  </a:lnTo>
                  <a:lnTo>
                    <a:pt x="184" y="461"/>
                  </a:lnTo>
                  <a:lnTo>
                    <a:pt x="183" y="452"/>
                  </a:lnTo>
                  <a:lnTo>
                    <a:pt x="175" y="438"/>
                  </a:lnTo>
                  <a:lnTo>
                    <a:pt x="163" y="433"/>
                  </a:lnTo>
                  <a:lnTo>
                    <a:pt x="161" y="423"/>
                  </a:lnTo>
                  <a:lnTo>
                    <a:pt x="150" y="410"/>
                  </a:lnTo>
                  <a:lnTo>
                    <a:pt x="148" y="404"/>
                  </a:lnTo>
                  <a:lnTo>
                    <a:pt x="137" y="396"/>
                  </a:lnTo>
                  <a:lnTo>
                    <a:pt x="131" y="392"/>
                  </a:lnTo>
                  <a:lnTo>
                    <a:pt x="129" y="390"/>
                  </a:lnTo>
                  <a:lnTo>
                    <a:pt x="142" y="386"/>
                  </a:lnTo>
                  <a:lnTo>
                    <a:pt x="142" y="385"/>
                  </a:lnTo>
                  <a:lnTo>
                    <a:pt x="127" y="379"/>
                  </a:lnTo>
                  <a:lnTo>
                    <a:pt x="121" y="379"/>
                  </a:lnTo>
                  <a:lnTo>
                    <a:pt x="112" y="371"/>
                  </a:lnTo>
                  <a:lnTo>
                    <a:pt x="108" y="373"/>
                  </a:lnTo>
                  <a:lnTo>
                    <a:pt x="104" y="369"/>
                  </a:lnTo>
                  <a:lnTo>
                    <a:pt x="102" y="371"/>
                  </a:lnTo>
                  <a:lnTo>
                    <a:pt x="106" y="375"/>
                  </a:lnTo>
                  <a:lnTo>
                    <a:pt x="100" y="371"/>
                  </a:lnTo>
                  <a:lnTo>
                    <a:pt x="87" y="379"/>
                  </a:lnTo>
                  <a:lnTo>
                    <a:pt x="71" y="379"/>
                  </a:lnTo>
                  <a:lnTo>
                    <a:pt x="69" y="375"/>
                  </a:lnTo>
                  <a:lnTo>
                    <a:pt x="75" y="371"/>
                  </a:lnTo>
                  <a:lnTo>
                    <a:pt x="71" y="371"/>
                  </a:lnTo>
                  <a:lnTo>
                    <a:pt x="60" y="379"/>
                  </a:lnTo>
                  <a:lnTo>
                    <a:pt x="66" y="375"/>
                  </a:lnTo>
                  <a:lnTo>
                    <a:pt x="66" y="371"/>
                  </a:lnTo>
                  <a:lnTo>
                    <a:pt x="58" y="375"/>
                  </a:lnTo>
                  <a:lnTo>
                    <a:pt x="54" y="373"/>
                  </a:lnTo>
                  <a:lnTo>
                    <a:pt x="56" y="377"/>
                  </a:lnTo>
                  <a:lnTo>
                    <a:pt x="52" y="375"/>
                  </a:lnTo>
                  <a:lnTo>
                    <a:pt x="54" y="377"/>
                  </a:lnTo>
                  <a:lnTo>
                    <a:pt x="52" y="379"/>
                  </a:lnTo>
                  <a:lnTo>
                    <a:pt x="56" y="381"/>
                  </a:lnTo>
                  <a:lnTo>
                    <a:pt x="48" y="381"/>
                  </a:lnTo>
                  <a:lnTo>
                    <a:pt x="54" y="377"/>
                  </a:lnTo>
                  <a:lnTo>
                    <a:pt x="50" y="377"/>
                  </a:lnTo>
                  <a:lnTo>
                    <a:pt x="50" y="375"/>
                  </a:lnTo>
                  <a:lnTo>
                    <a:pt x="52" y="375"/>
                  </a:lnTo>
                  <a:lnTo>
                    <a:pt x="54" y="373"/>
                  </a:lnTo>
                  <a:lnTo>
                    <a:pt x="46" y="371"/>
                  </a:lnTo>
                  <a:lnTo>
                    <a:pt x="44" y="365"/>
                  </a:lnTo>
                  <a:lnTo>
                    <a:pt x="44" y="369"/>
                  </a:lnTo>
                  <a:lnTo>
                    <a:pt x="39" y="367"/>
                  </a:lnTo>
                  <a:lnTo>
                    <a:pt x="33" y="375"/>
                  </a:lnTo>
                  <a:lnTo>
                    <a:pt x="37" y="379"/>
                  </a:lnTo>
                  <a:lnTo>
                    <a:pt x="31" y="381"/>
                  </a:lnTo>
                  <a:lnTo>
                    <a:pt x="31" y="386"/>
                  </a:lnTo>
                  <a:lnTo>
                    <a:pt x="27" y="388"/>
                  </a:lnTo>
                  <a:lnTo>
                    <a:pt x="23" y="381"/>
                  </a:lnTo>
                  <a:lnTo>
                    <a:pt x="25" y="375"/>
                  </a:lnTo>
                  <a:lnTo>
                    <a:pt x="19" y="377"/>
                  </a:lnTo>
                  <a:lnTo>
                    <a:pt x="18" y="375"/>
                  </a:lnTo>
                  <a:lnTo>
                    <a:pt x="31" y="361"/>
                  </a:lnTo>
                  <a:lnTo>
                    <a:pt x="31" y="360"/>
                  </a:lnTo>
                  <a:lnTo>
                    <a:pt x="37" y="360"/>
                  </a:lnTo>
                  <a:lnTo>
                    <a:pt x="35" y="356"/>
                  </a:lnTo>
                  <a:lnTo>
                    <a:pt x="39" y="352"/>
                  </a:lnTo>
                  <a:lnTo>
                    <a:pt x="42" y="340"/>
                  </a:lnTo>
                  <a:lnTo>
                    <a:pt x="46" y="335"/>
                  </a:lnTo>
                  <a:lnTo>
                    <a:pt x="52" y="323"/>
                  </a:lnTo>
                  <a:lnTo>
                    <a:pt x="62" y="310"/>
                  </a:lnTo>
                  <a:lnTo>
                    <a:pt x="64" y="302"/>
                  </a:lnTo>
                  <a:lnTo>
                    <a:pt x="73" y="290"/>
                  </a:lnTo>
                  <a:lnTo>
                    <a:pt x="71" y="279"/>
                  </a:lnTo>
                  <a:lnTo>
                    <a:pt x="73" y="271"/>
                  </a:lnTo>
                  <a:lnTo>
                    <a:pt x="71" y="260"/>
                  </a:lnTo>
                  <a:lnTo>
                    <a:pt x="77" y="250"/>
                  </a:lnTo>
                  <a:lnTo>
                    <a:pt x="81" y="239"/>
                  </a:lnTo>
                  <a:lnTo>
                    <a:pt x="85" y="233"/>
                  </a:lnTo>
                  <a:lnTo>
                    <a:pt x="89" y="221"/>
                  </a:lnTo>
                  <a:lnTo>
                    <a:pt x="85" y="217"/>
                  </a:lnTo>
                  <a:lnTo>
                    <a:pt x="90" y="208"/>
                  </a:lnTo>
                  <a:lnTo>
                    <a:pt x="90" y="200"/>
                  </a:lnTo>
                  <a:lnTo>
                    <a:pt x="94" y="196"/>
                  </a:lnTo>
                  <a:lnTo>
                    <a:pt x="92" y="191"/>
                  </a:lnTo>
                  <a:lnTo>
                    <a:pt x="98" y="181"/>
                  </a:lnTo>
                  <a:lnTo>
                    <a:pt x="102" y="167"/>
                  </a:lnTo>
                  <a:lnTo>
                    <a:pt x="112" y="154"/>
                  </a:lnTo>
                  <a:lnTo>
                    <a:pt x="110" y="150"/>
                  </a:lnTo>
                  <a:lnTo>
                    <a:pt x="117" y="148"/>
                  </a:lnTo>
                  <a:lnTo>
                    <a:pt x="115" y="139"/>
                  </a:lnTo>
                  <a:lnTo>
                    <a:pt x="119" y="135"/>
                  </a:lnTo>
                  <a:lnTo>
                    <a:pt x="123" y="125"/>
                  </a:lnTo>
                  <a:lnTo>
                    <a:pt x="204" y="137"/>
                  </a:lnTo>
                  <a:lnTo>
                    <a:pt x="240" y="143"/>
                  </a:lnTo>
                  <a:lnTo>
                    <a:pt x="257" y="146"/>
                  </a:lnTo>
                  <a:lnTo>
                    <a:pt x="302" y="154"/>
                  </a:lnTo>
                  <a:lnTo>
                    <a:pt x="319" y="156"/>
                  </a:lnTo>
                  <a:lnTo>
                    <a:pt x="323" y="158"/>
                  </a:lnTo>
                  <a:lnTo>
                    <a:pt x="332" y="158"/>
                  </a:lnTo>
                  <a:lnTo>
                    <a:pt x="392" y="116"/>
                  </a:lnTo>
                  <a:lnTo>
                    <a:pt x="409" y="110"/>
                  </a:lnTo>
                  <a:lnTo>
                    <a:pt x="411" y="106"/>
                  </a:lnTo>
                  <a:lnTo>
                    <a:pt x="426" y="93"/>
                  </a:lnTo>
                  <a:lnTo>
                    <a:pt x="430" y="87"/>
                  </a:lnTo>
                  <a:lnTo>
                    <a:pt x="440" y="73"/>
                  </a:lnTo>
                  <a:lnTo>
                    <a:pt x="449" y="66"/>
                  </a:lnTo>
                  <a:lnTo>
                    <a:pt x="451" y="58"/>
                  </a:lnTo>
                  <a:lnTo>
                    <a:pt x="461" y="46"/>
                  </a:lnTo>
                  <a:lnTo>
                    <a:pt x="472" y="39"/>
                  </a:lnTo>
                  <a:lnTo>
                    <a:pt x="478" y="33"/>
                  </a:lnTo>
                  <a:lnTo>
                    <a:pt x="484" y="23"/>
                  </a:lnTo>
                  <a:lnTo>
                    <a:pt x="501" y="20"/>
                  </a:lnTo>
                  <a:lnTo>
                    <a:pt x="616" y="0"/>
                  </a:lnTo>
                  <a:lnTo>
                    <a:pt x="620" y="6"/>
                  </a:lnTo>
                  <a:lnTo>
                    <a:pt x="634" y="18"/>
                  </a:lnTo>
                  <a:lnTo>
                    <a:pt x="660" y="37"/>
                  </a:lnTo>
                  <a:lnTo>
                    <a:pt x="664" y="54"/>
                  </a:lnTo>
                  <a:lnTo>
                    <a:pt x="660" y="85"/>
                  </a:lnTo>
                  <a:lnTo>
                    <a:pt x="697" y="85"/>
                  </a:lnTo>
                  <a:lnTo>
                    <a:pt x="708" y="79"/>
                  </a:lnTo>
                  <a:lnTo>
                    <a:pt x="722" y="79"/>
                  </a:lnTo>
                  <a:lnTo>
                    <a:pt x="730" y="85"/>
                  </a:lnTo>
                  <a:lnTo>
                    <a:pt x="743" y="89"/>
                  </a:lnTo>
                  <a:lnTo>
                    <a:pt x="747" y="96"/>
                  </a:lnTo>
                  <a:lnTo>
                    <a:pt x="753" y="104"/>
                  </a:lnTo>
                  <a:lnTo>
                    <a:pt x="749" y="121"/>
                  </a:lnTo>
                  <a:lnTo>
                    <a:pt x="753" y="129"/>
                  </a:lnTo>
                  <a:lnTo>
                    <a:pt x="749" y="146"/>
                  </a:lnTo>
                  <a:lnTo>
                    <a:pt x="743" y="150"/>
                  </a:lnTo>
                  <a:lnTo>
                    <a:pt x="743" y="164"/>
                  </a:lnTo>
                  <a:lnTo>
                    <a:pt x="737" y="189"/>
                  </a:lnTo>
                  <a:lnTo>
                    <a:pt x="743" y="192"/>
                  </a:lnTo>
                  <a:lnTo>
                    <a:pt x="766" y="194"/>
                  </a:lnTo>
                  <a:lnTo>
                    <a:pt x="774" y="177"/>
                  </a:lnTo>
                  <a:lnTo>
                    <a:pt x="781" y="171"/>
                  </a:lnTo>
                  <a:lnTo>
                    <a:pt x="772" y="158"/>
                  </a:lnTo>
                  <a:lnTo>
                    <a:pt x="776" y="154"/>
                  </a:lnTo>
                  <a:lnTo>
                    <a:pt x="791" y="156"/>
                  </a:lnTo>
                  <a:lnTo>
                    <a:pt x="804" y="135"/>
                  </a:lnTo>
                  <a:lnTo>
                    <a:pt x="818" y="144"/>
                  </a:lnTo>
                  <a:lnTo>
                    <a:pt x="843" y="150"/>
                  </a:lnTo>
                  <a:lnTo>
                    <a:pt x="837" y="189"/>
                  </a:lnTo>
                  <a:lnTo>
                    <a:pt x="850" y="212"/>
                  </a:lnTo>
                  <a:lnTo>
                    <a:pt x="856" y="219"/>
                  </a:lnTo>
                  <a:lnTo>
                    <a:pt x="862" y="219"/>
                  </a:lnTo>
                  <a:lnTo>
                    <a:pt x="874" y="231"/>
                  </a:lnTo>
                  <a:lnTo>
                    <a:pt x="874" y="242"/>
                  </a:lnTo>
                  <a:lnTo>
                    <a:pt x="879" y="267"/>
                  </a:lnTo>
                  <a:lnTo>
                    <a:pt x="879" y="279"/>
                  </a:lnTo>
                  <a:lnTo>
                    <a:pt x="902" y="269"/>
                  </a:lnTo>
                  <a:lnTo>
                    <a:pt x="918" y="269"/>
                  </a:lnTo>
                  <a:lnTo>
                    <a:pt x="922" y="281"/>
                  </a:lnTo>
                  <a:lnTo>
                    <a:pt x="918" y="319"/>
                  </a:lnTo>
                  <a:close/>
                </a:path>
              </a:pathLst>
            </a:custGeom>
            <a:solidFill>
              <a:schemeClr val="accent3">
                <a:lumMod val="40000"/>
                <a:lumOff val="60000"/>
                <a:alpha val="41961"/>
              </a:schemeClr>
            </a:solidFill>
            <a:ln w="9525">
              <a:solidFill>
                <a:schemeClr val="bg1">
                  <a:lumMod val="6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30" name="TextBox 29">
              <a:extLst>
                <a:ext uri="{FF2B5EF4-FFF2-40B4-BE49-F238E27FC236}">
                  <a16:creationId xmlns:a16="http://schemas.microsoft.com/office/drawing/2014/main" id="{472A6738-F17F-B391-8FC4-1CF5199F64E9}"/>
                </a:ext>
              </a:extLst>
            </p:cNvPr>
            <p:cNvSpPr txBox="1"/>
            <p:nvPr/>
          </p:nvSpPr>
          <p:spPr>
            <a:xfrm>
              <a:off x="7385615" y="3523346"/>
              <a:ext cx="48" cy="167338"/>
            </a:xfrm>
            <a:prstGeom prst="rect">
              <a:avLst/>
            </a:prstGeom>
            <a:noFill/>
            <a:ln>
              <a:solidFill>
                <a:schemeClr val="bg1">
                  <a:lumMod val="65000"/>
                </a:schemeClr>
              </a:solidFill>
            </a:ln>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8600">
                <a:lnSpc>
                  <a:spcPct val="100000"/>
                </a:lnSpc>
                <a:spcBef>
                  <a:spcPts val="0"/>
                </a:spcBef>
                <a:spcAft>
                  <a:spcPts val="300"/>
                </a:spcAft>
                <a:buClr>
                  <a:schemeClr val="tx1"/>
                </a:buClr>
                <a:buSzPct val="110000"/>
                <a:buFont typeface="Wingdings" panose="05000000000000000000" pitchFamily="2" charset="2"/>
                <a:buChar char=""/>
                <a:defRPr lang="en-US" sz="1600" dirty="0"/>
              </a:lvl2pPr>
              <a:lvl3pPr marL="438912" lvl="2" indent="-210312">
                <a:lnSpc>
                  <a:spcPct val="100000"/>
                </a:lnSpc>
                <a:spcBef>
                  <a:spcPts val="0"/>
                </a:spcBef>
                <a:spcAft>
                  <a:spcPts val="300"/>
                </a:spcAft>
                <a:buClr>
                  <a:schemeClr val="tx1"/>
                </a:buClr>
                <a:buSzPct val="110000"/>
                <a:buFont typeface="Arial" panose="020B0604020202020204" pitchFamily="34" charset="0"/>
                <a:buChar char="‒"/>
                <a:defRPr lang="en-US" sz="1600" dirty="0"/>
              </a:lvl3pPr>
              <a:lvl4pPr marL="594360" lvl="3" indent="-155448">
                <a:lnSpc>
                  <a:spcPct val="100000"/>
                </a:lnSpc>
                <a:spcBef>
                  <a:spcPts val="0"/>
                </a:spcBef>
                <a:spcAft>
                  <a:spcPts val="300"/>
                </a:spcAft>
                <a:buClr>
                  <a:schemeClr val="tx1"/>
                </a:buClr>
                <a:buSzPct val="100000"/>
                <a:buFont typeface="Arial" panose="020B0604020202020204" pitchFamily="34" charset="0"/>
                <a:buChar char="•"/>
                <a:defRPr lang="en-US" sz="1600" dirty="0"/>
              </a:lvl4pPr>
              <a:lvl5pPr marL="813816" lvl="4" indent="-146304">
                <a:lnSpc>
                  <a:spcPct val="100000"/>
                </a:lnSpc>
                <a:spcBef>
                  <a:spcPts val="0"/>
                </a:spcBef>
                <a:spcAft>
                  <a:spcPts val="300"/>
                </a:spcAft>
                <a:buClr>
                  <a:schemeClr val="tx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E"/>
                </a:buClr>
                <a:buSzPct val="100000"/>
                <a:buFont typeface="Segoe UI" panose="020B0502040204020203" pitchFamily="34" charset="0"/>
                <a:buChar char="​"/>
                <a:tabLst/>
                <a:defRPr/>
              </a:pPr>
              <a:endParaRPr kumimoji="0" lang="en-US" sz="1400" b="0" i="0" u="none" strike="noStrike" kern="1200" cap="none" spc="0" normalizeH="0" baseline="0" noProof="0">
                <a:ln>
                  <a:noFill/>
                </a:ln>
                <a:solidFill>
                  <a:srgbClr val="F2F2F2"/>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grpSp>
      <p:sp>
        <p:nvSpPr>
          <p:cNvPr id="31" name="TextBox 30">
            <a:extLst>
              <a:ext uri="{FF2B5EF4-FFF2-40B4-BE49-F238E27FC236}">
                <a16:creationId xmlns:a16="http://schemas.microsoft.com/office/drawing/2014/main" id="{60833134-A32B-62D0-CF24-2205E0989DF9}"/>
              </a:ext>
            </a:extLst>
          </p:cNvPr>
          <p:cNvSpPr txBox="1"/>
          <p:nvPr/>
        </p:nvSpPr>
        <p:spPr>
          <a:xfrm>
            <a:off x="6371610" y="1291652"/>
            <a:ext cx="5095615" cy="246221"/>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lang="en-US" b="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Planned Hub-and-Spoke clinic network in KSA</a:t>
            </a:r>
            <a:endParaRPr kumimoji="0" lang="en-GB" sz="1600" b="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graphicFrame>
        <p:nvGraphicFramePr>
          <p:cNvPr id="32" name="Table 137">
            <a:extLst>
              <a:ext uri="{FF2B5EF4-FFF2-40B4-BE49-F238E27FC236}">
                <a16:creationId xmlns:a16="http://schemas.microsoft.com/office/drawing/2014/main" id="{8A3768F0-D15F-B928-C5B0-1EDD9459E1CA}"/>
              </a:ext>
            </a:extLst>
          </p:cNvPr>
          <p:cNvGraphicFramePr>
            <a:graphicFrameLocks noGrp="1"/>
          </p:cNvGraphicFramePr>
          <p:nvPr>
            <p:extLst>
              <p:ext uri="{D42A27DB-BD31-4B8C-83A1-F6EECF244321}">
                <p14:modId xmlns:p14="http://schemas.microsoft.com/office/powerpoint/2010/main" val="2376830307"/>
              </p:ext>
            </p:extLst>
          </p:nvPr>
        </p:nvGraphicFramePr>
        <p:xfrm>
          <a:off x="9667066" y="1770263"/>
          <a:ext cx="1928882" cy="548640"/>
        </p:xfrm>
        <a:graphic>
          <a:graphicData uri="http://schemas.openxmlformats.org/drawingml/2006/table">
            <a:tbl>
              <a:tblPr firstRow="1" bandRow="1">
                <a:effectLst/>
                <a:tableStyleId>{5C22544A-7EE6-4342-B048-85BDC9FD1C3A}</a:tableStyleId>
              </a:tblPr>
              <a:tblGrid>
                <a:gridCol w="964441">
                  <a:extLst>
                    <a:ext uri="{9D8B030D-6E8A-4147-A177-3AD203B41FA5}">
                      <a16:colId xmlns:a16="http://schemas.microsoft.com/office/drawing/2014/main" val="3030281725"/>
                    </a:ext>
                  </a:extLst>
                </a:gridCol>
                <a:gridCol w="964441">
                  <a:extLst>
                    <a:ext uri="{9D8B030D-6E8A-4147-A177-3AD203B41FA5}">
                      <a16:colId xmlns:a16="http://schemas.microsoft.com/office/drawing/2014/main" val="1738370911"/>
                    </a:ext>
                  </a:extLst>
                </a:gridCol>
              </a:tblGrid>
              <a:tr h="274320">
                <a:tc>
                  <a:txBody>
                    <a:bodyPr/>
                    <a:lstStyle/>
                    <a:p>
                      <a:pPr algn="ctr"/>
                      <a:r>
                        <a:rPr lang="en-US" sz="1200" b="1">
                          <a:solidFill>
                            <a:schemeClr val="tx1"/>
                          </a:solidFill>
                        </a:rPr>
                        <a:t>First Clinic</a:t>
                      </a:r>
                    </a:p>
                  </a:txBody>
                  <a:tcPr>
                    <a:lnL w="12700" cmpd="sng">
                      <a:noFill/>
                    </a:lnL>
                    <a:lnR w="12700" cap="flat" cmpd="sng" algn="ctr">
                      <a:solidFill>
                        <a:schemeClr val="bg2"/>
                      </a:solidFill>
                      <a:prstDash val="solid"/>
                      <a:round/>
                      <a:headEnd type="none" w="med" len="med"/>
                      <a:tailEnd type="none" w="med" len="med"/>
                    </a:lnR>
                    <a:lnT w="12700" cmpd="sng">
                      <a:no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200" b="1">
                          <a:solidFill>
                            <a:schemeClr val="tx1"/>
                          </a:solidFill>
                        </a:rPr>
                        <a:t>Start Date</a:t>
                      </a:r>
                    </a:p>
                  </a:txBody>
                  <a:tcPr>
                    <a:lnL w="12700" cap="flat" cmpd="sng" algn="ctr">
                      <a:solidFill>
                        <a:schemeClr val="bg2"/>
                      </a:solidFill>
                      <a:prstDash val="solid"/>
                      <a:round/>
                      <a:headEnd type="none" w="med" len="med"/>
                      <a:tailEnd type="none" w="med" len="med"/>
                    </a:lnL>
                    <a:lnR w="12700" cmpd="sng">
                      <a:noFill/>
                    </a:lnR>
                    <a:lnT w="12700" cmpd="sng">
                      <a:no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438955381"/>
                  </a:ext>
                </a:extLst>
              </a:tr>
              <a:tr h="274320">
                <a:tc>
                  <a:txBody>
                    <a:bodyPr/>
                    <a:lstStyle/>
                    <a:p>
                      <a:pPr algn="ctr"/>
                      <a:r>
                        <a:rPr lang="en-US" sz="1200" b="0">
                          <a:solidFill>
                            <a:schemeClr val="tx1"/>
                          </a:solidFill>
                        </a:rPr>
                        <a:t>Riyadh</a:t>
                      </a:r>
                    </a:p>
                  </a:txBody>
                  <a:tcPr>
                    <a:lnL w="12700" cmpd="sng">
                      <a:noFill/>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p>
                      <a:pPr algn="ctr"/>
                      <a:r>
                        <a:rPr lang="en-US" sz="1200" b="0">
                          <a:solidFill>
                            <a:schemeClr val="tx1"/>
                          </a:solidFill>
                        </a:rPr>
                        <a:t>Feb’ 26</a:t>
                      </a:r>
                    </a:p>
                  </a:txBody>
                  <a:tcPr>
                    <a:lnL w="12700" cap="flat" cmpd="sng" algn="ctr">
                      <a:solidFill>
                        <a:schemeClr val="bg2"/>
                      </a:solidFill>
                      <a:prstDash val="solid"/>
                      <a:round/>
                      <a:headEnd type="none" w="med" len="med"/>
                      <a:tailEnd type="none" w="med" len="med"/>
                    </a:lnL>
                    <a:lnR w="12700" cmpd="sng">
                      <a:noFill/>
                    </a:lnR>
                    <a:lnT w="12700" cap="flat" cmpd="sng" algn="ctr">
                      <a:solidFill>
                        <a:schemeClr val="bg2"/>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49019887"/>
                  </a:ext>
                </a:extLst>
              </a:tr>
            </a:tbl>
          </a:graphicData>
        </a:graphic>
      </p:graphicFrame>
      <p:sp>
        <p:nvSpPr>
          <p:cNvPr id="33" name="TextBox 32">
            <a:extLst>
              <a:ext uri="{FF2B5EF4-FFF2-40B4-BE49-F238E27FC236}">
                <a16:creationId xmlns:a16="http://schemas.microsoft.com/office/drawing/2014/main" id="{740E0AD5-D69F-3137-E4F0-CFBEDF0A20DF}"/>
              </a:ext>
            </a:extLst>
          </p:cNvPr>
          <p:cNvSpPr txBox="1"/>
          <p:nvPr/>
        </p:nvSpPr>
        <p:spPr>
          <a:xfrm>
            <a:off x="594526" y="1291652"/>
            <a:ext cx="5095615" cy="246221"/>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defRPr/>
            </a:pPr>
            <a:r>
              <a:rPr lang="en-US" b="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Mission and Vision of </a:t>
            </a:r>
            <a:r>
              <a:rPr lang="en-US" b="1" err="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OncoClínics</a:t>
            </a:r>
            <a:endParaRPr kumimoji="0" lang="en-GB" sz="1600" b="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34" name="TextBox 33">
            <a:extLst>
              <a:ext uri="{FF2B5EF4-FFF2-40B4-BE49-F238E27FC236}">
                <a16:creationId xmlns:a16="http://schemas.microsoft.com/office/drawing/2014/main" id="{0BC3D08D-6245-6D91-18D2-053171AC2A48}"/>
              </a:ext>
            </a:extLst>
          </p:cNvPr>
          <p:cNvSpPr txBox="1"/>
          <p:nvPr/>
        </p:nvSpPr>
        <p:spPr>
          <a:xfrm>
            <a:off x="546644" y="5110864"/>
            <a:ext cx="5111011" cy="276300"/>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lang="en-US" b="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Our partners</a:t>
            </a:r>
            <a:endParaRPr kumimoji="0" lang="en-GB" sz="1600" b="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grpSp>
        <p:nvGrpSpPr>
          <p:cNvPr id="35" name="Group 34">
            <a:extLst>
              <a:ext uri="{FF2B5EF4-FFF2-40B4-BE49-F238E27FC236}">
                <a16:creationId xmlns:a16="http://schemas.microsoft.com/office/drawing/2014/main" id="{5AFF2488-AD37-E3C8-5061-226B443B55C1}"/>
              </a:ext>
            </a:extLst>
          </p:cNvPr>
          <p:cNvGrpSpPr/>
          <p:nvPr/>
        </p:nvGrpSpPr>
        <p:grpSpPr>
          <a:xfrm>
            <a:off x="622492" y="5652130"/>
            <a:ext cx="10931968" cy="988036"/>
            <a:chOff x="622492" y="5398469"/>
            <a:chExt cx="10931968" cy="988036"/>
          </a:xfrm>
        </p:grpSpPr>
        <p:grpSp>
          <p:nvGrpSpPr>
            <p:cNvPr id="36" name="Group 35">
              <a:extLst>
                <a:ext uri="{FF2B5EF4-FFF2-40B4-BE49-F238E27FC236}">
                  <a16:creationId xmlns:a16="http://schemas.microsoft.com/office/drawing/2014/main" id="{FB1CD6D9-AF94-786E-C45A-F9C066834B9F}"/>
                </a:ext>
              </a:extLst>
            </p:cNvPr>
            <p:cNvGrpSpPr/>
            <p:nvPr/>
          </p:nvGrpSpPr>
          <p:grpSpPr>
            <a:xfrm>
              <a:off x="8406706" y="5406217"/>
              <a:ext cx="3147754" cy="968572"/>
              <a:chOff x="8406706" y="5406217"/>
              <a:chExt cx="3147754" cy="968572"/>
            </a:xfrm>
          </p:grpSpPr>
          <p:pic>
            <p:nvPicPr>
              <p:cNvPr id="47" name="Picture 4" descr="Dana-Farber Cancer Institute">
                <a:extLst>
                  <a:ext uri="{FF2B5EF4-FFF2-40B4-BE49-F238E27FC236}">
                    <a16:creationId xmlns:a16="http://schemas.microsoft.com/office/drawing/2014/main" id="{E27F25A3-1E01-14E4-405B-93E93B475CAD}"/>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r="73621"/>
              <a:stretch/>
            </p:blipFill>
            <p:spPr bwMode="auto">
              <a:xfrm>
                <a:off x="8406706" y="5634471"/>
                <a:ext cx="514471" cy="512064"/>
              </a:xfrm>
              <a:prstGeom prst="rect">
                <a:avLst/>
              </a:prstGeom>
              <a:noFill/>
              <a:extLst>
                <a:ext uri="{909E8E84-426E-40DD-AFC4-6F175D3DCCD1}">
                  <a14:hiddenFill xmlns:a14="http://schemas.microsoft.com/office/drawing/2010/main">
                    <a:solidFill>
                      <a:srgbClr val="FFFFFF"/>
                    </a:solidFill>
                  </a14:hiddenFill>
                </a:ext>
              </a:extLst>
            </p:spPr>
          </p:pic>
          <p:grpSp>
            <p:nvGrpSpPr>
              <p:cNvPr id="48" name="Group 47">
                <a:extLst>
                  <a:ext uri="{FF2B5EF4-FFF2-40B4-BE49-F238E27FC236}">
                    <a16:creationId xmlns:a16="http://schemas.microsoft.com/office/drawing/2014/main" id="{9AB81474-7E94-14DE-C01C-524D4DC2D73D}"/>
                  </a:ext>
                </a:extLst>
              </p:cNvPr>
              <p:cNvGrpSpPr/>
              <p:nvPr/>
            </p:nvGrpSpPr>
            <p:grpSpPr>
              <a:xfrm>
                <a:off x="8902700" y="5406217"/>
                <a:ext cx="2651760" cy="968572"/>
                <a:chOff x="8931275" y="5406217"/>
                <a:chExt cx="2651760" cy="968572"/>
              </a:xfrm>
            </p:grpSpPr>
            <p:sp>
              <p:nvSpPr>
                <p:cNvPr id="49" name="TextBox 48">
                  <a:extLst>
                    <a:ext uri="{FF2B5EF4-FFF2-40B4-BE49-F238E27FC236}">
                      <a16:creationId xmlns:a16="http://schemas.microsoft.com/office/drawing/2014/main" id="{2EFDE6A3-B6C5-CEF2-E02A-9B98EE8CA68F}"/>
                    </a:ext>
                  </a:extLst>
                </p:cNvPr>
                <p:cNvSpPr txBox="1">
                  <a:spLocks/>
                </p:cNvSpPr>
                <p:nvPr/>
              </p:nvSpPr>
              <p:spPr>
                <a:xfrm>
                  <a:off x="8931275" y="5406217"/>
                  <a:ext cx="1828800" cy="27432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0" rIns="0" bIns="0" rtlCol="0" anchor="ctr">
                  <a:no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Clr>
                      <a:schemeClr val="tx1"/>
                    </a:buClr>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Clr>
                      <a:schemeClr val="tx1"/>
                    </a:buClr>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Clr>
                      <a:schemeClr val="tx1"/>
                    </a:buClr>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Clr>
                      <a:schemeClr val="tx1"/>
                    </a:buClr>
                    <a:buSzPct val="100000"/>
                    <a:buFont typeface="Arial" panose="020B0604020202020204" pitchFamily="34" charset="0"/>
                    <a:buChar char="›"/>
                    <a:defRPr sz="1600">
                      <a:cs typeface="Arial" panose="020B0604020202020204" pitchFamily="34" charset="0"/>
                    </a:defRPr>
                  </a:lvl5pPr>
                  <a:lvl6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6pPr>
                  <a:lvl7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7pPr>
                  <a:lvl8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8pPr>
                  <a:lvl9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9pPr>
                </a:lstStyle>
                <a:p>
                  <a:pPr marL="0" marR="0" lvl="0" indent="0" algn="l" defTabSz="914400" rtl="0" eaLnBrk="1" fontAlgn="auto" latinLnBrk="0" hangingPunct="1">
                    <a:lnSpc>
                      <a:spcPct val="100000"/>
                    </a:lnSpc>
                    <a:spcBef>
                      <a:spcPts val="600"/>
                    </a:spcBef>
                    <a:spcAft>
                      <a:spcPts val="600"/>
                    </a:spcAft>
                    <a:buClr>
                      <a:srgbClr val="2C3846"/>
                    </a:buClr>
                    <a:buSzPct val="100000"/>
                    <a:buFont typeface="Segoe UI" panose="020B0502040204020203" pitchFamily="34" charset="0"/>
                    <a:buNone/>
                    <a:tabLst/>
                    <a:defRPr/>
                  </a:pPr>
                  <a:r>
                    <a:rPr kumimoji="0" lang="en-US" b="1" i="0" u="none" strike="noStrike" kern="1200" cap="none" spc="0" normalizeH="0" baseline="0" noProof="0">
                      <a:ln>
                        <a:noFill/>
                      </a:ln>
                      <a:solidFill>
                        <a:schemeClr val="bg1"/>
                      </a:solidFill>
                      <a:effectLst/>
                      <a:uLnTx/>
                      <a:uFillTx/>
                      <a:latin typeface="+mj-lt"/>
                      <a:ea typeface="Calibri" panose="020F0502020204030204" pitchFamily="34" charset="0"/>
                      <a:cs typeface="Calibri" panose="020F0502020204030204" pitchFamily="34" charset="0"/>
                      <a:sym typeface="Calibri" panose="020F0502020204030204" pitchFamily="34" charset="0"/>
                    </a:rPr>
                    <a:t>Dana-Farber</a:t>
                  </a:r>
                </a:p>
              </p:txBody>
            </p:sp>
            <p:sp>
              <p:nvSpPr>
                <p:cNvPr id="50" name="Rectangle: Rounded Corners 49">
                  <a:extLst>
                    <a:ext uri="{FF2B5EF4-FFF2-40B4-BE49-F238E27FC236}">
                      <a16:creationId xmlns:a16="http://schemas.microsoft.com/office/drawing/2014/main" id="{DBBAE8E8-716B-735E-1B5A-EE3C9A180FC5}"/>
                    </a:ext>
                  </a:extLst>
                </p:cNvPr>
                <p:cNvSpPr/>
                <p:nvPr/>
              </p:nvSpPr>
              <p:spPr>
                <a:xfrm>
                  <a:off x="8931275" y="5734709"/>
                  <a:ext cx="2651760" cy="640080"/>
                </a:xfrm>
                <a:prstGeom prst="roundRect">
                  <a:avLst>
                    <a:gd name="adj" fmla="val 7615"/>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
                      <a:srgbClr val="FFFFFF"/>
                    </a:buClr>
                    <a:buSzTx/>
                    <a:buFontTx/>
                    <a:buNone/>
                    <a:tabLst/>
                    <a:defRPr/>
                  </a:pPr>
                  <a:r>
                    <a:rPr kumimoji="0" lang="en-US" sz="1200" b="0" i="0" u="none" strike="noStrike" kern="1200" cap="none" spc="0" normalizeH="0" baseline="0" noProof="0">
                      <a:ln>
                        <a:noFill/>
                      </a:ln>
                      <a:solidFill>
                        <a:schemeClr val="bg1"/>
                      </a:solidFill>
                      <a:effectLst/>
                      <a:uLnTx/>
                      <a:uFillTx/>
                      <a:ea typeface="Calibri"/>
                      <a:cs typeface="Calibri"/>
                      <a:sym typeface="Calibri" panose="020F0502020204030204" pitchFamily="34" charset="0"/>
                    </a:rPr>
                    <a:t>Bringing world-class expertise, advanced training, and access to cutting-edge clinical trials</a:t>
                  </a:r>
                  <a:endParaRPr lang="en-US" sz="1200" b="0" i="0" u="none" strike="noStrike" kern="1200" cap="none" spc="0" normalizeH="0" baseline="0" noProof="0">
                    <a:ln>
                      <a:noFill/>
                    </a:ln>
                    <a:solidFill>
                      <a:schemeClr val="bg1"/>
                    </a:solidFill>
                    <a:effectLst/>
                    <a:uLnTx/>
                    <a:uFillTx/>
                    <a:ea typeface="Calibri"/>
                    <a:cs typeface="Calibri"/>
                  </a:endParaRPr>
                </a:p>
              </p:txBody>
            </p:sp>
          </p:grpSp>
        </p:grpSp>
        <p:grpSp>
          <p:nvGrpSpPr>
            <p:cNvPr id="37" name="Group 36">
              <a:extLst>
                <a:ext uri="{FF2B5EF4-FFF2-40B4-BE49-F238E27FC236}">
                  <a16:creationId xmlns:a16="http://schemas.microsoft.com/office/drawing/2014/main" id="{9742A3F9-CBE2-D1B9-8AB1-8435A86CCCAB}"/>
                </a:ext>
              </a:extLst>
            </p:cNvPr>
            <p:cNvGrpSpPr/>
            <p:nvPr/>
          </p:nvGrpSpPr>
          <p:grpSpPr>
            <a:xfrm>
              <a:off x="4575504" y="5398469"/>
              <a:ext cx="3166347" cy="960822"/>
              <a:chOff x="4566207" y="5398469"/>
              <a:chExt cx="3166347" cy="960822"/>
            </a:xfrm>
          </p:grpSpPr>
          <p:pic>
            <p:nvPicPr>
              <p:cNvPr id="43" name="Picture 2">
                <a:extLst>
                  <a:ext uri="{FF2B5EF4-FFF2-40B4-BE49-F238E27FC236}">
                    <a16:creationId xmlns:a16="http://schemas.microsoft.com/office/drawing/2014/main" id="{687CDCBC-6288-EA2F-A1BD-E12778AA35A7}"/>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4566207" y="5566528"/>
                <a:ext cx="447457" cy="624704"/>
              </a:xfrm>
              <a:prstGeom prst="rect">
                <a:avLst/>
              </a:prstGeom>
              <a:noFill/>
              <a:extLst>
                <a:ext uri="{909E8E84-426E-40DD-AFC4-6F175D3DCCD1}">
                  <a14:hiddenFill xmlns:a14="http://schemas.microsoft.com/office/drawing/2010/main">
                    <a:solidFill>
                      <a:srgbClr val="FFFFFF"/>
                    </a:solidFill>
                  </a14:hiddenFill>
                </a:ext>
              </a:extLst>
            </p:spPr>
          </p:pic>
          <p:grpSp>
            <p:nvGrpSpPr>
              <p:cNvPr id="44" name="Group 43">
                <a:extLst>
                  <a:ext uri="{FF2B5EF4-FFF2-40B4-BE49-F238E27FC236}">
                    <a16:creationId xmlns:a16="http://schemas.microsoft.com/office/drawing/2014/main" id="{7C999C0B-D230-AEA4-8F6D-26B95D89CEDF}"/>
                  </a:ext>
                </a:extLst>
              </p:cNvPr>
              <p:cNvGrpSpPr/>
              <p:nvPr/>
            </p:nvGrpSpPr>
            <p:grpSpPr>
              <a:xfrm>
                <a:off x="5080794" y="5398469"/>
                <a:ext cx="2651760" cy="960822"/>
                <a:chOff x="5088359" y="5398469"/>
                <a:chExt cx="2651760" cy="960822"/>
              </a:xfrm>
            </p:grpSpPr>
            <p:sp>
              <p:nvSpPr>
                <p:cNvPr id="45" name="TextBox 44">
                  <a:extLst>
                    <a:ext uri="{FF2B5EF4-FFF2-40B4-BE49-F238E27FC236}">
                      <a16:creationId xmlns:a16="http://schemas.microsoft.com/office/drawing/2014/main" id="{53C1CECA-0381-8C34-47E6-56C324E8F6E2}"/>
                    </a:ext>
                  </a:extLst>
                </p:cNvPr>
                <p:cNvSpPr txBox="1">
                  <a:spLocks/>
                </p:cNvSpPr>
                <p:nvPr/>
              </p:nvSpPr>
              <p:spPr>
                <a:xfrm>
                  <a:off x="5088359" y="5398469"/>
                  <a:ext cx="1828800" cy="27432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0" rIns="0" bIns="0" rtlCol="0" anchor="ctr">
                  <a:no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Clr>
                      <a:schemeClr val="tx1"/>
                    </a:buClr>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Clr>
                      <a:schemeClr val="tx1"/>
                    </a:buClr>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Clr>
                      <a:schemeClr val="tx1"/>
                    </a:buClr>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Clr>
                      <a:schemeClr val="tx1"/>
                    </a:buClr>
                    <a:buSzPct val="100000"/>
                    <a:buFont typeface="Arial" panose="020B0604020202020204" pitchFamily="34" charset="0"/>
                    <a:buChar char="›"/>
                    <a:defRPr sz="1600">
                      <a:cs typeface="Arial" panose="020B0604020202020204" pitchFamily="34" charset="0"/>
                    </a:defRPr>
                  </a:lvl5pPr>
                  <a:lvl6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6pPr>
                  <a:lvl7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7pPr>
                  <a:lvl8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8pPr>
                  <a:lvl9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9pPr>
                </a:lstStyle>
                <a:p>
                  <a:pPr marL="0" marR="0" lvl="0" indent="0" algn="l" defTabSz="914400" rtl="0" eaLnBrk="1" fontAlgn="auto" latinLnBrk="0" hangingPunct="1">
                    <a:lnSpc>
                      <a:spcPct val="100000"/>
                    </a:lnSpc>
                    <a:spcBef>
                      <a:spcPts val="600"/>
                    </a:spcBef>
                    <a:spcAft>
                      <a:spcPts val="600"/>
                    </a:spcAft>
                    <a:buClr>
                      <a:srgbClr val="2C3846"/>
                    </a:buClr>
                    <a:buSzPct val="100000"/>
                    <a:buFont typeface="Segoe UI" panose="020B0502040204020203" pitchFamily="34" charset="0"/>
                    <a:buNone/>
                    <a:tabLst/>
                    <a:defRPr/>
                  </a:pPr>
                  <a:r>
                    <a:rPr kumimoji="0" lang="en-US" b="1" i="0" u="none" strike="noStrike" kern="1200" cap="none" spc="0" normalizeH="0" baseline="0" noProof="0">
                      <a:ln>
                        <a:noFill/>
                      </a:ln>
                      <a:solidFill>
                        <a:schemeClr val="bg1"/>
                      </a:solidFill>
                      <a:effectLst/>
                      <a:uLnTx/>
                      <a:uFillTx/>
                      <a:latin typeface="+mj-lt"/>
                      <a:ea typeface="Calibri" panose="020F0502020204030204" pitchFamily="34" charset="0"/>
                      <a:cs typeface="Calibri" panose="020F0502020204030204" pitchFamily="34" charset="0"/>
                      <a:sym typeface="Calibri" panose="020F0502020204030204" pitchFamily="34" charset="0"/>
                    </a:rPr>
                    <a:t>Al </a:t>
                  </a:r>
                  <a:r>
                    <a:rPr kumimoji="0" lang="en-US" b="1" i="0" u="none" strike="noStrike" kern="1200" cap="none" spc="0" normalizeH="0" baseline="0" noProof="0" err="1">
                      <a:ln>
                        <a:noFill/>
                      </a:ln>
                      <a:solidFill>
                        <a:schemeClr val="bg1"/>
                      </a:solidFill>
                      <a:effectLst/>
                      <a:uLnTx/>
                      <a:uFillTx/>
                      <a:latin typeface="+mj-lt"/>
                      <a:ea typeface="Calibri" panose="020F0502020204030204" pitchFamily="34" charset="0"/>
                      <a:cs typeface="Calibri" panose="020F0502020204030204" pitchFamily="34" charset="0"/>
                      <a:sym typeface="Calibri" panose="020F0502020204030204" pitchFamily="34" charset="0"/>
                    </a:rPr>
                    <a:t>Faisaliah</a:t>
                  </a:r>
                  <a:r>
                    <a:rPr kumimoji="0" lang="en-US" b="1" i="0" u="none" strike="noStrike" kern="1200" cap="none" spc="0" normalizeH="0" baseline="0" noProof="0">
                      <a:ln>
                        <a:noFill/>
                      </a:ln>
                      <a:solidFill>
                        <a:schemeClr val="bg1"/>
                      </a:solidFill>
                      <a:effectLst/>
                      <a:uLnTx/>
                      <a:uFillTx/>
                      <a:latin typeface="+mj-lt"/>
                      <a:ea typeface="Calibri" panose="020F0502020204030204" pitchFamily="34" charset="0"/>
                      <a:cs typeface="Calibri" panose="020F0502020204030204" pitchFamily="34" charset="0"/>
                      <a:sym typeface="Calibri" panose="020F0502020204030204" pitchFamily="34" charset="0"/>
                    </a:rPr>
                    <a:t> Group</a:t>
                  </a:r>
                </a:p>
              </p:txBody>
            </p:sp>
            <p:sp>
              <p:nvSpPr>
                <p:cNvPr id="46" name="Rectangle: Rounded Corners 45">
                  <a:extLst>
                    <a:ext uri="{FF2B5EF4-FFF2-40B4-BE49-F238E27FC236}">
                      <a16:creationId xmlns:a16="http://schemas.microsoft.com/office/drawing/2014/main" id="{651B44FB-7012-CCB6-9CCD-66298F5ADC68}"/>
                    </a:ext>
                  </a:extLst>
                </p:cNvPr>
                <p:cNvSpPr/>
                <p:nvPr/>
              </p:nvSpPr>
              <p:spPr>
                <a:xfrm>
                  <a:off x="5088359" y="5719211"/>
                  <a:ext cx="2651760" cy="640080"/>
                </a:xfrm>
                <a:prstGeom prst="roundRect">
                  <a:avLst>
                    <a:gd name="adj" fmla="val 7615"/>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0" bIns="0" numCol="1" spcCol="0" rtlCol="0" fromWordArt="0" anchor="t" anchorCtr="0" forceAA="0" compatLnSpc="1">
                  <a:prstTxWarp prst="textNoShape">
                    <a:avLst/>
                  </a:prstTxWarp>
                  <a:noAutofit/>
                </a:bodyPr>
                <a:lstStyle/>
                <a:p>
                  <a:pPr>
                    <a:spcBef>
                      <a:spcPts val="300"/>
                    </a:spcBef>
                    <a:spcAft>
                      <a:spcPts val="300"/>
                    </a:spcAft>
                    <a:buClr>
                      <a:srgbClr val="FFFFFF"/>
                    </a:buClr>
                    <a:defRPr/>
                  </a:pPr>
                  <a:r>
                    <a:rPr kumimoji="0" lang="en-US" sz="1200" b="0" i="0" u="none" strike="noStrike" kern="1200" cap="none" spc="0" normalizeH="0" baseline="0" noProof="0">
                      <a:ln>
                        <a:noFill/>
                      </a:ln>
                      <a:solidFill>
                        <a:schemeClr val="bg1"/>
                      </a:solidFill>
                      <a:effectLst/>
                      <a:uLnTx/>
                      <a:uFillTx/>
                      <a:ea typeface="Calibri"/>
                      <a:cs typeface="Calibri"/>
                      <a:sym typeface="Calibri" panose="020F0502020204030204" pitchFamily="34" charset="0"/>
                    </a:rPr>
                    <a:t>Bringing local expertise and cross-sector experience in </a:t>
                  </a:r>
                  <a:r>
                    <a:rPr lang="en-US" sz="1200">
                      <a:solidFill>
                        <a:schemeClr val="bg1"/>
                      </a:solidFill>
                      <a:ea typeface="+mn-lt"/>
                      <a:cs typeface="+mn-lt"/>
                      <a:sym typeface="Calibri" panose="020F0502020204030204" pitchFamily="34" charset="0"/>
                    </a:rPr>
                    <a:t>Health care systems</a:t>
                  </a:r>
                  <a:r>
                    <a:rPr kumimoji="0" lang="en-US" sz="1200" b="0" i="0" u="none" strike="noStrike" kern="1200" cap="none" spc="0" normalizeH="0" baseline="0" noProof="0">
                      <a:ln>
                        <a:noFill/>
                      </a:ln>
                      <a:solidFill>
                        <a:schemeClr val="bg1"/>
                      </a:solidFill>
                      <a:effectLst/>
                      <a:uLnTx/>
                      <a:uFillTx/>
                      <a:ea typeface="+mn-lt"/>
                      <a:cs typeface="+mn-lt"/>
                      <a:sym typeface="Calibri" panose="020F0502020204030204" pitchFamily="34" charset="0"/>
                    </a:rPr>
                    <a:t>, </a:t>
                  </a:r>
                  <a:r>
                    <a:rPr lang="en-US" sz="1200">
                      <a:solidFill>
                        <a:schemeClr val="bg1"/>
                      </a:solidFill>
                      <a:ea typeface="+mn-lt"/>
                      <a:cs typeface="+mn-lt"/>
                      <a:sym typeface="Calibri" panose="020F0502020204030204" pitchFamily="34" charset="0"/>
                    </a:rPr>
                    <a:t>pharmaceuticals</a:t>
                  </a:r>
                  <a:r>
                    <a:rPr kumimoji="0" lang="en-US" sz="1200" b="0" i="0" u="none" strike="noStrike" kern="1200" cap="none" spc="0" normalizeH="0" baseline="0" noProof="0">
                      <a:ln>
                        <a:noFill/>
                      </a:ln>
                      <a:solidFill>
                        <a:schemeClr val="bg1"/>
                      </a:solidFill>
                      <a:effectLst/>
                      <a:uLnTx/>
                      <a:uFillTx/>
                      <a:ea typeface="+mn-lt"/>
                      <a:cs typeface="+mn-lt"/>
                      <a:sym typeface="Calibri" panose="020F0502020204030204" pitchFamily="34" charset="0"/>
                    </a:rPr>
                    <a:t>, and </a:t>
                  </a:r>
                  <a:r>
                    <a:rPr lang="en-US" sz="1200">
                      <a:solidFill>
                        <a:schemeClr val="bg1"/>
                      </a:solidFill>
                      <a:ea typeface="+mn-lt"/>
                      <a:cs typeface="+mn-lt"/>
                      <a:sym typeface="Calibri" panose="020F0502020204030204" pitchFamily="34" charset="0"/>
                    </a:rPr>
                    <a:t>construction</a:t>
                  </a:r>
                  <a:endParaRPr lang="en-US" sz="1200" b="0" i="0" u="none" strike="noStrike" kern="1200" cap="none" spc="0" normalizeH="0" baseline="0" noProof="0">
                    <a:ln>
                      <a:noFill/>
                    </a:ln>
                    <a:solidFill>
                      <a:schemeClr val="bg1"/>
                    </a:solidFill>
                    <a:effectLst/>
                    <a:uLnTx/>
                    <a:uFillTx/>
                    <a:ea typeface="Calibri"/>
                    <a:cs typeface="Calibri"/>
                  </a:endParaRPr>
                </a:p>
              </p:txBody>
            </p:sp>
          </p:grpSp>
        </p:grpSp>
        <p:grpSp>
          <p:nvGrpSpPr>
            <p:cNvPr id="38" name="Group 37">
              <a:extLst>
                <a:ext uri="{FF2B5EF4-FFF2-40B4-BE49-F238E27FC236}">
                  <a16:creationId xmlns:a16="http://schemas.microsoft.com/office/drawing/2014/main" id="{70F15B91-2987-B109-7E99-FD51907AE2AE}"/>
                </a:ext>
              </a:extLst>
            </p:cNvPr>
            <p:cNvGrpSpPr/>
            <p:nvPr/>
          </p:nvGrpSpPr>
          <p:grpSpPr>
            <a:xfrm>
              <a:off x="622492" y="5412076"/>
              <a:ext cx="3288156" cy="974429"/>
              <a:chOff x="622492" y="5412076"/>
              <a:chExt cx="3288156" cy="974429"/>
            </a:xfrm>
          </p:grpSpPr>
          <p:grpSp>
            <p:nvGrpSpPr>
              <p:cNvPr id="39" name="Group 38">
                <a:extLst>
                  <a:ext uri="{FF2B5EF4-FFF2-40B4-BE49-F238E27FC236}">
                    <a16:creationId xmlns:a16="http://schemas.microsoft.com/office/drawing/2014/main" id="{17D3F0DD-C9A0-2FA9-5068-300345A31A01}"/>
                  </a:ext>
                </a:extLst>
              </p:cNvPr>
              <p:cNvGrpSpPr/>
              <p:nvPr/>
            </p:nvGrpSpPr>
            <p:grpSpPr>
              <a:xfrm>
                <a:off x="1258888" y="5412076"/>
                <a:ext cx="2651760" cy="974429"/>
                <a:chOff x="1258888" y="5412076"/>
                <a:chExt cx="2651760" cy="974429"/>
              </a:xfrm>
            </p:grpSpPr>
            <p:sp>
              <p:nvSpPr>
                <p:cNvPr id="41" name="TextBox 40">
                  <a:extLst>
                    <a:ext uri="{FF2B5EF4-FFF2-40B4-BE49-F238E27FC236}">
                      <a16:creationId xmlns:a16="http://schemas.microsoft.com/office/drawing/2014/main" id="{7AAD03B6-129E-B1E9-121F-CDD90A5C71BA}"/>
                    </a:ext>
                  </a:extLst>
                </p:cNvPr>
                <p:cNvSpPr txBox="1">
                  <a:spLocks/>
                </p:cNvSpPr>
                <p:nvPr/>
              </p:nvSpPr>
              <p:spPr>
                <a:xfrm>
                  <a:off x="1258888" y="5412076"/>
                  <a:ext cx="1828800" cy="27432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0" rIns="0" bIns="0" rtlCol="0" anchor="ctr">
                  <a:no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Clr>
                      <a:schemeClr val="tx1"/>
                    </a:buClr>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Clr>
                      <a:schemeClr val="tx1"/>
                    </a:buClr>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Clr>
                      <a:schemeClr val="tx1"/>
                    </a:buClr>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Clr>
                      <a:schemeClr val="tx1"/>
                    </a:buClr>
                    <a:buSzPct val="100000"/>
                    <a:buFont typeface="Arial" panose="020B0604020202020204" pitchFamily="34" charset="0"/>
                    <a:buChar char="›"/>
                    <a:defRPr sz="1600">
                      <a:cs typeface="Arial" panose="020B0604020202020204" pitchFamily="34" charset="0"/>
                    </a:defRPr>
                  </a:lvl5pPr>
                  <a:lvl6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6pPr>
                  <a:lvl7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7pPr>
                  <a:lvl8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8pPr>
                  <a:lvl9pPr marL="914400" indent="0">
                    <a:lnSpc>
                      <a:spcPct val="100000"/>
                    </a:lnSpc>
                    <a:spcBef>
                      <a:spcPts val="0"/>
                    </a:spcBef>
                    <a:spcAft>
                      <a:spcPts val="300"/>
                    </a:spcAft>
                    <a:buSzPct val="100000"/>
                    <a:buFont typeface="Arial" panose="020B0604020202020204" pitchFamily="34" charset="0"/>
                    <a:buNone/>
                    <a:defRPr sz="1600">
                      <a:cs typeface="Arial" panose="020B0604020202020204" pitchFamily="34" charset="0"/>
                    </a:defRPr>
                  </a:lvl9pPr>
                </a:lstStyle>
                <a:p>
                  <a:pPr marL="0" marR="0" lvl="0" indent="0" algn="l" defTabSz="914400" rtl="0" eaLnBrk="1" fontAlgn="auto" latinLnBrk="0" hangingPunct="1">
                    <a:lnSpc>
                      <a:spcPct val="100000"/>
                    </a:lnSpc>
                    <a:spcBef>
                      <a:spcPts val="600"/>
                    </a:spcBef>
                    <a:spcAft>
                      <a:spcPts val="600"/>
                    </a:spcAft>
                    <a:buClr>
                      <a:srgbClr val="2C3846"/>
                    </a:buClr>
                    <a:buSzPct val="100000"/>
                    <a:buFont typeface="Segoe UI" panose="020B0502040204020203" pitchFamily="34" charset="0"/>
                    <a:buNone/>
                    <a:tabLst/>
                    <a:defRPr/>
                  </a:pPr>
                  <a:r>
                    <a:rPr kumimoji="0" lang="en-US" b="1" i="0" u="none" strike="noStrike" kern="1200" cap="none" spc="0" normalizeH="0" baseline="0" noProof="0" err="1">
                      <a:ln>
                        <a:noFill/>
                      </a:ln>
                      <a:solidFill>
                        <a:schemeClr val="bg1"/>
                      </a:solidFill>
                      <a:effectLst/>
                      <a:uLnTx/>
                      <a:uFillTx/>
                      <a:latin typeface="+mj-lt"/>
                      <a:ea typeface="Calibri" panose="020F0502020204030204" pitchFamily="34" charset="0"/>
                      <a:cs typeface="Calibri" panose="020F0502020204030204" pitchFamily="34" charset="0"/>
                      <a:sym typeface="Calibri" panose="020F0502020204030204" pitchFamily="34" charset="0"/>
                    </a:rPr>
                    <a:t>Oncoclínics</a:t>
                  </a:r>
                  <a:r>
                    <a:rPr kumimoji="0" lang="en-US" b="1" i="0" u="none" strike="noStrike" kern="1200" cap="none" spc="0" normalizeH="0" baseline="0" noProof="0">
                      <a:ln>
                        <a:noFill/>
                      </a:ln>
                      <a:solidFill>
                        <a:schemeClr val="bg1"/>
                      </a:solidFill>
                      <a:effectLst/>
                      <a:uLnTx/>
                      <a:uFillTx/>
                      <a:ea typeface="Calibri" panose="020F0502020204030204" pitchFamily="34" charset="0"/>
                      <a:cs typeface="Calibri" panose="020F0502020204030204" pitchFamily="34" charset="0"/>
                      <a:sym typeface="Calibri" panose="020F0502020204030204" pitchFamily="34" charset="0"/>
                    </a:rPr>
                    <a:t> </a:t>
                  </a:r>
                  <a:r>
                    <a:rPr kumimoji="0" lang="en-US" b="1" i="0" u="none" strike="noStrike" kern="1200" cap="none" spc="0" normalizeH="0" baseline="0" noProof="0">
                      <a:ln>
                        <a:noFill/>
                      </a:ln>
                      <a:solidFill>
                        <a:schemeClr val="bg1"/>
                      </a:solidFill>
                      <a:effectLst/>
                      <a:uLnTx/>
                      <a:uFillTx/>
                      <a:latin typeface="+mj-lt"/>
                      <a:ea typeface="Calibri" panose="020F0502020204030204" pitchFamily="34" charset="0"/>
                      <a:cs typeface="Calibri" panose="020F0502020204030204" pitchFamily="34" charset="0"/>
                      <a:sym typeface="Calibri" panose="020F0502020204030204" pitchFamily="34" charset="0"/>
                    </a:rPr>
                    <a:t>Brazil</a:t>
                  </a:r>
                  <a:endParaRPr kumimoji="0" lang="en-US" sz="1100" b="1" i="0" u="none" strike="noStrike" kern="1200" cap="none" spc="0" normalizeH="0" baseline="0" noProof="0">
                    <a:ln>
                      <a:noFill/>
                    </a:ln>
                    <a:solidFill>
                      <a:schemeClr val="bg1"/>
                    </a:solidFill>
                    <a:effectLst/>
                    <a:uLnTx/>
                    <a:uFillTx/>
                    <a:latin typeface="+mj-lt"/>
                    <a:ea typeface="Calibri" panose="020F0502020204030204" pitchFamily="34" charset="0"/>
                    <a:cs typeface="Calibri" panose="020F0502020204030204" pitchFamily="34" charset="0"/>
                    <a:sym typeface="Calibri" panose="020F0502020204030204" pitchFamily="34" charset="0"/>
                  </a:endParaRPr>
                </a:p>
              </p:txBody>
            </p:sp>
            <p:sp>
              <p:nvSpPr>
                <p:cNvPr id="42" name="Rectangle: Rounded Corners 41">
                  <a:extLst>
                    <a:ext uri="{FF2B5EF4-FFF2-40B4-BE49-F238E27FC236}">
                      <a16:creationId xmlns:a16="http://schemas.microsoft.com/office/drawing/2014/main" id="{380074C6-A82D-C833-14C1-09DE92729752}"/>
                    </a:ext>
                  </a:extLst>
                </p:cNvPr>
                <p:cNvSpPr>
                  <a:spLocks/>
                </p:cNvSpPr>
                <p:nvPr/>
              </p:nvSpPr>
              <p:spPr>
                <a:xfrm>
                  <a:off x="1258888" y="5746425"/>
                  <a:ext cx="2651760" cy="640080"/>
                </a:xfrm>
                <a:prstGeom prst="roundRect">
                  <a:avLst>
                    <a:gd name="adj" fmla="val 7615"/>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0" bIns="0" numCol="1" spcCol="0" rtlCol="0" fromWordArt="0" anchor="t" anchorCtr="0" forceAA="0" compatLnSpc="1">
                  <a:prstTxWarp prst="textNoShape">
                    <a:avLst/>
                  </a:prstTxWarp>
                  <a:noAutofit/>
                </a:bodyPr>
                <a:lstStyle/>
                <a:p>
                  <a:pPr>
                    <a:spcBef>
                      <a:spcPts val="300"/>
                    </a:spcBef>
                    <a:spcAft>
                      <a:spcPts val="300"/>
                    </a:spcAft>
                    <a:buClr>
                      <a:srgbClr val="FFFFFF"/>
                    </a:buClr>
                    <a:defRPr/>
                  </a:pPr>
                  <a:r>
                    <a:rPr kumimoji="0" lang="en-US" sz="1200" b="0" i="0" u="none" strike="noStrike" kern="1200" cap="none" spc="0" normalizeH="0" baseline="0" noProof="0">
                      <a:ln>
                        <a:noFill/>
                      </a:ln>
                      <a:solidFill>
                        <a:schemeClr val="bg1"/>
                      </a:solidFill>
                      <a:effectLst/>
                      <a:uLnTx/>
                      <a:uFillTx/>
                      <a:ea typeface="Calibri"/>
                      <a:cs typeface="Calibri"/>
                      <a:sym typeface="Calibri" panose="020F0502020204030204" pitchFamily="34" charset="0"/>
                    </a:rPr>
                    <a:t>Bringing best practices, proven care models, and clinical expertise in oncology</a:t>
                  </a:r>
                  <a:endParaRPr lang="en-US" sz="1200" b="0" i="0" u="none" strike="noStrike" kern="1200" cap="none" spc="0" normalizeH="0" baseline="0" noProof="0">
                    <a:ln>
                      <a:noFill/>
                    </a:ln>
                    <a:solidFill>
                      <a:schemeClr val="bg1"/>
                    </a:solidFill>
                    <a:effectLst/>
                    <a:uLnTx/>
                    <a:uFillTx/>
                    <a:ea typeface="Calibri"/>
                    <a:cs typeface="Calibri"/>
                  </a:endParaRPr>
                </a:p>
              </p:txBody>
            </p:sp>
          </p:grpSp>
          <p:pic>
            <p:nvPicPr>
              <p:cNvPr id="40" name="Picture 4" descr="Grupo Oncoclinicas | Digital Health Corporate Profiles | HealthTech Alpha">
                <a:extLst>
                  <a:ext uri="{FF2B5EF4-FFF2-40B4-BE49-F238E27FC236}">
                    <a16:creationId xmlns:a16="http://schemas.microsoft.com/office/drawing/2014/main" id="{BFED2164-CA88-0386-2E48-D63D51B23E60}"/>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t="32128" r="80793" b="33915"/>
              <a:stretch>
                <a:fillRect/>
              </a:stretch>
            </p:blipFill>
            <p:spPr bwMode="auto">
              <a:xfrm>
                <a:off x="622492" y="5643732"/>
                <a:ext cx="550672" cy="511116"/>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52" name="Group 51">
            <a:extLst>
              <a:ext uri="{FF2B5EF4-FFF2-40B4-BE49-F238E27FC236}">
                <a16:creationId xmlns:a16="http://schemas.microsoft.com/office/drawing/2014/main" id="{482856C4-46B7-246F-25A8-F3AF4CC1D03D}"/>
              </a:ext>
            </a:extLst>
          </p:cNvPr>
          <p:cNvGrpSpPr/>
          <p:nvPr/>
        </p:nvGrpSpPr>
        <p:grpSpPr>
          <a:xfrm>
            <a:off x="6790808" y="1889065"/>
            <a:ext cx="2745971" cy="2959449"/>
            <a:chOff x="6790808" y="1889065"/>
            <a:chExt cx="2745971" cy="2959449"/>
          </a:xfrm>
        </p:grpSpPr>
        <p:cxnSp>
          <p:nvCxnSpPr>
            <p:cNvPr id="53" name="Straight Connector 52">
              <a:extLst>
                <a:ext uri="{FF2B5EF4-FFF2-40B4-BE49-F238E27FC236}">
                  <a16:creationId xmlns:a16="http://schemas.microsoft.com/office/drawing/2014/main" id="{7A5EDC75-B3CE-D8C2-7CCA-4EFD1B5BDD74}"/>
                </a:ext>
              </a:extLst>
            </p:cNvPr>
            <p:cNvCxnSpPr>
              <a:cxnSpLocks/>
              <a:stCxn id="55" idx="5"/>
              <a:endCxn id="64" idx="1"/>
            </p:cNvCxnSpPr>
            <p:nvPr/>
          </p:nvCxnSpPr>
          <p:spPr>
            <a:xfrm>
              <a:off x="7970868" y="3166029"/>
              <a:ext cx="251647" cy="118224"/>
            </a:xfrm>
            <a:prstGeom prst="line">
              <a:avLst/>
            </a:prstGeom>
            <a:ln w="9525" cap="flat">
              <a:solidFill>
                <a:schemeClr val="accent3">
                  <a:lumMod val="50000"/>
                </a:schemeClr>
              </a:solidFill>
              <a:miter lim="8000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2E971813-C049-97EA-71EB-D8687E273311}"/>
                </a:ext>
              </a:extLst>
            </p:cNvPr>
            <p:cNvSpPr>
              <a:spLocks/>
            </p:cNvSpPr>
            <p:nvPr/>
          </p:nvSpPr>
          <p:spPr>
            <a:xfrm>
              <a:off x="7337896" y="3393924"/>
              <a:ext cx="595771" cy="624832"/>
            </a:xfrm>
            <a:prstGeom prst="ellipse">
              <a:avLst/>
            </a:prstGeom>
            <a:solidFill>
              <a:schemeClr val="accent5">
                <a:lumMod val="10000"/>
              </a:schemeClr>
            </a:solidFill>
            <a:ln w="9525" cap="flat" cmpd="sng" algn="ctr">
              <a:noFill/>
              <a:prstDash val="solid"/>
            </a:ln>
            <a:effectLst/>
          </p:spPr>
          <p:txBody>
            <a:bodyPr lIns="0" rIns="0" rtlCol="0" anchor="ctr">
              <a:noAutofit/>
            </a:bodyPr>
            <a:lstStyle/>
            <a:p>
              <a:pPr marL="0" marR="0" lvl="0" indent="0" algn="ctr" defTabSz="914400" rtl="0" eaLnBrk="1" fontAlgn="auto" latinLnBrk="0" hangingPunct="1">
                <a:lnSpc>
                  <a:spcPct val="100000"/>
                </a:lnSpc>
                <a:spcBef>
                  <a:spcPts val="0"/>
                </a:spcBef>
                <a:spcAft>
                  <a:spcPts val="0"/>
                </a:spcAft>
                <a:buClr>
                  <a:srgbClr val="FFFFFE"/>
                </a:buClr>
                <a:buSzPct val="100000"/>
                <a:buFont typeface="Segoe UI" panose="020B0502040204020203" pitchFamily="34" charset="0"/>
                <a:buChar char="​"/>
                <a:tabLst/>
                <a:defRPr/>
              </a:pPr>
              <a:r>
                <a:rPr kumimoji="0" lang="en-US" sz="900" b="0" i="0" u="none" strike="noStrike" kern="1200" cap="none" spc="0" normalizeH="0" baseline="0" noProof="0">
                  <a:ln>
                    <a:noFill/>
                  </a:ln>
                  <a:solidFill>
                    <a:srgbClr val="F2F2F2"/>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Jeddah/ Mecca</a:t>
              </a:r>
            </a:p>
          </p:txBody>
        </p:sp>
        <p:sp>
          <p:nvSpPr>
            <p:cNvPr id="55" name="Oval 54">
              <a:extLst>
                <a:ext uri="{FF2B5EF4-FFF2-40B4-BE49-F238E27FC236}">
                  <a16:creationId xmlns:a16="http://schemas.microsoft.com/office/drawing/2014/main" id="{F1B1A769-B967-92A5-CDF2-5CE94E0374F0}"/>
                </a:ext>
              </a:extLst>
            </p:cNvPr>
            <p:cNvSpPr>
              <a:spLocks/>
            </p:cNvSpPr>
            <p:nvPr/>
          </p:nvSpPr>
          <p:spPr>
            <a:xfrm>
              <a:off x="7600873" y="2777985"/>
              <a:ext cx="433477" cy="454621"/>
            </a:xfrm>
            <a:prstGeom prst="ellipse">
              <a:avLst/>
            </a:prstGeom>
            <a:solidFill>
              <a:schemeClr val="accent3"/>
            </a:solidFill>
            <a:ln w="9525" cap="flat" cmpd="sng" algn="ctr">
              <a:noFill/>
              <a:prstDash val="solid"/>
            </a:ln>
            <a:effectLst/>
          </p:spPr>
          <p:txBody>
            <a:bodyPr wrap="none" lIns="91440" tIns="45720" rIns="91440" bIns="45720"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r>
                <a:rPr kumimoji="0" lang="en-US" sz="900" b="0" i="0" u="none" strike="noStrike" kern="0" cap="none" spc="0" normalizeH="0" baseline="0" noProof="0">
                  <a:ln>
                    <a:noFill/>
                  </a:ln>
                  <a:solidFill>
                    <a:srgbClr val="FFFFFE"/>
                  </a:solidFill>
                  <a:effectLst/>
                  <a:uLnTx/>
                  <a:uFillTx/>
                  <a:latin typeface="Calibri"/>
                  <a:ea typeface="Calibri"/>
                  <a:cs typeface="Calibri"/>
                  <a:sym typeface="Calibri" panose="020F0502020204030204" pitchFamily="34" charset="0"/>
                </a:rPr>
                <a:t>Al </a:t>
              </a:r>
              <a:br>
                <a:rPr lang="en-US" sz="900" b="0" i="0" u="none" strike="noStrike" kern="0" cap="none" spc="0" normalizeH="0" baseline="0" noProof="0">
                  <a:ln>
                    <a:noFill/>
                  </a:ln>
                  <a:effectLst/>
                  <a:uLnTx/>
                  <a:uFillTx/>
                  <a:latin typeface="Calibri" panose="020F0502020204030204" pitchFamily="34" charset="0"/>
                  <a:ea typeface="Calibri" panose="020F0502020204030204" pitchFamily="34" charset="0"/>
                  <a:cs typeface="Calibri" panose="020F0502020204030204" pitchFamily="34" charset="0"/>
                </a:rPr>
              </a:br>
              <a:r>
                <a:rPr kumimoji="0" lang="en-US" sz="900" b="0" i="0" u="none" strike="noStrike" kern="0" cap="none" spc="0" normalizeH="0" baseline="0" noProof="0">
                  <a:ln>
                    <a:noFill/>
                  </a:ln>
                  <a:solidFill>
                    <a:srgbClr val="FFFFFE"/>
                  </a:solidFill>
                  <a:effectLst/>
                  <a:uLnTx/>
                  <a:uFillTx/>
                  <a:latin typeface="Calibri"/>
                  <a:ea typeface="Calibri"/>
                  <a:cs typeface="Calibri"/>
                  <a:sym typeface="Calibri" panose="020F0502020204030204" pitchFamily="34" charset="0"/>
                </a:rPr>
                <a:t>Qaseem</a:t>
              </a:r>
              <a:endParaRPr lang="en-US" sz="900" b="0" i="0" u="none" strike="noStrike" kern="0" cap="none" spc="0" normalizeH="0" baseline="0" noProof="0">
                <a:ln>
                  <a:noFill/>
                </a:ln>
                <a:solidFill>
                  <a:srgbClr val="FFFFFE"/>
                </a:solidFill>
                <a:effectLst/>
                <a:uLnTx/>
                <a:uFillTx/>
                <a:latin typeface="Calibri"/>
                <a:ea typeface="Calibri"/>
                <a:cs typeface="Calibri"/>
              </a:endParaRPr>
            </a:p>
          </p:txBody>
        </p:sp>
        <p:sp>
          <p:nvSpPr>
            <p:cNvPr id="56" name="Oval 55">
              <a:extLst>
                <a:ext uri="{FF2B5EF4-FFF2-40B4-BE49-F238E27FC236}">
                  <a16:creationId xmlns:a16="http://schemas.microsoft.com/office/drawing/2014/main" id="{DDB50F05-A9AE-5084-33F6-3122B3A57E17}"/>
                </a:ext>
              </a:extLst>
            </p:cNvPr>
            <p:cNvSpPr>
              <a:spLocks/>
            </p:cNvSpPr>
            <p:nvPr/>
          </p:nvSpPr>
          <p:spPr>
            <a:xfrm>
              <a:off x="8874026" y="2706715"/>
              <a:ext cx="662753" cy="695081"/>
            </a:xfrm>
            <a:prstGeom prst="ellipse">
              <a:avLst/>
            </a:prstGeom>
            <a:solidFill>
              <a:schemeClr val="accent5">
                <a:lumMod val="10000"/>
              </a:schemeClr>
            </a:solidFill>
            <a:ln w="9525" cap="flat" cmpd="sng" algn="ctr">
              <a:noFill/>
              <a:prstDash val="solid"/>
            </a:ln>
            <a:effectLst/>
          </p:spPr>
          <p:txBody>
            <a:bodyPr lIns="0" tIns="0" rIns="0" bIns="0" rtlCol="0" anchor="ctr">
              <a:noAutofit/>
            </a:bodyPr>
            <a:lstStyle/>
            <a:p>
              <a:pPr marL="0" marR="0" lvl="0" indent="0" algn="ctr" defTabSz="914400" rtl="0" eaLnBrk="1" fontAlgn="auto" latinLnBrk="0" hangingPunct="1">
                <a:lnSpc>
                  <a:spcPct val="100000"/>
                </a:lnSpc>
                <a:spcBef>
                  <a:spcPts val="0"/>
                </a:spcBef>
                <a:spcAft>
                  <a:spcPts val="0"/>
                </a:spcAft>
                <a:buClr>
                  <a:srgbClr val="FFFFFE"/>
                </a:buClr>
                <a:buSzPct val="100000"/>
                <a:buFont typeface="Segoe UI" panose="020B0502040204020203" pitchFamily="34" charset="0"/>
                <a:buChar char="​"/>
                <a:tabLst/>
                <a:defRPr/>
              </a:pPr>
              <a:r>
                <a:rPr kumimoji="0" lang="en-US" sz="900" b="0" i="0" u="none" strike="noStrike" kern="1200" cap="none" spc="0" normalizeH="0" baseline="0" noProof="0">
                  <a:ln>
                    <a:noFill/>
                  </a:ln>
                  <a:solidFill>
                    <a:srgbClr val="F2F2F2"/>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Dammam /</a:t>
              </a:r>
            </a:p>
            <a:p>
              <a:pPr marL="0" marR="0" lvl="0" indent="0" algn="ctr" defTabSz="914400" rtl="0" eaLnBrk="1" fontAlgn="auto" latinLnBrk="0" hangingPunct="1">
                <a:lnSpc>
                  <a:spcPct val="100000"/>
                </a:lnSpc>
                <a:spcBef>
                  <a:spcPts val="0"/>
                </a:spcBef>
                <a:spcAft>
                  <a:spcPts val="0"/>
                </a:spcAft>
                <a:buClr>
                  <a:srgbClr val="FFFFFE"/>
                </a:buClr>
                <a:buSzPct val="100000"/>
                <a:buFontTx/>
                <a:buNone/>
                <a:tabLst/>
                <a:defRPr/>
              </a:pPr>
              <a:r>
                <a:rPr kumimoji="0" lang="en-US" sz="900" b="0" i="0" u="none" strike="noStrike" kern="1200" cap="none" spc="0" normalizeH="0" baseline="0" noProof="0">
                  <a:ln>
                    <a:noFill/>
                  </a:ln>
                  <a:solidFill>
                    <a:srgbClr val="F2F2F2"/>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Al-Jubail</a:t>
              </a:r>
            </a:p>
          </p:txBody>
        </p:sp>
        <p:sp>
          <p:nvSpPr>
            <p:cNvPr id="57" name="Oval 56">
              <a:extLst>
                <a:ext uri="{FF2B5EF4-FFF2-40B4-BE49-F238E27FC236}">
                  <a16:creationId xmlns:a16="http://schemas.microsoft.com/office/drawing/2014/main" id="{34C3AC51-7A89-F545-6FA8-62154B9B11E5}"/>
                </a:ext>
              </a:extLst>
            </p:cNvPr>
            <p:cNvSpPr>
              <a:spLocks/>
            </p:cNvSpPr>
            <p:nvPr/>
          </p:nvSpPr>
          <p:spPr>
            <a:xfrm>
              <a:off x="7511850" y="4126643"/>
              <a:ext cx="433477" cy="454621"/>
            </a:xfrm>
            <a:prstGeom prst="ellipse">
              <a:avLst/>
            </a:prstGeom>
            <a:solidFill>
              <a:schemeClr val="accent3"/>
            </a:solidFill>
            <a:ln w="9525" cap="flat" cmpd="sng" algn="ctr">
              <a:noFill/>
              <a:prstDash val="solid"/>
            </a:ln>
            <a:effectLst/>
          </p:spPr>
          <p:txBody>
            <a:bodyPr wrap="none" lIns="91440" tIns="45720" rIns="91440" bIns="45720"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r>
                <a:rPr kumimoji="0" lang="en-US" sz="900" b="0" i="0" u="none" strike="noStrike" kern="0" cap="none" spc="0" normalizeH="0" baseline="0" noProof="0">
                  <a:ln>
                    <a:noFill/>
                  </a:ln>
                  <a:solidFill>
                    <a:srgbClr val="FFFFFE"/>
                  </a:solidFill>
                  <a:effectLst/>
                  <a:uLnTx/>
                  <a:uFillTx/>
                  <a:latin typeface="Calibri"/>
                  <a:ea typeface="Calibri"/>
                  <a:cs typeface="Calibri"/>
                  <a:sym typeface="Calibri" panose="020F0502020204030204" pitchFamily="34" charset="0"/>
                </a:rPr>
                <a:t>Jazan</a:t>
              </a:r>
              <a:endParaRPr lang="en-US" sz="900" b="0" i="0" u="none" strike="noStrike" kern="0" cap="none" spc="0" normalizeH="0" baseline="0" noProof="0">
                <a:ln>
                  <a:noFill/>
                </a:ln>
                <a:solidFill>
                  <a:srgbClr val="FFFFFE"/>
                </a:solidFill>
                <a:effectLst/>
                <a:uLnTx/>
                <a:uFillTx/>
                <a:latin typeface="Calibri"/>
                <a:ea typeface="Calibri"/>
                <a:cs typeface="Calibri"/>
              </a:endParaRPr>
            </a:p>
          </p:txBody>
        </p:sp>
        <p:sp>
          <p:nvSpPr>
            <p:cNvPr id="58" name="Oval 57">
              <a:extLst>
                <a:ext uri="{FF2B5EF4-FFF2-40B4-BE49-F238E27FC236}">
                  <a16:creationId xmlns:a16="http://schemas.microsoft.com/office/drawing/2014/main" id="{731E5DC1-0EC2-947A-EC55-EE75A397C81E}"/>
                </a:ext>
              </a:extLst>
            </p:cNvPr>
            <p:cNvSpPr>
              <a:spLocks/>
            </p:cNvSpPr>
            <p:nvPr/>
          </p:nvSpPr>
          <p:spPr>
            <a:xfrm>
              <a:off x="7529677" y="2040846"/>
              <a:ext cx="433288" cy="454423"/>
            </a:xfrm>
            <a:prstGeom prst="ellipse">
              <a:avLst/>
            </a:prstGeom>
            <a:solidFill>
              <a:schemeClr val="accent3"/>
            </a:solidFill>
            <a:ln w="9525" cap="flat" cmpd="sng" algn="ctr">
              <a:noFill/>
              <a:prstDash val="solid"/>
            </a:ln>
            <a:effectLst/>
          </p:spPr>
          <p:txBody>
            <a:bodyPr wrap="none" lIns="91440" tIns="45720" rIns="91440" bIns="45720"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r>
                <a:rPr kumimoji="0" lang="en-US" sz="900" b="0" i="0" u="none" strike="noStrike" kern="0" cap="none" spc="0" normalizeH="0" baseline="0" noProof="0">
                  <a:ln>
                    <a:noFill/>
                  </a:ln>
                  <a:solidFill>
                    <a:srgbClr val="FFFFFE"/>
                  </a:solidFill>
                  <a:effectLst/>
                  <a:uLnTx/>
                  <a:uFillTx/>
                  <a:latin typeface="Calibri"/>
                  <a:ea typeface="Calibri"/>
                  <a:cs typeface="Calibri"/>
                  <a:sym typeface="Calibri" panose="020F0502020204030204" pitchFamily="34" charset="0"/>
                </a:rPr>
                <a:t>Al-</a:t>
              </a:r>
              <a:r>
                <a:rPr kumimoji="0" lang="en-US" sz="900" b="0" i="0" u="none" strike="noStrike" kern="0" cap="none" spc="0" normalizeH="0" baseline="0" noProof="0" err="1">
                  <a:ln>
                    <a:noFill/>
                  </a:ln>
                  <a:solidFill>
                    <a:srgbClr val="FFFFFE"/>
                  </a:solidFill>
                  <a:effectLst/>
                  <a:uLnTx/>
                  <a:uFillTx/>
                  <a:latin typeface="Calibri"/>
                  <a:ea typeface="Calibri"/>
                  <a:cs typeface="Calibri"/>
                  <a:sym typeface="Calibri" panose="020F0502020204030204" pitchFamily="34" charset="0"/>
                </a:rPr>
                <a:t>Jouf</a:t>
              </a:r>
              <a:endParaRPr lang="en-US" sz="900" b="0" i="0" u="none" strike="noStrike" kern="0" cap="none" spc="0" normalizeH="0" baseline="0" noProof="0">
                <a:ln>
                  <a:noFill/>
                </a:ln>
                <a:solidFill>
                  <a:srgbClr val="FFFFFE"/>
                </a:solidFill>
                <a:effectLst/>
                <a:uLnTx/>
                <a:uFillTx/>
                <a:latin typeface="Calibri"/>
                <a:ea typeface="Calibri"/>
                <a:cs typeface="Calibri"/>
              </a:endParaRPr>
            </a:p>
          </p:txBody>
        </p:sp>
        <p:cxnSp>
          <p:nvCxnSpPr>
            <p:cNvPr id="59" name="Straight Arrow Connector 58">
              <a:extLst>
                <a:ext uri="{FF2B5EF4-FFF2-40B4-BE49-F238E27FC236}">
                  <a16:creationId xmlns:a16="http://schemas.microsoft.com/office/drawing/2014/main" id="{A5215770-5D7E-B7A4-1A7C-1B5EEE7CADED}"/>
                </a:ext>
              </a:extLst>
            </p:cNvPr>
            <p:cNvCxnSpPr>
              <a:cxnSpLocks/>
              <a:stCxn id="64" idx="0"/>
            </p:cNvCxnSpPr>
            <p:nvPr/>
          </p:nvCxnSpPr>
          <p:spPr>
            <a:xfrm flipH="1" flipV="1">
              <a:off x="7881506" y="2455716"/>
              <a:ext cx="551647" cy="737031"/>
            </a:xfrm>
            <a:prstGeom prst="straightConnector1">
              <a:avLst/>
            </a:prstGeom>
            <a:ln w="9525" cap="flat">
              <a:solidFill>
                <a:schemeClr val="accent3">
                  <a:lumMod val="50000"/>
                </a:schemeClr>
              </a:solidFill>
              <a:miter lim="800000"/>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Oval 59">
              <a:extLst>
                <a:ext uri="{FF2B5EF4-FFF2-40B4-BE49-F238E27FC236}">
                  <a16:creationId xmlns:a16="http://schemas.microsoft.com/office/drawing/2014/main" id="{17F2BA93-DB54-E6A2-AC4C-7910296B2EB8}"/>
                </a:ext>
              </a:extLst>
            </p:cNvPr>
            <p:cNvSpPr>
              <a:spLocks/>
            </p:cNvSpPr>
            <p:nvPr/>
          </p:nvSpPr>
          <p:spPr>
            <a:xfrm>
              <a:off x="7329155" y="1889065"/>
              <a:ext cx="150447" cy="153841"/>
            </a:xfrm>
            <a:prstGeom prst="ellipse">
              <a:avLst/>
            </a:prstGeom>
            <a:solidFill>
              <a:srgbClr val="015768"/>
            </a:solidFill>
            <a:ln w="9525" cap="flat" cmpd="sng" algn="ctr">
              <a:noFill/>
              <a:prstDash val="solid"/>
            </a:ln>
            <a:effectLst/>
          </p:spPr>
          <p:txBody>
            <a:bodyPr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endParaRPr kumimoji="0" lang="en-US" sz="1000" b="0" i="0" u="none" strike="noStrike" kern="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61" name="Oval 60">
              <a:extLst>
                <a:ext uri="{FF2B5EF4-FFF2-40B4-BE49-F238E27FC236}">
                  <a16:creationId xmlns:a16="http://schemas.microsoft.com/office/drawing/2014/main" id="{94CAE5FD-BCC8-7ED6-7CB3-0E007DBC92BA}"/>
                </a:ext>
              </a:extLst>
            </p:cNvPr>
            <p:cNvSpPr>
              <a:spLocks/>
            </p:cNvSpPr>
            <p:nvPr/>
          </p:nvSpPr>
          <p:spPr>
            <a:xfrm>
              <a:off x="8123983" y="2397901"/>
              <a:ext cx="150447" cy="153841"/>
            </a:xfrm>
            <a:prstGeom prst="ellipse">
              <a:avLst/>
            </a:prstGeom>
            <a:solidFill>
              <a:srgbClr val="015768"/>
            </a:solidFill>
            <a:ln w="9525" cap="flat" cmpd="sng" algn="ctr">
              <a:noFill/>
              <a:prstDash val="solid"/>
            </a:ln>
            <a:effectLst/>
          </p:spPr>
          <p:txBody>
            <a:bodyPr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endParaRPr kumimoji="0" lang="en-US" sz="1000" b="0" i="0" u="none" strike="noStrike" kern="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62" name="Straight Arrow Connector 61">
              <a:extLst>
                <a:ext uri="{FF2B5EF4-FFF2-40B4-BE49-F238E27FC236}">
                  <a16:creationId xmlns:a16="http://schemas.microsoft.com/office/drawing/2014/main" id="{EAAC4B26-F08C-BC5D-C526-70D6281F9C52}"/>
                </a:ext>
              </a:extLst>
            </p:cNvPr>
            <p:cNvCxnSpPr>
              <a:cxnSpLocks/>
              <a:stCxn id="58" idx="1"/>
              <a:endCxn id="60" idx="5"/>
            </p:cNvCxnSpPr>
            <p:nvPr/>
          </p:nvCxnSpPr>
          <p:spPr>
            <a:xfrm flipH="1" flipV="1">
              <a:off x="7457569" y="2020377"/>
              <a:ext cx="135561" cy="87017"/>
            </a:xfrm>
            <a:prstGeom prst="straightConnector1">
              <a:avLst/>
            </a:prstGeom>
            <a:ln w="9525" cap="flat">
              <a:solidFill>
                <a:schemeClr val="tx2"/>
              </a:solidFill>
              <a:miter lim="800000"/>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E5994B14-462B-AFD2-30F3-9CB5C552E4D2}"/>
                </a:ext>
              </a:extLst>
            </p:cNvPr>
            <p:cNvCxnSpPr>
              <a:cxnSpLocks/>
              <a:stCxn id="58" idx="6"/>
              <a:endCxn id="61" idx="1"/>
            </p:cNvCxnSpPr>
            <p:nvPr/>
          </p:nvCxnSpPr>
          <p:spPr>
            <a:xfrm>
              <a:off x="7962965" y="2268057"/>
              <a:ext cx="183050" cy="152373"/>
            </a:xfrm>
            <a:prstGeom prst="straightConnector1">
              <a:avLst/>
            </a:prstGeom>
            <a:ln w="9525" cap="flat">
              <a:solidFill>
                <a:schemeClr val="accent3">
                  <a:lumMod val="50000"/>
                </a:schemeClr>
              </a:solidFill>
              <a:miter lim="800000"/>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Oval 63">
              <a:extLst>
                <a:ext uri="{FF2B5EF4-FFF2-40B4-BE49-F238E27FC236}">
                  <a16:creationId xmlns:a16="http://schemas.microsoft.com/office/drawing/2014/main" id="{A6CDDBCE-60A5-D912-13A2-12B122810F27}"/>
                </a:ext>
              </a:extLst>
            </p:cNvPr>
            <p:cNvSpPr>
              <a:spLocks/>
            </p:cNvSpPr>
            <p:nvPr/>
          </p:nvSpPr>
          <p:spPr>
            <a:xfrm>
              <a:off x="8135266" y="3192747"/>
              <a:ext cx="595771" cy="624832"/>
            </a:xfrm>
            <a:prstGeom prst="ellipse">
              <a:avLst/>
            </a:prstGeom>
            <a:solidFill>
              <a:schemeClr val="accent5">
                <a:lumMod val="10000"/>
              </a:schemeClr>
            </a:solidFill>
            <a:ln w="28575" cap="flat" cmpd="sng" algn="ctr">
              <a:solidFill>
                <a:srgbClr val="17B2AF"/>
              </a:solidFill>
              <a:prstDash val="solid"/>
            </a:ln>
            <a:effectLst/>
          </p:spPr>
          <p:txBody>
            <a:bodyPr lIns="0" rIns="0"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r>
                <a:rPr kumimoji="0" lang="en-US" sz="900" b="0" i="0" u="none" strike="noStrike" kern="0" cap="none" spc="0" normalizeH="0" baseline="0" noProof="0">
                  <a:ln>
                    <a:noFill/>
                  </a:ln>
                  <a:solidFill>
                    <a:srgbClr val="F2F2F2"/>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Riyadh</a:t>
              </a:r>
            </a:p>
          </p:txBody>
        </p:sp>
        <p:cxnSp>
          <p:nvCxnSpPr>
            <p:cNvPr id="65" name="Straight Connector 64">
              <a:extLst>
                <a:ext uri="{FF2B5EF4-FFF2-40B4-BE49-F238E27FC236}">
                  <a16:creationId xmlns:a16="http://schemas.microsoft.com/office/drawing/2014/main" id="{453A9EEE-9839-DAAE-75FE-BDD3628FF396}"/>
                </a:ext>
              </a:extLst>
            </p:cNvPr>
            <p:cNvCxnSpPr>
              <a:cxnSpLocks/>
              <a:stCxn id="72" idx="4"/>
              <a:endCxn id="57" idx="7"/>
            </p:cNvCxnSpPr>
            <p:nvPr/>
          </p:nvCxnSpPr>
          <p:spPr>
            <a:xfrm flipH="1">
              <a:off x="7881845" y="3908700"/>
              <a:ext cx="153750" cy="284520"/>
            </a:xfrm>
            <a:prstGeom prst="line">
              <a:avLst/>
            </a:prstGeom>
            <a:ln w="9525" cap="flat">
              <a:solidFill>
                <a:schemeClr val="accent3">
                  <a:lumMod val="50000"/>
                </a:schemeClr>
              </a:solidFill>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5E0F8CF-04D1-D14B-2219-7DC8034D5B27}"/>
                </a:ext>
              </a:extLst>
            </p:cNvPr>
            <p:cNvCxnSpPr>
              <a:cxnSpLocks/>
              <a:stCxn id="55" idx="3"/>
              <a:endCxn id="54" idx="0"/>
            </p:cNvCxnSpPr>
            <p:nvPr/>
          </p:nvCxnSpPr>
          <p:spPr>
            <a:xfrm flipH="1">
              <a:off x="7635781" y="3166029"/>
              <a:ext cx="28572" cy="227896"/>
            </a:xfrm>
            <a:prstGeom prst="line">
              <a:avLst/>
            </a:prstGeom>
            <a:ln w="9525" cap="flat">
              <a:solidFill>
                <a:schemeClr val="accent3">
                  <a:lumMod val="50000"/>
                </a:schemeClr>
              </a:solidFill>
              <a:miter lim="8000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35EA6AE1-FA4F-6A44-F3F8-1789D5D39583}"/>
                </a:ext>
              </a:extLst>
            </p:cNvPr>
            <p:cNvCxnSpPr>
              <a:cxnSpLocks/>
              <a:stCxn id="64" idx="7"/>
              <a:endCxn id="56" idx="2"/>
            </p:cNvCxnSpPr>
            <p:nvPr/>
          </p:nvCxnSpPr>
          <p:spPr>
            <a:xfrm flipV="1">
              <a:off x="8643788" y="3054256"/>
              <a:ext cx="230238" cy="229996"/>
            </a:xfrm>
            <a:prstGeom prst="line">
              <a:avLst/>
            </a:prstGeom>
            <a:ln w="9525" cap="flat">
              <a:solidFill>
                <a:schemeClr val="accent3">
                  <a:lumMod val="50000"/>
                </a:schemeClr>
              </a:solidFill>
              <a:miter lim="8000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4260FBF9-7F1C-61E8-4CF0-6D9260804C29}"/>
                </a:ext>
              </a:extLst>
            </p:cNvPr>
            <p:cNvCxnSpPr>
              <a:cxnSpLocks/>
              <a:stCxn id="57" idx="1"/>
              <a:endCxn id="54" idx="4"/>
            </p:cNvCxnSpPr>
            <p:nvPr/>
          </p:nvCxnSpPr>
          <p:spPr>
            <a:xfrm flipV="1">
              <a:off x="7575331" y="4018756"/>
              <a:ext cx="60450" cy="174464"/>
            </a:xfrm>
            <a:prstGeom prst="line">
              <a:avLst/>
            </a:prstGeom>
            <a:ln w="9525" cap="flat">
              <a:solidFill>
                <a:schemeClr val="accent3">
                  <a:lumMod val="50000"/>
                </a:schemeClr>
              </a:solidFill>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Oval 68">
              <a:extLst>
                <a:ext uri="{FF2B5EF4-FFF2-40B4-BE49-F238E27FC236}">
                  <a16:creationId xmlns:a16="http://schemas.microsoft.com/office/drawing/2014/main" id="{FC3938AA-1E00-A23A-4B57-14237A7A8B9E}"/>
                </a:ext>
              </a:extLst>
            </p:cNvPr>
            <p:cNvSpPr>
              <a:spLocks/>
            </p:cNvSpPr>
            <p:nvPr/>
          </p:nvSpPr>
          <p:spPr>
            <a:xfrm>
              <a:off x="6790808" y="2978705"/>
              <a:ext cx="433477" cy="454621"/>
            </a:xfrm>
            <a:prstGeom prst="ellipse">
              <a:avLst/>
            </a:prstGeom>
            <a:solidFill>
              <a:schemeClr val="accent3"/>
            </a:solidFill>
            <a:ln w="9525" cap="flat" cmpd="sng" algn="ctr">
              <a:noFill/>
              <a:prstDash val="solid"/>
            </a:ln>
            <a:effectLst/>
          </p:spPr>
          <p:txBody>
            <a:bodyPr wrap="none" lIns="91440" tIns="45720" rIns="91440" bIns="45720"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r>
                <a:rPr kumimoji="0" lang="en-US" sz="900" b="0" i="0" u="none" strike="noStrike" kern="0" cap="none" spc="0" normalizeH="0" baseline="0" noProof="0">
                  <a:ln>
                    <a:noFill/>
                  </a:ln>
                  <a:solidFill>
                    <a:srgbClr val="FFFFFE"/>
                  </a:solidFill>
                  <a:effectLst/>
                  <a:uLnTx/>
                  <a:uFillTx/>
                  <a:latin typeface="Calibri"/>
                  <a:ea typeface="Calibri"/>
                  <a:cs typeface="Calibri"/>
                  <a:sym typeface="Calibri" panose="020F0502020204030204" pitchFamily="34" charset="0"/>
                </a:rPr>
                <a:t>Madina</a:t>
              </a:r>
              <a:endParaRPr lang="en-US" sz="900" b="0" i="0" u="none" strike="noStrike" kern="0" cap="none" spc="0" normalizeH="0" baseline="0" noProof="0">
                <a:ln>
                  <a:noFill/>
                </a:ln>
                <a:solidFill>
                  <a:srgbClr val="FFFFFE"/>
                </a:solidFill>
                <a:effectLst/>
                <a:uLnTx/>
                <a:uFillTx/>
                <a:latin typeface="Calibri"/>
                <a:ea typeface="Calibri"/>
                <a:cs typeface="Calibri"/>
              </a:endParaRPr>
            </a:p>
          </p:txBody>
        </p:sp>
        <p:sp>
          <p:nvSpPr>
            <p:cNvPr id="70" name="Oval 69">
              <a:extLst>
                <a:ext uri="{FF2B5EF4-FFF2-40B4-BE49-F238E27FC236}">
                  <a16:creationId xmlns:a16="http://schemas.microsoft.com/office/drawing/2014/main" id="{A5DF6265-0867-7F26-3213-366128919730}"/>
                </a:ext>
              </a:extLst>
            </p:cNvPr>
            <p:cNvSpPr>
              <a:spLocks/>
            </p:cNvSpPr>
            <p:nvPr/>
          </p:nvSpPr>
          <p:spPr>
            <a:xfrm>
              <a:off x="7406537" y="3055020"/>
              <a:ext cx="150447" cy="153855"/>
            </a:xfrm>
            <a:prstGeom prst="ellipse">
              <a:avLst/>
            </a:prstGeom>
            <a:solidFill>
              <a:srgbClr val="015768"/>
            </a:solidFill>
            <a:ln w="9525" cap="flat" cmpd="sng" algn="ctr">
              <a:noFill/>
              <a:prstDash val="solid"/>
            </a:ln>
            <a:effectLst/>
          </p:spPr>
          <p:txBody>
            <a:bodyPr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endParaRPr kumimoji="0" lang="en-US" sz="1000" b="0" i="0" u="none" strike="noStrike" kern="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1" name="Oval 70">
              <a:extLst>
                <a:ext uri="{FF2B5EF4-FFF2-40B4-BE49-F238E27FC236}">
                  <a16:creationId xmlns:a16="http://schemas.microsoft.com/office/drawing/2014/main" id="{609FB52B-9DA9-4599-8007-EB1131543640}"/>
                </a:ext>
              </a:extLst>
            </p:cNvPr>
            <p:cNvSpPr>
              <a:spLocks/>
            </p:cNvSpPr>
            <p:nvPr/>
          </p:nvSpPr>
          <p:spPr>
            <a:xfrm>
              <a:off x="7187612" y="2786703"/>
              <a:ext cx="150683" cy="153855"/>
            </a:xfrm>
            <a:prstGeom prst="ellipse">
              <a:avLst/>
            </a:prstGeom>
            <a:solidFill>
              <a:srgbClr val="015768"/>
            </a:solidFill>
            <a:ln w="9525" cap="flat" cmpd="sng" algn="ctr">
              <a:noFill/>
              <a:prstDash val="solid"/>
            </a:ln>
            <a:effectLst/>
          </p:spPr>
          <p:txBody>
            <a:bodyPr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endParaRPr kumimoji="0" lang="en-US" sz="1000" b="0" i="0" u="none" strike="noStrike" kern="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2" name="Oval 71">
              <a:extLst>
                <a:ext uri="{FF2B5EF4-FFF2-40B4-BE49-F238E27FC236}">
                  <a16:creationId xmlns:a16="http://schemas.microsoft.com/office/drawing/2014/main" id="{DCF67AF5-7AF8-98F6-A9AF-3368622CF715}"/>
                </a:ext>
              </a:extLst>
            </p:cNvPr>
            <p:cNvSpPr>
              <a:spLocks/>
            </p:cNvSpPr>
            <p:nvPr/>
          </p:nvSpPr>
          <p:spPr>
            <a:xfrm>
              <a:off x="7960372" y="3754859"/>
              <a:ext cx="150447" cy="153841"/>
            </a:xfrm>
            <a:prstGeom prst="ellipse">
              <a:avLst/>
            </a:prstGeom>
            <a:solidFill>
              <a:srgbClr val="015768"/>
            </a:solidFill>
            <a:ln w="9525" cap="flat" cmpd="sng" algn="ctr">
              <a:noFill/>
              <a:prstDash val="solid"/>
            </a:ln>
            <a:effectLst/>
          </p:spPr>
          <p:txBody>
            <a:bodyPr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endParaRPr kumimoji="0" lang="en-US" sz="1000" b="0" i="0" u="none" strike="noStrike" kern="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sp>
          <p:nvSpPr>
            <p:cNvPr id="73" name="Oval 72">
              <a:extLst>
                <a:ext uri="{FF2B5EF4-FFF2-40B4-BE49-F238E27FC236}">
                  <a16:creationId xmlns:a16="http://schemas.microsoft.com/office/drawing/2014/main" id="{269FD38C-2AB2-8D4F-499F-29026F5B5EC2}"/>
                </a:ext>
              </a:extLst>
            </p:cNvPr>
            <p:cNvSpPr>
              <a:spLocks/>
            </p:cNvSpPr>
            <p:nvPr/>
          </p:nvSpPr>
          <p:spPr>
            <a:xfrm>
              <a:off x="8296056" y="4393893"/>
              <a:ext cx="433477" cy="454621"/>
            </a:xfrm>
            <a:prstGeom prst="ellipse">
              <a:avLst/>
            </a:prstGeom>
            <a:solidFill>
              <a:schemeClr val="accent3"/>
            </a:solidFill>
            <a:ln w="9525" cap="flat" cmpd="sng" algn="ctr">
              <a:noFill/>
              <a:prstDash val="solid"/>
            </a:ln>
            <a:effectLst/>
          </p:spPr>
          <p:txBody>
            <a:bodyPr wrap="none" lIns="91440" tIns="45720" rIns="91440" bIns="45720"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r>
                <a:rPr kumimoji="0" lang="en-US" sz="900" b="0" i="0" u="none" strike="noStrike" kern="0" cap="none" spc="0" normalizeH="0" baseline="0" noProof="0">
                  <a:ln>
                    <a:noFill/>
                  </a:ln>
                  <a:solidFill>
                    <a:srgbClr val="FFFFFE"/>
                  </a:solidFill>
                  <a:effectLst/>
                  <a:uLnTx/>
                  <a:uFillTx/>
                  <a:latin typeface="Calibri"/>
                  <a:ea typeface="Calibri"/>
                  <a:cs typeface="Calibri"/>
                  <a:sym typeface="Calibri" panose="020F0502020204030204" pitchFamily="34" charset="0"/>
                </a:rPr>
                <a:t>Aseer</a:t>
              </a:r>
              <a:endParaRPr lang="en-US" sz="900" b="0" i="0" u="none" strike="noStrike" kern="0" cap="none" spc="0" normalizeH="0" baseline="0" noProof="0">
                <a:ln>
                  <a:noFill/>
                </a:ln>
                <a:solidFill>
                  <a:srgbClr val="FFFFFE"/>
                </a:solidFill>
                <a:effectLst/>
                <a:uLnTx/>
                <a:uFillTx/>
                <a:latin typeface="Calibri"/>
                <a:ea typeface="Calibri"/>
                <a:cs typeface="Calibri"/>
              </a:endParaRPr>
            </a:p>
          </p:txBody>
        </p:sp>
        <p:sp>
          <p:nvSpPr>
            <p:cNvPr id="74" name="Oval 73">
              <a:extLst>
                <a:ext uri="{FF2B5EF4-FFF2-40B4-BE49-F238E27FC236}">
                  <a16:creationId xmlns:a16="http://schemas.microsoft.com/office/drawing/2014/main" id="{B57A339D-5D08-729F-FB77-76D780EC4123}"/>
                </a:ext>
              </a:extLst>
            </p:cNvPr>
            <p:cNvSpPr>
              <a:spLocks/>
            </p:cNvSpPr>
            <p:nvPr/>
          </p:nvSpPr>
          <p:spPr>
            <a:xfrm>
              <a:off x="8000804" y="4581263"/>
              <a:ext cx="150447" cy="153841"/>
            </a:xfrm>
            <a:prstGeom prst="ellipse">
              <a:avLst/>
            </a:prstGeom>
            <a:solidFill>
              <a:srgbClr val="015768"/>
            </a:solidFill>
            <a:ln w="9525" cap="flat" cmpd="sng" algn="ctr">
              <a:noFill/>
              <a:prstDash val="solid"/>
            </a:ln>
            <a:effectLst/>
          </p:spPr>
          <p:txBody>
            <a:bodyPr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endParaRPr kumimoji="0" lang="en-US" sz="1000" b="0" i="0" u="none" strike="noStrike" kern="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75" name="Straight Connector 74">
              <a:extLst>
                <a:ext uri="{FF2B5EF4-FFF2-40B4-BE49-F238E27FC236}">
                  <a16:creationId xmlns:a16="http://schemas.microsoft.com/office/drawing/2014/main" id="{65DD421C-1332-7823-3CEE-FF40F2C51BFD}"/>
                </a:ext>
              </a:extLst>
            </p:cNvPr>
            <p:cNvCxnSpPr>
              <a:cxnSpLocks/>
              <a:stCxn id="73" idx="2"/>
              <a:endCxn id="74" idx="6"/>
            </p:cNvCxnSpPr>
            <p:nvPr/>
          </p:nvCxnSpPr>
          <p:spPr>
            <a:xfrm flipH="1">
              <a:off x="8151251" y="4621203"/>
              <a:ext cx="144806" cy="36981"/>
            </a:xfrm>
            <a:prstGeom prst="line">
              <a:avLst/>
            </a:prstGeom>
            <a:ln w="9525" cap="flat">
              <a:solidFill>
                <a:schemeClr val="accent3">
                  <a:lumMod val="50000"/>
                </a:schemeClr>
              </a:solidFill>
              <a:miter lim="800000"/>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988792CA-DDB0-514F-EFFF-CA38580BF10D}"/>
                </a:ext>
              </a:extLst>
            </p:cNvPr>
            <p:cNvCxnSpPr>
              <a:cxnSpLocks/>
              <a:stCxn id="71" idx="3"/>
              <a:endCxn id="69" idx="7"/>
            </p:cNvCxnSpPr>
            <p:nvPr/>
          </p:nvCxnSpPr>
          <p:spPr>
            <a:xfrm flipH="1">
              <a:off x="7160804" y="2918027"/>
              <a:ext cx="48876" cy="127257"/>
            </a:xfrm>
            <a:prstGeom prst="line">
              <a:avLst/>
            </a:prstGeom>
            <a:ln w="9525" cap="flat">
              <a:solidFill>
                <a:schemeClr val="accent3">
                  <a:lumMod val="50000"/>
                </a:schemeClr>
              </a:solidFill>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A8D650D0-14D3-C646-17AE-9AE133719812}"/>
                </a:ext>
              </a:extLst>
            </p:cNvPr>
            <p:cNvCxnSpPr>
              <a:cxnSpLocks/>
              <a:stCxn id="70" idx="2"/>
              <a:endCxn id="69" idx="6"/>
            </p:cNvCxnSpPr>
            <p:nvPr/>
          </p:nvCxnSpPr>
          <p:spPr>
            <a:xfrm flipH="1">
              <a:off x="7224284" y="3131948"/>
              <a:ext cx="182252" cy="74068"/>
            </a:xfrm>
            <a:prstGeom prst="line">
              <a:avLst/>
            </a:prstGeom>
            <a:ln w="9525" cap="flat">
              <a:solidFill>
                <a:schemeClr val="accent3">
                  <a:lumMod val="50000"/>
                </a:schemeClr>
              </a:solidFill>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Oval 77">
              <a:extLst>
                <a:ext uri="{FF2B5EF4-FFF2-40B4-BE49-F238E27FC236}">
                  <a16:creationId xmlns:a16="http://schemas.microsoft.com/office/drawing/2014/main" id="{8CC42631-3848-602B-698E-7FF813BC2CE7}"/>
                </a:ext>
              </a:extLst>
            </p:cNvPr>
            <p:cNvSpPr>
              <a:spLocks/>
            </p:cNvSpPr>
            <p:nvPr/>
          </p:nvSpPr>
          <p:spPr>
            <a:xfrm>
              <a:off x="7396026" y="3326870"/>
              <a:ext cx="150683" cy="153855"/>
            </a:xfrm>
            <a:prstGeom prst="ellipse">
              <a:avLst/>
            </a:prstGeom>
            <a:solidFill>
              <a:srgbClr val="015768"/>
            </a:solidFill>
            <a:ln w="9525" cap="flat" cmpd="sng" algn="ctr">
              <a:noFill/>
              <a:prstDash val="solid"/>
            </a:ln>
            <a:effectLst/>
          </p:spPr>
          <p:txBody>
            <a:bodyPr rtlCol="0" anchor="ctr">
              <a:noAutofit/>
            </a:bodyPr>
            <a:lstStyle/>
            <a:p>
              <a:pPr marL="0" marR="0" lvl="0" indent="0" algn="ctr" defTabSz="896203" rtl="0" eaLnBrk="1" fontAlgn="auto" latinLnBrk="0" hangingPunct="1">
                <a:lnSpc>
                  <a:spcPct val="100000"/>
                </a:lnSpc>
                <a:spcBef>
                  <a:spcPts val="0"/>
                </a:spcBef>
                <a:spcAft>
                  <a:spcPts val="0"/>
                </a:spcAft>
                <a:buClr>
                  <a:srgbClr val="FFFFFE"/>
                </a:buClr>
                <a:buSzTx/>
                <a:buFontTx/>
                <a:buNone/>
                <a:tabLst/>
                <a:defRPr/>
              </a:pPr>
              <a:endParaRPr kumimoji="0" lang="en-US" sz="1000" b="0" i="0" u="none" strike="noStrike" kern="0" cap="none" spc="0" normalizeH="0" baseline="0" noProof="0">
                <a:ln>
                  <a:noFill/>
                </a:ln>
                <a:solidFill>
                  <a:srgbClr val="2C3846"/>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endParaRPr>
            </a:p>
          </p:txBody>
        </p:sp>
        <p:cxnSp>
          <p:nvCxnSpPr>
            <p:cNvPr id="79" name="Straight Connector 78">
              <a:extLst>
                <a:ext uri="{FF2B5EF4-FFF2-40B4-BE49-F238E27FC236}">
                  <a16:creationId xmlns:a16="http://schemas.microsoft.com/office/drawing/2014/main" id="{CF919F38-EB24-029E-E841-8F8947B89053}"/>
                </a:ext>
              </a:extLst>
            </p:cNvPr>
            <p:cNvCxnSpPr>
              <a:cxnSpLocks/>
              <a:stCxn id="78" idx="2"/>
              <a:endCxn id="69" idx="5"/>
            </p:cNvCxnSpPr>
            <p:nvPr/>
          </p:nvCxnSpPr>
          <p:spPr>
            <a:xfrm flipH="1" flipV="1">
              <a:off x="7160804" y="3366749"/>
              <a:ext cx="235222" cy="37049"/>
            </a:xfrm>
            <a:prstGeom prst="line">
              <a:avLst/>
            </a:prstGeom>
            <a:ln w="9525" cap="flat">
              <a:solidFill>
                <a:schemeClr val="accent3">
                  <a:lumMod val="50000"/>
                </a:schemeClr>
              </a:solidFill>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9AD63FC1-0C62-D8B5-38B5-2784559E1A0C}"/>
                </a:ext>
              </a:extLst>
            </p:cNvPr>
            <p:cNvCxnSpPr>
              <a:cxnSpLocks/>
              <a:stCxn id="54" idx="2"/>
              <a:endCxn id="69" idx="5"/>
            </p:cNvCxnSpPr>
            <p:nvPr/>
          </p:nvCxnSpPr>
          <p:spPr>
            <a:xfrm flipH="1" flipV="1">
              <a:off x="7160804" y="3366749"/>
              <a:ext cx="177092" cy="339591"/>
            </a:xfrm>
            <a:prstGeom prst="line">
              <a:avLst/>
            </a:prstGeom>
            <a:ln w="9525" cap="flat">
              <a:solidFill>
                <a:schemeClr val="accent3">
                  <a:lumMod val="50000"/>
                </a:schemeClr>
              </a:solidFill>
              <a:miter lim="800000"/>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2" name="Group 81">
            <a:extLst>
              <a:ext uri="{FF2B5EF4-FFF2-40B4-BE49-F238E27FC236}">
                <a16:creationId xmlns:a16="http://schemas.microsoft.com/office/drawing/2014/main" id="{8D110EB1-C8BB-2F0C-8E62-A81D0A9D2B2C}"/>
              </a:ext>
            </a:extLst>
          </p:cNvPr>
          <p:cNvGrpSpPr/>
          <p:nvPr/>
        </p:nvGrpSpPr>
        <p:grpSpPr>
          <a:xfrm>
            <a:off x="552451" y="1573126"/>
            <a:ext cx="5233105" cy="46038"/>
            <a:chOff x="552451" y="1573126"/>
            <a:chExt cx="5233105" cy="46038"/>
          </a:xfrm>
        </p:grpSpPr>
        <p:cxnSp>
          <p:nvCxnSpPr>
            <p:cNvPr id="83" name="Straight Connector 82">
              <a:extLst>
                <a:ext uri="{FF2B5EF4-FFF2-40B4-BE49-F238E27FC236}">
                  <a16:creationId xmlns:a16="http://schemas.microsoft.com/office/drawing/2014/main" id="{3F8D56A2-3649-B9C6-6B92-2160E0EB38D9}"/>
                </a:ext>
              </a:extLst>
            </p:cNvPr>
            <p:cNvCxnSpPr>
              <a:cxnSpLocks/>
            </p:cNvCxnSpPr>
            <p:nvPr/>
          </p:nvCxnSpPr>
          <p:spPr>
            <a:xfrm>
              <a:off x="577397" y="1604800"/>
              <a:ext cx="5208159"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CCA4BA33-0266-8E04-904D-1211C865132F}"/>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grpSp>
        <p:nvGrpSpPr>
          <p:cNvPr id="85" name="Group 84">
            <a:extLst>
              <a:ext uri="{FF2B5EF4-FFF2-40B4-BE49-F238E27FC236}">
                <a16:creationId xmlns:a16="http://schemas.microsoft.com/office/drawing/2014/main" id="{CE6863FF-783C-5323-25EB-EBEA2A78870D}"/>
              </a:ext>
            </a:extLst>
          </p:cNvPr>
          <p:cNvGrpSpPr/>
          <p:nvPr/>
        </p:nvGrpSpPr>
        <p:grpSpPr>
          <a:xfrm>
            <a:off x="6311900" y="1573126"/>
            <a:ext cx="5308600" cy="46038"/>
            <a:chOff x="6311900" y="1423953"/>
            <a:chExt cx="5308600" cy="46038"/>
          </a:xfrm>
        </p:grpSpPr>
        <p:cxnSp>
          <p:nvCxnSpPr>
            <p:cNvPr id="86" name="Straight Connector 85">
              <a:extLst>
                <a:ext uri="{FF2B5EF4-FFF2-40B4-BE49-F238E27FC236}">
                  <a16:creationId xmlns:a16="http://schemas.microsoft.com/office/drawing/2014/main" id="{6F4D7FA7-05DE-04C8-1B9C-64FF8BA4954B}"/>
                </a:ext>
              </a:extLst>
            </p:cNvPr>
            <p:cNvCxnSpPr>
              <a:cxnSpLocks/>
            </p:cNvCxnSpPr>
            <p:nvPr/>
          </p:nvCxnSpPr>
          <p:spPr>
            <a:xfrm>
              <a:off x="6337301" y="1455703"/>
              <a:ext cx="5283199"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59210856-F627-19E1-6113-E62D2A283D29}"/>
                </a:ext>
              </a:extLst>
            </p:cNvPr>
            <p:cNvSpPr/>
            <p:nvPr/>
          </p:nvSpPr>
          <p:spPr>
            <a:xfrm>
              <a:off x="6311900" y="1423953"/>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grpSp>
        <p:nvGrpSpPr>
          <p:cNvPr id="89" name="Group 88">
            <a:extLst>
              <a:ext uri="{FF2B5EF4-FFF2-40B4-BE49-F238E27FC236}">
                <a16:creationId xmlns:a16="http://schemas.microsoft.com/office/drawing/2014/main" id="{34736601-634C-40A9-162C-2D19E743DD42}"/>
              </a:ext>
            </a:extLst>
          </p:cNvPr>
          <p:cNvGrpSpPr/>
          <p:nvPr/>
        </p:nvGrpSpPr>
        <p:grpSpPr>
          <a:xfrm>
            <a:off x="747687" y="2555591"/>
            <a:ext cx="5037869" cy="901437"/>
            <a:chOff x="747687" y="2511992"/>
            <a:chExt cx="5037869" cy="901437"/>
          </a:xfrm>
        </p:grpSpPr>
        <p:grpSp>
          <p:nvGrpSpPr>
            <p:cNvPr id="90" name="Group 89">
              <a:extLst>
                <a:ext uri="{FF2B5EF4-FFF2-40B4-BE49-F238E27FC236}">
                  <a16:creationId xmlns:a16="http://schemas.microsoft.com/office/drawing/2014/main" id="{A92A78E0-0F1E-FDA2-3CB2-AEF4A3AA7578}"/>
                </a:ext>
              </a:extLst>
            </p:cNvPr>
            <p:cNvGrpSpPr/>
            <p:nvPr/>
          </p:nvGrpSpPr>
          <p:grpSpPr>
            <a:xfrm>
              <a:off x="1590359" y="2511992"/>
              <a:ext cx="4195197" cy="901437"/>
              <a:chOff x="732440" y="2386160"/>
              <a:chExt cx="4882381" cy="901437"/>
            </a:xfrm>
          </p:grpSpPr>
          <p:sp>
            <p:nvSpPr>
              <p:cNvPr id="92" name="TextBox 91">
                <a:extLst>
                  <a:ext uri="{FF2B5EF4-FFF2-40B4-BE49-F238E27FC236}">
                    <a16:creationId xmlns:a16="http://schemas.microsoft.com/office/drawing/2014/main" id="{3919DC7F-FC20-16F0-21C8-9236F932F2E2}"/>
                  </a:ext>
                </a:extLst>
              </p:cNvPr>
              <p:cNvSpPr txBox="1"/>
              <p:nvPr/>
            </p:nvSpPr>
            <p:spPr>
              <a:xfrm>
                <a:off x="732440" y="2386160"/>
                <a:ext cx="4860437" cy="271469"/>
              </a:xfrm>
              <a:prstGeom prst="rect">
                <a:avLst/>
              </a:prstGeom>
              <a:ln w="6350">
                <a:noFill/>
                <a:miter lim="800000"/>
              </a:ln>
            </p:spPr>
            <p:txBody>
              <a:bodyPr vert="horz" wrap="square" lIns="0" tIns="0" rIns="0" bIns="0" rtlCol="0" anchor="ctr">
                <a:noAutofit/>
              </a:bodyPr>
              <a:lstStyle/>
              <a:p>
                <a:pPr lvl="0">
                  <a:defRPr/>
                </a:pPr>
                <a:r>
                  <a:rPr lang="en-US" sz="1400" b="1">
                    <a:solidFill>
                      <a:srgbClr val="2C3846"/>
                    </a:solidFill>
                    <a:latin typeface="Calibri" panose="020F0502020204030204" pitchFamily="34" charset="0"/>
                    <a:cs typeface="Calibri" panose="020F0502020204030204" pitchFamily="34" charset="0"/>
                    <a:sym typeface="Calibri" panose="020F0502020204030204" pitchFamily="34" charset="0"/>
                  </a:rPr>
                  <a:t>Our Mission:</a:t>
                </a:r>
              </a:p>
            </p:txBody>
          </p:sp>
          <p:sp>
            <p:nvSpPr>
              <p:cNvPr id="93" name="TextBox 92">
                <a:extLst>
                  <a:ext uri="{FF2B5EF4-FFF2-40B4-BE49-F238E27FC236}">
                    <a16:creationId xmlns:a16="http://schemas.microsoft.com/office/drawing/2014/main" id="{8187E619-887A-2A81-93E4-C188E250E6C8}"/>
                  </a:ext>
                </a:extLst>
              </p:cNvPr>
              <p:cNvSpPr txBox="1"/>
              <p:nvPr/>
            </p:nvSpPr>
            <p:spPr>
              <a:xfrm>
                <a:off x="754384" y="2652187"/>
                <a:ext cx="4860437" cy="635410"/>
              </a:xfrm>
              <a:prstGeom prst="rect">
                <a:avLst/>
              </a:prstGeom>
              <a:ln w="6350">
                <a:noFill/>
                <a:miter lim="800000"/>
              </a:ln>
            </p:spPr>
            <p:txBody>
              <a:bodyPr vert="horz" wrap="square" lIns="0" tIns="0" rIns="0" bIns="0" rtlCol="0" anchor="t">
                <a:noAutofit/>
              </a:bodyPr>
              <a:lstStyle/>
              <a:p>
                <a:pPr>
                  <a:defRPr/>
                </a:pPr>
                <a:r>
                  <a:rPr lang="en-US" sz="1400" b="1">
                    <a:solidFill>
                      <a:srgbClr val="39BFC3"/>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Beat cancer </a:t>
                </a:r>
                <a:r>
                  <a:rPr lang="en-US" sz="1400">
                    <a:solidFill>
                      <a:srgbClr val="2C3846"/>
                    </a:solidFill>
                    <a:latin typeface="Calibri" panose="020F0502020204030204" pitchFamily="34" charset="0"/>
                    <a:cs typeface="Calibri" panose="020F0502020204030204" pitchFamily="34" charset="0"/>
                    <a:sym typeface="Calibri" panose="020F0502020204030204" pitchFamily="34" charset="0"/>
                  </a:rPr>
                  <a:t>with a highly qualified clinical staff and the most advanced technologies, with professionalism, integrity, humanism, and responsibility</a:t>
                </a:r>
                <a:endParaRPr lang="en-US" sz="1400" b="1">
                  <a:solidFill>
                    <a:srgbClr val="2C3846"/>
                  </a:solidFill>
                  <a:latin typeface="Calibri" panose="020F0502020204030204" pitchFamily="34" charset="0"/>
                  <a:cs typeface="Calibri" panose="020F0502020204030204" pitchFamily="34" charset="0"/>
                  <a:sym typeface="Calibri" panose="020F0502020204030204" pitchFamily="34" charset="0"/>
                </a:endParaRPr>
              </a:p>
            </p:txBody>
          </p:sp>
        </p:grpSp>
        <p:pic>
          <p:nvPicPr>
            <p:cNvPr id="91" name="Graphic 90">
              <a:extLst>
                <a:ext uri="{FF2B5EF4-FFF2-40B4-BE49-F238E27FC236}">
                  <a16:creationId xmlns:a16="http://schemas.microsoft.com/office/drawing/2014/main" id="{04B46EA2-1AF5-8817-B3B0-44559AE6F1CA}"/>
                </a:ext>
              </a:extLst>
            </p:cNvPr>
            <p:cNvPicPr>
              <a:picLocks noChangeAspect="1"/>
            </p:cNvPicPr>
            <p:nvPr/>
          </p:nvPicPr>
          <p:blipFill rotWithShape="1">
            <a:blip r:embed="rId7">
              <a:extLst>
                <a:ext uri="{96DAC541-7B7A-43D3-8B79-37D633B846F1}">
                  <asvg:svgBlip xmlns:asvg="http://schemas.microsoft.com/office/drawing/2016/SVG/main" r:embed="rId8"/>
                </a:ext>
              </a:extLst>
            </a:blip>
            <a:srcRect b="17065"/>
            <a:stretch>
              <a:fillRect/>
            </a:stretch>
          </p:blipFill>
          <p:spPr>
            <a:xfrm>
              <a:off x="747687" y="2589040"/>
              <a:ext cx="662940" cy="674762"/>
            </a:xfrm>
            <a:prstGeom prst="rect">
              <a:avLst/>
            </a:prstGeom>
          </p:spPr>
        </p:pic>
      </p:grpSp>
      <p:grpSp>
        <p:nvGrpSpPr>
          <p:cNvPr id="94" name="Group 93">
            <a:extLst>
              <a:ext uri="{FF2B5EF4-FFF2-40B4-BE49-F238E27FC236}">
                <a16:creationId xmlns:a16="http://schemas.microsoft.com/office/drawing/2014/main" id="{C0EF8E85-5FBC-0238-C701-EB36F24CE21B}"/>
              </a:ext>
            </a:extLst>
          </p:cNvPr>
          <p:cNvGrpSpPr/>
          <p:nvPr/>
        </p:nvGrpSpPr>
        <p:grpSpPr>
          <a:xfrm>
            <a:off x="666571" y="3879604"/>
            <a:ext cx="5118985" cy="892028"/>
            <a:chOff x="666571" y="3592771"/>
            <a:chExt cx="5118985" cy="892028"/>
          </a:xfrm>
        </p:grpSpPr>
        <p:grpSp>
          <p:nvGrpSpPr>
            <p:cNvPr id="95" name="Group 94">
              <a:extLst>
                <a:ext uri="{FF2B5EF4-FFF2-40B4-BE49-F238E27FC236}">
                  <a16:creationId xmlns:a16="http://schemas.microsoft.com/office/drawing/2014/main" id="{983EABC8-E1BA-8035-E42D-0351182A0E67}"/>
                </a:ext>
              </a:extLst>
            </p:cNvPr>
            <p:cNvGrpSpPr/>
            <p:nvPr/>
          </p:nvGrpSpPr>
          <p:grpSpPr>
            <a:xfrm>
              <a:off x="1590359" y="3676383"/>
              <a:ext cx="4195197" cy="724805"/>
              <a:chOff x="732440" y="2386160"/>
              <a:chExt cx="4882381" cy="724805"/>
            </a:xfrm>
          </p:grpSpPr>
          <p:sp>
            <p:nvSpPr>
              <p:cNvPr id="97" name="TextBox 96">
                <a:extLst>
                  <a:ext uri="{FF2B5EF4-FFF2-40B4-BE49-F238E27FC236}">
                    <a16:creationId xmlns:a16="http://schemas.microsoft.com/office/drawing/2014/main" id="{95657B7E-66B5-1136-0B17-DA7BD8DEDFA1}"/>
                  </a:ext>
                </a:extLst>
              </p:cNvPr>
              <p:cNvSpPr txBox="1"/>
              <p:nvPr/>
            </p:nvSpPr>
            <p:spPr>
              <a:xfrm>
                <a:off x="732440" y="2386160"/>
                <a:ext cx="4860437" cy="271469"/>
              </a:xfrm>
              <a:prstGeom prst="rect">
                <a:avLst/>
              </a:prstGeom>
              <a:ln w="6350">
                <a:noFill/>
                <a:miter lim="800000"/>
              </a:ln>
            </p:spPr>
            <p:txBody>
              <a:bodyPr vert="horz" wrap="square" lIns="0" tIns="0" rIns="0" bIns="0" rtlCol="0" anchor="ctr">
                <a:noAutofit/>
              </a:bodyPr>
              <a:lstStyle/>
              <a:p>
                <a:pPr lvl="0">
                  <a:defRPr/>
                </a:pPr>
                <a:r>
                  <a:rPr lang="en-US" sz="1400" b="1">
                    <a:solidFill>
                      <a:srgbClr val="2C3846"/>
                    </a:solidFill>
                    <a:latin typeface="Calibri" panose="020F0502020204030204" pitchFamily="34" charset="0"/>
                    <a:cs typeface="Calibri" panose="020F0502020204030204" pitchFamily="34" charset="0"/>
                    <a:sym typeface="Calibri" panose="020F0502020204030204" pitchFamily="34" charset="0"/>
                  </a:rPr>
                  <a:t>Our Vision:</a:t>
                </a:r>
              </a:p>
            </p:txBody>
          </p:sp>
          <p:sp>
            <p:nvSpPr>
              <p:cNvPr id="98" name="TextBox 97">
                <a:extLst>
                  <a:ext uri="{FF2B5EF4-FFF2-40B4-BE49-F238E27FC236}">
                    <a16:creationId xmlns:a16="http://schemas.microsoft.com/office/drawing/2014/main" id="{EA91DF39-5743-333F-E456-E77ABEB4999C}"/>
                  </a:ext>
                </a:extLst>
              </p:cNvPr>
              <p:cNvSpPr txBox="1"/>
              <p:nvPr/>
            </p:nvSpPr>
            <p:spPr>
              <a:xfrm>
                <a:off x="754383" y="2652187"/>
                <a:ext cx="4860438" cy="458778"/>
              </a:xfrm>
              <a:prstGeom prst="rect">
                <a:avLst/>
              </a:prstGeom>
              <a:ln w="6350">
                <a:noFill/>
                <a:miter lim="800000"/>
              </a:ln>
            </p:spPr>
            <p:txBody>
              <a:bodyPr vert="horz" wrap="square" lIns="0" tIns="0" rIns="0" bIns="0" rtlCol="0" anchor="t">
                <a:noAutofit/>
              </a:bodyPr>
              <a:lstStyle/>
              <a:p>
                <a:pPr>
                  <a:defRPr/>
                </a:pPr>
                <a:r>
                  <a:rPr lang="en-US" sz="1400" b="1">
                    <a:solidFill>
                      <a:srgbClr val="39BFC3"/>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To be a world reference in Oncology,</a:t>
                </a:r>
                <a:r>
                  <a:rPr lang="en-US" sz="1400">
                    <a:solidFill>
                      <a:srgbClr val="2C3846"/>
                    </a:solidFill>
                    <a:latin typeface="Calibri" panose="020F0502020204030204" pitchFamily="34" charset="0"/>
                    <a:cs typeface="Calibri" panose="020F0502020204030204" pitchFamily="34" charset="0"/>
                    <a:sym typeface="Calibri" panose="020F0502020204030204" pitchFamily="34" charset="0"/>
                  </a:rPr>
                  <a:t> by combining medical excellence with management competence</a:t>
                </a:r>
                <a:endParaRPr lang="en-US" sz="1400" b="1">
                  <a:solidFill>
                    <a:srgbClr val="2C3846"/>
                  </a:solidFill>
                  <a:latin typeface="Calibri" panose="020F0502020204030204" pitchFamily="34" charset="0"/>
                  <a:cs typeface="Calibri" panose="020F0502020204030204" pitchFamily="34" charset="0"/>
                  <a:sym typeface="Calibri" panose="020F0502020204030204" pitchFamily="34" charset="0"/>
                </a:endParaRPr>
              </a:p>
            </p:txBody>
          </p:sp>
        </p:grpSp>
        <p:pic>
          <p:nvPicPr>
            <p:cNvPr id="96" name="Graphic 95">
              <a:extLst>
                <a:ext uri="{FF2B5EF4-FFF2-40B4-BE49-F238E27FC236}">
                  <a16:creationId xmlns:a16="http://schemas.microsoft.com/office/drawing/2014/main" id="{88ADE6A4-03A0-FEC7-4EC6-26DD7CCE0FD4}"/>
                </a:ext>
              </a:extLst>
            </p:cNvPr>
            <p:cNvPicPr>
              <a:picLocks noChangeAspect="1"/>
            </p:cNvPicPr>
            <p:nvPr/>
          </p:nvPicPr>
          <p:blipFill rotWithShape="1">
            <a:blip r:embed="rId9">
              <a:extLst>
                <a:ext uri="{96DAC541-7B7A-43D3-8B79-37D633B846F1}">
                  <asvg:svgBlip xmlns:asvg="http://schemas.microsoft.com/office/drawing/2016/SVG/main" r:embed="rId10"/>
                </a:ext>
              </a:extLst>
            </a:blip>
            <a:srcRect b="11916"/>
            <a:stretch>
              <a:fillRect/>
            </a:stretch>
          </p:blipFill>
          <p:spPr>
            <a:xfrm>
              <a:off x="666571" y="3592771"/>
              <a:ext cx="825172" cy="892028"/>
            </a:xfrm>
            <a:prstGeom prst="rect">
              <a:avLst/>
            </a:prstGeom>
          </p:spPr>
        </p:pic>
      </p:grpSp>
      <p:cxnSp>
        <p:nvCxnSpPr>
          <p:cNvPr id="99" name="Straight Connector 98">
            <a:extLst>
              <a:ext uri="{FF2B5EF4-FFF2-40B4-BE49-F238E27FC236}">
                <a16:creationId xmlns:a16="http://schemas.microsoft.com/office/drawing/2014/main" id="{FC08DA05-39BA-72B6-59FE-B94043407C87}"/>
              </a:ext>
            </a:extLst>
          </p:cNvPr>
          <p:cNvCxnSpPr>
            <a:cxnSpLocks/>
          </p:cNvCxnSpPr>
          <p:nvPr/>
        </p:nvCxnSpPr>
        <p:spPr>
          <a:xfrm>
            <a:off x="802754" y="3668316"/>
            <a:ext cx="4927735" cy="0"/>
          </a:xfrm>
          <a:prstGeom prst="line">
            <a:avLst/>
          </a:prstGeom>
          <a:ln>
            <a:tailEnd type="none"/>
          </a:ln>
        </p:spPr>
        <p:style>
          <a:lnRef idx="1">
            <a:schemeClr val="accent3"/>
          </a:lnRef>
          <a:fillRef idx="0">
            <a:schemeClr val="accent3"/>
          </a:fillRef>
          <a:effectRef idx="0">
            <a:schemeClr val="accent3"/>
          </a:effectRef>
          <a:fontRef idx="minor">
            <a:schemeClr val="tx1"/>
          </a:fontRef>
        </p:style>
      </p:cxnSp>
      <p:sp>
        <p:nvSpPr>
          <p:cNvPr id="100" name="2. Slide Title">
            <a:extLst>
              <a:ext uri="{FF2B5EF4-FFF2-40B4-BE49-F238E27FC236}">
                <a16:creationId xmlns:a16="http://schemas.microsoft.com/office/drawing/2014/main" id="{54B04801-4C9E-2E82-8B7A-FB1D7E22727F}"/>
              </a:ext>
            </a:extLst>
          </p:cNvPr>
          <p:cNvSpPr txBox="1">
            <a:spLocks/>
          </p:cNvSpPr>
          <p:nvPr>
            <p:custDataLst>
              <p:tags r:id="rId2"/>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err="1">
                <a:solidFill>
                  <a:srgbClr val="0A0A0A"/>
                </a:solidFill>
                <a:latin typeface="Georgia" panose="02040502050405020303" pitchFamily="18" charset="0"/>
                <a:cs typeface="Arial" panose="020B0604020202020204" pitchFamily="34" charset="0"/>
              </a:rPr>
              <a:t>OncoClínicas</a:t>
            </a:r>
            <a:r>
              <a:rPr lang="en-US" sz="2600">
                <a:solidFill>
                  <a:srgbClr val="0A0A0A"/>
                </a:solidFill>
                <a:latin typeface="Georgia" panose="02040502050405020303" pitchFamily="18" charset="0"/>
                <a:cs typeface="Arial" panose="020B0604020202020204" pitchFamily="34" charset="0"/>
              </a:rPr>
              <a:t> KSA </a:t>
            </a:r>
            <a:r>
              <a:rPr lang="en-US" sz="2600" b="0">
                <a:solidFill>
                  <a:srgbClr val="0A0A0A"/>
                </a:solidFill>
                <a:latin typeface="Georgia" panose="02040502050405020303" pitchFamily="18" charset="0"/>
                <a:cs typeface="Arial" panose="020B0604020202020204" pitchFamily="34" charset="0"/>
              </a:rPr>
              <a:t>is on the road to build the largest oncology network in KSA with a hub and spoke model, starting with Riyadh</a:t>
            </a:r>
          </a:p>
        </p:txBody>
      </p:sp>
      <p:grpSp>
        <p:nvGrpSpPr>
          <p:cNvPr id="101" name="Group 100">
            <a:extLst>
              <a:ext uri="{FF2B5EF4-FFF2-40B4-BE49-F238E27FC236}">
                <a16:creationId xmlns:a16="http://schemas.microsoft.com/office/drawing/2014/main" id="{C71B62CB-69D1-CB6F-C216-CE3EFCCB6991}"/>
              </a:ext>
            </a:extLst>
          </p:cNvPr>
          <p:cNvGrpSpPr/>
          <p:nvPr/>
        </p:nvGrpSpPr>
        <p:grpSpPr>
          <a:xfrm>
            <a:off x="-897410" y="279546"/>
            <a:ext cx="338328" cy="3872943"/>
            <a:chOff x="-460920" y="279546"/>
            <a:chExt cx="338328" cy="3872943"/>
          </a:xfrm>
        </p:grpSpPr>
        <p:sp>
          <p:nvSpPr>
            <p:cNvPr id="102" name="Google Shape;139;p2">
              <a:extLst>
                <a:ext uri="{FF2B5EF4-FFF2-40B4-BE49-F238E27FC236}">
                  <a16:creationId xmlns:a16="http://schemas.microsoft.com/office/drawing/2014/main" id="{672FDF20-EAE3-A93D-9645-3132D4514019}"/>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03" name="Google Shape;140;p2">
              <a:extLst>
                <a:ext uri="{FF2B5EF4-FFF2-40B4-BE49-F238E27FC236}">
                  <a16:creationId xmlns:a16="http://schemas.microsoft.com/office/drawing/2014/main" id="{7647F47B-0929-8EE9-4137-F51E9B441D9D}"/>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04" name="Google Shape;141;p2">
              <a:extLst>
                <a:ext uri="{FF2B5EF4-FFF2-40B4-BE49-F238E27FC236}">
                  <a16:creationId xmlns:a16="http://schemas.microsoft.com/office/drawing/2014/main" id="{6942803A-98D4-D370-31C0-83E21C6C6319}"/>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05" name="Google Shape;142;p2">
              <a:extLst>
                <a:ext uri="{FF2B5EF4-FFF2-40B4-BE49-F238E27FC236}">
                  <a16:creationId xmlns:a16="http://schemas.microsoft.com/office/drawing/2014/main" id="{706BA6A9-AB52-D8C4-39E0-C9EBE347C3F5}"/>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06" name="Google Shape;143;p2">
              <a:extLst>
                <a:ext uri="{FF2B5EF4-FFF2-40B4-BE49-F238E27FC236}">
                  <a16:creationId xmlns:a16="http://schemas.microsoft.com/office/drawing/2014/main" id="{E4A954C0-D337-53F6-9EF4-2FBE2C833421}"/>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07" name="Google Shape;147;p2">
              <a:extLst>
                <a:ext uri="{FF2B5EF4-FFF2-40B4-BE49-F238E27FC236}">
                  <a16:creationId xmlns:a16="http://schemas.microsoft.com/office/drawing/2014/main" id="{65EAD33A-AED2-3F44-E008-B3551E369A84}"/>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08" name="Google Shape;151;p2">
              <a:extLst>
                <a:ext uri="{FF2B5EF4-FFF2-40B4-BE49-F238E27FC236}">
                  <a16:creationId xmlns:a16="http://schemas.microsoft.com/office/drawing/2014/main" id="{8EA647A9-51F8-717E-ACE7-0D4863D47C58}"/>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09" name="Google Shape;147;p2">
              <a:extLst>
                <a:ext uri="{FF2B5EF4-FFF2-40B4-BE49-F238E27FC236}">
                  <a16:creationId xmlns:a16="http://schemas.microsoft.com/office/drawing/2014/main" id="{BAA165C6-117A-0E68-C1D4-2AB4D3226294}"/>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grpSp>
        <p:nvGrpSpPr>
          <p:cNvPr id="110" name="Group 109">
            <a:extLst>
              <a:ext uri="{FF2B5EF4-FFF2-40B4-BE49-F238E27FC236}">
                <a16:creationId xmlns:a16="http://schemas.microsoft.com/office/drawing/2014/main" id="{96526F04-FD44-267E-46B3-C9E570EB4FDD}"/>
              </a:ext>
            </a:extLst>
          </p:cNvPr>
          <p:cNvGrpSpPr/>
          <p:nvPr/>
        </p:nvGrpSpPr>
        <p:grpSpPr>
          <a:xfrm>
            <a:off x="15130" y="47516"/>
            <a:ext cx="171132" cy="228600"/>
            <a:chOff x="0" y="49329"/>
            <a:chExt cx="171132" cy="228600"/>
          </a:xfrm>
        </p:grpSpPr>
        <p:cxnSp>
          <p:nvCxnSpPr>
            <p:cNvPr id="112" name="Straight Connector 111">
              <a:extLst>
                <a:ext uri="{FF2B5EF4-FFF2-40B4-BE49-F238E27FC236}">
                  <a16:creationId xmlns:a16="http://schemas.microsoft.com/office/drawing/2014/main" id="{6F5B007C-F22F-5D2A-1272-D4F2E4D12285}"/>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3" name="Rectangle: Rounded Corners 112">
              <a:extLst>
                <a:ext uri="{FF2B5EF4-FFF2-40B4-BE49-F238E27FC236}">
                  <a16:creationId xmlns:a16="http://schemas.microsoft.com/office/drawing/2014/main" id="{89C69BEC-2711-5457-6AC3-A8D2367965D8}"/>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14" name="Google Shape;1129;p23">
            <a:extLst>
              <a:ext uri="{FF2B5EF4-FFF2-40B4-BE49-F238E27FC236}">
                <a16:creationId xmlns:a16="http://schemas.microsoft.com/office/drawing/2014/main" id="{B015ED31-0D81-F907-1F57-2E05C2C10ACF}"/>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Business Overview</a:t>
            </a:r>
            <a:endParaRPr lang="en-US">
              <a:solidFill>
                <a:schemeClr val="bg1"/>
              </a:solidFill>
              <a:latin typeface="Calibri"/>
              <a:ea typeface="Calibri"/>
              <a:cs typeface="Calibri"/>
            </a:endParaRPr>
          </a:p>
        </p:txBody>
      </p:sp>
      <p:pic>
        <p:nvPicPr>
          <p:cNvPr id="51" name="Picture 50" descr="A black background with white text&#10;&#10;AI-generated content may be incorrect.">
            <a:extLst>
              <a:ext uri="{FF2B5EF4-FFF2-40B4-BE49-F238E27FC236}">
                <a16:creationId xmlns:a16="http://schemas.microsoft.com/office/drawing/2014/main" id="{B5F53C0A-6E5D-F507-2055-9F4A9391E531}"/>
              </a:ext>
            </a:extLst>
          </p:cNvPr>
          <p:cNvPicPr>
            <a:picLocks noChangeAspect="1"/>
          </p:cNvPicPr>
          <p:nvPr/>
        </p:nvPicPr>
        <p:blipFill>
          <a:blip r:embed="rId11">
            <a:extLst>
              <a:ext uri="{28A0092B-C50C-407E-A947-70E740481C1C}">
                <a14:useLocalDpi xmlns:a14="http://schemas.microsoft.com/office/drawing/2010/main" val="0"/>
              </a:ext>
            </a:extLst>
          </a:blip>
          <a:srcRect b="48295"/>
          <a:stretch>
            <a:fillRect/>
          </a:stretch>
        </p:blipFill>
        <p:spPr>
          <a:xfrm>
            <a:off x="913761" y="1749188"/>
            <a:ext cx="4124924" cy="659001"/>
          </a:xfrm>
          <a:prstGeom prst="rect">
            <a:avLst/>
          </a:prstGeom>
        </p:spPr>
      </p:pic>
    </p:spTree>
    <p:extLst>
      <p:ext uri="{BB962C8B-B14F-4D97-AF65-F5344CB8AC3E}">
        <p14:creationId xmlns:p14="http://schemas.microsoft.com/office/powerpoint/2010/main" val="103584773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07A981C-5A8D-F9CA-33E7-46CEC991E99B}"/>
              </a:ext>
            </a:extLst>
          </p:cNvPr>
          <p:cNvSpPr>
            <a:spLocks noGrp="1"/>
          </p:cNvSpPr>
          <p:nvPr>
            <p:ph type="sldNum" sz="quarter" idx="12"/>
          </p:nvPr>
        </p:nvSpPr>
        <p:spPr/>
        <p:txBody>
          <a:bodyPr/>
          <a:lstStyle/>
          <a:p>
            <a:fld id="{8E1CF2E5-4A16-4FBD-9713-265FD1DAAE65}" type="slidenum">
              <a:rPr lang="en-US" smtClean="0"/>
              <a:t>13</a:t>
            </a:fld>
            <a:endParaRPr lang="en-US"/>
          </a:p>
        </p:txBody>
      </p:sp>
      <p:graphicFrame>
        <p:nvGraphicFramePr>
          <p:cNvPr id="12" name="Table 12">
            <a:extLst>
              <a:ext uri="{FF2B5EF4-FFF2-40B4-BE49-F238E27FC236}">
                <a16:creationId xmlns:a16="http://schemas.microsoft.com/office/drawing/2014/main" id="{F63B3001-F27C-3E3D-7B9E-142D0B2FBE89}"/>
              </a:ext>
            </a:extLst>
          </p:cNvPr>
          <p:cNvGraphicFramePr>
            <a:graphicFrameLocks noGrp="1"/>
          </p:cNvGraphicFramePr>
          <p:nvPr>
            <p:extLst>
              <p:ext uri="{D42A27DB-BD31-4B8C-83A1-F6EECF244321}">
                <p14:modId xmlns:p14="http://schemas.microsoft.com/office/powerpoint/2010/main" val="3388440206"/>
              </p:ext>
            </p:extLst>
          </p:nvPr>
        </p:nvGraphicFramePr>
        <p:xfrm>
          <a:off x="569580" y="1537873"/>
          <a:ext cx="11050920" cy="4740295"/>
        </p:xfrm>
        <a:graphic>
          <a:graphicData uri="http://schemas.openxmlformats.org/drawingml/2006/table">
            <a:tbl>
              <a:tblPr firstRow="1" bandRow="1">
                <a:tableStyleId>{2D5ABB26-0587-4C30-8999-92F81FD0307C}</a:tableStyleId>
              </a:tblPr>
              <a:tblGrid>
                <a:gridCol w="2762730">
                  <a:extLst>
                    <a:ext uri="{9D8B030D-6E8A-4147-A177-3AD203B41FA5}">
                      <a16:colId xmlns:a16="http://schemas.microsoft.com/office/drawing/2014/main" val="1046632582"/>
                    </a:ext>
                  </a:extLst>
                </a:gridCol>
                <a:gridCol w="1986139">
                  <a:extLst>
                    <a:ext uri="{9D8B030D-6E8A-4147-A177-3AD203B41FA5}">
                      <a16:colId xmlns:a16="http://schemas.microsoft.com/office/drawing/2014/main" val="2088164874"/>
                    </a:ext>
                  </a:extLst>
                </a:gridCol>
                <a:gridCol w="2463282">
                  <a:extLst>
                    <a:ext uri="{9D8B030D-6E8A-4147-A177-3AD203B41FA5}">
                      <a16:colId xmlns:a16="http://schemas.microsoft.com/office/drawing/2014/main" val="1344022445"/>
                    </a:ext>
                  </a:extLst>
                </a:gridCol>
                <a:gridCol w="3838769">
                  <a:extLst>
                    <a:ext uri="{9D8B030D-6E8A-4147-A177-3AD203B41FA5}">
                      <a16:colId xmlns:a16="http://schemas.microsoft.com/office/drawing/2014/main" val="1062723354"/>
                    </a:ext>
                  </a:extLst>
                </a:gridCol>
              </a:tblGrid>
              <a:tr h="375871">
                <a:tc>
                  <a:txBody>
                    <a:bodyPr/>
                    <a:lstStyle/>
                    <a:p>
                      <a:pPr marL="0" algn="l" defTabSz="914400" rtl="0" eaLnBrk="1" latinLnBrk="0" hangingPunct="1"/>
                      <a:r>
                        <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rPr>
                        <a:t>Name</a:t>
                      </a:r>
                    </a:p>
                  </a:txBody>
                  <a:tcPr marL="914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914400" rtl="0" eaLnBrk="1" latinLnBrk="0" hangingPunct="1"/>
                      <a:r>
                        <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rPr>
                        <a:t>Designation</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914400" rtl="0" eaLnBrk="1" latinLnBrk="0" hangingPunct="1"/>
                      <a:r>
                        <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rPr>
                        <a:t>Organization</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914400" rtl="0" eaLnBrk="1" latinLnBrk="0" hangingPunct="1"/>
                      <a:r>
                        <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rPr>
                        <a:t>Notable Details</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6467721"/>
                  </a:ext>
                </a:extLst>
              </a:tr>
              <a:tr h="727404">
                <a:tc>
                  <a:txBody>
                    <a:bodyPr/>
                    <a:lstStyle/>
                    <a:p>
                      <a:r>
                        <a:rPr kumimoji="0" lang="en-US" sz="1400" b="1" i="0" u="none" strike="noStrike" kern="1200" cap="none" spc="0" normalizeH="0" baseline="0">
                          <a:ln>
                            <a:noFill/>
                          </a:ln>
                          <a:solidFill>
                            <a:srgbClr val="2C3846"/>
                          </a:solidFill>
                          <a:effectLst/>
                          <a:uLnTx/>
                          <a:uFillTx/>
                          <a:latin typeface="Calibri" panose="020F0502020204030204" pitchFamily="34" charset="0"/>
                          <a:cs typeface="Calibri" panose="020F0502020204030204" pitchFamily="34" charset="0"/>
                        </a:rPr>
                        <a:t>Dr. Mohammed Al </a:t>
                      </a:r>
                      <a:r>
                        <a:rPr kumimoji="0" lang="en-US" sz="1400" b="1" i="0" u="none" strike="noStrike" kern="1200" cap="none" spc="0" normalizeH="0" baseline="0" err="1">
                          <a:ln>
                            <a:noFill/>
                          </a:ln>
                          <a:solidFill>
                            <a:srgbClr val="2C3846"/>
                          </a:solidFill>
                          <a:effectLst/>
                          <a:uLnTx/>
                          <a:uFillTx/>
                          <a:latin typeface="Calibri" panose="020F0502020204030204" pitchFamily="34" charset="0"/>
                          <a:cs typeface="Calibri" panose="020F0502020204030204" pitchFamily="34" charset="0"/>
                        </a:rPr>
                        <a:t>Otaibi</a:t>
                      </a:r>
                      <a:endParaRPr kumimoji="0" lang="en-US" sz="1400" b="1" i="0" u="none" strike="noStrike" kern="1200" cap="none" spc="0" normalizeH="0" baseline="0">
                        <a:ln>
                          <a:noFill/>
                        </a:ln>
                        <a:solidFill>
                          <a:srgbClr val="2C3846"/>
                        </a:solidFill>
                        <a:effectLst/>
                        <a:uLnTx/>
                        <a:uFillTx/>
                        <a:latin typeface="Calibri" panose="020F0502020204030204" pitchFamily="34" charset="0"/>
                        <a:cs typeface="Calibri" panose="020F0502020204030204" pitchFamily="34" charset="0"/>
                      </a:endParaRPr>
                    </a:p>
                  </a:txBody>
                  <a:tcPr marL="914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CEO</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err="1">
                          <a:solidFill>
                            <a:srgbClr val="2C3846"/>
                          </a:solidFill>
                        </a:rPr>
                        <a:t>Oncoclínicas</a:t>
                      </a:r>
                      <a:endParaRPr lang="en-US" sz="1400">
                        <a:solidFill>
                          <a:srgbClr val="2C3846"/>
                        </a:solidFill>
                      </a:endParaRP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Former Deputy CEO at KFSH&amp;RC with 16+ years in healthcare</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2908435"/>
                  </a:ext>
                </a:extLst>
              </a:tr>
              <a:tr h="727404">
                <a:tc>
                  <a:txBody>
                    <a:bodyPr/>
                    <a:lstStyle/>
                    <a:p>
                      <a:pPr marL="0" algn="l" defTabSz="914400" rtl="0" eaLnBrk="1" latinLnBrk="0" hangingPunct="1"/>
                      <a:r>
                        <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rPr>
                        <a:t>Dr. Bruno Ferrari</a:t>
                      </a:r>
                    </a:p>
                  </a:txBody>
                  <a:tcPr marL="914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Founder &amp; Group CEO </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err="1">
                          <a:solidFill>
                            <a:srgbClr val="2C3846"/>
                          </a:solidFill>
                        </a:rPr>
                        <a:t>Oncoclínicas</a:t>
                      </a:r>
                      <a:endParaRPr lang="en-US" sz="1400">
                        <a:solidFill>
                          <a:srgbClr val="2C3846"/>
                        </a:solidFill>
                      </a:endParaRP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Oncologist and founding CEO; board member since 2010</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7787515"/>
                  </a:ext>
                </a:extLst>
              </a:tr>
              <a:tr h="727404">
                <a:tc>
                  <a:txBody>
                    <a:bodyPr/>
                    <a:lstStyle/>
                    <a:p>
                      <a:pPr marL="0" algn="l" defTabSz="914400" rtl="0" eaLnBrk="1" latinLnBrk="0" hangingPunct="1"/>
                      <a:r>
                        <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rPr>
                        <a:t>Joas Carlos Padin</a:t>
                      </a:r>
                    </a:p>
                  </a:txBody>
                  <a:tcPr marL="914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Board Member</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err="1">
                          <a:solidFill>
                            <a:srgbClr val="2C3846"/>
                          </a:solidFill>
                        </a:rPr>
                        <a:t>Oncoclínicas</a:t>
                      </a:r>
                      <a:endParaRPr lang="en-US" sz="1400">
                        <a:solidFill>
                          <a:srgbClr val="2C3846"/>
                        </a:solidFill>
                      </a:endParaRP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CSO since 2024; former VP Goldman Sachs</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3779007"/>
                  </a:ext>
                </a:extLst>
              </a:tr>
              <a:tr h="727404">
                <a:tc>
                  <a:txBody>
                    <a:bodyPr/>
                    <a:lstStyle/>
                    <a:p>
                      <a:pPr marL="0" algn="l" defTabSz="914400" rtl="0" eaLnBrk="1" latinLnBrk="0" hangingPunct="1"/>
                      <a:r>
                        <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rPr>
                        <a:t>Ziad </a:t>
                      </a:r>
                      <a:r>
                        <a:rPr kumimoji="0" lang="en-US" sz="1400" b="1" i="0" u="none" strike="noStrike" kern="1200" cap="none" spc="0" normalizeH="0" baseline="0" err="1">
                          <a:ln>
                            <a:noFill/>
                          </a:ln>
                          <a:solidFill>
                            <a:srgbClr val="2C3846"/>
                          </a:solidFill>
                          <a:effectLst/>
                          <a:uLnTx/>
                          <a:uFillTx/>
                          <a:latin typeface="Calibri" panose="020F0502020204030204" pitchFamily="34" charset="0"/>
                          <a:ea typeface="+mn-ea"/>
                          <a:cs typeface="Calibri" panose="020F0502020204030204" pitchFamily="34" charset="0"/>
                        </a:rPr>
                        <a:t>Altunisi</a:t>
                      </a:r>
                      <a:endPar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endParaRPr>
                    </a:p>
                  </a:txBody>
                  <a:tcPr marL="914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Group CEO</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Al </a:t>
                      </a:r>
                      <a:r>
                        <a:rPr lang="en-US" sz="1400" err="1">
                          <a:solidFill>
                            <a:srgbClr val="2C3846"/>
                          </a:solidFill>
                        </a:rPr>
                        <a:t>Faisaliah</a:t>
                      </a:r>
                      <a:r>
                        <a:rPr lang="en-US" sz="1400">
                          <a:solidFill>
                            <a:srgbClr val="2C3846"/>
                          </a:solidFill>
                        </a:rPr>
                        <a:t> Group</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CEO since 2017; former CFO and COO. Led major M&amp;As and launched AFG Capital</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8678290"/>
                  </a:ext>
                </a:extLst>
              </a:tr>
              <a:tr h="727404">
                <a:tc>
                  <a:txBody>
                    <a:bodyPr/>
                    <a:lstStyle/>
                    <a:p>
                      <a:pPr marL="0" algn="l" defTabSz="914400" rtl="0" eaLnBrk="1" latinLnBrk="0" hangingPunct="1"/>
                      <a:r>
                        <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rPr>
                        <a:t>Alejandro Carbon</a:t>
                      </a:r>
                    </a:p>
                  </a:txBody>
                  <a:tcPr marL="914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Head of Strategy &amp; Board Member</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Al </a:t>
                      </a:r>
                      <a:r>
                        <a:rPr lang="en-US" sz="1400" err="1">
                          <a:solidFill>
                            <a:srgbClr val="2C3846"/>
                          </a:solidFill>
                        </a:rPr>
                        <a:t>Faisaliah</a:t>
                      </a:r>
                      <a:r>
                        <a:rPr lang="en-US" sz="1400">
                          <a:solidFill>
                            <a:srgbClr val="2C3846"/>
                          </a:solidFill>
                        </a:rPr>
                        <a:t> Group</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CPO since 2018; with 17+ years of experience in strategy and advisory</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8997683"/>
                  </a:ext>
                </a:extLst>
              </a:tr>
              <a:tr h="727404">
                <a:tc>
                  <a:txBody>
                    <a:bodyPr/>
                    <a:lstStyle/>
                    <a:p>
                      <a:pPr marL="0" algn="l" defTabSz="914400" rtl="0" eaLnBrk="1" latinLnBrk="0" hangingPunct="1"/>
                      <a:r>
                        <a:rPr kumimoji="0" lang="en-US" sz="1400" b="1" i="0" u="none" strike="noStrike" kern="1200" cap="none" spc="0" normalizeH="0" baseline="0">
                          <a:ln>
                            <a:noFill/>
                          </a:ln>
                          <a:solidFill>
                            <a:srgbClr val="2C3846"/>
                          </a:solidFill>
                          <a:effectLst/>
                          <a:uLnTx/>
                          <a:uFillTx/>
                          <a:latin typeface="Calibri" panose="020F0502020204030204" pitchFamily="34" charset="0"/>
                          <a:ea typeface="+mn-ea"/>
                          <a:cs typeface="Calibri" panose="020F0502020204030204" pitchFamily="34" charset="0"/>
                        </a:rPr>
                        <a:t>Otto Metzger</a:t>
                      </a:r>
                    </a:p>
                  </a:txBody>
                  <a:tcPr marL="914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Medical Oncologist</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Dana-Farber Cancer Institute</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400">
                          <a:solidFill>
                            <a:srgbClr val="2C3846"/>
                          </a:solidFill>
                        </a:rPr>
                        <a:t>Breast cancer specialist focused on invasive lobular carcinoma; leading research since 2012</a:t>
                      </a:r>
                    </a:p>
                  </a:txBody>
                  <a:tcPr marL="2743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2107997"/>
                  </a:ext>
                </a:extLst>
              </a:tr>
            </a:tbl>
          </a:graphicData>
        </a:graphic>
      </p:graphicFrame>
      <p:pic>
        <p:nvPicPr>
          <p:cNvPr id="36" name="Picture 35">
            <a:extLst>
              <a:ext uri="{FF2B5EF4-FFF2-40B4-BE49-F238E27FC236}">
                <a16:creationId xmlns:a16="http://schemas.microsoft.com/office/drawing/2014/main" id="{9C813B75-AFC1-7B5A-6A7A-254D65F6D0FD}"/>
              </a:ext>
            </a:extLst>
          </p:cNvPr>
          <p:cNvPicPr>
            <a:picLocks noChangeAspect="1"/>
          </p:cNvPicPr>
          <p:nvPr/>
        </p:nvPicPr>
        <p:blipFill>
          <a:blip r:embed="rId4" cstate="screen">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a:ext>
            </a:extLst>
          </a:blip>
          <a:stretch>
            <a:fillRect/>
          </a:stretch>
        </p:blipFill>
        <p:spPr>
          <a:xfrm>
            <a:off x="654685" y="2007150"/>
            <a:ext cx="548640" cy="548640"/>
          </a:xfrm>
          <a:prstGeom prst="ellipse">
            <a:avLst/>
          </a:prstGeom>
          <a:ln>
            <a:solidFill>
              <a:srgbClr val="17B2AF"/>
            </a:solidFill>
          </a:ln>
        </p:spPr>
      </p:pic>
      <p:pic>
        <p:nvPicPr>
          <p:cNvPr id="38" name="Picture 37">
            <a:extLst>
              <a:ext uri="{FF2B5EF4-FFF2-40B4-BE49-F238E27FC236}">
                <a16:creationId xmlns:a16="http://schemas.microsoft.com/office/drawing/2014/main" id="{B9DD26EC-C983-78DA-413E-1D1EE7027C6B}"/>
              </a:ext>
            </a:extLst>
          </p:cNvPr>
          <p:cNvPicPr>
            <a:picLocks noChangeAspect="1"/>
          </p:cNvPicPr>
          <p:nvPr/>
        </p:nvPicPr>
        <p:blipFill>
          <a:blip r:embed="rId6">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rcRect l="8531" t="6063" r="13666" b="16134"/>
          <a:stretch>
            <a:fillRect/>
          </a:stretch>
        </p:blipFill>
        <p:spPr>
          <a:xfrm>
            <a:off x="654685" y="4918059"/>
            <a:ext cx="548640" cy="548640"/>
          </a:xfrm>
          <a:prstGeom prst="ellipse">
            <a:avLst/>
          </a:prstGeom>
          <a:ln>
            <a:solidFill>
              <a:srgbClr val="17B2AF"/>
            </a:solidFill>
          </a:ln>
        </p:spPr>
      </p:pic>
      <p:pic>
        <p:nvPicPr>
          <p:cNvPr id="39" name="Picture 38">
            <a:extLst>
              <a:ext uri="{FF2B5EF4-FFF2-40B4-BE49-F238E27FC236}">
                <a16:creationId xmlns:a16="http://schemas.microsoft.com/office/drawing/2014/main" id="{059C236B-1406-AFB2-E4FB-94B3FFBD204A}"/>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654685" y="2743918"/>
            <a:ext cx="548640" cy="548640"/>
          </a:xfrm>
          <a:prstGeom prst="ellipse">
            <a:avLst/>
          </a:prstGeom>
          <a:ln>
            <a:solidFill>
              <a:srgbClr val="17B2AF"/>
            </a:solidFill>
          </a:ln>
        </p:spPr>
      </p:pic>
      <p:pic>
        <p:nvPicPr>
          <p:cNvPr id="40" name="Picture 39">
            <a:extLst>
              <a:ext uri="{FF2B5EF4-FFF2-40B4-BE49-F238E27FC236}">
                <a16:creationId xmlns:a16="http://schemas.microsoft.com/office/drawing/2014/main" id="{05C1F601-E8BC-FA8C-321F-2DCFA2724577}"/>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654685" y="4197649"/>
            <a:ext cx="548640" cy="548640"/>
          </a:xfrm>
          <a:prstGeom prst="ellipse">
            <a:avLst/>
          </a:prstGeom>
          <a:ln>
            <a:solidFill>
              <a:srgbClr val="17B2AF"/>
            </a:solidFill>
          </a:ln>
        </p:spPr>
      </p:pic>
      <p:sp>
        <p:nvSpPr>
          <p:cNvPr id="17" name="Line 15">
            <a:extLst>
              <a:ext uri="{FF2B5EF4-FFF2-40B4-BE49-F238E27FC236}">
                <a16:creationId xmlns:a16="http://schemas.microsoft.com/office/drawing/2014/main" id="{FEB60D6A-10CA-4EE1-0BC3-8EA72F4701B9}"/>
              </a:ext>
            </a:extLst>
          </p:cNvPr>
          <p:cNvSpPr>
            <a:spLocks noChangeShapeType="1"/>
          </p:cNvSpPr>
          <p:nvPr>
            <p:custDataLst>
              <p:tags r:id="rId1"/>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071A8D1A-0518-A70B-010E-C6F5BE72794E}"/>
              </a:ext>
            </a:extLst>
          </p:cNvPr>
          <p:cNvSpPr txBox="1"/>
          <p:nvPr/>
        </p:nvSpPr>
        <p:spPr>
          <a:xfrm>
            <a:off x="594526" y="1291652"/>
            <a:ext cx="5095615" cy="246221"/>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lang="en-US" b="1">
                <a:solidFill>
                  <a:srgbClr val="2C3846"/>
                </a:solidFill>
                <a:latin typeface="+mn-lt"/>
                <a:ea typeface="Calibri" panose="020F0502020204030204" pitchFamily="34" charset="0"/>
                <a:cs typeface="Calibri" panose="020F0502020204030204" pitchFamily="34" charset="0"/>
                <a:sym typeface="Calibri" panose="020F0502020204030204" pitchFamily="34" charset="0"/>
              </a:rPr>
              <a:t>Our Team:</a:t>
            </a:r>
            <a:endParaRPr kumimoji="0" lang="en-GB" sz="1600" b="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grpSp>
        <p:nvGrpSpPr>
          <p:cNvPr id="14" name="Group 13">
            <a:extLst>
              <a:ext uri="{FF2B5EF4-FFF2-40B4-BE49-F238E27FC236}">
                <a16:creationId xmlns:a16="http://schemas.microsoft.com/office/drawing/2014/main" id="{9C3BB122-C1A8-15FA-2C2A-61BAF42D8BDC}"/>
              </a:ext>
            </a:extLst>
          </p:cNvPr>
          <p:cNvGrpSpPr/>
          <p:nvPr/>
        </p:nvGrpSpPr>
        <p:grpSpPr>
          <a:xfrm>
            <a:off x="552451" y="1852526"/>
            <a:ext cx="11008548" cy="46038"/>
            <a:chOff x="552451" y="1573126"/>
            <a:chExt cx="11008548" cy="46038"/>
          </a:xfrm>
        </p:grpSpPr>
        <p:cxnSp>
          <p:nvCxnSpPr>
            <p:cNvPr id="15" name="Straight Connector 14">
              <a:extLst>
                <a:ext uri="{FF2B5EF4-FFF2-40B4-BE49-F238E27FC236}">
                  <a16:creationId xmlns:a16="http://schemas.microsoft.com/office/drawing/2014/main" id="{74753822-46C2-BECC-ADF9-568C531EEFE5}"/>
                </a:ext>
              </a:extLst>
            </p:cNvPr>
            <p:cNvCxnSpPr>
              <a:cxnSpLocks/>
            </p:cNvCxnSpPr>
            <p:nvPr/>
          </p:nvCxnSpPr>
          <p:spPr>
            <a:xfrm>
              <a:off x="616166" y="1604800"/>
              <a:ext cx="10944833"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FA6E2888-777A-CFD6-54C7-BADB0CA3D89E}"/>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pic>
        <p:nvPicPr>
          <p:cNvPr id="20" name="Picture 19">
            <a:extLst>
              <a:ext uri="{FF2B5EF4-FFF2-40B4-BE49-F238E27FC236}">
                <a16:creationId xmlns:a16="http://schemas.microsoft.com/office/drawing/2014/main" id="{FF8CD3B8-480A-4E38-6FE4-6409E9AE1998}"/>
              </a:ext>
            </a:extLst>
          </p:cNvPr>
          <p:cNvPicPr>
            <a:picLocks noChangeAspect="1"/>
          </p:cNvPicPr>
          <p:nvPr/>
        </p:nvPicPr>
        <p:blipFill>
          <a:blip r:embed="rId10">
            <a:extLst>
              <a:ext uri="{28A0092B-C50C-407E-A947-70E740481C1C}">
                <a14:useLocalDpi xmlns:a14="http://schemas.microsoft.com/office/drawing/2010/main" val="0"/>
              </a:ext>
            </a:extLst>
          </a:blip>
          <a:srcRect l="16958" t="9906" r="19053" b="26106"/>
          <a:stretch>
            <a:fillRect/>
          </a:stretch>
        </p:blipFill>
        <p:spPr>
          <a:xfrm>
            <a:off x="654685" y="3480469"/>
            <a:ext cx="548640" cy="548640"/>
          </a:xfrm>
          <a:prstGeom prst="ellipse">
            <a:avLst/>
          </a:prstGeom>
          <a:ln>
            <a:solidFill>
              <a:srgbClr val="17B2AF"/>
            </a:solidFill>
          </a:ln>
        </p:spPr>
      </p:pic>
      <p:pic>
        <p:nvPicPr>
          <p:cNvPr id="21" name="Picture 20">
            <a:extLst>
              <a:ext uri="{FF2B5EF4-FFF2-40B4-BE49-F238E27FC236}">
                <a16:creationId xmlns:a16="http://schemas.microsoft.com/office/drawing/2014/main" id="{1A5AE997-18A2-F6F7-6571-7A57B2EAEE6E}"/>
              </a:ext>
            </a:extLst>
          </p:cNvPr>
          <p:cNvPicPr>
            <a:picLocks noChangeAspect="1"/>
          </p:cNvPicPr>
          <p:nvPr/>
        </p:nvPicPr>
        <p:blipFill>
          <a:blip r:embed="rId11">
            <a:extLst>
              <a:ext uri="{28A0092B-C50C-407E-A947-70E740481C1C}">
                <a14:useLocalDpi xmlns:a14="http://schemas.microsoft.com/office/drawing/2010/main" val="0"/>
              </a:ext>
            </a:extLst>
          </a:blip>
          <a:srcRect l="427" r="427"/>
          <a:stretch/>
        </p:blipFill>
        <p:spPr>
          <a:xfrm>
            <a:off x="654685" y="5690119"/>
            <a:ext cx="548640" cy="548640"/>
          </a:xfrm>
          <a:prstGeom prst="ellipse">
            <a:avLst/>
          </a:prstGeom>
          <a:ln>
            <a:solidFill>
              <a:srgbClr val="17B2AF"/>
            </a:solidFill>
          </a:ln>
        </p:spPr>
      </p:pic>
      <p:sp>
        <p:nvSpPr>
          <p:cNvPr id="3" name="2. Slide Title">
            <a:extLst>
              <a:ext uri="{FF2B5EF4-FFF2-40B4-BE49-F238E27FC236}">
                <a16:creationId xmlns:a16="http://schemas.microsoft.com/office/drawing/2014/main" id="{6C4150D9-CD4E-4BF4-1EBB-F920C64372B6}"/>
              </a:ext>
            </a:extLst>
          </p:cNvPr>
          <p:cNvSpPr txBox="1">
            <a:spLocks/>
          </p:cNvSpPr>
          <p:nvPr>
            <p:custDataLst>
              <p:tags r:id="rId2"/>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This is being done with the strength of a team boasting a mix of </a:t>
            </a:r>
            <a:r>
              <a:rPr lang="en-US" sz="2600">
                <a:solidFill>
                  <a:srgbClr val="0A0A0A"/>
                </a:solidFill>
                <a:latin typeface="Georgia" panose="02040502050405020303" pitchFamily="18" charset="0"/>
                <a:cs typeface="Arial" panose="020B0604020202020204" pitchFamily="34" charset="0"/>
              </a:rPr>
              <a:t>global expertise and local leadership</a:t>
            </a:r>
            <a:r>
              <a:rPr lang="en-US" sz="2600" b="0">
                <a:solidFill>
                  <a:srgbClr val="0A0A0A"/>
                </a:solidFill>
                <a:latin typeface="Georgia" panose="02040502050405020303" pitchFamily="18" charset="0"/>
                <a:cs typeface="Arial" panose="020B0604020202020204" pitchFamily="34" charset="0"/>
              </a:rPr>
              <a:t>...</a:t>
            </a:r>
          </a:p>
        </p:txBody>
      </p:sp>
      <p:grpSp>
        <p:nvGrpSpPr>
          <p:cNvPr id="8" name="Group 7">
            <a:extLst>
              <a:ext uri="{FF2B5EF4-FFF2-40B4-BE49-F238E27FC236}">
                <a16:creationId xmlns:a16="http://schemas.microsoft.com/office/drawing/2014/main" id="{DF0F67D0-7BC3-2146-4EA4-A7839AB4BE68}"/>
              </a:ext>
            </a:extLst>
          </p:cNvPr>
          <p:cNvGrpSpPr/>
          <p:nvPr/>
        </p:nvGrpSpPr>
        <p:grpSpPr>
          <a:xfrm>
            <a:off x="15130" y="47516"/>
            <a:ext cx="171132" cy="228600"/>
            <a:chOff x="0" y="49329"/>
            <a:chExt cx="171132" cy="228600"/>
          </a:xfrm>
        </p:grpSpPr>
        <p:cxnSp>
          <p:nvCxnSpPr>
            <p:cNvPr id="9" name="Straight Connector 8">
              <a:extLst>
                <a:ext uri="{FF2B5EF4-FFF2-40B4-BE49-F238E27FC236}">
                  <a16:creationId xmlns:a16="http://schemas.microsoft.com/office/drawing/2014/main" id="{AB234CC1-B162-8DDD-99C2-A448ADDE09FA}"/>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CCC61E7C-6A83-8D62-BA12-14197A6E985D}"/>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1" name="Google Shape;1129;p23">
            <a:extLst>
              <a:ext uri="{FF2B5EF4-FFF2-40B4-BE49-F238E27FC236}">
                <a16:creationId xmlns:a16="http://schemas.microsoft.com/office/drawing/2014/main" id="{258782D6-6F4F-BF7E-0889-1C28303E2A8E}"/>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Leadership</a:t>
            </a:r>
            <a:endParaRPr lang="en-US">
              <a:solidFill>
                <a:schemeClr val="bg1"/>
              </a:solidFill>
              <a:latin typeface="Calibri"/>
              <a:ea typeface="Calibri"/>
              <a:cs typeface="Calibri"/>
            </a:endParaRPr>
          </a:p>
        </p:txBody>
      </p:sp>
    </p:spTree>
    <p:extLst>
      <p:ext uri="{BB962C8B-B14F-4D97-AF65-F5344CB8AC3E}">
        <p14:creationId xmlns:p14="http://schemas.microsoft.com/office/powerpoint/2010/main" val="120724634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0F7822-E792-FBAC-B668-B95160ABE58A}"/>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4EC6D26-6128-FD4C-5933-C45BCFCCA56B}"/>
              </a:ext>
            </a:extLst>
          </p:cNvPr>
          <p:cNvSpPr>
            <a:spLocks noGrp="1"/>
          </p:cNvSpPr>
          <p:nvPr>
            <p:ph type="sldNum" sz="quarter" idx="12"/>
          </p:nvPr>
        </p:nvSpPr>
        <p:spPr/>
        <p:txBody>
          <a:bodyPr/>
          <a:lstStyle/>
          <a:p>
            <a:fld id="{8E1CF2E5-4A16-4FBD-9713-265FD1DAAE65}" type="slidenum">
              <a:rPr lang="en-US" smtClean="0"/>
              <a:t>14</a:t>
            </a:fld>
            <a:endParaRPr lang="en-US"/>
          </a:p>
        </p:txBody>
      </p:sp>
      <p:cxnSp>
        <p:nvCxnSpPr>
          <p:cNvPr id="104" name="Straight Connector 103">
            <a:extLst>
              <a:ext uri="{FF2B5EF4-FFF2-40B4-BE49-F238E27FC236}">
                <a16:creationId xmlns:a16="http://schemas.microsoft.com/office/drawing/2014/main" id="{BA0E2EE1-1169-00A9-2ECC-2242AB382C9F}"/>
              </a:ext>
            </a:extLst>
          </p:cNvPr>
          <p:cNvCxnSpPr/>
          <p:nvPr/>
        </p:nvCxnSpPr>
        <p:spPr>
          <a:xfrm>
            <a:off x="6096000" y="1878817"/>
            <a:ext cx="0" cy="4407683"/>
          </a:xfrm>
          <a:prstGeom prst="line">
            <a:avLst/>
          </a:prstGeom>
          <a:ln w="1905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6" name="Line 15">
            <a:extLst>
              <a:ext uri="{FF2B5EF4-FFF2-40B4-BE49-F238E27FC236}">
                <a16:creationId xmlns:a16="http://schemas.microsoft.com/office/drawing/2014/main" id="{3A1498E7-3F93-4928-ADC2-CF013A280B9F}"/>
              </a:ext>
            </a:extLst>
          </p:cNvPr>
          <p:cNvSpPr>
            <a:spLocks noChangeShapeType="1"/>
          </p:cNvSpPr>
          <p:nvPr>
            <p:custDataLst>
              <p:tags r:id="rId1"/>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7" name="Group 26">
            <a:extLst>
              <a:ext uri="{FF2B5EF4-FFF2-40B4-BE49-F238E27FC236}">
                <a16:creationId xmlns:a16="http://schemas.microsoft.com/office/drawing/2014/main" id="{3A3A9C13-255C-27D8-3959-7DAFEBBBA0DA}"/>
              </a:ext>
            </a:extLst>
          </p:cNvPr>
          <p:cNvGrpSpPr/>
          <p:nvPr/>
        </p:nvGrpSpPr>
        <p:grpSpPr>
          <a:xfrm>
            <a:off x="7856101" y="1290739"/>
            <a:ext cx="2280378" cy="737585"/>
            <a:chOff x="7891752" y="1290739"/>
            <a:chExt cx="2280378" cy="737585"/>
          </a:xfrm>
        </p:grpSpPr>
        <p:pic>
          <p:nvPicPr>
            <p:cNvPr id="74" name="Picture 6" descr="Al Faisaliah Group - Crunchbase Investor Profile &amp; Investments">
              <a:extLst>
                <a:ext uri="{FF2B5EF4-FFF2-40B4-BE49-F238E27FC236}">
                  <a16:creationId xmlns:a16="http://schemas.microsoft.com/office/drawing/2014/main" id="{D5906BF1-7F56-B62B-D36C-FB9C1D88E01E}"/>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37813" r="16812" b="37609"/>
            <a:stretch/>
          </p:blipFill>
          <p:spPr bwMode="auto">
            <a:xfrm>
              <a:off x="7891752" y="1354577"/>
              <a:ext cx="2280378" cy="673747"/>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3" descr="A green and white logo with black text&#10;&#10;AI-generated content may be incorrect.">
              <a:extLst>
                <a:ext uri="{FF2B5EF4-FFF2-40B4-BE49-F238E27FC236}">
                  <a16:creationId xmlns:a16="http://schemas.microsoft.com/office/drawing/2014/main" id="{FDC6828A-746B-781F-F04D-B5839BDA4FB7}"/>
                </a:ext>
              </a:extLst>
            </p:cNvPr>
            <p:cNvPicPr>
              <a:picLocks noChangeAspect="1"/>
            </p:cNvPicPr>
            <p:nvPr/>
          </p:nvPicPr>
          <p:blipFill rotWithShape="1">
            <a:blip r:embed="rId7">
              <a:extLst>
                <a:ext uri="{28A0092B-C50C-407E-A947-70E740481C1C}">
                  <a14:useLocalDpi xmlns:a14="http://schemas.microsoft.com/office/drawing/2010/main" val="0"/>
                </a:ext>
              </a:extLst>
            </a:blip>
            <a:srcRect l="19090" r="19776"/>
            <a:stretch>
              <a:fillRect/>
            </a:stretch>
          </p:blipFill>
          <p:spPr>
            <a:xfrm>
              <a:off x="7960221" y="1290739"/>
              <a:ext cx="450913" cy="737584"/>
            </a:xfrm>
            <a:prstGeom prst="rect">
              <a:avLst/>
            </a:prstGeom>
          </p:spPr>
        </p:pic>
      </p:grpSp>
      <p:grpSp>
        <p:nvGrpSpPr>
          <p:cNvPr id="43" name="Group 42">
            <a:extLst>
              <a:ext uri="{FF2B5EF4-FFF2-40B4-BE49-F238E27FC236}">
                <a16:creationId xmlns:a16="http://schemas.microsoft.com/office/drawing/2014/main" id="{50626502-CD20-7BCF-AB88-5D93FA96D10B}"/>
              </a:ext>
            </a:extLst>
          </p:cNvPr>
          <p:cNvGrpSpPr/>
          <p:nvPr/>
        </p:nvGrpSpPr>
        <p:grpSpPr>
          <a:xfrm>
            <a:off x="608464" y="2028323"/>
            <a:ext cx="5206409" cy="1056517"/>
            <a:chOff x="608464" y="2054016"/>
            <a:chExt cx="5206409" cy="1056517"/>
          </a:xfrm>
        </p:grpSpPr>
        <p:sp>
          <p:nvSpPr>
            <p:cNvPr id="5" name="TextBox 4">
              <a:extLst>
                <a:ext uri="{FF2B5EF4-FFF2-40B4-BE49-F238E27FC236}">
                  <a16:creationId xmlns:a16="http://schemas.microsoft.com/office/drawing/2014/main" id="{693B27A3-4FCB-BED5-1440-09F8873A6BA9}"/>
                </a:ext>
              </a:extLst>
            </p:cNvPr>
            <p:cNvSpPr txBox="1"/>
            <p:nvPr/>
          </p:nvSpPr>
          <p:spPr>
            <a:xfrm>
              <a:off x="608464" y="2054016"/>
              <a:ext cx="5206409" cy="1056517"/>
            </a:xfrm>
            <a:prstGeom prst="roundRect">
              <a:avLst>
                <a:gd name="adj" fmla="val 6103"/>
              </a:avLst>
            </a:prstGeom>
            <a:solidFill>
              <a:sysClr val="window" lastClr="FFFFF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0" cap="none" spc="0" normalizeH="0" baseline="0" noProof="0">
                <a:ln>
                  <a:noFill/>
                </a:ln>
                <a:solidFill>
                  <a:prstClr val="black"/>
                </a:solidFill>
                <a:effectLst/>
                <a:uLnTx/>
                <a:uFillTx/>
                <a:latin typeface="Arial"/>
                <a:ea typeface="+mn-ea"/>
                <a:cs typeface="Arial" panose="020B0604020202020204" pitchFamily="34" charset="0"/>
              </a:endParaRPr>
            </a:p>
          </p:txBody>
        </p:sp>
        <p:pic>
          <p:nvPicPr>
            <p:cNvPr id="11" name="Graphic 10">
              <a:extLst>
                <a:ext uri="{FF2B5EF4-FFF2-40B4-BE49-F238E27FC236}">
                  <a16:creationId xmlns:a16="http://schemas.microsoft.com/office/drawing/2014/main" id="{7EFDB2CB-1429-E552-7AEA-14618B83976D}"/>
                </a:ext>
              </a:extLst>
            </p:cNvPr>
            <p:cNvPicPr>
              <a:picLocks/>
            </p:cNvPicPr>
            <p:nvPr/>
          </p:nvPicPr>
          <p:blipFill>
            <a:blip r:embed="rId8">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781644" y="2409302"/>
              <a:ext cx="585139" cy="599044"/>
            </a:xfrm>
            <a:prstGeom prst="rect">
              <a:avLst/>
            </a:prstGeom>
            <a:effectLst/>
          </p:spPr>
        </p:pic>
        <p:sp>
          <p:nvSpPr>
            <p:cNvPr id="63" name="Rectangle: Rounded Corners 62">
              <a:extLst>
                <a:ext uri="{FF2B5EF4-FFF2-40B4-BE49-F238E27FC236}">
                  <a16:creationId xmlns:a16="http://schemas.microsoft.com/office/drawing/2014/main" id="{7F24F640-07AB-A2E0-EC05-8B589BAF76B7}"/>
                </a:ext>
              </a:extLst>
            </p:cNvPr>
            <p:cNvSpPr/>
            <p:nvPr/>
          </p:nvSpPr>
          <p:spPr>
            <a:xfrm>
              <a:off x="1464474" y="2376249"/>
              <a:ext cx="4267460" cy="665151"/>
            </a:xfrm>
            <a:prstGeom prst="roundRect">
              <a:avLst/>
            </a:prstGeom>
            <a:noFill/>
            <a:ln w="190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
                  <a:srgbClr val="FFFFFF"/>
                </a:buClr>
                <a:buSzPct val="100000"/>
                <a:buFont typeface="Segoe UI" panose="020B0502040204020203" pitchFamily="34" charset="0"/>
                <a:buChar char="​"/>
                <a:tabLst/>
                <a:defRPr/>
              </a:pPr>
              <a:r>
                <a:rPr kumimoji="0" lang="en-US" sz="1400" b="1" i="0" u="none" strike="noStrike" kern="1200" cap="none" spc="0" normalizeH="0" baseline="0" noProof="0">
                  <a:ln>
                    <a:noFill/>
                  </a:ln>
                  <a:solidFill>
                    <a:srgbClr val="0C1E2A"/>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#1 oncology </a:t>
              </a:r>
              <a:r>
                <a:rPr kumimoji="0" lang="en-US" sz="1400" b="0" i="0" u="none" strike="noStrike" kern="1200" cap="none" spc="0" normalizeH="0" baseline="0" noProof="0">
                  <a:ln>
                    <a:noFill/>
                  </a:ln>
                  <a:solidFill>
                    <a:srgbClr val="0C1E2A"/>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player in </a:t>
              </a:r>
              <a:r>
                <a:rPr kumimoji="0" lang="en-US" sz="1400" b="0" i="0" u="none" strike="noStrike" kern="1200" cap="none" spc="0" normalizeH="0" baseline="0" noProof="0" err="1">
                  <a:ln>
                    <a:noFill/>
                  </a:ln>
                  <a:solidFill>
                    <a:srgbClr val="0C1E2A"/>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LatAm</a:t>
              </a:r>
              <a:r>
                <a:rPr kumimoji="0" lang="en-US" sz="1400" b="0" i="0" u="none" strike="noStrike" kern="1200" cap="none" spc="0" normalizeH="0" baseline="0" noProof="0">
                  <a:ln>
                    <a:noFill/>
                  </a:ln>
                  <a:solidFill>
                    <a:srgbClr val="0C1E2A"/>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 with </a:t>
              </a:r>
              <a:r>
                <a:rPr kumimoji="0" lang="en-US" sz="1400" b="1" i="0" u="none" strike="noStrike" kern="1200" cap="none" spc="0" normalizeH="0" baseline="0" noProof="0">
                  <a:ln>
                    <a:noFill/>
                  </a:ln>
                  <a:solidFill>
                    <a:srgbClr val="0C1E2A"/>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30+ M&amp;As since 2015</a:t>
              </a:r>
              <a:r>
                <a:rPr kumimoji="0" lang="en-US" sz="1400" b="0" i="0" u="none" strike="noStrike" kern="1200" cap="none" spc="0" normalizeH="0" baseline="0" noProof="0">
                  <a:ln>
                    <a:noFill/>
                  </a:ln>
                  <a:solidFill>
                    <a:srgbClr val="0C1E2A"/>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 majority-owned by Goldman Sachs</a:t>
              </a:r>
            </a:p>
          </p:txBody>
        </p:sp>
        <p:sp>
          <p:nvSpPr>
            <p:cNvPr id="10" name="Rectangle: Rounded Corners 9">
              <a:extLst>
                <a:ext uri="{FF2B5EF4-FFF2-40B4-BE49-F238E27FC236}">
                  <a16:creationId xmlns:a16="http://schemas.microsoft.com/office/drawing/2014/main" id="{ED13157D-4F39-76C1-406B-74A568D49085}"/>
                </a:ext>
              </a:extLst>
            </p:cNvPr>
            <p:cNvSpPr>
              <a:spLocks/>
            </p:cNvSpPr>
            <p:nvPr/>
          </p:nvSpPr>
          <p:spPr>
            <a:xfrm>
              <a:off x="686394" y="2123149"/>
              <a:ext cx="4427136" cy="191868"/>
            </a:xfrm>
            <a:prstGeom prst="roundRect">
              <a:avLst/>
            </a:prstGeom>
            <a:noFill/>
            <a:ln w="19050">
              <a:noFill/>
            </a:ln>
            <a:effectLst/>
          </p:spPr>
          <p:txBody>
            <a:bodyPr lIns="91440" tIns="91440" rIns="91440" bIns="91440" rtlCol="0" anchor="ctr"/>
            <a:lstStyle/>
            <a:p>
              <a:pPr defTabSz="457200">
                <a:defRPr/>
              </a:pPr>
              <a:r>
                <a:rPr kumimoji="0" lang="en-US" sz="1600" b="1" i="0" u="none" strike="noStrike" kern="1200" cap="none" spc="0" normalizeH="0" baseline="0" noProof="0">
                  <a:ln>
                    <a:noFill/>
                  </a:ln>
                  <a:solidFill>
                    <a:srgbClr val="17B2AF"/>
                  </a:solidFill>
                  <a:effectLst/>
                  <a:uLnTx/>
                  <a:uFillTx/>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Latin America’s Leading Oncology Platform</a:t>
              </a:r>
            </a:p>
          </p:txBody>
        </p:sp>
        <p:cxnSp>
          <p:nvCxnSpPr>
            <p:cNvPr id="20" name="Straight Connector 19">
              <a:extLst>
                <a:ext uri="{FF2B5EF4-FFF2-40B4-BE49-F238E27FC236}">
                  <a16:creationId xmlns:a16="http://schemas.microsoft.com/office/drawing/2014/main" id="{3FC42DE2-F5AF-7C64-3C49-7A27BB395FEA}"/>
                </a:ext>
              </a:extLst>
            </p:cNvPr>
            <p:cNvCxnSpPr>
              <a:cxnSpLocks/>
            </p:cNvCxnSpPr>
            <p:nvPr/>
          </p:nvCxnSpPr>
          <p:spPr>
            <a:xfrm>
              <a:off x="720189" y="2346504"/>
              <a:ext cx="4078884" cy="0"/>
            </a:xfrm>
            <a:prstGeom prst="line">
              <a:avLst/>
            </a:prstGeom>
            <a:ln>
              <a:solidFill>
                <a:schemeClr val="accent3">
                  <a:alpha val="30000"/>
                </a:schemeClr>
              </a:solidFill>
              <a:tailEnd type="none"/>
            </a:ln>
          </p:spPr>
          <p:style>
            <a:lnRef idx="1">
              <a:schemeClr val="accent3"/>
            </a:lnRef>
            <a:fillRef idx="0">
              <a:schemeClr val="accent3"/>
            </a:fillRef>
            <a:effectRef idx="0">
              <a:schemeClr val="accent3"/>
            </a:effectRef>
            <a:fontRef idx="minor">
              <a:schemeClr val="tx1"/>
            </a:fontRef>
          </p:style>
        </p:cxnSp>
      </p:grpSp>
      <p:grpSp>
        <p:nvGrpSpPr>
          <p:cNvPr id="62" name="Group 61">
            <a:extLst>
              <a:ext uri="{FF2B5EF4-FFF2-40B4-BE49-F238E27FC236}">
                <a16:creationId xmlns:a16="http://schemas.microsoft.com/office/drawing/2014/main" id="{D0142FF1-6D3C-DE14-6DC6-59BBB97A559A}"/>
              </a:ext>
            </a:extLst>
          </p:cNvPr>
          <p:cNvGrpSpPr/>
          <p:nvPr/>
        </p:nvGrpSpPr>
        <p:grpSpPr>
          <a:xfrm>
            <a:off x="608463" y="3572460"/>
            <a:ext cx="5206409" cy="1056517"/>
            <a:chOff x="608463" y="3491716"/>
            <a:chExt cx="5206409" cy="1056517"/>
          </a:xfrm>
        </p:grpSpPr>
        <p:sp>
          <p:nvSpPr>
            <p:cNvPr id="29" name="TextBox 28">
              <a:extLst>
                <a:ext uri="{FF2B5EF4-FFF2-40B4-BE49-F238E27FC236}">
                  <a16:creationId xmlns:a16="http://schemas.microsoft.com/office/drawing/2014/main" id="{9D216628-BB00-B153-8E3A-C7FC9696F5AB}"/>
                </a:ext>
              </a:extLst>
            </p:cNvPr>
            <p:cNvSpPr txBox="1"/>
            <p:nvPr/>
          </p:nvSpPr>
          <p:spPr>
            <a:xfrm>
              <a:off x="608463" y="3491716"/>
              <a:ext cx="5206409" cy="1056517"/>
            </a:xfrm>
            <a:prstGeom prst="roundRect">
              <a:avLst>
                <a:gd name="adj" fmla="val 6103"/>
              </a:avLst>
            </a:prstGeom>
            <a:solidFill>
              <a:sysClr val="window" lastClr="FFFFF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0" cap="none" spc="0" normalizeH="0" baseline="0" noProof="0">
                <a:ln>
                  <a:noFill/>
                </a:ln>
                <a:solidFill>
                  <a:prstClr val="black"/>
                </a:solidFill>
                <a:effectLst/>
                <a:uLnTx/>
                <a:uFillTx/>
                <a:latin typeface="Arial"/>
                <a:ea typeface="+mn-ea"/>
                <a:cs typeface="Arial" panose="020B0604020202020204" pitchFamily="34" charset="0"/>
              </a:endParaRPr>
            </a:p>
          </p:txBody>
        </p:sp>
        <p:sp>
          <p:nvSpPr>
            <p:cNvPr id="35" name="Rectangle: Rounded Corners 34">
              <a:extLst>
                <a:ext uri="{FF2B5EF4-FFF2-40B4-BE49-F238E27FC236}">
                  <a16:creationId xmlns:a16="http://schemas.microsoft.com/office/drawing/2014/main" id="{40BCD731-D033-3613-05CC-3829F9C6CB91}"/>
                </a:ext>
              </a:extLst>
            </p:cNvPr>
            <p:cNvSpPr/>
            <p:nvPr/>
          </p:nvSpPr>
          <p:spPr>
            <a:xfrm>
              <a:off x="1464472" y="3813949"/>
              <a:ext cx="4267460" cy="665151"/>
            </a:xfrm>
            <a:prstGeom prst="roundRect">
              <a:avLst/>
            </a:prstGeom>
            <a:noFill/>
            <a:ln w="190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spcBef>
                  <a:spcPts val="300"/>
                </a:spcBef>
                <a:spcAft>
                  <a:spcPts val="300"/>
                </a:spcAft>
                <a:buClr>
                  <a:srgbClr val="FFFFFF"/>
                </a:buClr>
                <a:buSzPct val="100000"/>
                <a:buFont typeface="Segoe UI" panose="020B0502040204020203" pitchFamily="34" charset="0"/>
                <a:buChar char="​"/>
                <a:defRPr/>
              </a:pPr>
              <a:r>
                <a:rPr lang="en-US" sz="1400" b="1">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Leader in Precision Medicine </a:t>
              </a:r>
              <a:r>
                <a:rPr lang="en-US" sz="1400">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with investments globally and genomic data of </a:t>
              </a:r>
              <a:r>
                <a:rPr lang="en-US" sz="1400" b="1">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200K+ patients</a:t>
              </a:r>
            </a:p>
          </p:txBody>
        </p:sp>
        <p:sp>
          <p:nvSpPr>
            <p:cNvPr id="33" name="Rectangle: Rounded Corners 32">
              <a:extLst>
                <a:ext uri="{FF2B5EF4-FFF2-40B4-BE49-F238E27FC236}">
                  <a16:creationId xmlns:a16="http://schemas.microsoft.com/office/drawing/2014/main" id="{8916D5E1-2F25-8DCC-9B3E-10E70A2D8033}"/>
                </a:ext>
              </a:extLst>
            </p:cNvPr>
            <p:cNvSpPr>
              <a:spLocks/>
            </p:cNvSpPr>
            <p:nvPr/>
          </p:nvSpPr>
          <p:spPr>
            <a:xfrm>
              <a:off x="686393" y="3560849"/>
              <a:ext cx="4427136" cy="191868"/>
            </a:xfrm>
            <a:prstGeom prst="roundRect">
              <a:avLst/>
            </a:prstGeom>
            <a:noFill/>
            <a:ln w="19050">
              <a:noFill/>
            </a:ln>
            <a:effectLst/>
          </p:spPr>
          <p:txBody>
            <a:bodyPr lIns="91440" tIns="91440" rIns="91440" bIns="91440" rtlCol="0" anchor="ctr"/>
            <a:lstStyle/>
            <a:p>
              <a:pPr defTabSz="457200">
                <a:defRPr/>
              </a:pPr>
              <a:r>
                <a:rPr lang="en-US" sz="1600" b="1">
                  <a:solidFill>
                    <a:srgbClr val="17B2AF"/>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Global Leader in Precision Oncology</a:t>
              </a:r>
            </a:p>
          </p:txBody>
        </p:sp>
        <p:cxnSp>
          <p:nvCxnSpPr>
            <p:cNvPr id="31" name="Straight Connector 30">
              <a:extLst>
                <a:ext uri="{FF2B5EF4-FFF2-40B4-BE49-F238E27FC236}">
                  <a16:creationId xmlns:a16="http://schemas.microsoft.com/office/drawing/2014/main" id="{534A85E9-5E24-C5E7-FE60-8EB69E6FA7DA}"/>
                </a:ext>
              </a:extLst>
            </p:cNvPr>
            <p:cNvCxnSpPr>
              <a:cxnSpLocks/>
            </p:cNvCxnSpPr>
            <p:nvPr/>
          </p:nvCxnSpPr>
          <p:spPr>
            <a:xfrm>
              <a:off x="720188" y="3784204"/>
              <a:ext cx="4078884" cy="0"/>
            </a:xfrm>
            <a:prstGeom prst="line">
              <a:avLst/>
            </a:prstGeom>
            <a:ln>
              <a:solidFill>
                <a:schemeClr val="accent3">
                  <a:alpha val="30000"/>
                </a:schemeClr>
              </a:solidFill>
              <a:tailEnd type="none"/>
            </a:ln>
          </p:spPr>
          <p:style>
            <a:lnRef idx="1">
              <a:schemeClr val="accent3"/>
            </a:lnRef>
            <a:fillRef idx="0">
              <a:schemeClr val="accent3"/>
            </a:fillRef>
            <a:effectRef idx="0">
              <a:schemeClr val="accent3"/>
            </a:effectRef>
            <a:fontRef idx="minor">
              <a:schemeClr val="tx1"/>
            </a:fontRef>
          </p:style>
        </p:cxnSp>
        <p:pic>
          <p:nvPicPr>
            <p:cNvPr id="17" name="Graphic 16">
              <a:extLst>
                <a:ext uri="{FF2B5EF4-FFF2-40B4-BE49-F238E27FC236}">
                  <a16:creationId xmlns:a16="http://schemas.microsoft.com/office/drawing/2014/main" id="{6ECEBE3C-865B-27B3-8FCD-B31A3BEF71BA}"/>
                </a:ext>
              </a:extLst>
            </p:cNvPr>
            <p:cNvPicPr>
              <a:picLocks/>
            </p:cNvPicPr>
            <p:nvPr/>
          </p:nvPicPr>
          <p:blipFill>
            <a:blip r:embed="rId10">
              <a:extLst>
                <a:ext uri="{96DAC541-7B7A-43D3-8B79-37D633B846F1}">
                  <asvg:svgBlip xmlns:asvg="http://schemas.microsoft.com/office/drawing/2016/SVG/main" r:embed="rId11"/>
                </a:ext>
              </a:extLst>
            </a:blip>
            <a:srcRect/>
            <a:stretch/>
          </p:blipFill>
          <p:spPr>
            <a:xfrm>
              <a:off x="826675" y="3911338"/>
              <a:ext cx="495077" cy="495077"/>
            </a:xfrm>
            <a:prstGeom prst="rect">
              <a:avLst/>
            </a:prstGeom>
            <a:effectLst/>
          </p:spPr>
        </p:pic>
      </p:grpSp>
      <p:grpSp>
        <p:nvGrpSpPr>
          <p:cNvPr id="64" name="Group 63">
            <a:extLst>
              <a:ext uri="{FF2B5EF4-FFF2-40B4-BE49-F238E27FC236}">
                <a16:creationId xmlns:a16="http://schemas.microsoft.com/office/drawing/2014/main" id="{701BED2B-ABA8-E1CE-541A-278DE57933E7}"/>
              </a:ext>
            </a:extLst>
          </p:cNvPr>
          <p:cNvGrpSpPr/>
          <p:nvPr/>
        </p:nvGrpSpPr>
        <p:grpSpPr>
          <a:xfrm>
            <a:off x="655013" y="5116597"/>
            <a:ext cx="5206409" cy="1056517"/>
            <a:chOff x="655013" y="5223767"/>
            <a:chExt cx="5206409" cy="1056517"/>
          </a:xfrm>
        </p:grpSpPr>
        <p:sp>
          <p:nvSpPr>
            <p:cNvPr id="38" name="TextBox 37">
              <a:extLst>
                <a:ext uri="{FF2B5EF4-FFF2-40B4-BE49-F238E27FC236}">
                  <a16:creationId xmlns:a16="http://schemas.microsoft.com/office/drawing/2014/main" id="{0778C1D6-9DCE-7D97-B041-FC02366C6781}"/>
                </a:ext>
              </a:extLst>
            </p:cNvPr>
            <p:cNvSpPr txBox="1"/>
            <p:nvPr/>
          </p:nvSpPr>
          <p:spPr>
            <a:xfrm>
              <a:off x="655013" y="5223767"/>
              <a:ext cx="5206409" cy="1056517"/>
            </a:xfrm>
            <a:prstGeom prst="roundRect">
              <a:avLst>
                <a:gd name="adj" fmla="val 6103"/>
              </a:avLst>
            </a:prstGeom>
            <a:solidFill>
              <a:sysClr val="window" lastClr="FFFFF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0" cap="none" spc="0" normalizeH="0" baseline="0" noProof="0">
                <a:ln>
                  <a:noFill/>
                </a:ln>
                <a:solidFill>
                  <a:prstClr val="black"/>
                </a:solidFill>
                <a:effectLst/>
                <a:uLnTx/>
                <a:uFillTx/>
                <a:latin typeface="Arial"/>
                <a:ea typeface="+mn-ea"/>
                <a:cs typeface="Arial" panose="020B0604020202020204" pitchFamily="34" charset="0"/>
              </a:endParaRPr>
            </a:p>
          </p:txBody>
        </p:sp>
        <p:sp>
          <p:nvSpPr>
            <p:cNvPr id="39" name="Rectangle: Rounded Corners 38">
              <a:extLst>
                <a:ext uri="{FF2B5EF4-FFF2-40B4-BE49-F238E27FC236}">
                  <a16:creationId xmlns:a16="http://schemas.microsoft.com/office/drawing/2014/main" id="{9374A18F-CA50-C024-4470-823E4316E994}"/>
                </a:ext>
              </a:extLst>
            </p:cNvPr>
            <p:cNvSpPr/>
            <p:nvPr/>
          </p:nvSpPr>
          <p:spPr>
            <a:xfrm>
              <a:off x="1511022" y="5546000"/>
              <a:ext cx="4267460" cy="665151"/>
            </a:xfrm>
            <a:prstGeom prst="roundRect">
              <a:avLst/>
            </a:prstGeom>
            <a:noFill/>
            <a:ln w="190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spcBef>
                  <a:spcPts val="300"/>
                </a:spcBef>
                <a:spcAft>
                  <a:spcPts val="300"/>
                </a:spcAft>
                <a:buClr>
                  <a:srgbClr val="FFFFFF"/>
                </a:buClr>
                <a:buSzPct val="100000"/>
                <a:buFont typeface="Segoe UI" panose="020B0502040204020203" pitchFamily="34" charset="0"/>
                <a:buChar char="​"/>
                <a:defRPr/>
              </a:pPr>
              <a:r>
                <a:rPr lang="en-US" sz="1400">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Current </a:t>
              </a:r>
              <a:r>
                <a:rPr lang="en-US" sz="1400" b="1">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EBITDA  and EBITDA margin </a:t>
              </a:r>
              <a:r>
                <a:rPr lang="en-US" sz="1400">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at record levels; </a:t>
              </a:r>
              <a:r>
                <a:rPr lang="en-US" sz="1400" b="1">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BRL 1.1Bn </a:t>
              </a:r>
              <a:r>
                <a:rPr lang="en-US" sz="1400">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in 2023 (+63% vs. 2022), and </a:t>
              </a:r>
              <a:r>
                <a:rPr lang="en-US" sz="1400" b="1">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20% margin </a:t>
              </a:r>
              <a:r>
                <a:rPr lang="en-US" sz="1400">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(vs. 16% in 2022)</a:t>
              </a:r>
            </a:p>
          </p:txBody>
        </p:sp>
        <p:sp>
          <p:nvSpPr>
            <p:cNvPr id="40" name="Rectangle: Rounded Corners 39">
              <a:extLst>
                <a:ext uri="{FF2B5EF4-FFF2-40B4-BE49-F238E27FC236}">
                  <a16:creationId xmlns:a16="http://schemas.microsoft.com/office/drawing/2014/main" id="{E2A3C700-F794-1528-474F-1E0DF0C72B25}"/>
                </a:ext>
              </a:extLst>
            </p:cNvPr>
            <p:cNvSpPr>
              <a:spLocks/>
            </p:cNvSpPr>
            <p:nvPr/>
          </p:nvSpPr>
          <p:spPr>
            <a:xfrm>
              <a:off x="732943" y="5292900"/>
              <a:ext cx="4427136" cy="191868"/>
            </a:xfrm>
            <a:prstGeom prst="roundRect">
              <a:avLst/>
            </a:prstGeom>
            <a:noFill/>
            <a:ln w="19050">
              <a:noFill/>
            </a:ln>
            <a:effectLst/>
          </p:spPr>
          <p:txBody>
            <a:bodyPr lIns="91440" tIns="91440" rIns="91440" bIns="91440" rtlCol="0" anchor="ctr"/>
            <a:lstStyle/>
            <a:p>
              <a:pPr defTabSz="457200">
                <a:defRPr/>
              </a:pPr>
              <a:r>
                <a:rPr lang="en-US" sz="1600" b="1">
                  <a:solidFill>
                    <a:srgbClr val="17B2AF"/>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Record Financial Performance</a:t>
              </a:r>
            </a:p>
          </p:txBody>
        </p:sp>
        <p:cxnSp>
          <p:nvCxnSpPr>
            <p:cNvPr id="41" name="Straight Connector 40">
              <a:extLst>
                <a:ext uri="{FF2B5EF4-FFF2-40B4-BE49-F238E27FC236}">
                  <a16:creationId xmlns:a16="http://schemas.microsoft.com/office/drawing/2014/main" id="{0C46DA4C-BC53-E362-4D4E-8C91EA5A8104}"/>
                </a:ext>
              </a:extLst>
            </p:cNvPr>
            <p:cNvCxnSpPr>
              <a:cxnSpLocks/>
            </p:cNvCxnSpPr>
            <p:nvPr/>
          </p:nvCxnSpPr>
          <p:spPr>
            <a:xfrm>
              <a:off x="766738" y="5516255"/>
              <a:ext cx="4078884" cy="0"/>
            </a:xfrm>
            <a:prstGeom prst="line">
              <a:avLst/>
            </a:prstGeom>
            <a:ln>
              <a:solidFill>
                <a:schemeClr val="accent3">
                  <a:alpha val="30000"/>
                </a:schemeClr>
              </a:solidFill>
              <a:tailEnd type="none"/>
            </a:ln>
          </p:spPr>
          <p:style>
            <a:lnRef idx="1">
              <a:schemeClr val="accent3"/>
            </a:lnRef>
            <a:fillRef idx="0">
              <a:schemeClr val="accent3"/>
            </a:fillRef>
            <a:effectRef idx="0">
              <a:schemeClr val="accent3"/>
            </a:effectRef>
            <a:fontRef idx="minor">
              <a:schemeClr val="tx1"/>
            </a:fontRef>
          </p:style>
        </p:cxnSp>
        <p:pic>
          <p:nvPicPr>
            <p:cNvPr id="21" name="Graphic 20">
              <a:extLst>
                <a:ext uri="{FF2B5EF4-FFF2-40B4-BE49-F238E27FC236}">
                  <a16:creationId xmlns:a16="http://schemas.microsoft.com/office/drawing/2014/main" id="{F58220DF-7EE6-CAB7-C997-D5D548E6D471}"/>
                </a:ext>
              </a:extLst>
            </p:cNvPr>
            <p:cNvPicPr>
              <a:picLocks/>
            </p:cNvPicPr>
            <p:nvPr/>
          </p:nvPicPr>
          <p:blipFill>
            <a:blip r:embed="rId12">
              <a:extLst>
                <a:ext uri="{96DAC541-7B7A-43D3-8B79-37D633B846F1}">
                  <asvg:svgBlip xmlns:asvg="http://schemas.microsoft.com/office/drawing/2016/SVG/main" r:embed="rId13"/>
                </a:ext>
              </a:extLst>
            </a:blip>
            <a:srcRect/>
            <a:stretch/>
          </p:blipFill>
          <p:spPr>
            <a:xfrm>
              <a:off x="869636" y="5673998"/>
              <a:ext cx="409155" cy="409155"/>
            </a:xfrm>
            <a:prstGeom prst="rect">
              <a:avLst/>
            </a:prstGeom>
            <a:effectLst/>
          </p:spPr>
        </p:pic>
      </p:grpSp>
      <p:grpSp>
        <p:nvGrpSpPr>
          <p:cNvPr id="100" name="Group 99">
            <a:extLst>
              <a:ext uri="{FF2B5EF4-FFF2-40B4-BE49-F238E27FC236}">
                <a16:creationId xmlns:a16="http://schemas.microsoft.com/office/drawing/2014/main" id="{217D3BED-6723-DE5B-5393-70A31B6E67DA}"/>
              </a:ext>
            </a:extLst>
          </p:cNvPr>
          <p:cNvGrpSpPr/>
          <p:nvPr/>
        </p:nvGrpSpPr>
        <p:grpSpPr>
          <a:xfrm>
            <a:off x="6393085" y="2028323"/>
            <a:ext cx="5206409" cy="1056517"/>
            <a:chOff x="6393086" y="2028323"/>
            <a:chExt cx="5206409" cy="1056517"/>
          </a:xfrm>
        </p:grpSpPr>
        <p:sp>
          <p:nvSpPr>
            <p:cNvPr id="89" name="TextBox 88">
              <a:extLst>
                <a:ext uri="{FF2B5EF4-FFF2-40B4-BE49-F238E27FC236}">
                  <a16:creationId xmlns:a16="http://schemas.microsoft.com/office/drawing/2014/main" id="{32177F62-B035-1A7C-CD00-B4F666E97D48}"/>
                </a:ext>
              </a:extLst>
            </p:cNvPr>
            <p:cNvSpPr txBox="1"/>
            <p:nvPr/>
          </p:nvSpPr>
          <p:spPr>
            <a:xfrm>
              <a:off x="6393086" y="2028323"/>
              <a:ext cx="5206409" cy="1056517"/>
            </a:xfrm>
            <a:prstGeom prst="roundRect">
              <a:avLst>
                <a:gd name="adj" fmla="val 6103"/>
              </a:avLst>
            </a:prstGeom>
            <a:solidFill>
              <a:sysClr val="window" lastClr="FFFFF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0" cap="none" spc="0" normalizeH="0" baseline="0" noProof="0">
                <a:ln>
                  <a:noFill/>
                </a:ln>
                <a:solidFill>
                  <a:prstClr val="black"/>
                </a:solidFill>
                <a:effectLst/>
                <a:uLnTx/>
                <a:uFillTx/>
                <a:latin typeface="Arial"/>
                <a:ea typeface="+mn-ea"/>
                <a:cs typeface="Arial" panose="020B0604020202020204" pitchFamily="34" charset="0"/>
              </a:endParaRPr>
            </a:p>
          </p:txBody>
        </p:sp>
        <p:sp>
          <p:nvSpPr>
            <p:cNvPr id="93" name="Rectangle: Rounded Corners 92">
              <a:extLst>
                <a:ext uri="{FF2B5EF4-FFF2-40B4-BE49-F238E27FC236}">
                  <a16:creationId xmlns:a16="http://schemas.microsoft.com/office/drawing/2014/main" id="{6421928C-BE7D-7E32-7755-A84599AD7575}"/>
                </a:ext>
              </a:extLst>
            </p:cNvPr>
            <p:cNvSpPr/>
            <p:nvPr/>
          </p:nvSpPr>
          <p:spPr>
            <a:xfrm>
              <a:off x="7249096" y="2350556"/>
              <a:ext cx="4267460" cy="665151"/>
            </a:xfrm>
            <a:prstGeom prst="roundRect">
              <a:avLst/>
            </a:prstGeom>
            <a:noFill/>
            <a:ln w="190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defRPr/>
              </a:pPr>
              <a:r>
                <a:rPr lang="en-US" sz="1400">
                  <a:solidFill>
                    <a:srgbClr val="0C1E2A"/>
                  </a:solidFill>
                  <a:ea typeface="Calibri"/>
                  <a:cs typeface="Calibri"/>
                  <a:sym typeface="Calibri" panose="020F0502020204030204" pitchFamily="34" charset="0"/>
                </a:rPr>
                <a:t>Manages </a:t>
              </a:r>
              <a:r>
                <a:rPr lang="en-US" sz="1400" b="1">
                  <a:solidFill>
                    <a:srgbClr val="0C1E2A"/>
                  </a:solidFill>
                  <a:ea typeface="Calibri"/>
                  <a:cs typeface="Calibri"/>
                  <a:sym typeface="Calibri" panose="020F0502020204030204" pitchFamily="34" charset="0"/>
                </a:rPr>
                <a:t>15+ subsidiaries &amp; JVs </a:t>
              </a:r>
              <a:r>
                <a:rPr lang="en-US" sz="1400">
                  <a:solidFill>
                    <a:srgbClr val="0C1E2A"/>
                  </a:solidFill>
                  <a:ea typeface="Calibri"/>
                  <a:cs typeface="Calibri"/>
                  <a:sym typeface="Calibri" panose="020F0502020204030204" pitchFamily="34" charset="0"/>
                </a:rPr>
                <a:t>operating in </a:t>
              </a:r>
              <a:r>
                <a:rPr lang="en-US" sz="1400" b="1">
                  <a:solidFill>
                    <a:srgbClr val="0C1E2A"/>
                  </a:solidFill>
                  <a:ea typeface="Calibri"/>
                  <a:cs typeface="Calibri"/>
                  <a:sym typeface="Calibri" panose="020F0502020204030204" pitchFamily="34" charset="0"/>
                </a:rPr>
                <a:t>8 different industries </a:t>
              </a:r>
              <a:r>
                <a:rPr lang="en-US" sz="1400">
                  <a:solidFill>
                    <a:srgbClr val="0C1E2A"/>
                  </a:solidFill>
                  <a:ea typeface="Calibri"/>
                  <a:cs typeface="Calibri"/>
                  <a:sym typeface="Calibri" panose="020F0502020204030204" pitchFamily="34" charset="0"/>
                </a:rPr>
                <a:t>across the Kingdom</a:t>
              </a:r>
              <a:endParaRPr lang="en-US" sz="1400" b="1">
                <a:solidFill>
                  <a:srgbClr val="0C1E2A"/>
                </a:solidFill>
                <a:ea typeface="Calibri"/>
                <a:cs typeface="Calibri"/>
                <a:sym typeface="Calibri" panose="020F0502020204030204" pitchFamily="34" charset="0"/>
              </a:endParaRPr>
            </a:p>
          </p:txBody>
        </p:sp>
        <p:sp>
          <p:nvSpPr>
            <p:cNvPr id="96" name="Rectangle: Rounded Corners 95">
              <a:extLst>
                <a:ext uri="{FF2B5EF4-FFF2-40B4-BE49-F238E27FC236}">
                  <a16:creationId xmlns:a16="http://schemas.microsoft.com/office/drawing/2014/main" id="{78C5A9D2-0B03-D689-9429-8312875D0C68}"/>
                </a:ext>
              </a:extLst>
            </p:cNvPr>
            <p:cNvSpPr>
              <a:spLocks/>
            </p:cNvSpPr>
            <p:nvPr/>
          </p:nvSpPr>
          <p:spPr>
            <a:xfrm>
              <a:off x="6471016" y="2097456"/>
              <a:ext cx="4427136" cy="191868"/>
            </a:xfrm>
            <a:prstGeom prst="roundRect">
              <a:avLst/>
            </a:prstGeom>
            <a:noFill/>
            <a:ln w="19050">
              <a:noFill/>
            </a:ln>
            <a:effectLst/>
          </p:spPr>
          <p:txBody>
            <a:bodyPr lIns="91440" tIns="91440" rIns="91440" bIns="91440" rtlCol="0" anchor="ctr"/>
            <a:lstStyle/>
            <a:p>
              <a:pPr defTabSz="457200">
                <a:defRPr/>
              </a:pPr>
              <a:r>
                <a:rPr lang="en-US" sz="1600" b="1">
                  <a:solidFill>
                    <a:srgbClr val="17B2AF"/>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Diversified Business Leader</a:t>
              </a:r>
            </a:p>
          </p:txBody>
        </p:sp>
        <p:cxnSp>
          <p:nvCxnSpPr>
            <p:cNvPr id="97" name="Straight Connector 96">
              <a:extLst>
                <a:ext uri="{FF2B5EF4-FFF2-40B4-BE49-F238E27FC236}">
                  <a16:creationId xmlns:a16="http://schemas.microsoft.com/office/drawing/2014/main" id="{9CFC8B98-A1C3-9A73-EEED-C2E646172DBD}"/>
                </a:ext>
              </a:extLst>
            </p:cNvPr>
            <p:cNvCxnSpPr>
              <a:cxnSpLocks/>
            </p:cNvCxnSpPr>
            <p:nvPr/>
          </p:nvCxnSpPr>
          <p:spPr>
            <a:xfrm>
              <a:off x="6504811" y="2320811"/>
              <a:ext cx="4078884" cy="0"/>
            </a:xfrm>
            <a:prstGeom prst="line">
              <a:avLst/>
            </a:prstGeom>
            <a:ln>
              <a:solidFill>
                <a:schemeClr val="accent3">
                  <a:alpha val="30000"/>
                </a:schemeClr>
              </a:solidFill>
              <a:tailEnd type="none"/>
            </a:ln>
          </p:spPr>
          <p:style>
            <a:lnRef idx="1">
              <a:schemeClr val="accent3"/>
            </a:lnRef>
            <a:fillRef idx="0">
              <a:schemeClr val="accent3"/>
            </a:fillRef>
            <a:effectRef idx="0">
              <a:schemeClr val="accent3"/>
            </a:effectRef>
            <a:fontRef idx="minor">
              <a:schemeClr val="tx1"/>
            </a:fontRef>
          </p:style>
        </p:cxnSp>
        <p:pic>
          <p:nvPicPr>
            <p:cNvPr id="86" name="CustomIcon">
              <a:extLst>
                <a:ext uri="{FF2B5EF4-FFF2-40B4-BE49-F238E27FC236}">
                  <a16:creationId xmlns:a16="http://schemas.microsoft.com/office/drawing/2014/main" id="{4DBA147B-8A76-A208-11B6-D0B3E01AA781}"/>
                </a:ext>
              </a:extLst>
            </p:cNvPr>
            <p:cNvPicPr>
              <a:picLocks/>
            </p:cNvPicPr>
            <p:nvPr>
              <p:custDataLst>
                <p:tags r:id="rId4"/>
              </p:custDataLst>
            </p:nvPr>
          </p:nvPicPr>
          <p:blipFill>
            <a:blip r:embed="rId14">
              <a:extLst>
                <a:ext uri="{96DAC541-7B7A-43D3-8B79-37D633B846F1}">
                  <asvg:svgBlip xmlns:asvg="http://schemas.microsoft.com/office/drawing/2016/SVG/main" r:embed="rId15"/>
                </a:ext>
              </a:extLst>
            </a:blip>
            <a:stretch>
              <a:fillRect/>
            </a:stretch>
          </p:blipFill>
          <p:spPr>
            <a:xfrm rot="16200000">
              <a:off x="6622594" y="2435593"/>
              <a:ext cx="498764" cy="495077"/>
            </a:xfrm>
            <a:prstGeom prst="rect">
              <a:avLst/>
            </a:prstGeom>
            <a:effectLst/>
          </p:spPr>
        </p:pic>
      </p:grpSp>
      <p:grpSp>
        <p:nvGrpSpPr>
          <p:cNvPr id="105" name="Group 104">
            <a:extLst>
              <a:ext uri="{FF2B5EF4-FFF2-40B4-BE49-F238E27FC236}">
                <a16:creationId xmlns:a16="http://schemas.microsoft.com/office/drawing/2014/main" id="{6332DEFD-417E-EF16-B2E4-15D42A9850D4}"/>
              </a:ext>
            </a:extLst>
          </p:cNvPr>
          <p:cNvGrpSpPr/>
          <p:nvPr/>
        </p:nvGrpSpPr>
        <p:grpSpPr>
          <a:xfrm>
            <a:off x="6393085" y="3572460"/>
            <a:ext cx="5206409" cy="1056517"/>
            <a:chOff x="6393085" y="3572460"/>
            <a:chExt cx="5206409" cy="1056517"/>
          </a:xfrm>
        </p:grpSpPr>
        <p:sp>
          <p:nvSpPr>
            <p:cNvPr id="81" name="TextBox 80">
              <a:extLst>
                <a:ext uri="{FF2B5EF4-FFF2-40B4-BE49-F238E27FC236}">
                  <a16:creationId xmlns:a16="http://schemas.microsoft.com/office/drawing/2014/main" id="{E6855884-D5AB-AE93-E8AC-F6777C0A221D}"/>
                </a:ext>
              </a:extLst>
            </p:cNvPr>
            <p:cNvSpPr txBox="1"/>
            <p:nvPr/>
          </p:nvSpPr>
          <p:spPr>
            <a:xfrm>
              <a:off x="6393085" y="3572460"/>
              <a:ext cx="5206409" cy="1056517"/>
            </a:xfrm>
            <a:prstGeom prst="roundRect">
              <a:avLst>
                <a:gd name="adj" fmla="val 6103"/>
              </a:avLst>
            </a:prstGeom>
            <a:solidFill>
              <a:sysClr val="window" lastClr="FFFFF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0" cap="none" spc="0" normalizeH="0" baseline="0" noProof="0">
                <a:ln>
                  <a:noFill/>
                </a:ln>
                <a:solidFill>
                  <a:prstClr val="black"/>
                </a:solidFill>
                <a:effectLst/>
                <a:uLnTx/>
                <a:uFillTx/>
                <a:latin typeface="Arial"/>
                <a:ea typeface="+mn-ea"/>
                <a:cs typeface="Arial" panose="020B0604020202020204" pitchFamily="34" charset="0"/>
              </a:endParaRPr>
            </a:p>
          </p:txBody>
        </p:sp>
        <p:sp>
          <p:nvSpPr>
            <p:cNvPr id="82" name="Rectangle: Rounded Corners 81">
              <a:extLst>
                <a:ext uri="{FF2B5EF4-FFF2-40B4-BE49-F238E27FC236}">
                  <a16:creationId xmlns:a16="http://schemas.microsoft.com/office/drawing/2014/main" id="{6C8E0C30-50DF-9DE5-6628-EB08EE2F0098}"/>
                </a:ext>
              </a:extLst>
            </p:cNvPr>
            <p:cNvSpPr/>
            <p:nvPr/>
          </p:nvSpPr>
          <p:spPr>
            <a:xfrm>
              <a:off x="7249094" y="3894693"/>
              <a:ext cx="4267460" cy="665151"/>
            </a:xfrm>
            <a:prstGeom prst="roundRect">
              <a:avLst/>
            </a:prstGeom>
            <a:noFill/>
            <a:ln w="190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spcBef>
                  <a:spcPts val="1000"/>
                </a:spcBef>
                <a:defRPr/>
              </a:pPr>
              <a:r>
                <a:rPr lang="en-US" sz="1400" b="1">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Dedicated healthcare subsidiary </a:t>
              </a:r>
              <a:r>
                <a:rPr lang="en-US" sz="1400">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managing </a:t>
              </a:r>
              <a:r>
                <a:rPr lang="en-US" sz="1400" b="1">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3 medical supply companies</a:t>
              </a:r>
              <a:r>
                <a:rPr lang="en-US" sz="1400">
                  <a:solidFill>
                    <a:srgbClr val="0C1E2A"/>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 operating across the Kingdom</a:t>
              </a:r>
            </a:p>
          </p:txBody>
        </p:sp>
        <p:sp>
          <p:nvSpPr>
            <p:cNvPr id="83" name="Rectangle: Rounded Corners 82">
              <a:extLst>
                <a:ext uri="{FF2B5EF4-FFF2-40B4-BE49-F238E27FC236}">
                  <a16:creationId xmlns:a16="http://schemas.microsoft.com/office/drawing/2014/main" id="{AA1557A8-829C-1376-546F-3C4405460C73}"/>
                </a:ext>
              </a:extLst>
            </p:cNvPr>
            <p:cNvSpPr>
              <a:spLocks/>
            </p:cNvSpPr>
            <p:nvPr/>
          </p:nvSpPr>
          <p:spPr>
            <a:xfrm>
              <a:off x="6471015" y="3641593"/>
              <a:ext cx="4427136" cy="191868"/>
            </a:xfrm>
            <a:prstGeom prst="roundRect">
              <a:avLst/>
            </a:prstGeom>
            <a:noFill/>
            <a:ln w="19050">
              <a:noFill/>
            </a:ln>
            <a:effectLst/>
          </p:spPr>
          <p:txBody>
            <a:bodyPr lIns="91440" tIns="91440" rIns="91440" bIns="91440" rtlCol="0" anchor="ctr"/>
            <a:lstStyle/>
            <a:p>
              <a:pPr defTabSz="457200">
                <a:defRPr/>
              </a:pPr>
              <a:r>
                <a:rPr lang="en-US" sz="1600" b="1">
                  <a:solidFill>
                    <a:srgbClr val="17B2AF"/>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Major Healthcare Player in KSA</a:t>
              </a:r>
            </a:p>
          </p:txBody>
        </p:sp>
        <p:cxnSp>
          <p:nvCxnSpPr>
            <p:cNvPr id="84" name="Straight Connector 83">
              <a:extLst>
                <a:ext uri="{FF2B5EF4-FFF2-40B4-BE49-F238E27FC236}">
                  <a16:creationId xmlns:a16="http://schemas.microsoft.com/office/drawing/2014/main" id="{FAB50A39-66C6-F9DE-427B-452B4E4767CF}"/>
                </a:ext>
              </a:extLst>
            </p:cNvPr>
            <p:cNvCxnSpPr>
              <a:cxnSpLocks/>
            </p:cNvCxnSpPr>
            <p:nvPr/>
          </p:nvCxnSpPr>
          <p:spPr>
            <a:xfrm>
              <a:off x="6504810" y="3864948"/>
              <a:ext cx="4078884" cy="0"/>
            </a:xfrm>
            <a:prstGeom prst="line">
              <a:avLst/>
            </a:prstGeom>
            <a:ln>
              <a:solidFill>
                <a:schemeClr val="accent3">
                  <a:alpha val="30000"/>
                </a:schemeClr>
              </a:solidFill>
              <a:tailEnd type="none"/>
            </a:ln>
          </p:spPr>
          <p:style>
            <a:lnRef idx="1">
              <a:schemeClr val="accent3"/>
            </a:lnRef>
            <a:fillRef idx="0">
              <a:schemeClr val="accent3"/>
            </a:fillRef>
            <a:effectRef idx="0">
              <a:schemeClr val="accent3"/>
            </a:effectRef>
            <a:fontRef idx="minor">
              <a:schemeClr val="tx1"/>
            </a:fontRef>
          </p:style>
        </p:cxnSp>
        <p:pic>
          <p:nvPicPr>
            <p:cNvPr id="85" name="CustomIcon">
              <a:extLst>
                <a:ext uri="{FF2B5EF4-FFF2-40B4-BE49-F238E27FC236}">
                  <a16:creationId xmlns:a16="http://schemas.microsoft.com/office/drawing/2014/main" id="{6D321AF5-004E-25C8-AD89-8ADB26B58D46}"/>
                </a:ext>
              </a:extLst>
            </p:cNvPr>
            <p:cNvPicPr>
              <a:picLocks/>
            </p:cNvPicPr>
            <p:nvPr>
              <p:custDataLst>
                <p:tags r:id="rId3"/>
              </p:custDataLst>
            </p:nvPr>
          </p:nvPicPr>
          <p:blipFill>
            <a:blip r:embed="rId16">
              <a:extLst>
                <a:ext uri="{96DAC541-7B7A-43D3-8B79-37D633B846F1}">
                  <asvg:svgBlip xmlns:asvg="http://schemas.microsoft.com/office/drawing/2016/SVG/main" r:embed="rId17"/>
                </a:ext>
              </a:extLst>
            </a:blip>
            <a:stretch>
              <a:fillRect/>
            </a:stretch>
          </p:blipFill>
          <p:spPr>
            <a:xfrm>
              <a:off x="6598157" y="3979730"/>
              <a:ext cx="498764" cy="495077"/>
            </a:xfrm>
            <a:prstGeom prst="rect">
              <a:avLst/>
            </a:prstGeom>
            <a:effectLst/>
          </p:spPr>
        </p:pic>
      </p:grpSp>
      <p:grpSp>
        <p:nvGrpSpPr>
          <p:cNvPr id="106" name="Group 105">
            <a:extLst>
              <a:ext uri="{FF2B5EF4-FFF2-40B4-BE49-F238E27FC236}">
                <a16:creationId xmlns:a16="http://schemas.microsoft.com/office/drawing/2014/main" id="{94752F6F-F7A0-F134-5251-536556AFA2FF}"/>
              </a:ext>
            </a:extLst>
          </p:cNvPr>
          <p:cNvGrpSpPr/>
          <p:nvPr/>
        </p:nvGrpSpPr>
        <p:grpSpPr>
          <a:xfrm>
            <a:off x="6393085" y="5116597"/>
            <a:ext cx="5206409" cy="1056517"/>
            <a:chOff x="6439635" y="5116597"/>
            <a:chExt cx="5206409" cy="1056517"/>
          </a:xfrm>
        </p:grpSpPr>
        <p:sp>
          <p:nvSpPr>
            <p:cNvPr id="76" name="TextBox 75">
              <a:extLst>
                <a:ext uri="{FF2B5EF4-FFF2-40B4-BE49-F238E27FC236}">
                  <a16:creationId xmlns:a16="http://schemas.microsoft.com/office/drawing/2014/main" id="{BF4812BA-3A9D-A952-144A-D98C3CAD20D1}"/>
                </a:ext>
              </a:extLst>
            </p:cNvPr>
            <p:cNvSpPr txBox="1"/>
            <p:nvPr/>
          </p:nvSpPr>
          <p:spPr>
            <a:xfrm>
              <a:off x="6439635" y="5116597"/>
              <a:ext cx="5206409" cy="1056517"/>
            </a:xfrm>
            <a:prstGeom prst="roundRect">
              <a:avLst>
                <a:gd name="adj" fmla="val 6103"/>
              </a:avLst>
            </a:prstGeom>
            <a:solidFill>
              <a:sysClr val="window" lastClr="FFFFF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0" cap="none" spc="0" normalizeH="0" baseline="0" noProof="0">
                <a:ln>
                  <a:noFill/>
                </a:ln>
                <a:solidFill>
                  <a:prstClr val="black"/>
                </a:solidFill>
                <a:effectLst/>
                <a:uLnTx/>
                <a:uFillTx/>
                <a:latin typeface="Arial"/>
                <a:ea typeface="+mn-ea"/>
                <a:cs typeface="Arial" panose="020B0604020202020204" pitchFamily="34" charset="0"/>
              </a:endParaRPr>
            </a:p>
          </p:txBody>
        </p:sp>
        <p:sp>
          <p:nvSpPr>
            <p:cNvPr id="77" name="Rectangle: Rounded Corners 76">
              <a:extLst>
                <a:ext uri="{FF2B5EF4-FFF2-40B4-BE49-F238E27FC236}">
                  <a16:creationId xmlns:a16="http://schemas.microsoft.com/office/drawing/2014/main" id="{EC157E93-FB15-B231-050E-56F8F490DE07}"/>
                </a:ext>
              </a:extLst>
            </p:cNvPr>
            <p:cNvSpPr/>
            <p:nvPr/>
          </p:nvSpPr>
          <p:spPr>
            <a:xfrm>
              <a:off x="7295644" y="5438830"/>
              <a:ext cx="4267460" cy="665151"/>
            </a:xfrm>
            <a:prstGeom prst="roundRect">
              <a:avLst/>
            </a:prstGeom>
            <a:noFill/>
            <a:ln w="190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spcBef>
                  <a:spcPts val="1000"/>
                </a:spcBef>
                <a:defRPr/>
              </a:pPr>
              <a:r>
                <a:rPr lang="en-US" sz="1400" b="1">
                  <a:solidFill>
                    <a:srgbClr val="0C1E2A"/>
                  </a:solidFill>
                  <a:ea typeface="Calibri"/>
                  <a:cs typeface="Calibri"/>
                  <a:sym typeface="Calibri" panose="020F0502020204030204" pitchFamily="34" charset="0"/>
                </a:rPr>
                <a:t>World-class genetic testing &amp; diagnostics facilities </a:t>
              </a:r>
              <a:r>
                <a:rPr lang="en-US" sz="1400">
                  <a:solidFill>
                    <a:srgbClr val="0C1E2A"/>
                  </a:solidFill>
                  <a:ea typeface="Calibri"/>
                  <a:cs typeface="Calibri"/>
                  <a:sym typeface="Calibri" panose="020F0502020204030204" pitchFamily="34" charset="0"/>
                </a:rPr>
                <a:t>through </a:t>
              </a:r>
              <a:r>
                <a:rPr lang="en-US" sz="1400" err="1">
                  <a:solidFill>
                    <a:srgbClr val="0C1E2A"/>
                  </a:solidFill>
                  <a:ea typeface="Calibri"/>
                  <a:cs typeface="Calibri"/>
                  <a:sym typeface="Calibri" panose="020F0502020204030204" pitchFamily="34" charset="0"/>
                </a:rPr>
                <a:t>Genalive</a:t>
              </a:r>
              <a:r>
                <a:rPr lang="en-US" sz="1400">
                  <a:solidFill>
                    <a:srgbClr val="0C1E2A"/>
                  </a:solidFill>
                  <a:ea typeface="Calibri"/>
                  <a:cs typeface="Calibri"/>
                  <a:sym typeface="Calibri" panose="020F0502020204030204" pitchFamily="34" charset="0"/>
                </a:rPr>
                <a:t>, a JV with BGI Genomics</a:t>
              </a:r>
            </a:p>
          </p:txBody>
        </p:sp>
        <p:sp>
          <p:nvSpPr>
            <p:cNvPr id="78" name="Rectangle: Rounded Corners 77">
              <a:extLst>
                <a:ext uri="{FF2B5EF4-FFF2-40B4-BE49-F238E27FC236}">
                  <a16:creationId xmlns:a16="http://schemas.microsoft.com/office/drawing/2014/main" id="{6F6C493E-FBA5-EA18-7E05-67C6E5C95731}"/>
                </a:ext>
              </a:extLst>
            </p:cNvPr>
            <p:cNvSpPr>
              <a:spLocks/>
            </p:cNvSpPr>
            <p:nvPr/>
          </p:nvSpPr>
          <p:spPr>
            <a:xfrm>
              <a:off x="6517565" y="5185730"/>
              <a:ext cx="4427136" cy="191868"/>
            </a:xfrm>
            <a:prstGeom prst="roundRect">
              <a:avLst/>
            </a:prstGeom>
            <a:noFill/>
            <a:ln w="19050">
              <a:noFill/>
            </a:ln>
            <a:effectLst/>
          </p:spPr>
          <p:txBody>
            <a:bodyPr lIns="91440" tIns="91440" rIns="91440" bIns="91440" rtlCol="0" anchor="ctr"/>
            <a:lstStyle/>
            <a:p>
              <a:pPr defTabSz="457200">
                <a:defRPr/>
              </a:pPr>
              <a:r>
                <a:rPr lang="en-US" sz="1600" b="1">
                  <a:solidFill>
                    <a:srgbClr val="17B2AF"/>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rPr>
                <a:t>Advanced Genetic Testing Partner</a:t>
              </a:r>
            </a:p>
          </p:txBody>
        </p:sp>
        <p:cxnSp>
          <p:nvCxnSpPr>
            <p:cNvPr id="79" name="Straight Connector 78">
              <a:extLst>
                <a:ext uri="{FF2B5EF4-FFF2-40B4-BE49-F238E27FC236}">
                  <a16:creationId xmlns:a16="http://schemas.microsoft.com/office/drawing/2014/main" id="{05BECD6F-AEDD-D14F-21B1-3AFA68300485}"/>
                </a:ext>
              </a:extLst>
            </p:cNvPr>
            <p:cNvCxnSpPr>
              <a:cxnSpLocks/>
            </p:cNvCxnSpPr>
            <p:nvPr/>
          </p:nvCxnSpPr>
          <p:spPr>
            <a:xfrm>
              <a:off x="6551360" y="5409085"/>
              <a:ext cx="4078884" cy="0"/>
            </a:xfrm>
            <a:prstGeom prst="line">
              <a:avLst/>
            </a:prstGeom>
            <a:ln>
              <a:solidFill>
                <a:schemeClr val="accent3">
                  <a:alpha val="30000"/>
                </a:schemeClr>
              </a:solidFill>
              <a:tailEnd type="none"/>
            </a:ln>
          </p:spPr>
          <p:style>
            <a:lnRef idx="1">
              <a:schemeClr val="accent3"/>
            </a:lnRef>
            <a:fillRef idx="0">
              <a:schemeClr val="accent3"/>
            </a:fillRef>
            <a:effectRef idx="0">
              <a:schemeClr val="accent3"/>
            </a:effectRef>
            <a:fontRef idx="minor">
              <a:schemeClr val="tx1"/>
            </a:fontRef>
          </p:style>
        </p:cxnSp>
        <p:pic>
          <p:nvPicPr>
            <p:cNvPr id="87" name="Graphic 86">
              <a:extLst>
                <a:ext uri="{FF2B5EF4-FFF2-40B4-BE49-F238E27FC236}">
                  <a16:creationId xmlns:a16="http://schemas.microsoft.com/office/drawing/2014/main" id="{2C93F82D-8EE2-FD11-8028-8F160F726677}"/>
                </a:ext>
              </a:extLst>
            </p:cNvPr>
            <p:cNvPicPr>
              <a:picLocks/>
            </p:cNvPicPr>
            <p:nvPr/>
          </p:nvPicPr>
          <p:blipFill>
            <a:blip r:embed="rId10">
              <a:extLst>
                <a:ext uri="{96DAC541-7B7A-43D3-8B79-37D633B846F1}">
                  <asvg:svgBlip xmlns:asvg="http://schemas.microsoft.com/office/drawing/2016/SVG/main" r:embed="rId11"/>
                </a:ext>
              </a:extLst>
            </a:blip>
            <a:srcRect/>
            <a:stretch/>
          </p:blipFill>
          <p:spPr>
            <a:xfrm>
              <a:off x="6598157" y="5523867"/>
              <a:ext cx="495077" cy="495077"/>
            </a:xfrm>
            <a:prstGeom prst="rect">
              <a:avLst/>
            </a:prstGeom>
            <a:effectLst/>
          </p:spPr>
        </p:pic>
      </p:grpSp>
      <p:sp>
        <p:nvSpPr>
          <p:cNvPr id="4" name="2. Slide Title">
            <a:extLst>
              <a:ext uri="{FF2B5EF4-FFF2-40B4-BE49-F238E27FC236}">
                <a16:creationId xmlns:a16="http://schemas.microsoft.com/office/drawing/2014/main" id="{90F404B5-654F-C48A-18B7-A0990C7D3914}"/>
              </a:ext>
            </a:extLst>
          </p:cNvPr>
          <p:cNvSpPr txBox="1">
            <a:spLocks/>
          </p:cNvSpPr>
          <p:nvPr>
            <p:custDataLst>
              <p:tags r:id="rId2"/>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…and </a:t>
            </a:r>
            <a:r>
              <a:rPr lang="en-US" sz="2600">
                <a:solidFill>
                  <a:srgbClr val="0A0A0A"/>
                </a:solidFill>
                <a:latin typeface="Georgia" panose="02040502050405020303" pitchFamily="18" charset="0"/>
                <a:cs typeface="Arial" panose="020B0604020202020204" pitchFamily="34" charset="0"/>
              </a:rPr>
              <a:t>partners that bring healthcare &amp; business expertise</a:t>
            </a:r>
            <a:r>
              <a:rPr lang="en-US" sz="2600" b="0">
                <a:solidFill>
                  <a:srgbClr val="0A0A0A"/>
                </a:solidFill>
                <a:latin typeface="Georgia" panose="02040502050405020303" pitchFamily="18" charset="0"/>
                <a:cs typeface="Arial" panose="020B0604020202020204" pitchFamily="34" charset="0"/>
              </a:rPr>
              <a:t>, to deliver operational excellence and build a leading oncology center in KSA</a:t>
            </a:r>
          </a:p>
        </p:txBody>
      </p:sp>
      <p:grpSp>
        <p:nvGrpSpPr>
          <p:cNvPr id="8" name="Group 7">
            <a:extLst>
              <a:ext uri="{FF2B5EF4-FFF2-40B4-BE49-F238E27FC236}">
                <a16:creationId xmlns:a16="http://schemas.microsoft.com/office/drawing/2014/main" id="{F8041722-74CE-67E7-CF8C-AA477D7D762E}"/>
              </a:ext>
            </a:extLst>
          </p:cNvPr>
          <p:cNvGrpSpPr/>
          <p:nvPr/>
        </p:nvGrpSpPr>
        <p:grpSpPr>
          <a:xfrm>
            <a:off x="15130" y="47516"/>
            <a:ext cx="171132" cy="228600"/>
            <a:chOff x="0" y="49329"/>
            <a:chExt cx="171132" cy="228600"/>
          </a:xfrm>
        </p:grpSpPr>
        <p:cxnSp>
          <p:nvCxnSpPr>
            <p:cNvPr id="9" name="Straight Connector 8">
              <a:extLst>
                <a:ext uri="{FF2B5EF4-FFF2-40B4-BE49-F238E27FC236}">
                  <a16:creationId xmlns:a16="http://schemas.microsoft.com/office/drawing/2014/main" id="{15BF0B7A-2DF0-C97D-B20D-6CE4ED5C2A5C}"/>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E2A2F8C5-50A4-ECAB-402A-664371BA1743}"/>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3" name="Google Shape;1129;p23">
            <a:extLst>
              <a:ext uri="{FF2B5EF4-FFF2-40B4-BE49-F238E27FC236}">
                <a16:creationId xmlns:a16="http://schemas.microsoft.com/office/drawing/2014/main" id="{27468C9A-65BB-EB13-4A32-39A4C13021D2}"/>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Business Overview</a:t>
            </a:r>
            <a:endParaRPr lang="en-US">
              <a:solidFill>
                <a:schemeClr val="bg1"/>
              </a:solidFill>
              <a:latin typeface="Calibri"/>
              <a:ea typeface="Calibri"/>
              <a:cs typeface="Calibri"/>
            </a:endParaRPr>
          </a:p>
        </p:txBody>
      </p:sp>
      <p:pic>
        <p:nvPicPr>
          <p:cNvPr id="6" name="Picture 5" descr="A black background with white text&#10;&#10;AI-generated content may be incorrect.">
            <a:extLst>
              <a:ext uri="{FF2B5EF4-FFF2-40B4-BE49-F238E27FC236}">
                <a16:creationId xmlns:a16="http://schemas.microsoft.com/office/drawing/2014/main" id="{F4919A7A-FBE6-DC37-0674-529A3CACFEF0}"/>
              </a:ext>
            </a:extLst>
          </p:cNvPr>
          <p:cNvPicPr>
            <a:picLocks noChangeAspect="1"/>
          </p:cNvPicPr>
          <p:nvPr/>
        </p:nvPicPr>
        <p:blipFill>
          <a:blip r:embed="rId18">
            <a:extLst>
              <a:ext uri="{28A0092B-C50C-407E-A947-70E740481C1C}">
                <a14:useLocalDpi xmlns:a14="http://schemas.microsoft.com/office/drawing/2010/main" val="0"/>
              </a:ext>
            </a:extLst>
          </a:blip>
          <a:srcRect b="17751"/>
          <a:stretch>
            <a:fillRect/>
          </a:stretch>
        </p:blipFill>
        <p:spPr>
          <a:xfrm>
            <a:off x="2010163" y="1354187"/>
            <a:ext cx="2403010" cy="610689"/>
          </a:xfrm>
          <a:prstGeom prst="rect">
            <a:avLst/>
          </a:prstGeom>
        </p:spPr>
      </p:pic>
    </p:spTree>
    <p:extLst>
      <p:ext uri="{BB962C8B-B14F-4D97-AF65-F5344CB8AC3E}">
        <p14:creationId xmlns:p14="http://schemas.microsoft.com/office/powerpoint/2010/main" val="112038178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7151"/>
        <p:cNvGrpSpPr/>
        <p:nvPr/>
      </p:nvGrpSpPr>
      <p:grpSpPr>
        <a:xfrm>
          <a:off x="0" y="0"/>
          <a:ext cx="0" cy="0"/>
          <a:chOff x="0" y="0"/>
          <a:chExt cx="0" cy="0"/>
        </a:xfrm>
      </p:grpSpPr>
      <p:sp>
        <p:nvSpPr>
          <p:cNvPr id="7153" name="Google Shape;7153;p390"/>
          <p:cNvSpPr txBox="1">
            <a:spLocks noGrp="1"/>
          </p:cNvSpPr>
          <p:nvPr>
            <p:ph type="sldNum" idx="12"/>
          </p:nvPr>
        </p:nvSpPr>
        <p:spPr>
          <a:xfrm>
            <a:off x="8717280" y="6393528"/>
            <a:ext cx="2743200" cy="365125"/>
          </a:xfrm>
          <a:prstGeom prst="rect">
            <a:avLst/>
          </a:prstGeom>
          <a:noFill/>
          <a:ln>
            <a:noFill/>
          </a:ln>
        </p:spPr>
        <p:txBody>
          <a:bodyPr spcFirstLastPara="1" wrap="square" lIns="91425" tIns="45700" rIns="91425" bIns="45700" anchor="ctr" anchorCtr="0">
            <a:noAutofit/>
          </a:bodyPr>
          <a:lstStyle/>
          <a:p>
            <a:pPr marL="0" marR="0" lvl="0" indent="0" algn="r" rtl="0">
              <a:lnSpc>
                <a:spcPct val="100000"/>
              </a:lnSpc>
              <a:spcBef>
                <a:spcPts val="0"/>
              </a:spcBef>
              <a:spcAft>
                <a:spcPts val="0"/>
              </a:spcAft>
              <a:buClr>
                <a:schemeClr val="dk1"/>
              </a:buClr>
              <a:buSzPts val="1000"/>
              <a:buFont typeface="Arial"/>
              <a:buNone/>
            </a:pPr>
            <a:fld id="{00000000-1234-1234-1234-123412341234}" type="slidenum">
              <a:rPr lang="en-US" b="0" i="0" u="none" strike="noStrike" cap="none">
                <a:latin typeface="Arial"/>
                <a:ea typeface="Arial"/>
                <a:cs typeface="Arial"/>
                <a:sym typeface="Arial"/>
              </a:rPr>
              <a:t>15</a:t>
            </a:fld>
            <a:endParaRPr b="0" i="0" u="none" strike="noStrike" cap="none">
              <a:latin typeface="Arial"/>
              <a:ea typeface="Arial"/>
              <a:cs typeface="Arial"/>
              <a:sym typeface="Arial"/>
            </a:endParaRPr>
          </a:p>
        </p:txBody>
      </p:sp>
      <p:grpSp>
        <p:nvGrpSpPr>
          <p:cNvPr id="7156" name="Google Shape;7156;p390"/>
          <p:cNvGrpSpPr/>
          <p:nvPr/>
        </p:nvGrpSpPr>
        <p:grpSpPr>
          <a:xfrm>
            <a:off x="-457867" y="224668"/>
            <a:ext cx="338328" cy="6330993"/>
            <a:chOff x="-413961" y="270414"/>
            <a:chExt cx="338328" cy="6330993"/>
          </a:xfrm>
        </p:grpSpPr>
        <p:sp>
          <p:nvSpPr>
            <p:cNvPr id="7157" name="Google Shape;7157;p390"/>
            <p:cNvSpPr/>
            <p:nvPr/>
          </p:nvSpPr>
          <p:spPr>
            <a:xfrm>
              <a:off x="-413961" y="622924"/>
              <a:ext cx="338328" cy="338328"/>
            </a:xfrm>
            <a:prstGeom prst="ellipse">
              <a:avLst/>
            </a:prstGeom>
            <a:solidFill>
              <a:srgbClr val="DAE3F3"/>
            </a:solidFill>
            <a:ln w="12700" cap="flat" cmpd="sng">
              <a:solidFill>
                <a:srgbClr val="DAE3F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58" name="Google Shape;7158;p390"/>
            <p:cNvSpPr/>
            <p:nvPr/>
          </p:nvSpPr>
          <p:spPr>
            <a:xfrm>
              <a:off x="-413961" y="975434"/>
              <a:ext cx="338328" cy="338328"/>
            </a:xfrm>
            <a:prstGeom prst="ellipse">
              <a:avLst/>
            </a:prstGeom>
            <a:solidFill>
              <a:srgbClr val="4C6C9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59" name="Google Shape;7159;p390"/>
            <p:cNvSpPr/>
            <p:nvPr/>
          </p:nvSpPr>
          <p:spPr>
            <a:xfrm>
              <a:off x="-413961" y="1327944"/>
              <a:ext cx="338328" cy="338328"/>
            </a:xfrm>
            <a:prstGeom prst="ellipse">
              <a:avLst/>
            </a:prstGeom>
            <a:solidFill>
              <a:srgbClr val="6F8DB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0" name="Google Shape;7160;p390"/>
            <p:cNvSpPr/>
            <p:nvPr/>
          </p:nvSpPr>
          <p:spPr>
            <a:xfrm>
              <a:off x="-413961" y="1680454"/>
              <a:ext cx="338328" cy="338328"/>
            </a:xfrm>
            <a:prstGeom prst="ellipse">
              <a:avLst/>
            </a:prstGeom>
            <a:solidFill>
              <a:srgbClr val="9DB1C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1" name="Google Shape;7161;p390"/>
            <p:cNvSpPr/>
            <p:nvPr/>
          </p:nvSpPr>
          <p:spPr>
            <a:xfrm>
              <a:off x="-413961" y="2032964"/>
              <a:ext cx="338328" cy="338328"/>
            </a:xfrm>
            <a:prstGeom prst="ellipse">
              <a:avLst/>
            </a:prstGeom>
            <a:solidFill>
              <a:srgbClr val="C3CFE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2" name="Google Shape;7162;p390"/>
            <p:cNvSpPr/>
            <p:nvPr/>
          </p:nvSpPr>
          <p:spPr>
            <a:xfrm>
              <a:off x="-413961" y="3443004"/>
              <a:ext cx="338328" cy="338328"/>
            </a:xfrm>
            <a:prstGeom prst="ellipse">
              <a:avLst/>
            </a:prstGeom>
            <a:solidFill>
              <a:srgbClr val="DDDDD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3" name="Google Shape;7163;p390"/>
            <p:cNvSpPr/>
            <p:nvPr/>
          </p:nvSpPr>
          <p:spPr>
            <a:xfrm>
              <a:off x="-413961" y="2737984"/>
              <a:ext cx="338328" cy="338328"/>
            </a:xfrm>
            <a:prstGeom prst="ellipse">
              <a:avLst/>
            </a:prstGeom>
            <a:solidFill>
              <a:srgbClr val="EDEDE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4" name="Google Shape;7164;p390"/>
            <p:cNvSpPr/>
            <p:nvPr/>
          </p:nvSpPr>
          <p:spPr>
            <a:xfrm>
              <a:off x="-413961" y="3090494"/>
              <a:ext cx="338328" cy="338328"/>
            </a:xfrm>
            <a:prstGeom prst="ellipse">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5" name="Google Shape;7165;p390"/>
            <p:cNvSpPr/>
            <p:nvPr/>
          </p:nvSpPr>
          <p:spPr>
            <a:xfrm>
              <a:off x="-413961" y="270414"/>
              <a:ext cx="338328" cy="338328"/>
            </a:xfrm>
            <a:prstGeom prst="ellipse">
              <a:avLst/>
            </a:prstGeom>
            <a:solidFill>
              <a:srgbClr val="20386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6" name="Google Shape;7166;p390"/>
            <p:cNvSpPr/>
            <p:nvPr/>
          </p:nvSpPr>
          <p:spPr>
            <a:xfrm>
              <a:off x="-413961" y="4148024"/>
              <a:ext cx="338328" cy="338328"/>
            </a:xfrm>
            <a:prstGeom prst="ellipse">
              <a:avLst/>
            </a:prstGeom>
            <a:solidFill>
              <a:srgbClr val="FBE5D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7" name="Google Shape;7167;p390"/>
            <p:cNvSpPr/>
            <p:nvPr/>
          </p:nvSpPr>
          <p:spPr>
            <a:xfrm>
              <a:off x="-413961" y="3795514"/>
              <a:ext cx="338328" cy="338328"/>
            </a:xfrm>
            <a:prstGeom prst="ellipse">
              <a:avLst/>
            </a:prstGeom>
            <a:solidFill>
              <a:srgbClr val="F7CAA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8" name="Google Shape;7168;p390"/>
            <p:cNvSpPr/>
            <p:nvPr/>
          </p:nvSpPr>
          <p:spPr>
            <a:xfrm>
              <a:off x="-413961" y="4500534"/>
              <a:ext cx="338328" cy="338328"/>
            </a:xfrm>
            <a:prstGeom prst="ellipse">
              <a:avLst/>
            </a:prstGeom>
            <a:solidFill>
              <a:srgbClr val="FEE59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69" name="Google Shape;7169;p390"/>
            <p:cNvSpPr/>
            <p:nvPr/>
          </p:nvSpPr>
          <p:spPr>
            <a:xfrm>
              <a:off x="-413961" y="2385474"/>
              <a:ext cx="338328" cy="338328"/>
            </a:xfrm>
            <a:prstGeom prst="ellipse">
              <a:avLst/>
            </a:prstGeom>
            <a:solidFill>
              <a:srgbClr val="04121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70" name="Google Shape;7170;p390"/>
            <p:cNvSpPr/>
            <p:nvPr/>
          </p:nvSpPr>
          <p:spPr>
            <a:xfrm>
              <a:off x="-413961" y="4853044"/>
              <a:ext cx="338328" cy="338328"/>
            </a:xfrm>
            <a:prstGeom prst="ellipse">
              <a:avLst/>
            </a:prstGeom>
            <a:solidFill>
              <a:srgbClr val="FFF2C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71" name="Google Shape;7171;p390"/>
            <p:cNvSpPr/>
            <p:nvPr/>
          </p:nvSpPr>
          <p:spPr>
            <a:xfrm>
              <a:off x="-413961" y="5205554"/>
              <a:ext cx="338328" cy="338328"/>
            </a:xfrm>
            <a:prstGeom prst="ellipse">
              <a:avLst/>
            </a:prstGeom>
            <a:solidFill>
              <a:srgbClr val="FFC0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72" name="Google Shape;7172;p390"/>
            <p:cNvSpPr/>
            <p:nvPr/>
          </p:nvSpPr>
          <p:spPr>
            <a:xfrm>
              <a:off x="-413961" y="5558064"/>
              <a:ext cx="338328" cy="338328"/>
            </a:xfrm>
            <a:prstGeom prst="ellipse">
              <a:avLst/>
            </a:prstGeom>
            <a:solidFill>
              <a:srgbClr val="E2F0D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73" name="Google Shape;7173;p390"/>
            <p:cNvSpPr/>
            <p:nvPr/>
          </p:nvSpPr>
          <p:spPr>
            <a:xfrm>
              <a:off x="-413961" y="5910574"/>
              <a:ext cx="338328" cy="338328"/>
            </a:xfrm>
            <a:prstGeom prst="ellipse">
              <a:avLst/>
            </a:prstGeom>
            <a:solidFill>
              <a:srgbClr val="C4E0B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174" name="Google Shape;7174;p390"/>
            <p:cNvSpPr/>
            <p:nvPr/>
          </p:nvSpPr>
          <p:spPr>
            <a:xfrm>
              <a:off x="-413961" y="6263079"/>
              <a:ext cx="338328" cy="338328"/>
            </a:xfrm>
            <a:prstGeom prst="ellipse">
              <a:avLst/>
            </a:prstGeom>
            <a:solidFill>
              <a:srgbClr val="C30C3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7185" name="Google Shape;7185;p390"/>
          <p:cNvSpPr/>
          <p:nvPr/>
        </p:nvSpPr>
        <p:spPr>
          <a:xfrm>
            <a:off x="7851339" y="1798905"/>
            <a:ext cx="1323256" cy="29750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Mammography</a:t>
            </a:r>
            <a:endParaRPr sz="2400"/>
          </a:p>
        </p:txBody>
      </p:sp>
      <p:sp>
        <p:nvSpPr>
          <p:cNvPr id="7199" name="Google Shape;7199;p390"/>
          <p:cNvSpPr/>
          <p:nvPr/>
        </p:nvSpPr>
        <p:spPr>
          <a:xfrm>
            <a:off x="9591441" y="1802307"/>
            <a:ext cx="1323256" cy="29492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Colonoscopy</a:t>
            </a:r>
            <a:endParaRPr sz="2400"/>
          </a:p>
        </p:txBody>
      </p:sp>
      <p:sp>
        <p:nvSpPr>
          <p:cNvPr id="7200" name="Google Shape;7200;p390"/>
          <p:cNvSpPr/>
          <p:nvPr/>
        </p:nvSpPr>
        <p:spPr>
          <a:xfrm>
            <a:off x="7851339" y="2196307"/>
            <a:ext cx="1323256" cy="29750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Ultrasound</a:t>
            </a:r>
            <a:endParaRPr sz="2400"/>
          </a:p>
        </p:txBody>
      </p:sp>
      <p:sp>
        <p:nvSpPr>
          <p:cNvPr id="7201" name="Google Shape;7201;p390"/>
          <p:cNvSpPr/>
          <p:nvPr/>
        </p:nvSpPr>
        <p:spPr>
          <a:xfrm>
            <a:off x="9591441" y="2200062"/>
            <a:ext cx="1323256" cy="29492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X-Ray</a:t>
            </a:r>
            <a:endParaRPr sz="2400"/>
          </a:p>
        </p:txBody>
      </p:sp>
      <p:sp>
        <p:nvSpPr>
          <p:cNvPr id="7202" name="Google Shape;7202;p390"/>
          <p:cNvSpPr/>
          <p:nvPr/>
        </p:nvSpPr>
        <p:spPr>
          <a:xfrm>
            <a:off x="7851339" y="2593709"/>
            <a:ext cx="1323256" cy="29750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MRI</a:t>
            </a:r>
            <a:endParaRPr sz="2400"/>
          </a:p>
        </p:txBody>
      </p:sp>
      <p:sp>
        <p:nvSpPr>
          <p:cNvPr id="7203" name="Google Shape;7203;p390"/>
          <p:cNvSpPr/>
          <p:nvPr/>
        </p:nvSpPr>
        <p:spPr>
          <a:xfrm>
            <a:off x="9591441" y="2597817"/>
            <a:ext cx="1323256" cy="29492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Gamma Camera</a:t>
            </a:r>
            <a:endParaRPr sz="2400"/>
          </a:p>
        </p:txBody>
      </p:sp>
      <p:sp>
        <p:nvSpPr>
          <p:cNvPr id="7204" name="Google Shape;7204;p390"/>
          <p:cNvSpPr/>
          <p:nvPr/>
        </p:nvSpPr>
        <p:spPr>
          <a:xfrm>
            <a:off x="7851339" y="2991111"/>
            <a:ext cx="1323256" cy="29750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CT</a:t>
            </a:r>
            <a:endParaRPr sz="2400"/>
          </a:p>
        </p:txBody>
      </p:sp>
      <p:sp>
        <p:nvSpPr>
          <p:cNvPr id="7205" name="Google Shape;7205;p390"/>
          <p:cNvSpPr/>
          <p:nvPr/>
        </p:nvSpPr>
        <p:spPr>
          <a:xfrm>
            <a:off x="9591441" y="2995572"/>
            <a:ext cx="1323256" cy="29492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Bronchoscopy</a:t>
            </a:r>
            <a:endParaRPr sz="2400"/>
          </a:p>
        </p:txBody>
      </p:sp>
      <p:sp>
        <p:nvSpPr>
          <p:cNvPr id="7206" name="Google Shape;7206;p390"/>
          <p:cNvSpPr/>
          <p:nvPr/>
        </p:nvSpPr>
        <p:spPr>
          <a:xfrm>
            <a:off x="7851339" y="3388512"/>
            <a:ext cx="1323256" cy="29750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PET-CT</a:t>
            </a:r>
            <a:endParaRPr sz="2400"/>
          </a:p>
        </p:txBody>
      </p:sp>
      <p:sp>
        <p:nvSpPr>
          <p:cNvPr id="7207" name="Google Shape;7207;p390"/>
          <p:cNvSpPr/>
          <p:nvPr/>
        </p:nvSpPr>
        <p:spPr>
          <a:xfrm>
            <a:off x="9591441" y="3393326"/>
            <a:ext cx="1323256" cy="29492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Cystoscopy</a:t>
            </a:r>
            <a:endParaRPr sz="2400"/>
          </a:p>
        </p:txBody>
      </p:sp>
      <p:cxnSp>
        <p:nvCxnSpPr>
          <p:cNvPr id="7209" name="Google Shape;7209;p390"/>
          <p:cNvCxnSpPr>
            <a:cxnSpLocks/>
          </p:cNvCxnSpPr>
          <p:nvPr/>
        </p:nvCxnSpPr>
        <p:spPr>
          <a:xfrm>
            <a:off x="7479045" y="1817900"/>
            <a:ext cx="0" cy="2676483"/>
          </a:xfrm>
          <a:prstGeom prst="straightConnector1">
            <a:avLst/>
          </a:prstGeom>
          <a:noFill/>
          <a:ln w="9525" cap="flat" cmpd="sng">
            <a:solidFill>
              <a:srgbClr val="203864"/>
            </a:solidFill>
            <a:prstDash val="lgDash"/>
            <a:round/>
            <a:headEnd type="none" w="sm" len="sm"/>
            <a:tailEnd type="none" w="sm" len="sm"/>
          </a:ln>
        </p:spPr>
      </p:cxnSp>
      <p:sp>
        <p:nvSpPr>
          <p:cNvPr id="18" name="Rectangle: Rounded Corners 17">
            <a:extLst>
              <a:ext uri="{FF2B5EF4-FFF2-40B4-BE49-F238E27FC236}">
                <a16:creationId xmlns:a16="http://schemas.microsoft.com/office/drawing/2014/main" id="{B36D5B63-4B01-F3F1-7422-6AF0652600E3}"/>
              </a:ext>
            </a:extLst>
          </p:cNvPr>
          <p:cNvSpPr>
            <a:spLocks/>
          </p:cNvSpPr>
          <p:nvPr/>
        </p:nvSpPr>
        <p:spPr>
          <a:xfrm>
            <a:off x="551405" y="1741270"/>
            <a:ext cx="3086331" cy="505764"/>
          </a:xfrm>
          <a:prstGeom prst="roundRect">
            <a:avLst/>
          </a:prstGeom>
          <a:solidFill>
            <a:srgbClr val="1BA8AF"/>
          </a:solidFill>
          <a:ln w="6350" cap="sq" cmpd="sng" algn="ctr">
            <a:noFill/>
            <a:prstDash val="solid"/>
            <a:miter lim="800000"/>
          </a:ln>
          <a:effectLst/>
        </p:spPr>
        <p:txBody>
          <a:bodyPr rot="0" spcFirstLastPara="0" vertOverflow="overflow" horzOverflow="overflow" vert="horz" wrap="square" lIns="139800" tIns="0" rIns="15240" bIns="0" numCol="1" spcCol="0" rtlCol="0" fromWordArt="0" anchor="ctr" anchorCtr="0" forceAA="0" compatLnSpc="1">
            <a:prstTxWarp prst="textNoShape">
              <a:avLst/>
            </a:prstTxWarp>
            <a:noAutofit/>
          </a:bodyPr>
          <a:lstStyle/>
          <a:p>
            <a:pPr marL="457200" marR="0" lvl="0" indent="0" defTabSz="914400" eaLnBrk="1" fontAlgn="auto" latinLnBrk="0" hangingPunct="1">
              <a:lnSpc>
                <a:spcPct val="100000"/>
              </a:lnSpc>
              <a:buClrTx/>
              <a:buSzTx/>
              <a:buFontTx/>
              <a:buNone/>
              <a:tabLst/>
              <a:defRPr/>
            </a:pPr>
            <a:r>
              <a:rPr kumimoji="0" lang="en-US" sz="1400" b="1" i="0" u="none" strike="noStrike" kern="0" cap="none" spc="0" normalizeH="0" baseline="0" noProof="0">
                <a:ln>
                  <a:noFill/>
                </a:ln>
                <a:solidFill>
                  <a:srgbClr val="FFFFFF"/>
                </a:solidFill>
                <a:effectLst/>
                <a:uLnTx/>
                <a:uFillTx/>
                <a:ea typeface="+mn-ea"/>
                <a:cs typeface="+mn-cs"/>
              </a:rPr>
              <a:t>Medical oncology consultation </a:t>
            </a:r>
          </a:p>
          <a:p>
            <a:pPr marL="457200" marR="0" lvl="0" indent="0" defTabSz="914400" eaLnBrk="1" fontAlgn="auto" latinLnBrk="0" hangingPunct="1">
              <a:lnSpc>
                <a:spcPct val="100000"/>
              </a:lnSpc>
              <a:buClrTx/>
              <a:buSzTx/>
              <a:buFontTx/>
              <a:buNone/>
              <a:tabLst/>
              <a:defRPr/>
            </a:pPr>
            <a:r>
              <a:rPr kumimoji="0" lang="en-US" sz="1400" b="1" i="0" u="none" strike="noStrike" kern="0" cap="none" spc="0" normalizeH="0" baseline="0" noProof="0">
                <a:ln>
                  <a:noFill/>
                </a:ln>
                <a:solidFill>
                  <a:srgbClr val="FFFFFF"/>
                </a:solidFill>
                <a:effectLst/>
                <a:uLnTx/>
                <a:uFillTx/>
                <a:ea typeface="+mn-ea"/>
                <a:cs typeface="+mn-cs"/>
              </a:rPr>
              <a:t>services</a:t>
            </a:r>
          </a:p>
        </p:txBody>
      </p:sp>
      <p:sp>
        <p:nvSpPr>
          <p:cNvPr id="21" name="Rectangle: Rounded Corners 20">
            <a:extLst>
              <a:ext uri="{FF2B5EF4-FFF2-40B4-BE49-F238E27FC236}">
                <a16:creationId xmlns:a16="http://schemas.microsoft.com/office/drawing/2014/main" id="{E29C0E87-3602-7FDB-726B-C23A86F016EF}"/>
              </a:ext>
            </a:extLst>
          </p:cNvPr>
          <p:cNvSpPr>
            <a:spLocks/>
          </p:cNvSpPr>
          <p:nvPr/>
        </p:nvSpPr>
        <p:spPr>
          <a:xfrm>
            <a:off x="551405" y="3482647"/>
            <a:ext cx="3086331" cy="505764"/>
          </a:xfrm>
          <a:prstGeom prst="roundRect">
            <a:avLst/>
          </a:prstGeom>
          <a:solidFill>
            <a:srgbClr val="1BA8AF"/>
          </a:solidFill>
          <a:ln w="6350" cap="sq" cmpd="sng" algn="ctr">
            <a:noFill/>
            <a:prstDash val="solid"/>
            <a:miter lim="800000"/>
          </a:ln>
          <a:effectLst/>
        </p:spPr>
        <p:txBody>
          <a:bodyPr rot="0" spcFirstLastPara="0" vertOverflow="overflow" horzOverflow="overflow" vert="horz" wrap="square" lIns="139800" tIns="0" rIns="15240" bIns="0" numCol="1" spcCol="0" rtlCol="0" fromWordArt="0" anchor="ctr" anchorCtr="0" forceAA="0" compatLnSpc="1">
            <a:prstTxWarp prst="textNoShape">
              <a:avLst/>
            </a:prstTxWarp>
            <a:noAutofit/>
          </a:bodyPr>
          <a:lstStyle/>
          <a:p>
            <a:pPr marL="457200" marR="0" lvl="0" indent="0" defTabSz="914400" eaLnBrk="1" fontAlgn="auto" latinLnBrk="0" hangingPunct="1">
              <a:lnSpc>
                <a:spcPct val="100000"/>
              </a:lnSpc>
              <a:spcBef>
                <a:spcPts val="300"/>
              </a:spcBef>
              <a:spcAft>
                <a:spcPts val="300"/>
              </a:spcAft>
              <a:buClrTx/>
              <a:buSzTx/>
              <a:buFontTx/>
              <a:buNone/>
              <a:tabLst/>
              <a:defRPr/>
            </a:pPr>
            <a:r>
              <a:rPr kumimoji="0" lang="en-US" sz="1400" b="1" i="0" u="none" strike="noStrike" kern="0" cap="none" spc="0" normalizeH="0" baseline="0" noProof="0">
                <a:ln>
                  <a:noFill/>
                </a:ln>
                <a:solidFill>
                  <a:srgbClr val="FFFFFF"/>
                </a:solidFill>
                <a:effectLst/>
                <a:uLnTx/>
                <a:uFillTx/>
                <a:ea typeface="+mn-ea"/>
                <a:cs typeface="+mn-cs"/>
              </a:rPr>
              <a:t>Radiotherapy</a:t>
            </a:r>
          </a:p>
        </p:txBody>
      </p:sp>
      <p:sp>
        <p:nvSpPr>
          <p:cNvPr id="24" name="Rectangle: Rounded Corners 23">
            <a:extLst>
              <a:ext uri="{FF2B5EF4-FFF2-40B4-BE49-F238E27FC236}">
                <a16:creationId xmlns:a16="http://schemas.microsoft.com/office/drawing/2014/main" id="{D2116D4A-37A7-3BDF-9D05-A2AC4EDC3AF0}"/>
              </a:ext>
            </a:extLst>
          </p:cNvPr>
          <p:cNvSpPr>
            <a:spLocks/>
          </p:cNvSpPr>
          <p:nvPr/>
        </p:nvSpPr>
        <p:spPr>
          <a:xfrm>
            <a:off x="551405" y="2902188"/>
            <a:ext cx="3086331" cy="505764"/>
          </a:xfrm>
          <a:prstGeom prst="roundRect">
            <a:avLst/>
          </a:prstGeom>
          <a:solidFill>
            <a:srgbClr val="1BA8AF"/>
          </a:solidFill>
          <a:ln w="6350" cap="sq" cmpd="sng" algn="ctr">
            <a:noFill/>
            <a:prstDash val="solid"/>
            <a:miter lim="800000"/>
          </a:ln>
          <a:effectLst/>
        </p:spPr>
        <p:txBody>
          <a:bodyPr rot="0" spcFirstLastPara="0" vertOverflow="overflow" horzOverflow="overflow" vert="horz" wrap="square" lIns="139800" tIns="0" rIns="15240" bIns="0" numCol="1" spcCol="0" rtlCol="0" fromWordArt="0" anchor="ctr" anchorCtr="0" forceAA="0" compatLnSpc="1">
            <a:prstTxWarp prst="textNoShape">
              <a:avLst/>
            </a:prstTxWarp>
            <a:noAutofit/>
          </a:bodyPr>
          <a:lstStyle/>
          <a:p>
            <a:pPr marL="457200" marR="0" lvl="0" indent="0" defTabSz="914400" eaLnBrk="1" fontAlgn="auto" latinLnBrk="0" hangingPunct="1">
              <a:lnSpc>
                <a:spcPct val="100000"/>
              </a:lnSpc>
              <a:spcBef>
                <a:spcPts val="300"/>
              </a:spcBef>
              <a:spcAft>
                <a:spcPts val="300"/>
              </a:spcAft>
              <a:buClrTx/>
              <a:buSzTx/>
              <a:buFontTx/>
              <a:buNone/>
              <a:tabLst/>
              <a:defRPr/>
            </a:pPr>
            <a:r>
              <a:rPr kumimoji="0" lang="en-US" sz="1400" b="1" i="0" u="none" strike="noStrike" kern="0" cap="none" spc="0" normalizeH="0" baseline="0" noProof="0">
                <a:ln>
                  <a:noFill/>
                </a:ln>
                <a:solidFill>
                  <a:srgbClr val="FFFFFF"/>
                </a:solidFill>
                <a:effectLst/>
                <a:uLnTx/>
                <a:uFillTx/>
                <a:ea typeface="+mn-ea"/>
                <a:cs typeface="+mn-cs"/>
              </a:rPr>
              <a:t>Radiology &amp; nuclear medicine</a:t>
            </a:r>
          </a:p>
        </p:txBody>
      </p:sp>
      <p:sp>
        <p:nvSpPr>
          <p:cNvPr id="27" name="Rectangle: Rounded Corners 26">
            <a:extLst>
              <a:ext uri="{FF2B5EF4-FFF2-40B4-BE49-F238E27FC236}">
                <a16:creationId xmlns:a16="http://schemas.microsoft.com/office/drawing/2014/main" id="{CAB6E129-79A4-E8AC-457A-940754FBB5B0}"/>
              </a:ext>
            </a:extLst>
          </p:cNvPr>
          <p:cNvSpPr>
            <a:spLocks/>
          </p:cNvSpPr>
          <p:nvPr/>
        </p:nvSpPr>
        <p:spPr>
          <a:xfrm>
            <a:off x="551405" y="2321729"/>
            <a:ext cx="3086331" cy="505764"/>
          </a:xfrm>
          <a:prstGeom prst="roundRect">
            <a:avLst/>
          </a:prstGeom>
          <a:solidFill>
            <a:srgbClr val="1BA8AF"/>
          </a:solidFill>
          <a:ln w="6350" cap="sq" cmpd="sng" algn="ctr">
            <a:noFill/>
            <a:prstDash val="solid"/>
            <a:miter lim="800000"/>
          </a:ln>
          <a:effectLst/>
        </p:spPr>
        <p:txBody>
          <a:bodyPr rot="0" spcFirstLastPara="0" vertOverflow="overflow" horzOverflow="overflow" vert="horz" wrap="square" lIns="139800" tIns="0" rIns="15240" bIns="0" numCol="1" spcCol="0" rtlCol="0" fromWordArt="0" anchor="ctr" anchorCtr="0" forceAA="0" compatLnSpc="1">
            <a:prstTxWarp prst="textNoShape">
              <a:avLst/>
            </a:prstTxWarp>
            <a:noAutofit/>
          </a:bodyPr>
          <a:lstStyle/>
          <a:p>
            <a:pPr marL="457200" marR="0" lvl="0" indent="0" defTabSz="914400" eaLnBrk="1" fontAlgn="auto" latinLnBrk="0" hangingPunct="1">
              <a:lnSpc>
                <a:spcPct val="100000"/>
              </a:lnSpc>
              <a:spcBef>
                <a:spcPts val="300"/>
              </a:spcBef>
              <a:spcAft>
                <a:spcPts val="300"/>
              </a:spcAft>
              <a:buClrTx/>
              <a:buSzTx/>
              <a:buFontTx/>
              <a:buNone/>
              <a:tabLst/>
              <a:defRPr/>
            </a:pPr>
            <a:r>
              <a:rPr kumimoji="0" lang="en-US" sz="1400" b="1" i="0" u="none" strike="noStrike" kern="0" cap="none" spc="0" normalizeH="0" baseline="0" noProof="0">
                <a:ln>
                  <a:noFill/>
                </a:ln>
                <a:solidFill>
                  <a:srgbClr val="FFFFFF"/>
                </a:solidFill>
                <a:effectLst/>
                <a:uLnTx/>
                <a:uFillTx/>
                <a:ea typeface="+mn-ea"/>
                <a:cs typeface="+mn-cs"/>
              </a:rPr>
              <a:t>Full Endoscopy department</a:t>
            </a:r>
          </a:p>
        </p:txBody>
      </p:sp>
      <p:pic>
        <p:nvPicPr>
          <p:cNvPr id="29" name="Picture 2" descr="oncology icon">
            <a:extLst>
              <a:ext uri="{FF2B5EF4-FFF2-40B4-BE49-F238E27FC236}">
                <a16:creationId xmlns:a16="http://schemas.microsoft.com/office/drawing/2014/main" id="{1DFCF54B-A76C-0948-EA4C-06D6EFD68B8A}"/>
              </a:ext>
            </a:extLst>
          </p:cNvPr>
          <p:cNvPicPr>
            <a:picLocks noChangeAspect="1" noChangeArrowheads="1"/>
          </p:cNvPicPr>
          <p:nvPr/>
        </p:nvPicPr>
        <p:blipFill>
          <a:blip r:embed="rId6">
            <a:biLevel thresh="25000"/>
            <a:extLst>
              <a:ext uri="{28A0092B-C50C-407E-A947-70E740481C1C}">
                <a14:useLocalDpi xmlns:a14="http://schemas.microsoft.com/office/drawing/2010/main" val="0"/>
              </a:ext>
            </a:extLst>
          </a:blip>
          <a:srcRect/>
          <a:stretch>
            <a:fillRect/>
          </a:stretch>
        </p:blipFill>
        <p:spPr bwMode="auto">
          <a:xfrm>
            <a:off x="637964" y="1799408"/>
            <a:ext cx="372967" cy="369156"/>
          </a:xfrm>
          <a:prstGeom prst="rect">
            <a:avLst/>
          </a:prstGeom>
          <a:solidFill>
            <a:srgbClr val="1BA8AF"/>
          </a:solidFill>
        </p:spPr>
      </p:pic>
      <p:pic>
        <p:nvPicPr>
          <p:cNvPr id="30" name="Picture 2" descr="radiotherapy icon">
            <a:extLst>
              <a:ext uri="{FF2B5EF4-FFF2-40B4-BE49-F238E27FC236}">
                <a16:creationId xmlns:a16="http://schemas.microsoft.com/office/drawing/2014/main" id="{ADCAF98C-CAF6-9F82-96D6-3A0B4499B0E9}"/>
              </a:ext>
            </a:extLst>
          </p:cNvPr>
          <p:cNvPicPr>
            <a:picLocks noChangeAspect="1" noChangeArrowheads="1"/>
          </p:cNvPicPr>
          <p:nvPr/>
        </p:nvPicPr>
        <p:blipFill>
          <a:blip r:embed="rId7">
            <a:biLevel thresh="25000"/>
            <a:extLst>
              <a:ext uri="{28A0092B-C50C-407E-A947-70E740481C1C}">
                <a14:useLocalDpi xmlns:a14="http://schemas.microsoft.com/office/drawing/2010/main" val="0"/>
              </a:ext>
            </a:extLst>
          </a:blip>
          <a:srcRect/>
          <a:stretch>
            <a:fillRect/>
          </a:stretch>
        </p:blipFill>
        <p:spPr bwMode="auto">
          <a:xfrm>
            <a:off x="626236" y="3543958"/>
            <a:ext cx="396422" cy="391822"/>
          </a:xfrm>
          <a:prstGeom prst="rect">
            <a:avLst/>
          </a:prstGeom>
          <a:solidFill>
            <a:srgbClr val="1BA8AF"/>
          </a:solidFill>
        </p:spPr>
      </p:pic>
      <p:pic>
        <p:nvPicPr>
          <p:cNvPr id="31" name="Picture 4" descr="xray icon">
            <a:extLst>
              <a:ext uri="{FF2B5EF4-FFF2-40B4-BE49-F238E27FC236}">
                <a16:creationId xmlns:a16="http://schemas.microsoft.com/office/drawing/2014/main" id="{35023873-0BB3-18D1-3D31-298C3B48A4F4}"/>
              </a:ext>
            </a:extLst>
          </p:cNvPr>
          <p:cNvPicPr>
            <a:picLocks noChangeAspect="1" noChangeArrowheads="1"/>
          </p:cNvPicPr>
          <p:nvPr/>
        </p:nvPicPr>
        <p:blipFill>
          <a:blip r:embed="rId8">
            <a:biLevel thresh="25000"/>
            <a:extLst>
              <a:ext uri="{28A0092B-C50C-407E-A947-70E740481C1C}">
                <a14:useLocalDpi xmlns:a14="http://schemas.microsoft.com/office/drawing/2010/main" val="0"/>
              </a:ext>
            </a:extLst>
          </a:blip>
          <a:srcRect/>
          <a:stretch>
            <a:fillRect/>
          </a:stretch>
        </p:blipFill>
        <p:spPr bwMode="auto">
          <a:xfrm>
            <a:off x="620230" y="2964035"/>
            <a:ext cx="408434" cy="403694"/>
          </a:xfrm>
          <a:prstGeom prst="rect">
            <a:avLst/>
          </a:prstGeom>
          <a:solidFill>
            <a:srgbClr val="1BA8AF"/>
          </a:solidFill>
        </p:spPr>
      </p:pic>
      <p:pic>
        <p:nvPicPr>
          <p:cNvPr id="32" name="Picture 6" descr="endoscopy icon">
            <a:extLst>
              <a:ext uri="{FF2B5EF4-FFF2-40B4-BE49-F238E27FC236}">
                <a16:creationId xmlns:a16="http://schemas.microsoft.com/office/drawing/2014/main" id="{28E6FC89-2461-1800-6EDA-BA328A700763}"/>
              </a:ext>
            </a:extLst>
          </p:cNvPr>
          <p:cNvPicPr>
            <a:picLocks noChangeAspect="1" noChangeArrowheads="1"/>
          </p:cNvPicPr>
          <p:nvPr/>
        </p:nvPicPr>
        <p:blipFill>
          <a:blip r:embed="rId9">
            <a:biLevel thresh="25000"/>
            <a:extLst>
              <a:ext uri="{28A0092B-C50C-407E-A947-70E740481C1C}">
                <a14:useLocalDpi xmlns:a14="http://schemas.microsoft.com/office/drawing/2010/main" val="0"/>
              </a:ext>
            </a:extLst>
          </a:blip>
          <a:srcRect/>
          <a:stretch>
            <a:fillRect/>
          </a:stretch>
        </p:blipFill>
        <p:spPr bwMode="auto">
          <a:xfrm>
            <a:off x="622252" y="2374364"/>
            <a:ext cx="404390" cy="399695"/>
          </a:xfrm>
          <a:prstGeom prst="rect">
            <a:avLst/>
          </a:prstGeom>
          <a:solidFill>
            <a:srgbClr val="1BA8AF"/>
          </a:solidFill>
        </p:spPr>
      </p:pic>
      <p:sp>
        <p:nvSpPr>
          <p:cNvPr id="34" name="Rectangle: Rounded Corners 33">
            <a:extLst>
              <a:ext uri="{FF2B5EF4-FFF2-40B4-BE49-F238E27FC236}">
                <a16:creationId xmlns:a16="http://schemas.microsoft.com/office/drawing/2014/main" id="{7214D6E9-31A4-D29B-2ECA-1113B706C87D}"/>
              </a:ext>
            </a:extLst>
          </p:cNvPr>
          <p:cNvSpPr>
            <a:spLocks/>
          </p:cNvSpPr>
          <p:nvPr/>
        </p:nvSpPr>
        <p:spPr>
          <a:xfrm>
            <a:off x="4020421" y="1741270"/>
            <a:ext cx="3086331" cy="505764"/>
          </a:xfrm>
          <a:prstGeom prst="roundRect">
            <a:avLst/>
          </a:prstGeom>
          <a:solidFill>
            <a:srgbClr val="1BA8AF"/>
          </a:solidFill>
          <a:ln w="6350" cap="sq" cmpd="sng" algn="ctr">
            <a:noFill/>
            <a:prstDash val="solid"/>
            <a:miter lim="800000"/>
          </a:ln>
          <a:effectLst/>
        </p:spPr>
        <p:txBody>
          <a:bodyPr rot="0" spcFirstLastPara="0" vertOverflow="overflow" horzOverflow="overflow" vert="horz" wrap="square" lIns="139800" tIns="0" rIns="15240" bIns="0" numCol="1" spcCol="0" rtlCol="0" fromWordArt="0" anchor="ctr" anchorCtr="0" forceAA="0" compatLnSpc="1">
            <a:prstTxWarp prst="textNoShape">
              <a:avLst/>
            </a:prstTxWarp>
            <a:noAutofit/>
          </a:bodyPr>
          <a:lstStyle/>
          <a:p>
            <a:pPr marL="457200" marR="0" lvl="0" indent="0" defTabSz="914400" eaLnBrk="1" fontAlgn="auto" latinLnBrk="0" hangingPunct="1">
              <a:lnSpc>
                <a:spcPct val="100000"/>
              </a:lnSpc>
              <a:buClrTx/>
              <a:buSzTx/>
              <a:buFontTx/>
              <a:buNone/>
              <a:tabLst/>
              <a:defRPr/>
            </a:pPr>
            <a:r>
              <a:rPr kumimoji="0" lang="en-US" sz="1400" b="1" i="0" u="none" strike="noStrike" kern="0" cap="none" spc="0" normalizeH="0" baseline="0" noProof="0">
                <a:ln>
                  <a:noFill/>
                </a:ln>
                <a:solidFill>
                  <a:srgbClr val="FFFFFF"/>
                </a:solidFill>
                <a:effectLst/>
                <a:uLnTx/>
                <a:uFillTx/>
                <a:ea typeface="+mn-ea"/>
                <a:cs typeface="+mn-cs"/>
              </a:rPr>
              <a:t>Infusions center</a:t>
            </a:r>
          </a:p>
        </p:txBody>
      </p:sp>
      <p:sp>
        <p:nvSpPr>
          <p:cNvPr id="37" name="Rectangle: Rounded Corners 36">
            <a:extLst>
              <a:ext uri="{FF2B5EF4-FFF2-40B4-BE49-F238E27FC236}">
                <a16:creationId xmlns:a16="http://schemas.microsoft.com/office/drawing/2014/main" id="{D541EF76-BF44-2D84-1F41-2F337CA46B3E}"/>
              </a:ext>
            </a:extLst>
          </p:cNvPr>
          <p:cNvSpPr>
            <a:spLocks/>
          </p:cNvSpPr>
          <p:nvPr/>
        </p:nvSpPr>
        <p:spPr>
          <a:xfrm>
            <a:off x="4020421" y="3482647"/>
            <a:ext cx="3086331" cy="505764"/>
          </a:xfrm>
          <a:prstGeom prst="roundRect">
            <a:avLst/>
          </a:prstGeom>
          <a:solidFill>
            <a:srgbClr val="1BA8AF"/>
          </a:solidFill>
          <a:ln w="6350" cap="sq" cmpd="sng" algn="ctr">
            <a:noFill/>
            <a:prstDash val="solid"/>
            <a:miter lim="800000"/>
          </a:ln>
          <a:effectLst/>
        </p:spPr>
        <p:txBody>
          <a:bodyPr rot="0" spcFirstLastPara="0" vertOverflow="overflow" horzOverflow="overflow" vert="horz" wrap="square" lIns="139800" tIns="0" rIns="15240" bIns="0" numCol="1" spcCol="0" rtlCol="0" fromWordArt="0" anchor="ctr" anchorCtr="0" forceAA="0" compatLnSpc="1">
            <a:prstTxWarp prst="textNoShape">
              <a:avLst/>
            </a:prstTxWarp>
            <a:noAutofit/>
          </a:bodyPr>
          <a:lstStyle/>
          <a:p>
            <a:pPr marL="457200" marR="0" lvl="0" indent="0" defTabSz="914400" eaLnBrk="1" fontAlgn="auto" latinLnBrk="0" hangingPunct="1">
              <a:lnSpc>
                <a:spcPct val="100000"/>
              </a:lnSpc>
              <a:spcBef>
                <a:spcPts val="300"/>
              </a:spcBef>
              <a:spcAft>
                <a:spcPts val="300"/>
              </a:spcAft>
              <a:buClrTx/>
              <a:buSzTx/>
              <a:buFontTx/>
              <a:buNone/>
              <a:tabLst/>
              <a:defRPr/>
            </a:pPr>
            <a:r>
              <a:rPr kumimoji="0" lang="en-US" sz="1400" b="1" i="0" u="none" strike="noStrike" kern="0" cap="none" spc="0" normalizeH="0" baseline="0" noProof="0">
                <a:ln>
                  <a:noFill/>
                </a:ln>
                <a:solidFill>
                  <a:srgbClr val="FFFFFF"/>
                </a:solidFill>
                <a:effectLst/>
                <a:uLnTx/>
                <a:uFillTx/>
                <a:ea typeface="+mn-ea"/>
                <a:cs typeface="+mn-cs"/>
              </a:rPr>
              <a:t>Lab services</a:t>
            </a:r>
          </a:p>
        </p:txBody>
      </p:sp>
      <p:sp>
        <p:nvSpPr>
          <p:cNvPr id="40" name="Rectangle: Rounded Corners 39">
            <a:extLst>
              <a:ext uri="{FF2B5EF4-FFF2-40B4-BE49-F238E27FC236}">
                <a16:creationId xmlns:a16="http://schemas.microsoft.com/office/drawing/2014/main" id="{274A04BB-3C35-B215-BD8A-F4AFFDF3190B}"/>
              </a:ext>
            </a:extLst>
          </p:cNvPr>
          <p:cNvSpPr>
            <a:spLocks/>
          </p:cNvSpPr>
          <p:nvPr/>
        </p:nvSpPr>
        <p:spPr>
          <a:xfrm>
            <a:off x="4020421" y="2902188"/>
            <a:ext cx="3086331" cy="505764"/>
          </a:xfrm>
          <a:prstGeom prst="roundRect">
            <a:avLst/>
          </a:prstGeom>
          <a:solidFill>
            <a:srgbClr val="1BA8AF"/>
          </a:solidFill>
          <a:ln w="6350" cap="sq" cmpd="sng" algn="ctr">
            <a:noFill/>
            <a:prstDash val="solid"/>
            <a:miter lim="800000"/>
          </a:ln>
          <a:effectLst/>
        </p:spPr>
        <p:txBody>
          <a:bodyPr rot="0" spcFirstLastPara="0" vertOverflow="overflow" horzOverflow="overflow" vert="horz" wrap="square" lIns="139800" tIns="0" rIns="15240" bIns="0" numCol="1" spcCol="0" rtlCol="0" fromWordArt="0" anchor="ctr" anchorCtr="0" forceAA="0" compatLnSpc="1">
            <a:prstTxWarp prst="textNoShape">
              <a:avLst/>
            </a:prstTxWarp>
            <a:noAutofit/>
          </a:bodyPr>
          <a:lstStyle/>
          <a:p>
            <a:pPr marL="457200" marR="0" lvl="0" indent="0" defTabSz="914400" eaLnBrk="1" fontAlgn="auto" latinLnBrk="0" hangingPunct="1">
              <a:lnSpc>
                <a:spcPct val="100000"/>
              </a:lnSpc>
              <a:spcBef>
                <a:spcPts val="300"/>
              </a:spcBef>
              <a:spcAft>
                <a:spcPts val="300"/>
              </a:spcAft>
              <a:buClrTx/>
              <a:buSzTx/>
              <a:buFontTx/>
              <a:buNone/>
              <a:tabLst/>
              <a:defRPr/>
            </a:pPr>
            <a:r>
              <a:rPr kumimoji="0" lang="en-US" sz="1400" b="1" i="0" u="none" strike="noStrike" kern="0" cap="none" spc="0" normalizeH="0" baseline="0" noProof="0">
                <a:ln>
                  <a:noFill/>
                </a:ln>
                <a:solidFill>
                  <a:srgbClr val="FFFFFF"/>
                </a:solidFill>
                <a:effectLst/>
                <a:uLnTx/>
                <a:uFillTx/>
                <a:ea typeface="+mn-ea"/>
                <a:cs typeface="+mn-cs"/>
              </a:rPr>
              <a:t>Small surgical procedures</a:t>
            </a:r>
          </a:p>
        </p:txBody>
      </p:sp>
      <p:sp>
        <p:nvSpPr>
          <p:cNvPr id="43" name="Rectangle: Rounded Corners 42">
            <a:extLst>
              <a:ext uri="{FF2B5EF4-FFF2-40B4-BE49-F238E27FC236}">
                <a16:creationId xmlns:a16="http://schemas.microsoft.com/office/drawing/2014/main" id="{47527FB9-6EFF-918B-75B9-481AC1886679}"/>
              </a:ext>
            </a:extLst>
          </p:cNvPr>
          <p:cNvSpPr>
            <a:spLocks/>
          </p:cNvSpPr>
          <p:nvPr/>
        </p:nvSpPr>
        <p:spPr>
          <a:xfrm>
            <a:off x="4020421" y="2321729"/>
            <a:ext cx="3086331" cy="505764"/>
          </a:xfrm>
          <a:prstGeom prst="roundRect">
            <a:avLst/>
          </a:prstGeom>
          <a:solidFill>
            <a:srgbClr val="1BA8AF"/>
          </a:solidFill>
          <a:ln w="6350" cap="sq" cmpd="sng" algn="ctr">
            <a:noFill/>
            <a:prstDash val="solid"/>
            <a:miter lim="800000"/>
          </a:ln>
          <a:effectLst/>
        </p:spPr>
        <p:txBody>
          <a:bodyPr rot="0" spcFirstLastPara="0" vertOverflow="overflow" horzOverflow="overflow" vert="horz" wrap="square" lIns="139800" tIns="0" rIns="15240" bIns="0" numCol="1" spcCol="0" rtlCol="0" fromWordArt="0" anchor="ctr" anchorCtr="0" forceAA="0" compatLnSpc="1">
            <a:prstTxWarp prst="textNoShape">
              <a:avLst/>
            </a:prstTxWarp>
            <a:noAutofit/>
          </a:bodyPr>
          <a:lstStyle/>
          <a:p>
            <a:pPr marL="457200" marR="0" lvl="0" indent="0" defTabSz="914400" eaLnBrk="1" fontAlgn="auto" latinLnBrk="0" hangingPunct="1">
              <a:lnSpc>
                <a:spcPct val="100000"/>
              </a:lnSpc>
              <a:spcBef>
                <a:spcPts val="300"/>
              </a:spcBef>
              <a:spcAft>
                <a:spcPts val="300"/>
              </a:spcAft>
              <a:buClrTx/>
              <a:buSzTx/>
              <a:buFontTx/>
              <a:buNone/>
              <a:tabLst/>
              <a:defRPr/>
            </a:pPr>
            <a:r>
              <a:rPr kumimoji="0" lang="en-US" sz="1400" b="1" i="0" u="none" strike="noStrike" kern="0" cap="none" spc="0" normalizeH="0" baseline="0" noProof="0">
                <a:ln>
                  <a:noFill/>
                </a:ln>
                <a:solidFill>
                  <a:srgbClr val="FFFFFF"/>
                </a:solidFill>
                <a:effectLst/>
                <a:uLnTx/>
                <a:uFillTx/>
                <a:ea typeface="+mn-ea"/>
                <a:cs typeface="+mn-cs"/>
              </a:rPr>
              <a:t>Multi-disciplinary services</a:t>
            </a:r>
          </a:p>
        </p:txBody>
      </p:sp>
      <p:sp>
        <p:nvSpPr>
          <p:cNvPr id="46" name="Google Shape;7206;p390">
            <a:extLst>
              <a:ext uri="{FF2B5EF4-FFF2-40B4-BE49-F238E27FC236}">
                <a16:creationId xmlns:a16="http://schemas.microsoft.com/office/drawing/2014/main" id="{518F34AE-3529-2458-C50D-B2357D8584DC}"/>
              </a:ext>
            </a:extLst>
          </p:cNvPr>
          <p:cNvSpPr/>
          <p:nvPr/>
        </p:nvSpPr>
        <p:spPr>
          <a:xfrm>
            <a:off x="7851339" y="3781099"/>
            <a:ext cx="1323256" cy="29750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Hysteroscopy</a:t>
            </a:r>
            <a:endParaRPr sz="2400"/>
          </a:p>
        </p:txBody>
      </p:sp>
      <p:sp>
        <p:nvSpPr>
          <p:cNvPr id="47" name="Google Shape;7207;p390">
            <a:extLst>
              <a:ext uri="{FF2B5EF4-FFF2-40B4-BE49-F238E27FC236}">
                <a16:creationId xmlns:a16="http://schemas.microsoft.com/office/drawing/2014/main" id="{BF1FD94C-ADF9-B8E6-27CF-F33D994B5440}"/>
              </a:ext>
            </a:extLst>
          </p:cNvPr>
          <p:cNvSpPr/>
          <p:nvPr/>
        </p:nvSpPr>
        <p:spPr>
          <a:xfrm>
            <a:off x="9591441" y="3785913"/>
            <a:ext cx="1323256" cy="29492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Bone Densitometry</a:t>
            </a:r>
            <a:endParaRPr sz="2400"/>
          </a:p>
        </p:txBody>
      </p:sp>
      <p:grpSp>
        <p:nvGrpSpPr>
          <p:cNvPr id="49" name="Group 48">
            <a:extLst>
              <a:ext uri="{FF2B5EF4-FFF2-40B4-BE49-F238E27FC236}">
                <a16:creationId xmlns:a16="http://schemas.microsoft.com/office/drawing/2014/main" id="{E45B692E-7CC3-3381-2B65-E26D43E86C0C}"/>
              </a:ext>
            </a:extLst>
          </p:cNvPr>
          <p:cNvGrpSpPr/>
          <p:nvPr/>
        </p:nvGrpSpPr>
        <p:grpSpPr>
          <a:xfrm>
            <a:off x="552450" y="1603519"/>
            <a:ext cx="6554301" cy="46038"/>
            <a:chOff x="552451" y="1573126"/>
            <a:chExt cx="5964186" cy="46038"/>
          </a:xfrm>
        </p:grpSpPr>
        <p:cxnSp>
          <p:nvCxnSpPr>
            <p:cNvPr id="50" name="Straight Connector 49">
              <a:extLst>
                <a:ext uri="{FF2B5EF4-FFF2-40B4-BE49-F238E27FC236}">
                  <a16:creationId xmlns:a16="http://schemas.microsoft.com/office/drawing/2014/main" id="{F1D68AB5-A3D8-12D0-784D-3ACBB42EB881}"/>
                </a:ext>
              </a:extLst>
            </p:cNvPr>
            <p:cNvCxnSpPr>
              <a:cxnSpLocks/>
            </p:cNvCxnSpPr>
            <p:nvPr/>
          </p:nvCxnSpPr>
          <p:spPr>
            <a:xfrm>
              <a:off x="589266" y="1604800"/>
              <a:ext cx="5927371"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AE843F31-4FD4-39FA-BD65-6B19E90D2D93}"/>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52" name="TextBox 51">
            <a:extLst>
              <a:ext uri="{FF2B5EF4-FFF2-40B4-BE49-F238E27FC236}">
                <a16:creationId xmlns:a16="http://schemas.microsoft.com/office/drawing/2014/main" id="{30323742-2570-4D4A-2B20-36A89F04F9F3}"/>
              </a:ext>
            </a:extLst>
          </p:cNvPr>
          <p:cNvSpPr txBox="1"/>
          <p:nvPr/>
        </p:nvSpPr>
        <p:spPr>
          <a:xfrm>
            <a:off x="551405" y="1240282"/>
            <a:ext cx="5095615" cy="276999"/>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defRPr/>
            </a:pPr>
            <a:r>
              <a:rPr lang="en-US" sz="1800" b="1">
                <a:solidFill>
                  <a:srgbClr val="04748A"/>
                </a:solidFill>
                <a:latin typeface="+mn-lt"/>
                <a:ea typeface="Calibri" panose="020F0502020204030204" pitchFamily="34" charset="0"/>
                <a:cs typeface="Calibri" panose="020F0502020204030204" pitchFamily="34" charset="0"/>
                <a:sym typeface="Calibri" panose="020F0502020204030204" pitchFamily="34" charset="0"/>
              </a:rPr>
              <a:t>Core services</a:t>
            </a:r>
            <a:r>
              <a:rPr lang="en-US" sz="1800" b="1" baseline="30000">
                <a:solidFill>
                  <a:srgbClr val="04748A"/>
                </a:solidFill>
                <a:latin typeface="+mn-lt"/>
                <a:ea typeface="Calibri" panose="020F0502020204030204" pitchFamily="34" charset="0"/>
                <a:cs typeface="Calibri" panose="020F0502020204030204" pitchFamily="34" charset="0"/>
                <a:sym typeface="Calibri" panose="020F0502020204030204" pitchFamily="34" charset="0"/>
              </a:rPr>
              <a:t>*</a:t>
            </a:r>
            <a:endParaRPr kumimoji="0" lang="en-GB" sz="1800" b="0" i="0" u="none" strike="noStrike" kern="1200" cap="none" spc="0" normalizeH="0" baseline="30000" noProof="0">
              <a:ln>
                <a:noFill/>
              </a:ln>
              <a:solidFill>
                <a:srgbClr val="04748A"/>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53" name="TextBox 52">
            <a:extLst>
              <a:ext uri="{FF2B5EF4-FFF2-40B4-BE49-F238E27FC236}">
                <a16:creationId xmlns:a16="http://schemas.microsoft.com/office/drawing/2014/main" id="{0CAA879A-FAC0-962A-1BD5-361E51CDE6FB}"/>
              </a:ext>
            </a:extLst>
          </p:cNvPr>
          <p:cNvSpPr txBox="1"/>
          <p:nvPr/>
        </p:nvSpPr>
        <p:spPr>
          <a:xfrm>
            <a:off x="7826081" y="1240282"/>
            <a:ext cx="3856541" cy="276999"/>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lang="en-US" sz="1800" b="1">
                <a:solidFill>
                  <a:srgbClr val="04748A"/>
                </a:solidFill>
                <a:latin typeface="+mn-lt"/>
                <a:ea typeface="Calibri" panose="020F0502020204030204" pitchFamily="34" charset="0"/>
                <a:cs typeface="Calibri" panose="020F0502020204030204" pitchFamily="34" charset="0"/>
                <a:sym typeface="Calibri" panose="020F0502020204030204" pitchFamily="34" charset="0"/>
              </a:rPr>
              <a:t>Radiology services expanded</a:t>
            </a:r>
            <a:endParaRPr kumimoji="0" lang="en-GB" sz="1800" b="0" i="0" u="none" strike="noStrike" kern="1200" cap="none" spc="0" normalizeH="0" baseline="30000" noProof="0">
              <a:ln>
                <a:noFill/>
              </a:ln>
              <a:solidFill>
                <a:srgbClr val="04748A"/>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grpSp>
        <p:nvGrpSpPr>
          <p:cNvPr id="55" name="Group 54">
            <a:extLst>
              <a:ext uri="{FF2B5EF4-FFF2-40B4-BE49-F238E27FC236}">
                <a16:creationId xmlns:a16="http://schemas.microsoft.com/office/drawing/2014/main" id="{5DD157BD-6510-F3F9-F41C-08A502E0E829}"/>
              </a:ext>
            </a:extLst>
          </p:cNvPr>
          <p:cNvGrpSpPr/>
          <p:nvPr/>
        </p:nvGrpSpPr>
        <p:grpSpPr>
          <a:xfrm>
            <a:off x="7826081" y="1603518"/>
            <a:ext cx="3375319" cy="46038"/>
            <a:chOff x="552451" y="1573126"/>
            <a:chExt cx="5964186" cy="46038"/>
          </a:xfrm>
        </p:grpSpPr>
        <p:cxnSp>
          <p:nvCxnSpPr>
            <p:cNvPr id="56" name="Straight Connector 55">
              <a:extLst>
                <a:ext uri="{FF2B5EF4-FFF2-40B4-BE49-F238E27FC236}">
                  <a16:creationId xmlns:a16="http://schemas.microsoft.com/office/drawing/2014/main" id="{12B86FF0-BCDA-5499-EAE2-CA6180BF957B}"/>
                </a:ext>
              </a:extLst>
            </p:cNvPr>
            <p:cNvCxnSpPr>
              <a:cxnSpLocks/>
            </p:cNvCxnSpPr>
            <p:nvPr/>
          </p:nvCxnSpPr>
          <p:spPr>
            <a:xfrm>
              <a:off x="589266" y="1604800"/>
              <a:ext cx="5927371"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7" name="Rectangle 56">
              <a:extLst>
                <a:ext uri="{FF2B5EF4-FFF2-40B4-BE49-F238E27FC236}">
                  <a16:creationId xmlns:a16="http://schemas.microsoft.com/office/drawing/2014/main" id="{88325BEC-3871-CA08-3EEA-B3B8B841A0A5}"/>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pic>
        <p:nvPicPr>
          <p:cNvPr id="58" name="Picture 10" descr="chemotherapy icon">
            <a:extLst>
              <a:ext uri="{FF2B5EF4-FFF2-40B4-BE49-F238E27FC236}">
                <a16:creationId xmlns:a16="http://schemas.microsoft.com/office/drawing/2014/main" id="{CF7394C8-5D06-1B47-FC6C-EC120DF59370}"/>
              </a:ext>
            </a:extLst>
          </p:cNvPr>
          <p:cNvPicPr>
            <a:picLocks noChangeAspect="1" noChangeArrowheads="1"/>
          </p:cNvPicPr>
          <p:nvPr/>
        </p:nvPicPr>
        <p:blipFill>
          <a:blip r:embed="rId10">
            <a:biLevel thresh="25000"/>
            <a:extLst>
              <a:ext uri="{28A0092B-C50C-407E-A947-70E740481C1C}">
                <a14:useLocalDpi xmlns:a14="http://schemas.microsoft.com/office/drawing/2010/main" val="0"/>
              </a:ext>
            </a:extLst>
          </a:blip>
          <a:srcRect/>
          <a:stretch>
            <a:fillRect/>
          </a:stretch>
        </p:blipFill>
        <p:spPr bwMode="auto">
          <a:xfrm>
            <a:off x="4115090" y="1774320"/>
            <a:ext cx="444829" cy="439665"/>
          </a:xfrm>
          <a:prstGeom prst="rect">
            <a:avLst/>
          </a:prstGeom>
          <a:noFill/>
          <a:extLst>
            <a:ext uri="{909E8E84-426E-40DD-AFC4-6F175D3DCCD1}">
              <a14:hiddenFill xmlns:a14="http://schemas.microsoft.com/office/drawing/2010/main">
                <a:solidFill>
                  <a:srgbClr val="FFFFFF"/>
                </a:solidFill>
              </a14:hiddenFill>
            </a:ext>
          </a:extLst>
        </p:spPr>
      </p:pic>
      <p:pic>
        <p:nvPicPr>
          <p:cNvPr id="59" name="Graphic 58" descr="Tooth outline">
            <a:extLst>
              <a:ext uri="{FF2B5EF4-FFF2-40B4-BE49-F238E27FC236}">
                <a16:creationId xmlns:a16="http://schemas.microsoft.com/office/drawing/2014/main" id="{0D542734-F2FC-C2B0-3560-5FE6146DF40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4183896" y="2421004"/>
            <a:ext cx="307215" cy="307215"/>
          </a:xfrm>
          <a:prstGeom prst="rect">
            <a:avLst/>
          </a:prstGeom>
        </p:spPr>
      </p:pic>
      <p:pic>
        <p:nvPicPr>
          <p:cNvPr id="60" name="Picture 59" descr="surgical icon">
            <a:extLst>
              <a:ext uri="{FF2B5EF4-FFF2-40B4-BE49-F238E27FC236}">
                <a16:creationId xmlns:a16="http://schemas.microsoft.com/office/drawing/2014/main" id="{A795D72D-EA73-2C21-B915-A37E44FC13A7}"/>
              </a:ext>
            </a:extLst>
          </p:cNvPr>
          <p:cNvPicPr>
            <a:picLocks noChangeAspect="1"/>
          </p:cNvPicPr>
          <p:nvPr/>
        </p:nvPicPr>
        <p:blipFill>
          <a:blip r:embed="rId13">
            <a:biLevel thresh="25000"/>
          </a:blip>
          <a:srcRect l="21938" t="25710" r="22073" b="24657"/>
          <a:stretch>
            <a:fillRect/>
          </a:stretch>
        </p:blipFill>
        <p:spPr>
          <a:xfrm>
            <a:off x="4205266" y="3029644"/>
            <a:ext cx="264479" cy="250853"/>
          </a:xfrm>
          <a:prstGeom prst="rect">
            <a:avLst/>
          </a:prstGeom>
        </p:spPr>
      </p:pic>
      <p:pic>
        <p:nvPicPr>
          <p:cNvPr id="61" name="CustomIcon">
            <a:extLst>
              <a:ext uri="{FF2B5EF4-FFF2-40B4-BE49-F238E27FC236}">
                <a16:creationId xmlns:a16="http://schemas.microsoft.com/office/drawing/2014/main" id="{C98182C2-ED82-57B1-833D-A731A0708D85}"/>
              </a:ext>
            </a:extLst>
          </p:cNvPr>
          <p:cNvPicPr>
            <a:picLocks/>
          </p:cNvPicPr>
          <p:nvPr>
            <p:custDataLst>
              <p:tags r:id="rId1"/>
            </p:custDataLst>
          </p:nvPr>
        </p:nvPicPr>
        <p:blipFill>
          <a:blip r:embed="rId14">
            <a:biLevel thresh="25000"/>
            <a:extLst>
              <a:ext uri="{96DAC541-7B7A-43D3-8B79-37D633B846F1}">
                <asvg:svgBlip xmlns:asvg="http://schemas.microsoft.com/office/drawing/2016/SVG/main" r:embed="rId15"/>
              </a:ext>
            </a:extLst>
          </a:blip>
          <a:stretch>
            <a:fillRect/>
          </a:stretch>
        </p:blipFill>
        <p:spPr>
          <a:xfrm>
            <a:off x="4216086" y="3596527"/>
            <a:ext cx="242836" cy="278004"/>
          </a:xfrm>
          <a:prstGeom prst="rect">
            <a:avLst/>
          </a:prstGeom>
          <a:effectLst/>
        </p:spPr>
      </p:pic>
      <p:grpSp>
        <p:nvGrpSpPr>
          <p:cNvPr id="7104" name="Group 7103">
            <a:extLst>
              <a:ext uri="{FF2B5EF4-FFF2-40B4-BE49-F238E27FC236}">
                <a16:creationId xmlns:a16="http://schemas.microsoft.com/office/drawing/2014/main" id="{2C517E3C-F1F2-FE63-85CD-638BAF87749A}"/>
              </a:ext>
            </a:extLst>
          </p:cNvPr>
          <p:cNvGrpSpPr/>
          <p:nvPr/>
        </p:nvGrpSpPr>
        <p:grpSpPr>
          <a:xfrm>
            <a:off x="4934095" y="4878253"/>
            <a:ext cx="3509743" cy="563078"/>
            <a:chOff x="5221845" y="5160027"/>
            <a:chExt cx="3509743" cy="681325"/>
          </a:xfrm>
        </p:grpSpPr>
        <p:sp>
          <p:nvSpPr>
            <p:cNvPr id="7213" name="Google Shape;2488;p28">
              <a:extLst>
                <a:ext uri="{FF2B5EF4-FFF2-40B4-BE49-F238E27FC236}">
                  <a16:creationId xmlns:a16="http://schemas.microsoft.com/office/drawing/2014/main" id="{171F453C-3751-740F-B8A5-373D65BB8B30}"/>
                </a:ext>
              </a:extLst>
            </p:cNvPr>
            <p:cNvSpPr/>
            <p:nvPr/>
          </p:nvSpPr>
          <p:spPr>
            <a:xfrm>
              <a:off x="5221845" y="5160027"/>
              <a:ext cx="3054686" cy="681325"/>
            </a:xfrm>
            <a:prstGeom prst="roundRect">
              <a:avLst>
                <a:gd name="adj" fmla="val 16667"/>
              </a:avLst>
            </a:prstGeom>
            <a:solidFill>
              <a:schemeClr val="bg1"/>
            </a:solidFill>
            <a:ln>
              <a:noFill/>
            </a:ln>
            <a:effectLst>
              <a:outerShdw blurRad="63500" algn="ctr" rotWithShape="0">
                <a:prstClr val="black">
                  <a:alpha val="40000"/>
                </a:prstClr>
              </a:outerShdw>
            </a:effectLst>
          </p:spPr>
          <p:txBody>
            <a:bodyPr spcFirstLastPara="1" wrap="square" lIns="90000" tIns="46800" rIns="91425" bIns="46800" anchor="ctr" anchorCtr="0">
              <a:noAutofit/>
            </a:bodyPr>
            <a:lstStyle/>
            <a:p>
              <a:pPr>
                <a:buClr>
                  <a:srgbClr val="000000"/>
                </a:buClr>
                <a:buSzPts val="1000"/>
              </a:pPr>
              <a:endParaRPr lang="en-US" sz="1050">
                <a:cs typeface="Arial" panose="020B0604020202020204" pitchFamily="34" charset="0"/>
              </a:endParaRPr>
            </a:p>
          </p:txBody>
        </p:sp>
        <p:sp>
          <p:nvSpPr>
            <p:cNvPr id="7214" name="TextBox 7213">
              <a:extLst>
                <a:ext uri="{FF2B5EF4-FFF2-40B4-BE49-F238E27FC236}">
                  <a16:creationId xmlns:a16="http://schemas.microsoft.com/office/drawing/2014/main" id="{B049C526-0BAF-59D9-A9C9-348C78E319A6}"/>
                </a:ext>
              </a:extLst>
            </p:cNvPr>
            <p:cNvSpPr txBox="1"/>
            <p:nvPr/>
          </p:nvSpPr>
          <p:spPr>
            <a:xfrm>
              <a:off x="5502884" y="5223558"/>
              <a:ext cx="3228704" cy="554262"/>
            </a:xfrm>
            <a:prstGeom prst="rect">
              <a:avLst/>
            </a:prstGeom>
            <a:ln w="6350">
              <a:noFill/>
              <a:miter lim="800000"/>
            </a:ln>
          </p:spPr>
          <p:txBody>
            <a:bodyPr vert="horz" wrap="square" lIns="0" tIns="0" rIns="0" bIns="0" rtlCol="0" anchor="ctr">
              <a:noAutofit/>
            </a:bodyPr>
            <a:lstStyle/>
            <a:p>
              <a:pPr lvl="0">
                <a:lnSpc>
                  <a:spcPct val="85000"/>
                </a:lnSpc>
                <a:spcBef>
                  <a:spcPct val="0"/>
                </a:spcBef>
                <a:defRPr/>
              </a:pPr>
              <a:r>
                <a:rPr lang="en-US" sz="1400" spc="-10">
                  <a:ln w="6350" cap="flat">
                    <a:noFill/>
                    <a:miter lim="800000"/>
                  </a:ln>
                  <a:solidFill>
                    <a:srgbClr val="2C3846"/>
                  </a:solidFill>
                  <a:ea typeface="Calibri" panose="020F0502020204030204" pitchFamily="34" charset="0"/>
                  <a:cs typeface="Calibri" panose="020F0502020204030204" pitchFamily="34" charset="0"/>
                  <a:sym typeface="Calibri" panose="020F0502020204030204" pitchFamily="34" charset="0"/>
                </a:rPr>
                <a:t>Patient support services</a:t>
              </a:r>
            </a:p>
          </p:txBody>
        </p:sp>
      </p:grpSp>
      <p:grpSp>
        <p:nvGrpSpPr>
          <p:cNvPr id="7229" name="Group 7228">
            <a:extLst>
              <a:ext uri="{FF2B5EF4-FFF2-40B4-BE49-F238E27FC236}">
                <a16:creationId xmlns:a16="http://schemas.microsoft.com/office/drawing/2014/main" id="{7364D230-EF2E-736E-80FC-364F1A8E3007}"/>
              </a:ext>
            </a:extLst>
          </p:cNvPr>
          <p:cNvGrpSpPr/>
          <p:nvPr/>
        </p:nvGrpSpPr>
        <p:grpSpPr>
          <a:xfrm>
            <a:off x="1060449" y="4878253"/>
            <a:ext cx="3509743" cy="563078"/>
            <a:chOff x="1050175" y="5248065"/>
            <a:chExt cx="3509743" cy="681325"/>
          </a:xfrm>
        </p:grpSpPr>
        <p:sp>
          <p:nvSpPr>
            <p:cNvPr id="62" name="Google Shape;2488;p28">
              <a:extLst>
                <a:ext uri="{FF2B5EF4-FFF2-40B4-BE49-F238E27FC236}">
                  <a16:creationId xmlns:a16="http://schemas.microsoft.com/office/drawing/2014/main" id="{3214A2E4-C846-95BD-6BA6-3014D49777AE}"/>
                </a:ext>
              </a:extLst>
            </p:cNvPr>
            <p:cNvSpPr/>
            <p:nvPr/>
          </p:nvSpPr>
          <p:spPr>
            <a:xfrm>
              <a:off x="1050175" y="5248065"/>
              <a:ext cx="3054686" cy="681325"/>
            </a:xfrm>
            <a:prstGeom prst="roundRect">
              <a:avLst>
                <a:gd name="adj" fmla="val 16667"/>
              </a:avLst>
            </a:prstGeom>
            <a:solidFill>
              <a:schemeClr val="bg1"/>
            </a:solidFill>
            <a:ln>
              <a:noFill/>
            </a:ln>
            <a:effectLst>
              <a:outerShdw blurRad="63500" algn="ctr" rotWithShape="0">
                <a:prstClr val="black">
                  <a:alpha val="40000"/>
                </a:prstClr>
              </a:outerShdw>
            </a:effectLst>
          </p:spPr>
          <p:txBody>
            <a:bodyPr spcFirstLastPara="1" wrap="square" lIns="90000" tIns="46800" rIns="91425" bIns="46800" anchor="ctr" anchorCtr="0">
              <a:noAutofit/>
            </a:bodyPr>
            <a:lstStyle/>
            <a:p>
              <a:pPr>
                <a:buClr>
                  <a:srgbClr val="000000"/>
                </a:buClr>
                <a:buSzPts val="1000"/>
              </a:pPr>
              <a:endParaRPr lang="en-US" sz="1050">
                <a:cs typeface="Arial" panose="020B0604020202020204" pitchFamily="34" charset="0"/>
              </a:endParaRPr>
            </a:p>
          </p:txBody>
        </p:sp>
        <p:sp>
          <p:nvSpPr>
            <p:cNvPr id="7215" name="TextBox 7214">
              <a:extLst>
                <a:ext uri="{FF2B5EF4-FFF2-40B4-BE49-F238E27FC236}">
                  <a16:creationId xmlns:a16="http://schemas.microsoft.com/office/drawing/2014/main" id="{48583D8D-22E1-A8F4-BFFC-376875ED9D84}"/>
                </a:ext>
              </a:extLst>
            </p:cNvPr>
            <p:cNvSpPr txBox="1"/>
            <p:nvPr/>
          </p:nvSpPr>
          <p:spPr>
            <a:xfrm>
              <a:off x="1331214" y="5311596"/>
              <a:ext cx="3228704" cy="554262"/>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00000"/>
                </a:lnSpc>
                <a:spcBef>
                  <a:spcPts val="300"/>
                </a:spcBef>
                <a:spcAft>
                  <a:spcPts val="300"/>
                </a:spcAft>
                <a:buClr>
                  <a:srgbClr val="FFFFFF"/>
                </a:buClr>
                <a:buSzPct val="100000"/>
                <a:buFont typeface="Segoe UI" panose="020B0502040204020203" pitchFamily="34" charset="0"/>
                <a:buChar char="​"/>
                <a:tabLst/>
                <a:defRPr/>
              </a:pPr>
              <a:r>
                <a:rPr kumimoji="0" lang="en-US" sz="1400" i="0" u="none" strike="noStrike" kern="1200" cap="none" spc="0" normalizeH="0" baseline="0" noProof="0">
                  <a:ln>
                    <a:noFill/>
                  </a:ln>
                  <a:solidFill>
                    <a:srgbClr val="2C3846"/>
                  </a:solidFill>
                  <a:effectLst/>
                  <a:uLnTx/>
                  <a:uFillTx/>
                  <a:ea typeface="Calibri" panose="020F0502020204030204" pitchFamily="34" charset="0"/>
                  <a:cs typeface="Calibri" panose="020F0502020204030204" pitchFamily="34" charset="0"/>
                  <a:sym typeface="Calibri" panose="020F0502020204030204" pitchFamily="34" charset="0"/>
                </a:rPr>
                <a:t>Integrated care coordination</a:t>
              </a:r>
            </a:p>
          </p:txBody>
        </p:sp>
      </p:grpSp>
      <p:grpSp>
        <p:nvGrpSpPr>
          <p:cNvPr id="7230" name="Group 7229">
            <a:extLst>
              <a:ext uri="{FF2B5EF4-FFF2-40B4-BE49-F238E27FC236}">
                <a16:creationId xmlns:a16="http://schemas.microsoft.com/office/drawing/2014/main" id="{B5C063ED-54A6-0FE2-1708-23B03AB0A738}"/>
              </a:ext>
            </a:extLst>
          </p:cNvPr>
          <p:cNvGrpSpPr/>
          <p:nvPr/>
        </p:nvGrpSpPr>
        <p:grpSpPr>
          <a:xfrm>
            <a:off x="1060449" y="5636045"/>
            <a:ext cx="3509744" cy="563078"/>
            <a:chOff x="1050175" y="6000237"/>
            <a:chExt cx="3509744" cy="681325"/>
          </a:xfrm>
        </p:grpSpPr>
        <p:sp>
          <p:nvSpPr>
            <p:cNvPr id="63" name="Google Shape;2488;p28">
              <a:extLst>
                <a:ext uri="{FF2B5EF4-FFF2-40B4-BE49-F238E27FC236}">
                  <a16:creationId xmlns:a16="http://schemas.microsoft.com/office/drawing/2014/main" id="{A9641038-5FB6-4D45-69B3-25BCB224DC64}"/>
                </a:ext>
              </a:extLst>
            </p:cNvPr>
            <p:cNvSpPr/>
            <p:nvPr/>
          </p:nvSpPr>
          <p:spPr>
            <a:xfrm>
              <a:off x="1050175" y="6000237"/>
              <a:ext cx="3054686" cy="681325"/>
            </a:xfrm>
            <a:prstGeom prst="roundRect">
              <a:avLst>
                <a:gd name="adj" fmla="val 16667"/>
              </a:avLst>
            </a:prstGeom>
            <a:solidFill>
              <a:schemeClr val="bg1"/>
            </a:solidFill>
            <a:ln>
              <a:noFill/>
            </a:ln>
            <a:effectLst>
              <a:outerShdw blurRad="63500" algn="ctr" rotWithShape="0">
                <a:prstClr val="black">
                  <a:alpha val="40000"/>
                </a:prstClr>
              </a:outerShdw>
            </a:effectLst>
          </p:spPr>
          <p:txBody>
            <a:bodyPr spcFirstLastPara="1" wrap="square" lIns="90000" tIns="46800" rIns="91425" bIns="46800" anchor="ctr" anchorCtr="0">
              <a:noAutofit/>
            </a:bodyPr>
            <a:lstStyle/>
            <a:p>
              <a:pPr>
                <a:buClr>
                  <a:srgbClr val="000000"/>
                </a:buClr>
                <a:buSzPts val="1000"/>
              </a:pPr>
              <a:endParaRPr lang="en-US" sz="1050">
                <a:cs typeface="Arial" panose="020B0604020202020204" pitchFamily="34" charset="0"/>
              </a:endParaRPr>
            </a:p>
          </p:txBody>
        </p:sp>
        <p:sp>
          <p:nvSpPr>
            <p:cNvPr id="7216" name="TextBox 7215">
              <a:extLst>
                <a:ext uri="{FF2B5EF4-FFF2-40B4-BE49-F238E27FC236}">
                  <a16:creationId xmlns:a16="http://schemas.microsoft.com/office/drawing/2014/main" id="{476E43EA-7970-0B3B-7E73-66079E3395D1}"/>
                </a:ext>
              </a:extLst>
            </p:cNvPr>
            <p:cNvSpPr txBox="1"/>
            <p:nvPr/>
          </p:nvSpPr>
          <p:spPr>
            <a:xfrm>
              <a:off x="1331214" y="6063768"/>
              <a:ext cx="3228705" cy="554262"/>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00000"/>
                </a:lnSpc>
                <a:spcBef>
                  <a:spcPts val="300"/>
                </a:spcBef>
                <a:spcAft>
                  <a:spcPts val="300"/>
                </a:spcAft>
                <a:buClr>
                  <a:srgbClr val="FFFFFF"/>
                </a:buClr>
                <a:buSzPct val="100000"/>
                <a:buFont typeface="Segoe UI" panose="020B0502040204020203" pitchFamily="34" charset="0"/>
                <a:buChar char="​"/>
                <a:tabLst/>
                <a:defRPr/>
              </a:pPr>
              <a:r>
                <a:rPr kumimoji="0" lang="en-US" sz="1400" i="0" u="none" strike="noStrike" kern="1200" cap="none" spc="0" normalizeH="0" baseline="0" noProof="0">
                  <a:ln>
                    <a:noFill/>
                  </a:ln>
                  <a:solidFill>
                    <a:srgbClr val="2C3846"/>
                  </a:solidFill>
                  <a:effectLst/>
                  <a:uLnTx/>
                  <a:uFillTx/>
                  <a:ea typeface="Calibri" panose="020F0502020204030204" pitchFamily="34" charset="0"/>
                  <a:cs typeface="Calibri" panose="020F0502020204030204" pitchFamily="34" charset="0"/>
                  <a:sym typeface="Calibri" panose="020F0502020204030204" pitchFamily="34" charset="0"/>
                </a:rPr>
                <a:t>Precision medicine </a:t>
              </a:r>
              <a:br>
                <a:rPr kumimoji="0" lang="en-US" sz="1400" i="0" u="none" strike="noStrike" kern="1200" cap="none" spc="0" normalizeH="0" baseline="0" noProof="0">
                  <a:ln>
                    <a:noFill/>
                  </a:ln>
                  <a:solidFill>
                    <a:srgbClr val="2C3846"/>
                  </a:solidFill>
                  <a:effectLst/>
                  <a:uLnTx/>
                  <a:uFillTx/>
                  <a:ea typeface="Calibri" panose="020F0502020204030204" pitchFamily="34" charset="0"/>
                  <a:cs typeface="Calibri" panose="020F0502020204030204" pitchFamily="34" charset="0"/>
                  <a:sym typeface="Calibri" panose="020F0502020204030204" pitchFamily="34" charset="0"/>
                </a:rPr>
              </a:br>
              <a:r>
                <a:rPr kumimoji="0" lang="en-US" sz="1400" i="0" u="none" strike="noStrike" kern="1200" cap="none" spc="0" normalizeH="0" baseline="0" noProof="0">
                  <a:ln>
                    <a:noFill/>
                  </a:ln>
                  <a:solidFill>
                    <a:srgbClr val="2C3846"/>
                  </a:solidFill>
                  <a:effectLst/>
                  <a:uLnTx/>
                  <a:uFillTx/>
                  <a:ea typeface="Calibri" panose="020F0502020204030204" pitchFamily="34" charset="0"/>
                  <a:cs typeface="Calibri" panose="020F0502020204030204" pitchFamily="34" charset="0"/>
                  <a:sym typeface="Calibri" panose="020F0502020204030204" pitchFamily="34" charset="0"/>
                </a:rPr>
                <a:t>&amp; clinical trials</a:t>
              </a:r>
            </a:p>
          </p:txBody>
        </p:sp>
      </p:grpSp>
      <p:pic>
        <p:nvPicPr>
          <p:cNvPr id="7217" name="Picture 12" descr="patient care icon">
            <a:extLst>
              <a:ext uri="{FF2B5EF4-FFF2-40B4-BE49-F238E27FC236}">
                <a16:creationId xmlns:a16="http://schemas.microsoft.com/office/drawing/2014/main" id="{26F2B762-D57D-6B13-325D-283316C52E3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238312" y="4761118"/>
            <a:ext cx="765888" cy="765888"/>
          </a:xfrm>
          <a:prstGeom prst="rect">
            <a:avLst/>
          </a:prstGeom>
          <a:noFill/>
          <a:extLst>
            <a:ext uri="{909E8E84-426E-40DD-AFC4-6F175D3DCCD1}">
              <a14:hiddenFill xmlns:a14="http://schemas.microsoft.com/office/drawing/2010/main">
                <a:solidFill>
                  <a:srgbClr val="FFFFFF"/>
                </a:solidFill>
              </a14:hiddenFill>
            </a:ext>
          </a:extLst>
        </p:spPr>
      </p:pic>
      <p:pic>
        <p:nvPicPr>
          <p:cNvPr id="7218" name="Picture 4" descr="nurse icon">
            <a:extLst>
              <a:ext uri="{FF2B5EF4-FFF2-40B4-BE49-F238E27FC236}">
                <a16:creationId xmlns:a16="http://schemas.microsoft.com/office/drawing/2014/main" id="{DD9F47C9-09F3-27DF-A6F2-27C21142DD26}"/>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06737" y="4827580"/>
            <a:ext cx="632965" cy="632965"/>
          </a:xfrm>
          <a:prstGeom prst="rect">
            <a:avLst/>
          </a:prstGeom>
          <a:extLst>
            <a:ext uri="{909E8E84-426E-40DD-AFC4-6F175D3DCCD1}">
              <a14:hiddenFill xmlns:a14="http://schemas.microsoft.com/office/drawing/2010/main">
                <a:solidFill>
                  <a:srgbClr val="FFFFFF"/>
                </a:solidFill>
              </a14:hiddenFill>
            </a:ext>
          </a:extLst>
        </p:spPr>
      </p:pic>
      <p:pic>
        <p:nvPicPr>
          <p:cNvPr id="7219" name="Picture 14" descr="clinical trials icon">
            <a:extLst>
              <a:ext uri="{FF2B5EF4-FFF2-40B4-BE49-F238E27FC236}">
                <a16:creationId xmlns:a16="http://schemas.microsoft.com/office/drawing/2014/main" id="{B68726EC-96D3-F252-FC4A-5605030FB67E}"/>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35508" y="5629873"/>
            <a:ext cx="575423" cy="575423"/>
          </a:xfrm>
          <a:prstGeom prst="rect">
            <a:avLst/>
          </a:prstGeom>
          <a:noFill/>
          <a:extLst>
            <a:ext uri="{909E8E84-426E-40DD-AFC4-6F175D3DCCD1}">
              <a14:hiddenFill xmlns:a14="http://schemas.microsoft.com/office/drawing/2010/main">
                <a:solidFill>
                  <a:srgbClr val="FFFFFF"/>
                </a:solidFill>
              </a14:hiddenFill>
            </a:ext>
          </a:extLst>
        </p:spPr>
      </p:pic>
      <p:grpSp>
        <p:nvGrpSpPr>
          <p:cNvPr id="7231" name="Group 7230">
            <a:extLst>
              <a:ext uri="{FF2B5EF4-FFF2-40B4-BE49-F238E27FC236}">
                <a16:creationId xmlns:a16="http://schemas.microsoft.com/office/drawing/2014/main" id="{5DFF3A6E-0C4E-5306-AA05-B72D5B39DD6F}"/>
              </a:ext>
            </a:extLst>
          </p:cNvPr>
          <p:cNvGrpSpPr/>
          <p:nvPr/>
        </p:nvGrpSpPr>
        <p:grpSpPr>
          <a:xfrm>
            <a:off x="4934096" y="5636045"/>
            <a:ext cx="3509743" cy="563078"/>
            <a:chOff x="5221845" y="6019410"/>
            <a:chExt cx="3509743" cy="681325"/>
          </a:xfrm>
        </p:grpSpPr>
        <p:sp>
          <p:nvSpPr>
            <p:cNvPr id="7220" name="Google Shape;2488;p28">
              <a:extLst>
                <a:ext uri="{FF2B5EF4-FFF2-40B4-BE49-F238E27FC236}">
                  <a16:creationId xmlns:a16="http://schemas.microsoft.com/office/drawing/2014/main" id="{DA3A9A04-0ACF-4556-7D61-976366D09A38}"/>
                </a:ext>
              </a:extLst>
            </p:cNvPr>
            <p:cNvSpPr/>
            <p:nvPr/>
          </p:nvSpPr>
          <p:spPr>
            <a:xfrm>
              <a:off x="5221845" y="6019410"/>
              <a:ext cx="3054686" cy="681325"/>
            </a:xfrm>
            <a:prstGeom prst="roundRect">
              <a:avLst>
                <a:gd name="adj" fmla="val 16667"/>
              </a:avLst>
            </a:prstGeom>
            <a:solidFill>
              <a:schemeClr val="bg1"/>
            </a:solidFill>
            <a:ln>
              <a:noFill/>
            </a:ln>
            <a:effectLst>
              <a:outerShdw blurRad="63500" algn="ctr" rotWithShape="0">
                <a:prstClr val="black">
                  <a:alpha val="40000"/>
                </a:prstClr>
              </a:outerShdw>
            </a:effectLst>
          </p:spPr>
          <p:txBody>
            <a:bodyPr spcFirstLastPara="1" wrap="square" lIns="90000" tIns="46800" rIns="91425" bIns="46800" anchor="ctr" anchorCtr="0">
              <a:noAutofit/>
            </a:bodyPr>
            <a:lstStyle/>
            <a:p>
              <a:pPr>
                <a:buClr>
                  <a:srgbClr val="000000"/>
                </a:buClr>
                <a:buSzPts val="1000"/>
              </a:pPr>
              <a:endParaRPr lang="en-US" sz="1050">
                <a:cs typeface="Arial" panose="020B0604020202020204" pitchFamily="34" charset="0"/>
              </a:endParaRPr>
            </a:p>
          </p:txBody>
        </p:sp>
        <p:sp>
          <p:nvSpPr>
            <p:cNvPr id="7221" name="TextBox 7220">
              <a:extLst>
                <a:ext uri="{FF2B5EF4-FFF2-40B4-BE49-F238E27FC236}">
                  <a16:creationId xmlns:a16="http://schemas.microsoft.com/office/drawing/2014/main" id="{BC0B4521-59D0-585B-EE02-CFB27C5763A4}"/>
                </a:ext>
              </a:extLst>
            </p:cNvPr>
            <p:cNvSpPr txBox="1"/>
            <p:nvPr/>
          </p:nvSpPr>
          <p:spPr>
            <a:xfrm>
              <a:off x="5502884" y="6082941"/>
              <a:ext cx="3228704" cy="554262"/>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00000"/>
                </a:lnSpc>
                <a:spcBef>
                  <a:spcPts val="300"/>
                </a:spcBef>
                <a:spcAft>
                  <a:spcPts val="300"/>
                </a:spcAft>
                <a:buClr>
                  <a:srgbClr val="FFFFFF"/>
                </a:buClr>
                <a:buSzPct val="100000"/>
                <a:tabLst/>
                <a:defRPr/>
              </a:pPr>
              <a:r>
                <a:rPr lang="en-US" sz="1400">
                  <a:solidFill>
                    <a:srgbClr val="2C3846"/>
                  </a:solidFill>
                  <a:ea typeface="Calibri" panose="020F0502020204030204" pitchFamily="34" charset="0"/>
                  <a:cs typeface="Calibri" panose="020F0502020204030204" pitchFamily="34" charset="0"/>
                  <a:sym typeface="Calibri" panose="020F0502020204030204" pitchFamily="34" charset="0"/>
                </a:rPr>
                <a:t>Preventive care &amp; </a:t>
              </a:r>
              <a:br>
                <a:rPr lang="en-US" sz="1400">
                  <a:solidFill>
                    <a:srgbClr val="2C3846"/>
                  </a:solidFill>
                  <a:ea typeface="Calibri" panose="020F0502020204030204" pitchFamily="34" charset="0"/>
                  <a:cs typeface="Calibri" panose="020F0502020204030204" pitchFamily="34" charset="0"/>
                  <a:sym typeface="Calibri" panose="020F0502020204030204" pitchFamily="34" charset="0"/>
                </a:rPr>
              </a:br>
              <a:r>
                <a:rPr lang="en-US" sz="1400">
                  <a:solidFill>
                    <a:srgbClr val="2C3846"/>
                  </a:solidFill>
                  <a:ea typeface="Calibri" panose="020F0502020204030204" pitchFamily="34" charset="0"/>
                  <a:cs typeface="Calibri" panose="020F0502020204030204" pitchFamily="34" charset="0"/>
                  <a:sym typeface="Calibri" panose="020F0502020204030204" pitchFamily="34" charset="0"/>
                </a:rPr>
                <a:t>early detection</a:t>
              </a:r>
            </a:p>
          </p:txBody>
        </p:sp>
      </p:grpSp>
      <p:pic>
        <p:nvPicPr>
          <p:cNvPr id="7222" name="Picture 18" descr="early detection icon">
            <a:extLst>
              <a:ext uri="{FF2B5EF4-FFF2-40B4-BE49-F238E27FC236}">
                <a16:creationId xmlns:a16="http://schemas.microsoft.com/office/drawing/2014/main" id="{03C87FC6-5CD8-0843-03C0-29537E50A940}"/>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359461" y="5656159"/>
            <a:ext cx="523591" cy="522850"/>
          </a:xfrm>
          <a:prstGeom prst="rect">
            <a:avLst/>
          </a:prstGeom>
          <a:noFill/>
          <a:extLst>
            <a:ext uri="{909E8E84-426E-40DD-AFC4-6F175D3DCCD1}">
              <a14:hiddenFill xmlns:a14="http://schemas.microsoft.com/office/drawing/2010/main">
                <a:solidFill>
                  <a:srgbClr val="FFFFFF"/>
                </a:solidFill>
              </a14:hiddenFill>
            </a:ext>
          </a:extLst>
        </p:spPr>
      </p:pic>
      <p:grpSp>
        <p:nvGrpSpPr>
          <p:cNvPr id="7105" name="Group 7104">
            <a:extLst>
              <a:ext uri="{FF2B5EF4-FFF2-40B4-BE49-F238E27FC236}">
                <a16:creationId xmlns:a16="http://schemas.microsoft.com/office/drawing/2014/main" id="{F3E4D28F-F6B0-6AA1-7870-F52CC6DD1A8B}"/>
              </a:ext>
            </a:extLst>
          </p:cNvPr>
          <p:cNvGrpSpPr/>
          <p:nvPr/>
        </p:nvGrpSpPr>
        <p:grpSpPr>
          <a:xfrm>
            <a:off x="8807742" y="4878253"/>
            <a:ext cx="3509743" cy="563078"/>
            <a:chOff x="9418914" y="5140531"/>
            <a:chExt cx="3509743" cy="681325"/>
          </a:xfrm>
        </p:grpSpPr>
        <p:sp>
          <p:nvSpPr>
            <p:cNvPr id="7223" name="Google Shape;2488;p28">
              <a:extLst>
                <a:ext uri="{FF2B5EF4-FFF2-40B4-BE49-F238E27FC236}">
                  <a16:creationId xmlns:a16="http://schemas.microsoft.com/office/drawing/2014/main" id="{A0FA826B-D6EA-DD6A-A6B2-78066637A377}"/>
                </a:ext>
              </a:extLst>
            </p:cNvPr>
            <p:cNvSpPr/>
            <p:nvPr/>
          </p:nvSpPr>
          <p:spPr>
            <a:xfrm>
              <a:off x="9418914" y="5140531"/>
              <a:ext cx="3054686" cy="681325"/>
            </a:xfrm>
            <a:prstGeom prst="roundRect">
              <a:avLst>
                <a:gd name="adj" fmla="val 16667"/>
              </a:avLst>
            </a:prstGeom>
            <a:solidFill>
              <a:schemeClr val="bg1"/>
            </a:solidFill>
            <a:ln>
              <a:noFill/>
            </a:ln>
            <a:effectLst>
              <a:outerShdw blurRad="63500" algn="ctr" rotWithShape="0">
                <a:prstClr val="black">
                  <a:alpha val="40000"/>
                </a:prstClr>
              </a:outerShdw>
            </a:effectLst>
          </p:spPr>
          <p:txBody>
            <a:bodyPr spcFirstLastPara="1" wrap="square" lIns="90000" tIns="46800" rIns="91425" bIns="46800" anchor="ctr" anchorCtr="0">
              <a:noAutofit/>
            </a:bodyPr>
            <a:lstStyle/>
            <a:p>
              <a:pPr>
                <a:buClr>
                  <a:srgbClr val="000000"/>
                </a:buClr>
                <a:buSzPts val="1000"/>
              </a:pPr>
              <a:endParaRPr lang="en-US" sz="1050">
                <a:cs typeface="Arial" panose="020B0604020202020204" pitchFamily="34" charset="0"/>
              </a:endParaRPr>
            </a:p>
          </p:txBody>
        </p:sp>
        <p:sp>
          <p:nvSpPr>
            <p:cNvPr id="7225" name="TextBox 7224">
              <a:extLst>
                <a:ext uri="{FF2B5EF4-FFF2-40B4-BE49-F238E27FC236}">
                  <a16:creationId xmlns:a16="http://schemas.microsoft.com/office/drawing/2014/main" id="{23C6E656-5ED5-1A0B-D963-EF82A6DA9878}"/>
                </a:ext>
              </a:extLst>
            </p:cNvPr>
            <p:cNvSpPr txBox="1"/>
            <p:nvPr/>
          </p:nvSpPr>
          <p:spPr>
            <a:xfrm>
              <a:off x="9699953" y="5204062"/>
              <a:ext cx="3228704" cy="554262"/>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00000"/>
                </a:lnSpc>
                <a:spcBef>
                  <a:spcPts val="300"/>
                </a:spcBef>
                <a:spcAft>
                  <a:spcPts val="300"/>
                </a:spcAft>
                <a:buClr>
                  <a:srgbClr val="FFFFFF"/>
                </a:buClr>
                <a:buSzPct val="100000"/>
                <a:tabLst/>
                <a:defRPr/>
              </a:pPr>
              <a:r>
                <a:rPr lang="en-US" sz="1400">
                  <a:solidFill>
                    <a:srgbClr val="2C3846"/>
                  </a:solidFill>
                  <a:ea typeface="Calibri" panose="020F0502020204030204" pitchFamily="34" charset="0"/>
                  <a:cs typeface="Calibri" panose="020F0502020204030204" pitchFamily="34" charset="0"/>
                  <a:sym typeface="Calibri" panose="020F0502020204030204" pitchFamily="34" charset="0"/>
                </a:rPr>
                <a:t>Digital Care</a:t>
              </a:r>
            </a:p>
          </p:txBody>
        </p:sp>
      </p:grpSp>
      <p:grpSp>
        <p:nvGrpSpPr>
          <p:cNvPr id="7106" name="Group 7105">
            <a:extLst>
              <a:ext uri="{FF2B5EF4-FFF2-40B4-BE49-F238E27FC236}">
                <a16:creationId xmlns:a16="http://schemas.microsoft.com/office/drawing/2014/main" id="{C3F34C31-FCD7-E08D-0F2E-41776989F677}"/>
              </a:ext>
            </a:extLst>
          </p:cNvPr>
          <p:cNvGrpSpPr/>
          <p:nvPr/>
        </p:nvGrpSpPr>
        <p:grpSpPr>
          <a:xfrm>
            <a:off x="8807742" y="5636045"/>
            <a:ext cx="3509743" cy="563078"/>
            <a:chOff x="9418914" y="6000237"/>
            <a:chExt cx="3509743" cy="681325"/>
          </a:xfrm>
        </p:grpSpPr>
        <p:sp>
          <p:nvSpPr>
            <p:cNvPr id="7224" name="Google Shape;2488;p28">
              <a:extLst>
                <a:ext uri="{FF2B5EF4-FFF2-40B4-BE49-F238E27FC236}">
                  <a16:creationId xmlns:a16="http://schemas.microsoft.com/office/drawing/2014/main" id="{159345B1-346A-9578-7717-2A9AE84DBE0D}"/>
                </a:ext>
              </a:extLst>
            </p:cNvPr>
            <p:cNvSpPr/>
            <p:nvPr/>
          </p:nvSpPr>
          <p:spPr>
            <a:xfrm>
              <a:off x="9418914" y="6000237"/>
              <a:ext cx="3054686" cy="681325"/>
            </a:xfrm>
            <a:prstGeom prst="roundRect">
              <a:avLst>
                <a:gd name="adj" fmla="val 16667"/>
              </a:avLst>
            </a:prstGeom>
            <a:solidFill>
              <a:schemeClr val="bg1"/>
            </a:solidFill>
            <a:ln>
              <a:noFill/>
            </a:ln>
            <a:effectLst>
              <a:outerShdw blurRad="63500" algn="ctr" rotWithShape="0">
                <a:prstClr val="black">
                  <a:alpha val="40000"/>
                </a:prstClr>
              </a:outerShdw>
            </a:effectLst>
          </p:spPr>
          <p:txBody>
            <a:bodyPr spcFirstLastPara="1" wrap="square" lIns="90000" tIns="46800" rIns="91425" bIns="46800" anchor="ctr" anchorCtr="0">
              <a:noAutofit/>
            </a:bodyPr>
            <a:lstStyle/>
            <a:p>
              <a:pPr>
                <a:buClr>
                  <a:srgbClr val="000000"/>
                </a:buClr>
                <a:buSzPts val="1000"/>
              </a:pPr>
              <a:endParaRPr lang="en-US" sz="1050">
                <a:cs typeface="Arial" panose="020B0604020202020204" pitchFamily="34" charset="0"/>
              </a:endParaRPr>
            </a:p>
          </p:txBody>
        </p:sp>
        <p:sp>
          <p:nvSpPr>
            <p:cNvPr id="7226" name="TextBox 7225">
              <a:extLst>
                <a:ext uri="{FF2B5EF4-FFF2-40B4-BE49-F238E27FC236}">
                  <a16:creationId xmlns:a16="http://schemas.microsoft.com/office/drawing/2014/main" id="{1B264905-81A9-1A40-C7BA-D1415ACFDAF1}"/>
                </a:ext>
              </a:extLst>
            </p:cNvPr>
            <p:cNvSpPr txBox="1"/>
            <p:nvPr/>
          </p:nvSpPr>
          <p:spPr>
            <a:xfrm>
              <a:off x="9699953" y="6063768"/>
              <a:ext cx="3228704" cy="554262"/>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00000"/>
                </a:lnSpc>
                <a:spcBef>
                  <a:spcPts val="300"/>
                </a:spcBef>
                <a:spcAft>
                  <a:spcPts val="300"/>
                </a:spcAft>
                <a:buClr>
                  <a:srgbClr val="FFFFFF"/>
                </a:buClr>
                <a:buSzPct val="100000"/>
                <a:tabLst/>
                <a:defRPr/>
              </a:pPr>
              <a:r>
                <a:rPr lang="en-US" sz="1400">
                  <a:solidFill>
                    <a:srgbClr val="2C3846"/>
                  </a:solidFill>
                  <a:ea typeface="Calibri" panose="020F0502020204030204" pitchFamily="34" charset="0"/>
                  <a:cs typeface="Calibri" panose="020F0502020204030204" pitchFamily="34" charset="0"/>
                  <a:sym typeface="Calibri" panose="020F0502020204030204" pitchFamily="34" charset="0"/>
                </a:rPr>
                <a:t>Expert case review</a:t>
              </a:r>
            </a:p>
          </p:txBody>
        </p:sp>
      </p:grpSp>
      <p:pic>
        <p:nvPicPr>
          <p:cNvPr id="7227" name="Picture 16" descr="digital care icon">
            <a:extLst>
              <a:ext uri="{FF2B5EF4-FFF2-40B4-BE49-F238E27FC236}">
                <a16:creationId xmlns:a16="http://schemas.microsoft.com/office/drawing/2014/main" id="{897A79D5-53BE-068B-8502-85FFE341A20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260654" y="4856351"/>
            <a:ext cx="575423" cy="575423"/>
          </a:xfrm>
          <a:prstGeom prst="rect">
            <a:avLst/>
          </a:prstGeom>
          <a:noFill/>
          <a:extLst>
            <a:ext uri="{909E8E84-426E-40DD-AFC4-6F175D3DCCD1}">
              <a14:hiddenFill xmlns:a14="http://schemas.microsoft.com/office/drawing/2010/main">
                <a:solidFill>
                  <a:srgbClr val="FFFFFF"/>
                </a:solidFill>
              </a14:hiddenFill>
            </a:ext>
          </a:extLst>
        </p:spPr>
      </p:pic>
      <p:pic>
        <p:nvPicPr>
          <p:cNvPr id="7228" name="Picture 20" descr="doctor icon">
            <a:extLst>
              <a:ext uri="{FF2B5EF4-FFF2-40B4-BE49-F238E27FC236}">
                <a16:creationId xmlns:a16="http://schemas.microsoft.com/office/drawing/2014/main" id="{65064896-6ABA-2189-2B63-E462B35E74C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286809" y="5656028"/>
            <a:ext cx="523112" cy="523112"/>
          </a:xfrm>
          <a:prstGeom prst="rect">
            <a:avLst/>
          </a:prstGeom>
          <a:noFill/>
          <a:extLst>
            <a:ext uri="{909E8E84-426E-40DD-AFC4-6F175D3DCCD1}">
              <a14:hiddenFill xmlns:a14="http://schemas.microsoft.com/office/drawing/2010/main">
                <a:solidFill>
                  <a:srgbClr val="FFFFFF"/>
                </a:solidFill>
              </a14:hiddenFill>
            </a:ext>
          </a:extLst>
        </p:spPr>
      </p:pic>
      <p:grpSp>
        <p:nvGrpSpPr>
          <p:cNvPr id="7107" name="Group 7106">
            <a:extLst>
              <a:ext uri="{FF2B5EF4-FFF2-40B4-BE49-F238E27FC236}">
                <a16:creationId xmlns:a16="http://schemas.microsoft.com/office/drawing/2014/main" id="{A9D4BF12-7F94-5D88-EB03-7876D5CFB91B}"/>
              </a:ext>
            </a:extLst>
          </p:cNvPr>
          <p:cNvGrpSpPr/>
          <p:nvPr/>
        </p:nvGrpSpPr>
        <p:grpSpPr>
          <a:xfrm>
            <a:off x="552450" y="4622701"/>
            <a:ext cx="11331269" cy="46038"/>
            <a:chOff x="552451" y="1573126"/>
            <a:chExt cx="5964186" cy="46038"/>
          </a:xfrm>
        </p:grpSpPr>
        <p:cxnSp>
          <p:nvCxnSpPr>
            <p:cNvPr id="7108" name="Straight Connector 7107">
              <a:extLst>
                <a:ext uri="{FF2B5EF4-FFF2-40B4-BE49-F238E27FC236}">
                  <a16:creationId xmlns:a16="http://schemas.microsoft.com/office/drawing/2014/main" id="{7BE46DCA-196E-1D4B-E019-437B5F756075}"/>
                </a:ext>
              </a:extLst>
            </p:cNvPr>
            <p:cNvCxnSpPr>
              <a:cxnSpLocks/>
            </p:cNvCxnSpPr>
            <p:nvPr/>
          </p:nvCxnSpPr>
          <p:spPr>
            <a:xfrm>
              <a:off x="589266" y="1604800"/>
              <a:ext cx="5927371"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109" name="Rectangle 7108">
              <a:extLst>
                <a:ext uri="{FF2B5EF4-FFF2-40B4-BE49-F238E27FC236}">
                  <a16:creationId xmlns:a16="http://schemas.microsoft.com/office/drawing/2014/main" id="{75F1B512-F894-1C7B-1BB6-0F834F91EB2D}"/>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7110" name="TextBox 7109">
            <a:extLst>
              <a:ext uri="{FF2B5EF4-FFF2-40B4-BE49-F238E27FC236}">
                <a16:creationId xmlns:a16="http://schemas.microsoft.com/office/drawing/2014/main" id="{7FF12C07-896B-D627-382F-AAC5262EDE48}"/>
              </a:ext>
            </a:extLst>
          </p:cNvPr>
          <p:cNvSpPr txBox="1"/>
          <p:nvPr/>
        </p:nvSpPr>
        <p:spPr>
          <a:xfrm>
            <a:off x="551405" y="4261338"/>
            <a:ext cx="5095615" cy="276999"/>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defRPr/>
            </a:pPr>
            <a:r>
              <a:rPr lang="en-US" sz="1800" b="1">
                <a:solidFill>
                  <a:srgbClr val="04748A"/>
                </a:solidFill>
                <a:latin typeface="+mn-lt"/>
                <a:ea typeface="Calibri" panose="020F0502020204030204" pitchFamily="34" charset="0"/>
                <a:cs typeface="Calibri" panose="020F0502020204030204" pitchFamily="34" charset="0"/>
                <a:sym typeface="Calibri" panose="020F0502020204030204" pitchFamily="34" charset="0"/>
              </a:rPr>
              <a:t>Adjacent and Ambulatory Services</a:t>
            </a:r>
            <a:r>
              <a:rPr lang="en-US" sz="1800" b="1" baseline="30000">
                <a:solidFill>
                  <a:srgbClr val="04748A"/>
                </a:solidFill>
                <a:latin typeface="+mn-lt"/>
                <a:ea typeface="Calibri" panose="020F0502020204030204" pitchFamily="34" charset="0"/>
                <a:cs typeface="Calibri" panose="020F0502020204030204" pitchFamily="34" charset="0"/>
                <a:sym typeface="Calibri" panose="020F0502020204030204" pitchFamily="34" charset="0"/>
              </a:rPr>
              <a:t>*</a:t>
            </a:r>
            <a:endParaRPr lang="en-GB" sz="1800" baseline="30000">
              <a:solidFill>
                <a:srgbClr val="04748A"/>
              </a:solidFill>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7111" name="TextBox 7110">
            <a:extLst>
              <a:ext uri="{FF2B5EF4-FFF2-40B4-BE49-F238E27FC236}">
                <a16:creationId xmlns:a16="http://schemas.microsoft.com/office/drawing/2014/main" id="{73E246E9-F9BB-63CB-2026-BCA7ED3D97B9}"/>
              </a:ext>
            </a:extLst>
          </p:cNvPr>
          <p:cNvSpPr txBox="1"/>
          <p:nvPr/>
        </p:nvSpPr>
        <p:spPr>
          <a:xfrm>
            <a:off x="471488" y="6386513"/>
            <a:ext cx="10094912" cy="261610"/>
          </a:xfrm>
          <a:prstGeom prst="rect">
            <a:avLst/>
          </a:prstGeom>
          <a:noFill/>
        </p:spPr>
        <p:txBody>
          <a:bodyPr wrap="square" rtlCol="0">
            <a:spAutoFit/>
          </a:bodyPr>
          <a:lstStyle>
            <a:defPPr>
              <a:defRPr lang="en-US"/>
            </a:defPPr>
            <a:lvl1pPr>
              <a:defRPr sz="1100" i="1">
                <a:solidFill>
                  <a:srgbClr val="112736"/>
                </a:solidFill>
              </a:defRPr>
            </a:lvl1pPr>
          </a:lstStyle>
          <a:p>
            <a:r>
              <a:rPr lang="en-US" i="0">
                <a:solidFill>
                  <a:srgbClr val="2C3846"/>
                </a:solidFill>
                <a:cs typeface="Calibri" panose="020F0502020204030204" pitchFamily="34" charset="0"/>
                <a:sym typeface="Calibri" panose="020F0502020204030204" pitchFamily="34" charset="0"/>
              </a:rPr>
              <a:t>Notes: * Non-exhaustive</a:t>
            </a:r>
          </a:p>
        </p:txBody>
      </p:sp>
      <p:sp>
        <p:nvSpPr>
          <p:cNvPr id="7112" name="Line 15">
            <a:extLst>
              <a:ext uri="{FF2B5EF4-FFF2-40B4-BE49-F238E27FC236}">
                <a16:creationId xmlns:a16="http://schemas.microsoft.com/office/drawing/2014/main" id="{7CE0396A-9BB8-EB0C-9BF9-989A40BD9BCF}"/>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13" name="2. Slide Title">
            <a:extLst>
              <a:ext uri="{FF2B5EF4-FFF2-40B4-BE49-F238E27FC236}">
                <a16:creationId xmlns:a16="http://schemas.microsoft.com/office/drawing/2014/main" id="{7EF85B63-13FE-7DC7-7B82-E297FEA7BD72}"/>
              </a:ext>
            </a:extLst>
          </p:cNvPr>
          <p:cNvSpPr txBox="1">
            <a:spLocks/>
          </p:cNvSpPr>
          <p:nvPr>
            <p:custDataLst>
              <p:tags r:id="rId3"/>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a:solidFill>
                  <a:srgbClr val="0A0A0A"/>
                </a:solidFill>
                <a:latin typeface="Georgia" panose="02040502050405020303" pitchFamily="18" charset="0"/>
                <a:cs typeface="Arial" panose="020B0604020202020204" pitchFamily="34" charset="0"/>
              </a:rPr>
              <a:t>Current OC portfolio </a:t>
            </a:r>
            <a:r>
              <a:rPr lang="en-US" sz="2600" b="0">
                <a:solidFill>
                  <a:srgbClr val="0A0A0A"/>
                </a:solidFill>
                <a:latin typeface="Georgia" panose="02040502050405020303" pitchFamily="18" charset="0"/>
                <a:cs typeface="Arial" panose="020B0604020202020204" pitchFamily="34" charset="0"/>
              </a:rPr>
              <a:t>is focused on cancer core services (in diagnostics and infusions) and some adjacent and ambulatory services</a:t>
            </a:r>
          </a:p>
        </p:txBody>
      </p:sp>
      <p:grpSp>
        <p:nvGrpSpPr>
          <p:cNvPr id="2" name="Group 1">
            <a:extLst>
              <a:ext uri="{FF2B5EF4-FFF2-40B4-BE49-F238E27FC236}">
                <a16:creationId xmlns:a16="http://schemas.microsoft.com/office/drawing/2014/main" id="{E34E51D9-A312-D703-1F76-DA1FA32B9B5C}"/>
              </a:ext>
            </a:extLst>
          </p:cNvPr>
          <p:cNvGrpSpPr/>
          <p:nvPr/>
        </p:nvGrpSpPr>
        <p:grpSpPr>
          <a:xfrm>
            <a:off x="15130" y="47516"/>
            <a:ext cx="171132" cy="228600"/>
            <a:chOff x="0" y="49329"/>
            <a:chExt cx="171132" cy="228600"/>
          </a:xfrm>
        </p:grpSpPr>
        <p:cxnSp>
          <p:nvCxnSpPr>
            <p:cNvPr id="3" name="Straight Connector 2">
              <a:extLst>
                <a:ext uri="{FF2B5EF4-FFF2-40B4-BE49-F238E27FC236}">
                  <a16:creationId xmlns:a16="http://schemas.microsoft.com/office/drawing/2014/main" id="{8FD5EC67-7F5A-BF0E-62AD-CF708AE45430}"/>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 name="Rectangle: Rounded Corners 3">
              <a:extLst>
                <a:ext uri="{FF2B5EF4-FFF2-40B4-BE49-F238E27FC236}">
                  <a16:creationId xmlns:a16="http://schemas.microsoft.com/office/drawing/2014/main" id="{28A1C3AC-E190-60B9-9A91-C41E487F38DE}"/>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5" name="Google Shape;1129;p23">
            <a:extLst>
              <a:ext uri="{FF2B5EF4-FFF2-40B4-BE49-F238E27FC236}">
                <a16:creationId xmlns:a16="http://schemas.microsoft.com/office/drawing/2014/main" id="{21FF352F-1C24-D0D0-207E-8C77028AE4EC}"/>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Business Overview</a:t>
            </a:r>
            <a:endParaRPr lang="en-US">
              <a:solidFill>
                <a:schemeClr val="bg1"/>
              </a:solidFill>
              <a:latin typeface="Calibri"/>
              <a:ea typeface="Calibri"/>
              <a:cs typeface="Calibri"/>
            </a:endParaRPr>
          </a:p>
        </p:txBody>
      </p:sp>
      <p:sp>
        <p:nvSpPr>
          <p:cNvPr id="6" name="Google Shape;7206;p390">
            <a:extLst>
              <a:ext uri="{FF2B5EF4-FFF2-40B4-BE49-F238E27FC236}">
                <a16:creationId xmlns:a16="http://schemas.microsoft.com/office/drawing/2014/main" id="{D8494F02-3B54-F418-588C-4A0CD4909B1F}"/>
              </a:ext>
            </a:extLst>
          </p:cNvPr>
          <p:cNvSpPr/>
          <p:nvPr/>
        </p:nvSpPr>
        <p:spPr>
          <a:xfrm>
            <a:off x="7851339" y="4177247"/>
            <a:ext cx="1323256" cy="297507"/>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Endoscopy*</a:t>
            </a:r>
            <a:endParaRPr sz="2400"/>
          </a:p>
        </p:txBody>
      </p:sp>
      <p:sp>
        <p:nvSpPr>
          <p:cNvPr id="8" name="Google Shape;7206;p390">
            <a:extLst>
              <a:ext uri="{FF2B5EF4-FFF2-40B4-BE49-F238E27FC236}">
                <a16:creationId xmlns:a16="http://schemas.microsoft.com/office/drawing/2014/main" id="{786A4927-F980-4E85-574F-82FD0CCDA338}"/>
              </a:ext>
            </a:extLst>
          </p:cNvPr>
          <p:cNvSpPr/>
          <p:nvPr/>
        </p:nvSpPr>
        <p:spPr>
          <a:xfrm>
            <a:off x="9269019" y="4177247"/>
            <a:ext cx="1968099" cy="297507"/>
          </a:xfrm>
          <a:prstGeom prst="rect">
            <a:avLst/>
          </a:prstGeom>
          <a:no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1" u="none" strike="noStrike" cap="none">
                <a:solidFill>
                  <a:schemeClr val="dk1"/>
                </a:solidFill>
                <a:ea typeface="Arial"/>
                <a:cs typeface="Arial"/>
                <a:sym typeface="Arial"/>
              </a:rPr>
              <a:t>*Includes Upper GI, ERCP and ENT  </a:t>
            </a:r>
            <a:endParaRPr sz="2400" i="1"/>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B40145-59C3-FA59-F432-F6D2EB4596A7}"/>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3980D39C-6F12-6312-5BB6-94F656DA4CDC}"/>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84" imgH="486" progId="TCLayout.ActiveDocument.1">
                  <p:embed/>
                </p:oleObj>
              </mc:Choice>
              <mc:Fallback>
                <p:oleObj name="think-cell Slide" r:id="rId4" imgW="484" imgH="486" progId="TCLayout.ActiveDocument.1">
                  <p:embed/>
                  <p:pic>
                    <p:nvPicPr>
                      <p:cNvPr id="4" name="think-cell data - do not delete" hidden="1">
                        <a:extLst>
                          <a:ext uri="{FF2B5EF4-FFF2-40B4-BE49-F238E27FC236}">
                            <a16:creationId xmlns:a16="http://schemas.microsoft.com/office/drawing/2014/main" id="{3980D39C-6F12-6312-5BB6-94F656DA4CDC}"/>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0" name="Rectangle 9">
            <a:extLst>
              <a:ext uri="{FF2B5EF4-FFF2-40B4-BE49-F238E27FC236}">
                <a16:creationId xmlns:a16="http://schemas.microsoft.com/office/drawing/2014/main" id="{25095274-9D1E-4672-EAC9-B608C4DC58D2}"/>
              </a:ext>
            </a:extLst>
          </p:cNvPr>
          <p:cNvSpPr/>
          <p:nvPr/>
        </p:nvSpPr>
        <p:spPr>
          <a:xfrm>
            <a:off x="3788229" y="0"/>
            <a:ext cx="8403771" cy="6858000"/>
          </a:xfrm>
          <a:prstGeom prst="rect">
            <a:avLst/>
          </a:prstGeom>
          <a:solidFill>
            <a:srgbClr val="D8EAEA"/>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8" name="Table 18">
            <a:extLst>
              <a:ext uri="{FF2B5EF4-FFF2-40B4-BE49-F238E27FC236}">
                <a16:creationId xmlns:a16="http://schemas.microsoft.com/office/drawing/2014/main" id="{583FA3AD-DE94-D028-734B-A699CCCC2D3F}"/>
              </a:ext>
            </a:extLst>
          </p:cNvPr>
          <p:cNvGraphicFramePr>
            <a:graphicFrameLocks noGrp="1"/>
          </p:cNvGraphicFramePr>
          <p:nvPr>
            <p:extLst>
              <p:ext uri="{D42A27DB-BD31-4B8C-83A1-F6EECF244321}">
                <p14:modId xmlns:p14="http://schemas.microsoft.com/office/powerpoint/2010/main" val="4135265923"/>
              </p:ext>
            </p:extLst>
          </p:nvPr>
        </p:nvGraphicFramePr>
        <p:xfrm>
          <a:off x="4259210" y="2129960"/>
          <a:ext cx="7088060" cy="3188959"/>
        </p:xfrm>
        <a:graphic>
          <a:graphicData uri="http://schemas.openxmlformats.org/drawingml/2006/table">
            <a:tbl>
              <a:tblPr firstRow="1" bandRow="1">
                <a:tableStyleId>{5C22544A-7EE6-4342-B048-85BDC9FD1C3A}</a:tableStyleId>
              </a:tblPr>
              <a:tblGrid>
                <a:gridCol w="609851">
                  <a:extLst>
                    <a:ext uri="{9D8B030D-6E8A-4147-A177-3AD203B41FA5}">
                      <a16:colId xmlns:a16="http://schemas.microsoft.com/office/drawing/2014/main" val="2119018486"/>
                    </a:ext>
                  </a:extLst>
                </a:gridCol>
                <a:gridCol w="6478209">
                  <a:extLst>
                    <a:ext uri="{9D8B030D-6E8A-4147-A177-3AD203B41FA5}">
                      <a16:colId xmlns:a16="http://schemas.microsoft.com/office/drawing/2014/main" val="1725796595"/>
                    </a:ext>
                  </a:extLst>
                </a:gridCol>
              </a:tblGrid>
              <a:tr h="599364">
                <a:tc gridSpan="2">
                  <a:txBody>
                    <a:bodyPr/>
                    <a:lstStyle/>
                    <a:p>
                      <a:pPr rtl="0"/>
                      <a:r>
                        <a:rPr lang="en-US" sz="1600">
                          <a:solidFill>
                            <a:srgbClr val="39BFC3"/>
                          </a:solidFill>
                          <a:latin typeface="Calibri"/>
                          <a:cs typeface="Calibri"/>
                        </a:rPr>
                        <a:t>Topic</a:t>
                      </a:r>
                    </a:p>
                  </a:txBody>
                  <a:tcPr anchor="b">
                    <a:lnL w="12700" cmpd="sng">
                      <a:noFill/>
                    </a:lnL>
                    <a:lnR w="12700" cmpd="sng">
                      <a:noFill/>
                    </a:lnR>
                    <a:lnT w="12700" cmpd="sng">
                      <a:noFill/>
                    </a:lnT>
                    <a:lnB w="28575" cap="flat" cmpd="sng" algn="ctr">
                      <a:solidFill>
                        <a:srgbClr val="39BFC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075572317"/>
                  </a:ext>
                </a:extLst>
              </a:tr>
              <a:tr h="517919">
                <a:tc>
                  <a:txBody>
                    <a:bodyPr/>
                    <a:lstStyle/>
                    <a:p>
                      <a:pPr marL="0" indent="0" algn="ctr" rtl="0">
                        <a:buFont typeface="+mj-lt"/>
                        <a:buNone/>
                      </a:pPr>
                      <a:r>
                        <a:rPr lang="en-US" sz="1600" b="0">
                          <a:solidFill>
                            <a:schemeClr val="accent6">
                              <a:lumMod val="10000"/>
                            </a:schemeClr>
                          </a:solidFill>
                          <a:latin typeface="Calibri"/>
                          <a:cs typeface="Calibri"/>
                        </a:rPr>
                        <a:t>I.</a:t>
                      </a:r>
                    </a:p>
                  </a:txBody>
                  <a:tcPr anchor="ctr">
                    <a:lnL w="12700" cmpd="sng">
                      <a:noFill/>
                    </a:lnL>
                    <a:lnR w="12700" cmpd="sng">
                      <a:noFill/>
                    </a:lnR>
                    <a:lnT w="28575" cap="flat" cmpd="sng" algn="ctr">
                      <a:solidFill>
                        <a:srgbClr val="39BFC3"/>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b="0">
                          <a:solidFill>
                            <a:schemeClr val="accent6">
                              <a:lumMod val="10000"/>
                            </a:schemeClr>
                          </a:solidFill>
                          <a:latin typeface="Calibri"/>
                          <a:cs typeface="Calibri"/>
                        </a:rPr>
                        <a:t>Market and Business Context</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8857473"/>
                  </a:ext>
                </a:extLst>
              </a:tr>
              <a:tr h="517919">
                <a:tc>
                  <a:txBody>
                    <a:bodyPr/>
                    <a:lstStyle/>
                    <a:p>
                      <a:pPr marL="0" indent="0" algn="ctr" rtl="0">
                        <a:buFont typeface="+mj-lt"/>
                        <a:buNone/>
                      </a:pPr>
                      <a:r>
                        <a:rPr lang="en-US" sz="1600" b="0">
                          <a:solidFill>
                            <a:schemeClr val="accent6">
                              <a:lumMod val="10000"/>
                            </a:schemeClr>
                          </a:solidFill>
                          <a:latin typeface="Calibri"/>
                          <a:cs typeface="Calibri"/>
                        </a:rPr>
                        <a:t>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mj-lt"/>
                        <a:buNone/>
                        <a:tabLst/>
                        <a:defRPr/>
                      </a:pPr>
                      <a:r>
                        <a:rPr lang="en-US" sz="1600" kern="1200">
                          <a:solidFill>
                            <a:schemeClr val="accent6">
                              <a:lumMod val="10000"/>
                            </a:schemeClr>
                          </a:solidFill>
                          <a:latin typeface="+mn-lt"/>
                          <a:ea typeface="+mn-ea"/>
                          <a:cs typeface="Calibri"/>
                        </a:rPr>
                        <a:t>Value Creation Plan</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2069563607"/>
                  </a:ext>
                </a:extLst>
              </a:tr>
              <a:tr h="517919">
                <a:tc>
                  <a:txBody>
                    <a:bodyPr/>
                    <a:lstStyle/>
                    <a:p>
                      <a:pPr marL="0" marR="0" lvl="0" indent="0" algn="ctr"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Calibri"/>
                          <a:ea typeface="+mn-ea"/>
                          <a:cs typeface="Calibri"/>
                          <a:sym typeface="Calibri" panose="020F0502020204030204" pitchFamily="34" charset="0"/>
                        </a:rPr>
                        <a:t>III.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mn-lt"/>
                          <a:ea typeface="+mn-ea"/>
                          <a:cs typeface="Calibri"/>
                        </a:rPr>
                        <a:t>Revised Business Case</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0638839"/>
                  </a:ext>
                </a:extLst>
              </a:tr>
              <a:tr h="517919">
                <a:tc>
                  <a:txBody>
                    <a:bodyPr/>
                    <a:lstStyle/>
                    <a:p>
                      <a:pPr marL="0" indent="0" algn="ctr" rtl="0">
                        <a:buFont typeface="+mj-lt"/>
                        <a:buNone/>
                      </a:pPr>
                      <a:r>
                        <a:rPr lang="en-US" sz="1600">
                          <a:solidFill>
                            <a:schemeClr val="accent6">
                              <a:lumMod val="10000"/>
                            </a:schemeClr>
                          </a:solidFill>
                          <a:latin typeface="Calibri"/>
                          <a:cs typeface="Calibri"/>
                        </a:rPr>
                        <a:t>IV.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a:solidFill>
                            <a:schemeClr val="accent6">
                              <a:lumMod val="10000"/>
                            </a:schemeClr>
                          </a:solidFill>
                          <a:latin typeface="+mn-lt"/>
                          <a:cs typeface="Calibri"/>
                        </a:rPr>
                        <a:t>Initiatives – Deep Dives</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3471669"/>
                  </a:ext>
                </a:extLst>
              </a:tr>
              <a:tr h="517919">
                <a:tc>
                  <a:txBody>
                    <a:bodyPr/>
                    <a:lstStyle/>
                    <a:p>
                      <a:pPr marL="0" indent="0" algn="ctr" rtl="0">
                        <a:buFont typeface="+mj-lt"/>
                        <a:buNone/>
                      </a:pPr>
                      <a:r>
                        <a:rPr lang="en-US" sz="1600">
                          <a:solidFill>
                            <a:schemeClr val="accent6">
                              <a:lumMod val="10000"/>
                            </a:schemeClr>
                          </a:solidFill>
                          <a:latin typeface="Calibri"/>
                          <a:cs typeface="Calibri"/>
                        </a:rPr>
                        <a:t>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a:solidFill>
                            <a:schemeClr val="bg1">
                              <a:lumMod val="75000"/>
                            </a:schemeClr>
                          </a:solidFill>
                          <a:latin typeface="+mn-lt"/>
                          <a:cs typeface="Calibri"/>
                        </a:rPr>
                        <a:t>Supplementary Material</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2242176"/>
                  </a:ext>
                </a:extLst>
              </a:tr>
            </a:tbl>
          </a:graphicData>
        </a:graphic>
      </p:graphicFrame>
      <p:sp>
        <p:nvSpPr>
          <p:cNvPr id="5" name="Rectangle 4">
            <a:extLst>
              <a:ext uri="{FF2B5EF4-FFF2-40B4-BE49-F238E27FC236}">
                <a16:creationId xmlns:a16="http://schemas.microsoft.com/office/drawing/2014/main" id="{16AFCE4A-215A-823B-A929-BAFA6B0F280C}"/>
              </a:ext>
            </a:extLst>
          </p:cNvPr>
          <p:cNvSpPr/>
          <p:nvPr/>
        </p:nvSpPr>
        <p:spPr>
          <a:xfrm>
            <a:off x="547688" y="1539082"/>
            <a:ext cx="3033712" cy="377983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200"/>
              </a:spcBef>
              <a:spcAft>
                <a:spcPts val="200"/>
              </a:spcAft>
              <a:buClrTx/>
              <a:buSzTx/>
              <a:buFontTx/>
              <a:buNone/>
              <a:tabLst/>
              <a:defRPr/>
            </a:pPr>
            <a:r>
              <a:rPr kumimoji="0" lang="en-US" sz="5400" b="1" i="0" u="none" strike="noStrike" kern="1200" cap="none" spc="0" normalizeH="0" baseline="0" noProof="0">
                <a:ln>
                  <a:noFill/>
                </a:ln>
                <a:solidFill>
                  <a:srgbClr val="39BFC3"/>
                </a:solidFill>
                <a:effectLst/>
                <a:uLnTx/>
                <a:uFillTx/>
                <a:latin typeface="Calibri"/>
                <a:ea typeface="Calibri"/>
                <a:cs typeface="Calibri"/>
              </a:rPr>
              <a:t>Agenda</a:t>
            </a:r>
            <a:endParaRPr lang="en-US" sz="5400" b="1" i="0" u="none" strike="noStrike" kern="1200" cap="none" spc="0" normalizeH="0" baseline="0" noProof="0">
              <a:ln>
                <a:noFill/>
              </a:ln>
              <a:solidFill>
                <a:srgbClr val="DDDDDD">
                  <a:lumMod val="10000"/>
                </a:srgbClr>
              </a:solidFill>
              <a:effectLst/>
              <a:uLnTx/>
              <a:uFillTx/>
              <a:latin typeface="Calibri"/>
              <a:ea typeface="Calibri"/>
              <a:cs typeface="Calibri"/>
            </a:endParaRPr>
          </a:p>
        </p:txBody>
      </p:sp>
      <p:pic>
        <p:nvPicPr>
          <p:cNvPr id="6" name="Picture 5" descr="A black background with white text&#10;&#10;AI-generated content may be incorrect.">
            <a:extLst>
              <a:ext uri="{FF2B5EF4-FFF2-40B4-BE49-F238E27FC236}">
                <a16:creationId xmlns:a16="http://schemas.microsoft.com/office/drawing/2014/main" id="{7420710A-D991-EAEF-C4AE-717E8DC6AE50}"/>
              </a:ext>
            </a:extLst>
          </p:cNvPr>
          <p:cNvPicPr>
            <a:picLocks noChangeAspect="1"/>
          </p:cNvPicPr>
          <p:nvPr/>
        </p:nvPicPr>
        <p:blipFill>
          <a:blip r:embed="rId6">
            <a:extLst>
              <a:ext uri="{28A0092B-C50C-407E-A947-70E740481C1C}">
                <a14:useLocalDpi xmlns:a14="http://schemas.microsoft.com/office/drawing/2010/main" val="0"/>
              </a:ext>
            </a:extLst>
          </a:blip>
          <a:srcRect b="17751"/>
          <a:stretch>
            <a:fillRect/>
          </a:stretch>
        </p:blipFill>
        <p:spPr>
          <a:xfrm>
            <a:off x="844731" y="4303059"/>
            <a:ext cx="2340263" cy="594742"/>
          </a:xfrm>
          <a:prstGeom prst="rect">
            <a:avLst/>
          </a:prstGeom>
        </p:spPr>
      </p:pic>
    </p:spTree>
    <p:extLst>
      <p:ext uri="{BB962C8B-B14F-4D97-AF65-F5344CB8AC3E}">
        <p14:creationId xmlns:p14="http://schemas.microsoft.com/office/powerpoint/2010/main" val="65730358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A9DA3D-019C-6FD5-D25C-D5260250C928}"/>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A4226966-2F3C-1A32-F4B1-DF4DBBE019DF}"/>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04" imgH="405" progId="TCLayout.ActiveDocument.1">
                  <p:embed/>
                </p:oleObj>
              </mc:Choice>
              <mc:Fallback>
                <p:oleObj name="think-cell Slide" r:id="rId5" imgW="404" imgH="405" progId="TCLayout.ActiveDocument.1">
                  <p:embed/>
                  <p:pic>
                    <p:nvPicPr>
                      <p:cNvPr id="4" name="think-cell data - do not delete" hidden="1">
                        <a:extLst>
                          <a:ext uri="{FF2B5EF4-FFF2-40B4-BE49-F238E27FC236}">
                            <a16:creationId xmlns:a16="http://schemas.microsoft.com/office/drawing/2014/main" id="{A4226966-2F3C-1A32-F4B1-DF4DBBE019DF}"/>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Rectangle 6">
            <a:extLst>
              <a:ext uri="{FF2B5EF4-FFF2-40B4-BE49-F238E27FC236}">
                <a16:creationId xmlns:a16="http://schemas.microsoft.com/office/drawing/2014/main" id="{047D03F6-071E-FAA2-EF8B-8E5149398947}"/>
              </a:ext>
            </a:extLst>
          </p:cNvPr>
          <p:cNvSpPr>
            <a:spLocks/>
          </p:cNvSpPr>
          <p:nvPr/>
        </p:nvSpPr>
        <p:spPr>
          <a:xfrm>
            <a:off x="286396" y="1933121"/>
            <a:ext cx="844991" cy="4519792"/>
          </a:xfrm>
          <a:prstGeom prst="rect">
            <a:avLst/>
          </a:prstGeom>
          <a:solidFill>
            <a:srgbClr val="04748A"/>
          </a:solidFill>
          <a:ln>
            <a:noFill/>
          </a:ln>
        </p:spPr>
        <p:style>
          <a:lnRef idx="2">
            <a:schemeClr val="dk1"/>
          </a:lnRef>
          <a:fillRef idx="1">
            <a:schemeClr val="lt1"/>
          </a:fillRef>
          <a:effectRef idx="0">
            <a:schemeClr val="dk1"/>
          </a:effectRef>
          <a:fontRef idx="minor">
            <a:schemeClr val="dk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bg1"/>
                </a:solidFill>
                <a:effectLst/>
                <a:uLnTx/>
                <a:uFillTx/>
                <a:ea typeface="+mn-ea"/>
                <a:cs typeface="Arial" panose="020B0604020202020204" pitchFamily="34" charset="0"/>
              </a:rPr>
              <a:t>Strategic initiatives</a:t>
            </a:r>
          </a:p>
        </p:txBody>
      </p:sp>
      <p:sp>
        <p:nvSpPr>
          <p:cNvPr id="2" name="Isosceles Triangle 1">
            <a:extLst>
              <a:ext uri="{FF2B5EF4-FFF2-40B4-BE49-F238E27FC236}">
                <a16:creationId xmlns:a16="http://schemas.microsoft.com/office/drawing/2014/main" id="{76DB06AF-3D3B-5797-A626-B0B51FC87830}"/>
              </a:ext>
            </a:extLst>
          </p:cNvPr>
          <p:cNvSpPr/>
          <p:nvPr/>
        </p:nvSpPr>
        <p:spPr>
          <a:xfrm>
            <a:off x="286396" y="864557"/>
            <a:ext cx="11772897" cy="1022780"/>
          </a:xfrm>
          <a:prstGeom prst="triangle">
            <a:avLst>
              <a:gd name="adj" fmla="val 50000"/>
            </a:avLst>
          </a:prstGeom>
          <a:solidFill>
            <a:srgbClr val="1F476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6000" tIns="324000" rIns="36000" bIns="360000" rtlCol="0" anchor="ctr"/>
          <a:lstStyle/>
          <a:p>
            <a:pPr algn="ctr">
              <a:defRPr/>
            </a:pPr>
            <a:endParaRPr lang="en-US" sz="1000" b="1">
              <a:sym typeface="Calibri" panose="020F0502020204030204" pitchFamily="34" charset="0"/>
            </a:endParaRPr>
          </a:p>
        </p:txBody>
      </p:sp>
      <p:sp>
        <p:nvSpPr>
          <p:cNvPr id="23" name="Slide Number Placeholder 2">
            <a:extLst>
              <a:ext uri="{FF2B5EF4-FFF2-40B4-BE49-F238E27FC236}">
                <a16:creationId xmlns:a16="http://schemas.microsoft.com/office/drawing/2014/main" id="{0472F2F7-DA32-635C-DE3B-3C76AF78B03C}"/>
              </a:ext>
            </a:extLst>
          </p:cNvPr>
          <p:cNvSpPr>
            <a:spLocks noGrp="1"/>
          </p:cNvSpPr>
          <p:nvPr>
            <p:ph type="sldNum" sz="quarter" idx="12"/>
          </p:nvPr>
        </p:nvSpPr>
        <p:spPr>
          <a:xfrm>
            <a:off x="9448800"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34998AE-0B4E-4A04-BD42-41291CCF365D}" type="slidenum">
              <a:rPr kumimoji="0" lang="en-US" sz="1200" b="0" i="0" u="none" strike="noStrike" kern="1200" cap="none" spc="0" normalizeH="0" baseline="0" noProof="0" smtClean="0">
                <a:ln>
                  <a:noFill/>
                </a:ln>
                <a:solidFill>
                  <a:prstClr val="black">
                    <a:tint val="82000"/>
                  </a:prstClr>
                </a:solidFill>
                <a:effectLst/>
                <a:uLnTx/>
                <a:uFillTx/>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tint val="82000"/>
                </a:prstClr>
              </a:solidFill>
              <a:effectLst/>
              <a:uLnTx/>
              <a:uFillTx/>
              <a:ea typeface="+mn-ea"/>
              <a:cs typeface="+mn-cs"/>
            </a:endParaRPr>
          </a:p>
        </p:txBody>
      </p:sp>
      <p:sp>
        <p:nvSpPr>
          <p:cNvPr id="128" name="Rectangle 127">
            <a:extLst>
              <a:ext uri="{FF2B5EF4-FFF2-40B4-BE49-F238E27FC236}">
                <a16:creationId xmlns:a16="http://schemas.microsoft.com/office/drawing/2014/main" id="{736626D5-369F-0428-EE42-8F178E524A00}"/>
              </a:ext>
            </a:extLst>
          </p:cNvPr>
          <p:cNvSpPr/>
          <p:nvPr>
            <p:custDataLst>
              <p:tags r:id="rId2"/>
            </p:custDataLst>
          </p:nvPr>
        </p:nvSpPr>
        <p:spPr>
          <a:xfrm>
            <a:off x="132707" y="1167348"/>
            <a:ext cx="1385911"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100" b="1" i="1" u="none" strike="noStrike" kern="1200" cap="none" spc="0" normalizeH="0" baseline="0" noProof="0">
              <a:ln>
                <a:noFill/>
              </a:ln>
              <a:solidFill>
                <a:prstClr val="black"/>
              </a:solidFill>
              <a:effectLst/>
              <a:uLnTx/>
              <a:uFillTx/>
              <a:ea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F6484AFE-3512-356C-B47B-6E8C76E5E269}"/>
              </a:ext>
            </a:extLst>
          </p:cNvPr>
          <p:cNvSpPr>
            <a:spLocks/>
          </p:cNvSpPr>
          <p:nvPr/>
        </p:nvSpPr>
        <p:spPr>
          <a:xfrm>
            <a:off x="1214335" y="1933120"/>
            <a:ext cx="2592000" cy="589091"/>
          </a:xfrm>
          <a:prstGeom prst="rect">
            <a:avLst/>
          </a:prstGeom>
          <a:solidFill>
            <a:srgbClr val="04748A"/>
          </a:solidFill>
          <a:ln w="6350">
            <a:noFill/>
          </a:ln>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1. Core: Oncology diagnostics and treatment</a:t>
            </a:r>
          </a:p>
        </p:txBody>
      </p:sp>
      <p:sp>
        <p:nvSpPr>
          <p:cNvPr id="36" name="Rectangle 35">
            <a:extLst>
              <a:ext uri="{FF2B5EF4-FFF2-40B4-BE49-F238E27FC236}">
                <a16:creationId xmlns:a16="http://schemas.microsoft.com/office/drawing/2014/main" id="{20D87DB2-6EAB-3BBA-8A51-F1F35BE4BA95}"/>
              </a:ext>
            </a:extLst>
          </p:cNvPr>
          <p:cNvSpPr>
            <a:spLocks/>
          </p:cNvSpPr>
          <p:nvPr/>
        </p:nvSpPr>
        <p:spPr>
          <a:xfrm>
            <a:off x="1214335" y="2567994"/>
            <a:ext cx="2592000" cy="1795857"/>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576" tIns="457200" rIns="36000" bIns="36000" rtlCol="0" anchor="ctr">
            <a:noAutofit/>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lang="en-US" sz="1200" b="1">
                <a:solidFill>
                  <a:schemeClr val="tx1"/>
                </a:solidFill>
                <a:cs typeface="Arial" panose="020B0604020202020204" pitchFamily="34" charset="0"/>
              </a:rPr>
              <a:t>Increasing oncology patients</a:t>
            </a:r>
            <a:endPar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endParaRPr>
          </a:p>
          <a:p>
            <a:pPr marR="0" lvl="0" algn="l" defTabSz="914400" rtl="0" eaLnBrk="1" fontAlgn="auto" latinLnBrk="0" hangingPunct="1">
              <a:lnSpc>
                <a:spcPct val="100000"/>
              </a:lnSpc>
              <a:spcBef>
                <a:spcPts val="200"/>
              </a:spcBef>
              <a:spcAft>
                <a:spcPts val="200"/>
              </a:spcAft>
              <a:buClrTx/>
              <a:buSzTx/>
              <a:tabLst/>
              <a:defRPr/>
            </a:pPr>
            <a:r>
              <a:rPr kumimoji="0" lang="en-US" sz="1200" i="0" u="none" strike="noStrike" kern="1200" cap="none" spc="0" normalizeH="0" baseline="0" noProof="0">
                <a:ln>
                  <a:noFill/>
                </a:ln>
                <a:solidFill>
                  <a:schemeClr val="tx1"/>
                </a:solidFill>
                <a:effectLst/>
                <a:uLnTx/>
                <a:uFillTx/>
                <a:ea typeface="+mn-ea"/>
                <a:cs typeface="Arial" panose="020B0604020202020204" pitchFamily="34" charset="0"/>
              </a:rPr>
              <a:t>Leverage doctor &amp; private clinic referrals</a:t>
            </a:r>
            <a:r>
              <a:rPr lang="en-US" sz="1200">
                <a:solidFill>
                  <a:schemeClr val="tx1"/>
                </a:solidFill>
                <a:cs typeface="Arial" panose="020B0604020202020204" pitchFamily="34" charset="0"/>
              </a:rPr>
              <a:t>, alongside marketing initiatives with BPG, Dana Farber and others</a:t>
            </a: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a:p>
            <a:pPr marR="0" lvl="0" algn="l" defTabSz="914400" rtl="0" eaLnBrk="1" fontAlgn="auto" latinLnBrk="0" hangingPunct="1">
              <a:lnSpc>
                <a:spcPct val="100000"/>
              </a:lnSpc>
              <a:spcBef>
                <a:spcPts val="200"/>
              </a:spcBef>
              <a:spcAft>
                <a:spcPts val="200"/>
              </a:spcAft>
              <a:buClrTx/>
              <a:buSzTx/>
              <a:tabLst/>
              <a:defRPr/>
            </a:pPr>
            <a:endPar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endParaRPr>
          </a:p>
          <a:p>
            <a:pPr marL="0" marR="0" lvl="0" indent="0" algn="l" defTabSz="914400" rtl="0" eaLnBrk="1" fontAlgn="auto" latinLnBrk="0" hangingPunct="1">
              <a:lnSpc>
                <a:spcPct val="100000"/>
              </a:lnSpc>
              <a:spcBef>
                <a:spcPts val="200"/>
              </a:spcBef>
              <a:spcAft>
                <a:spcPts val="200"/>
              </a:spcAft>
              <a:buClrTx/>
              <a:buSzTx/>
              <a:buFontTx/>
              <a:buNone/>
              <a:tabLst/>
              <a:defRPr/>
            </a:pP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p:txBody>
      </p:sp>
      <p:sp>
        <p:nvSpPr>
          <p:cNvPr id="50" name="Rectangle 49">
            <a:extLst>
              <a:ext uri="{FF2B5EF4-FFF2-40B4-BE49-F238E27FC236}">
                <a16:creationId xmlns:a16="http://schemas.microsoft.com/office/drawing/2014/main" id="{B9FBF712-6029-602F-1487-54991E4C5558}"/>
              </a:ext>
            </a:extLst>
          </p:cNvPr>
          <p:cNvSpPr>
            <a:spLocks/>
          </p:cNvSpPr>
          <p:nvPr/>
        </p:nvSpPr>
        <p:spPr>
          <a:xfrm>
            <a:off x="3965321" y="1933120"/>
            <a:ext cx="2592000" cy="589091"/>
          </a:xfrm>
          <a:prstGeom prst="rect">
            <a:avLst/>
          </a:prstGeom>
          <a:solidFill>
            <a:srgbClr val="04748A"/>
          </a:solidFill>
          <a:ln w="6350">
            <a:noFill/>
          </a:ln>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2. Core adjacency: leverage existing capacity</a:t>
            </a:r>
            <a:endParaRPr kumimoji="0" lang="en-US" sz="1200" b="1" i="0" u="none" strike="noStrike" kern="1200" cap="none" spc="0" normalizeH="0" baseline="30000" noProof="0">
              <a:ln>
                <a:noFill/>
              </a:ln>
              <a:solidFill>
                <a:prstClr val="white"/>
              </a:solidFill>
              <a:effectLst/>
              <a:uLnTx/>
              <a:uFillTx/>
              <a:ea typeface="+mn-ea"/>
              <a:cs typeface="Arial" panose="020B0604020202020204" pitchFamily="34" charset="0"/>
            </a:endParaRPr>
          </a:p>
        </p:txBody>
      </p:sp>
      <p:sp>
        <p:nvSpPr>
          <p:cNvPr id="55" name="Rectangle 54">
            <a:extLst>
              <a:ext uri="{FF2B5EF4-FFF2-40B4-BE49-F238E27FC236}">
                <a16:creationId xmlns:a16="http://schemas.microsoft.com/office/drawing/2014/main" id="{A33BA98E-C664-07DC-E7A3-2DE7C7C5FB38}"/>
              </a:ext>
            </a:extLst>
          </p:cNvPr>
          <p:cNvSpPr>
            <a:spLocks/>
          </p:cNvSpPr>
          <p:nvPr/>
        </p:nvSpPr>
        <p:spPr>
          <a:xfrm>
            <a:off x="6716307" y="2567994"/>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Floor/Operations Management Contracts</a:t>
            </a:r>
            <a:b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Partner with Fakeeh Madina &amp; Dallah Khobar to manage their oncology wings</a:t>
            </a:r>
          </a:p>
        </p:txBody>
      </p:sp>
      <p:sp>
        <p:nvSpPr>
          <p:cNvPr id="61" name="Rectangle 60">
            <a:extLst>
              <a:ext uri="{FF2B5EF4-FFF2-40B4-BE49-F238E27FC236}">
                <a16:creationId xmlns:a16="http://schemas.microsoft.com/office/drawing/2014/main" id="{6176770E-24B1-22B9-601F-E1CD1900A827}"/>
              </a:ext>
            </a:extLst>
          </p:cNvPr>
          <p:cNvSpPr>
            <a:spLocks/>
          </p:cNvSpPr>
          <p:nvPr/>
        </p:nvSpPr>
        <p:spPr>
          <a:xfrm>
            <a:off x="6716307" y="1933120"/>
            <a:ext cx="2592000" cy="589091"/>
          </a:xfrm>
          <a:prstGeom prst="rect">
            <a:avLst/>
          </a:prstGeom>
          <a:solidFill>
            <a:srgbClr val="04748A"/>
          </a:solidFill>
          <a:ln w="6350">
            <a:noFill/>
          </a:ln>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3. Core expansion: Expansion beyond core to oncology support initiatives</a:t>
            </a:r>
          </a:p>
        </p:txBody>
      </p:sp>
      <p:sp>
        <p:nvSpPr>
          <p:cNvPr id="48" name="Rectangle 47">
            <a:extLst>
              <a:ext uri="{FF2B5EF4-FFF2-40B4-BE49-F238E27FC236}">
                <a16:creationId xmlns:a16="http://schemas.microsoft.com/office/drawing/2014/main" id="{C81E7008-6ABA-6192-F337-8519959DA4B1}"/>
              </a:ext>
            </a:extLst>
          </p:cNvPr>
          <p:cNvSpPr>
            <a:spLocks/>
          </p:cNvSpPr>
          <p:nvPr/>
        </p:nvSpPr>
        <p:spPr>
          <a:xfrm>
            <a:off x="6716307" y="3921789"/>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Day Surgery </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(prostate cancer)</a:t>
            </a:r>
            <a:b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Performing minimally invasive procedures</a:t>
            </a:r>
            <a:r>
              <a:rPr lang="en-US" sz="1200">
                <a:solidFill>
                  <a:sysClr val="windowText" lastClr="000000"/>
                </a:solidFill>
                <a:cs typeface="Arial" panose="020B0604020202020204" pitchFamily="34" charset="0"/>
              </a:rPr>
              <a:t> for prostate cancer through profound</a:t>
            </a:r>
            <a:endPar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EA74CD96-517A-3C51-3732-E78AE1650C45}"/>
              </a:ext>
            </a:extLst>
          </p:cNvPr>
          <p:cNvSpPr>
            <a:spLocks/>
          </p:cNvSpPr>
          <p:nvPr/>
        </p:nvSpPr>
        <p:spPr>
          <a:xfrm>
            <a:off x="3914521" y="2567994"/>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Non-oncology diagnostics</a:t>
            </a:r>
            <a:b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Referral agreements with poly-clinics to offer diagnostic services to drive non-oncology patient volumes</a:t>
            </a:r>
          </a:p>
        </p:txBody>
      </p:sp>
      <p:sp>
        <p:nvSpPr>
          <p:cNvPr id="13" name="Rectangle 12">
            <a:extLst>
              <a:ext uri="{FF2B5EF4-FFF2-40B4-BE49-F238E27FC236}">
                <a16:creationId xmlns:a16="http://schemas.microsoft.com/office/drawing/2014/main" id="{6A199412-3EC2-1DC1-C533-6093FD124336}"/>
              </a:ext>
            </a:extLst>
          </p:cNvPr>
          <p:cNvSpPr>
            <a:spLocks/>
          </p:cNvSpPr>
          <p:nvPr/>
        </p:nvSpPr>
        <p:spPr>
          <a:xfrm>
            <a:off x="9467293" y="1933120"/>
            <a:ext cx="2592000" cy="589091"/>
          </a:xfrm>
          <a:prstGeom prst="rect">
            <a:avLst/>
          </a:prstGeom>
          <a:solidFill>
            <a:srgbClr val="04748A"/>
          </a:solidFill>
          <a:ln w="6350">
            <a:noFill/>
          </a:ln>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3. Other adjacencies: Target </a:t>
            </a:r>
            <a:r>
              <a:rPr lang="en-US" sz="1200" b="1">
                <a:solidFill>
                  <a:prstClr val="white"/>
                </a:solidFill>
                <a:cs typeface="Arial" panose="020B0604020202020204" pitchFamily="34" charset="0"/>
              </a:rPr>
              <a:t>non-oncology</a:t>
            </a:r>
            <a:r>
              <a:rPr kumimoji="0" lang="en-US" sz="1200" b="1" i="0" u="none" strike="noStrike" kern="1200" cap="none" spc="0" normalizeH="0" baseline="0" noProof="0">
                <a:ln>
                  <a:noFill/>
                </a:ln>
                <a:solidFill>
                  <a:prstClr val="white"/>
                </a:solidFill>
                <a:effectLst/>
                <a:uLnTx/>
                <a:uFillTx/>
                <a:ea typeface="+mn-ea"/>
                <a:cs typeface="Arial" panose="020B0604020202020204" pitchFamily="34" charset="0"/>
              </a:rPr>
              <a:t> patient segments</a:t>
            </a:r>
          </a:p>
        </p:txBody>
      </p:sp>
      <p:sp>
        <p:nvSpPr>
          <p:cNvPr id="21" name="Rectangle 20">
            <a:extLst>
              <a:ext uri="{FF2B5EF4-FFF2-40B4-BE49-F238E27FC236}">
                <a16:creationId xmlns:a16="http://schemas.microsoft.com/office/drawing/2014/main" id="{72580921-C562-2445-984B-27EB79543102}"/>
              </a:ext>
            </a:extLst>
          </p:cNvPr>
          <p:cNvSpPr>
            <a:spLocks/>
          </p:cNvSpPr>
          <p:nvPr/>
        </p:nvSpPr>
        <p:spPr>
          <a:xfrm>
            <a:off x="3914521" y="3923603"/>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Supportive Care &amp; Non-oncology infusions</a:t>
            </a:r>
            <a:b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lang="en-US" sz="1200">
                <a:solidFill>
                  <a:sysClr val="windowText" lastClr="000000"/>
                </a:solidFill>
                <a:cs typeface="Arial" panose="020B0604020202020204" pitchFamily="34" charset="0"/>
              </a:rPr>
              <a:t>O</a:t>
            </a:r>
            <a:r>
              <a:rPr kumimoji="0" lang="en-US" sz="1200" i="0" u="none" strike="noStrike" kern="1200" cap="none" spc="0" normalizeH="0" baseline="0" noProof="0" err="1">
                <a:ln>
                  <a:noFill/>
                </a:ln>
                <a:solidFill>
                  <a:sysClr val="windowText" lastClr="000000"/>
                </a:solidFill>
                <a:effectLst/>
                <a:uLnTx/>
                <a:uFillTx/>
                <a:ea typeface="+mn-ea"/>
                <a:cs typeface="Arial" panose="020B0604020202020204" pitchFamily="34" charset="0"/>
              </a:rPr>
              <a:t>ffering</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 longevity support for patients and hematology services, driven by doctor referrals</a:t>
            </a:r>
          </a:p>
        </p:txBody>
      </p:sp>
      <p:sp>
        <p:nvSpPr>
          <p:cNvPr id="22" name="Rectangle 21">
            <a:extLst>
              <a:ext uri="{FF2B5EF4-FFF2-40B4-BE49-F238E27FC236}">
                <a16:creationId xmlns:a16="http://schemas.microsoft.com/office/drawing/2014/main" id="{76A220A0-B6DE-1A87-16ED-999577D55BA8}"/>
              </a:ext>
            </a:extLst>
          </p:cNvPr>
          <p:cNvSpPr>
            <a:spLocks/>
          </p:cNvSpPr>
          <p:nvPr/>
        </p:nvSpPr>
        <p:spPr>
          <a:xfrm>
            <a:off x="3914521" y="5279211"/>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algn="l" defTabSz="914400" rtl="0" eaLnBrk="1" fontAlgn="auto" latinLnBrk="0" hangingPunct="1">
              <a:lnSpc>
                <a:spcPct val="100000"/>
              </a:lnSpc>
              <a:spcBef>
                <a:spcPts val="0"/>
              </a:spcBef>
              <a:spcAft>
                <a:spcPts val="0"/>
              </a:spcAft>
              <a:buClrTx/>
              <a:buSzTx/>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Preventive care </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a:t>
            </a:r>
            <a:r>
              <a:rPr lang="en-US" sz="1200">
                <a:solidFill>
                  <a:sysClr val="windowText" lastClr="000000"/>
                </a:solidFill>
                <a:cs typeface="Arial" panose="020B0604020202020204" pitchFamily="34" charset="0"/>
              </a:rPr>
              <a:t>3</a:t>
            </a:r>
            <a:r>
              <a:rPr lang="en-US" sz="1200" baseline="30000">
                <a:solidFill>
                  <a:sysClr val="windowText" lastClr="000000"/>
                </a:solidFill>
                <a:cs typeface="Arial" panose="020B0604020202020204" pitchFamily="34" charset="0"/>
              </a:rPr>
              <a:t>rd</a:t>
            </a:r>
            <a:r>
              <a:rPr lang="en-US" sz="1200">
                <a:solidFill>
                  <a:sysClr val="windowText" lastClr="000000"/>
                </a:solidFill>
                <a:cs typeface="Arial" panose="020B0604020202020204" pitchFamily="34" charset="0"/>
              </a:rPr>
              <a:t>-party</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a:t>
            </a:r>
            <a:endParaRPr lang="en-US" sz="1200" b="1">
              <a:solidFill>
                <a:sysClr val="windowText" lastClr="000000"/>
              </a:solidFill>
              <a:cs typeface="Arial" panose="020B0604020202020204" pitchFamily="34" charset="0"/>
            </a:endParaRPr>
          </a:p>
          <a:p>
            <a:pPr marL="91440" marR="0" lvl="0" algn="l" defTabSz="914400" rtl="0" eaLnBrk="1" fontAlgn="auto" latinLnBrk="0" hangingPunct="1">
              <a:lnSpc>
                <a:spcPct val="100000"/>
              </a:lnSpc>
              <a:spcBef>
                <a:spcPts val="0"/>
              </a:spcBef>
              <a:spcAft>
                <a:spcPts val="0"/>
              </a:spcAft>
              <a:buClrTx/>
              <a:buSzTx/>
              <a:tabLst/>
              <a:defRPr/>
            </a:pP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Preparing </a:t>
            </a:r>
            <a:r>
              <a:rPr lang="en-US" sz="1200">
                <a:solidFill>
                  <a:sysClr val="windowText" lastClr="000000"/>
                </a:solidFill>
                <a:cs typeface="Arial" panose="020B0604020202020204" pitchFamily="34" charset="0"/>
              </a:rPr>
              <a:t>c</a:t>
            </a:r>
            <a:r>
              <a:rPr kumimoji="0" lang="en-US" sz="1200" i="0" u="none" strike="noStrike" kern="1200" cap="none" spc="0" normalizeH="0" baseline="0" noProof="0" err="1">
                <a:ln>
                  <a:noFill/>
                </a:ln>
                <a:solidFill>
                  <a:sysClr val="windowText" lastClr="000000"/>
                </a:solidFill>
                <a:effectLst/>
                <a:uLnTx/>
                <a:uFillTx/>
                <a:ea typeface="+mn-ea"/>
                <a:cs typeface="Arial" panose="020B0604020202020204" pitchFamily="34" charset="0"/>
              </a:rPr>
              <a:t>orporate</a:t>
            </a: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 wellness packages, VIP packages featuring Dana-Farber</a:t>
            </a:r>
            <a:r>
              <a:rPr lang="en-US" sz="1200">
                <a:solidFill>
                  <a:sysClr val="windowText" lastClr="000000"/>
                </a:solidFill>
                <a:cs typeface="Arial" panose="020B0604020202020204" pitchFamily="34" charset="0"/>
              </a:rPr>
              <a:t> </a:t>
            </a:r>
          </a:p>
          <a:p>
            <a:pPr marL="91440" marR="0" lvl="0" algn="l" defTabSz="914400" rtl="0" eaLnBrk="1" fontAlgn="auto" latinLnBrk="0" hangingPunct="1">
              <a:lnSpc>
                <a:spcPct val="100000"/>
              </a:lnSpc>
              <a:spcBef>
                <a:spcPts val="0"/>
              </a:spcBef>
              <a:spcAft>
                <a:spcPts val="0"/>
              </a:spcAft>
              <a:buClrTx/>
              <a:buSzTx/>
              <a:tabLst/>
              <a:defRPr/>
            </a:pPr>
            <a:r>
              <a:rPr lang="en-US" sz="900">
                <a:solidFill>
                  <a:sysClr val="windowText" lastClr="000000"/>
                </a:solidFill>
                <a:cs typeface="Arial" panose="020B0604020202020204" pitchFamily="34" charset="0"/>
              </a:rPr>
              <a:t>(B2C periodic health checkups &amp; CBC tests)</a:t>
            </a:r>
            <a:endParaRPr kumimoji="0" lang="en-US" sz="900" i="0" u="none" strike="noStrike" kern="120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5" name="Rectangle 4">
            <a:extLst>
              <a:ext uri="{FF2B5EF4-FFF2-40B4-BE49-F238E27FC236}">
                <a16:creationId xmlns:a16="http://schemas.microsoft.com/office/drawing/2014/main" id="{C209398F-8973-633B-7623-34B0691F88DC}"/>
              </a:ext>
            </a:extLst>
          </p:cNvPr>
          <p:cNvSpPr>
            <a:spLocks/>
          </p:cNvSpPr>
          <p:nvPr/>
        </p:nvSpPr>
        <p:spPr>
          <a:xfrm>
            <a:off x="6716307" y="5279211"/>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Onco-fertility</a:t>
            </a:r>
            <a:b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lang="en-US" sz="1200"/>
              <a:t>Pilot onco-fertility services through referrals to clinics like Samir Abbas and set-up an in-house IVF clinic (2027 onwards)</a:t>
            </a:r>
          </a:p>
        </p:txBody>
      </p:sp>
      <p:sp>
        <p:nvSpPr>
          <p:cNvPr id="6" name="Rectangle 5">
            <a:extLst>
              <a:ext uri="{FF2B5EF4-FFF2-40B4-BE49-F238E27FC236}">
                <a16:creationId xmlns:a16="http://schemas.microsoft.com/office/drawing/2014/main" id="{A3C8E8C3-527D-283C-6C34-1EB6483880E5}"/>
              </a:ext>
            </a:extLst>
          </p:cNvPr>
          <p:cNvSpPr>
            <a:spLocks/>
          </p:cNvSpPr>
          <p:nvPr/>
        </p:nvSpPr>
        <p:spPr>
          <a:xfrm>
            <a:off x="9467293" y="2567994"/>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a:buNone/>
            </a:pPr>
            <a:r>
              <a:rPr lang="en-US" sz="1200" b="1">
                <a:solidFill>
                  <a:sysClr val="windowText" lastClr="000000"/>
                </a:solidFill>
                <a:cs typeface="Arial" panose="020B0604020202020204" pitchFamily="34" charset="0"/>
              </a:rPr>
              <a:t>Teleconsultations</a:t>
            </a:r>
            <a:br>
              <a:rPr lang="en-US" sz="1200" b="1">
                <a:solidFill>
                  <a:sysClr val="windowText" lastClr="000000"/>
                </a:solidFill>
                <a:cs typeface="Arial" panose="020B0604020202020204" pitchFamily="34" charset="0"/>
              </a:rPr>
            </a:br>
            <a:r>
              <a:rPr lang="en-US" sz="1200"/>
              <a:t>Integrate telemedicine to provide seamless virtual consultations</a:t>
            </a:r>
          </a:p>
        </p:txBody>
      </p:sp>
      <p:sp>
        <p:nvSpPr>
          <p:cNvPr id="9" name="Rectangle 8">
            <a:extLst>
              <a:ext uri="{FF2B5EF4-FFF2-40B4-BE49-F238E27FC236}">
                <a16:creationId xmlns:a16="http://schemas.microsoft.com/office/drawing/2014/main" id="{2F52EEFD-F195-068E-0B34-622A095531E5}"/>
              </a:ext>
            </a:extLst>
          </p:cNvPr>
          <p:cNvSpPr>
            <a:spLocks/>
          </p:cNvSpPr>
          <p:nvPr/>
        </p:nvSpPr>
        <p:spPr>
          <a:xfrm>
            <a:off x="9467293" y="3921789"/>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B2B specialty pharma</a:t>
            </a:r>
            <a:b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b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Done through </a:t>
            </a:r>
            <a:r>
              <a:rPr lang="en-US" sz="1200">
                <a:solidFill>
                  <a:srgbClr val="000000"/>
                </a:solidFill>
                <a:latin typeface="Calibri Body"/>
                <a:ea typeface="Arial"/>
                <a:cs typeface="Arial"/>
                <a:sym typeface="Arial"/>
              </a:rPr>
              <a:t>third-party partnership (OC compounding IV drugs for longevity)</a:t>
            </a:r>
          </a:p>
        </p:txBody>
      </p:sp>
      <p:sp>
        <p:nvSpPr>
          <p:cNvPr id="10" name="Rectangle 9">
            <a:extLst>
              <a:ext uri="{FF2B5EF4-FFF2-40B4-BE49-F238E27FC236}">
                <a16:creationId xmlns:a16="http://schemas.microsoft.com/office/drawing/2014/main" id="{86784A31-68FD-BF2F-C9BC-E6D7A45ACFC4}"/>
              </a:ext>
            </a:extLst>
          </p:cNvPr>
          <p:cNvSpPr>
            <a:spLocks/>
          </p:cNvSpPr>
          <p:nvPr/>
        </p:nvSpPr>
        <p:spPr>
          <a:xfrm>
            <a:off x="9467293" y="5279211"/>
            <a:ext cx="2592000" cy="1170432"/>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000" tIns="36000" rIns="324000" bIns="36000" rtlCol="0" anchor="ctr">
            <a:noAutofit/>
          </a:bodyPr>
          <a:lstStyle/>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ysClr val="windowText" lastClr="000000"/>
                </a:solidFill>
                <a:effectLst/>
                <a:uLnTx/>
                <a:uFillTx/>
                <a:ea typeface="+mn-ea"/>
                <a:cs typeface="Arial" panose="020B0604020202020204" pitchFamily="34" charset="0"/>
              </a:rPr>
              <a:t>Supportive care salon</a:t>
            </a:r>
            <a:endPar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endParaRPr>
          </a:p>
          <a:p>
            <a:pPr marL="91440" marR="0" lvl="0" indent="0" algn="l"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rPr>
              <a:t>Partner with a salon for on-site operations, expanding into spa wellness, while setting up the wig </a:t>
            </a:r>
            <a:r>
              <a:rPr lang="en-US" sz="1200">
                <a:solidFill>
                  <a:sysClr val="windowText" lastClr="000000"/>
                </a:solidFill>
                <a:cs typeface="Arial" panose="020B0604020202020204" pitchFamily="34" charset="0"/>
              </a:rPr>
              <a:t>p</a:t>
            </a:r>
            <a:r>
              <a:rPr kumimoji="0" lang="en-US" sz="1200" i="0" u="none" strike="noStrike" kern="1200" cap="none" spc="0" normalizeH="0" baseline="0" noProof="0" err="1">
                <a:ln>
                  <a:noFill/>
                </a:ln>
                <a:solidFill>
                  <a:sysClr val="windowText" lastClr="000000"/>
                </a:solidFill>
                <a:effectLst/>
                <a:uLnTx/>
                <a:uFillTx/>
                <a:ea typeface="+mn-ea"/>
                <a:cs typeface="Arial" panose="020B0604020202020204" pitchFamily="34" charset="0"/>
              </a:rPr>
              <a:t>rogram</a:t>
            </a:r>
            <a:endParaRPr kumimoji="0" lang="en-US" sz="1200" i="0" u="none" strike="noStrike" kern="1200" cap="none" spc="0" normalizeH="0" baseline="0" noProof="0">
              <a:ln>
                <a:noFill/>
              </a:ln>
              <a:solidFill>
                <a:sysClr val="windowText" lastClr="000000"/>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6BA3107F-4152-5FD4-7DD9-8AA945C1240A}"/>
              </a:ext>
            </a:extLst>
          </p:cNvPr>
          <p:cNvSpPr/>
          <p:nvPr/>
        </p:nvSpPr>
        <p:spPr>
          <a:xfrm>
            <a:off x="1426841" y="4052617"/>
            <a:ext cx="2287717" cy="140400"/>
          </a:xfrm>
          <a:prstGeom prst="rect">
            <a:avLst/>
          </a:prstGeom>
          <a:noFill/>
          <a:ln w="63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i="1">
                <a:solidFill>
                  <a:prstClr val="black"/>
                </a:solidFill>
                <a:cs typeface="Arial"/>
              </a:rPr>
              <a:t>Other aspects like public referrals and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900" i="1">
                <a:solidFill>
                  <a:prstClr val="black"/>
                </a:solidFill>
                <a:cs typeface="Arial"/>
              </a:rPr>
              <a:t>medical tourism in the long term</a:t>
            </a:r>
            <a:endParaRPr kumimoji="0" lang="en-US" sz="700" i="1" u="none" strike="noStrike" kern="1200" cap="none" spc="0" normalizeH="0" baseline="0" noProof="0">
              <a:ln>
                <a:noFill/>
              </a:ln>
              <a:solidFill>
                <a:prstClr val="black"/>
              </a:solidFill>
              <a:effectLst/>
              <a:uLnTx/>
              <a:uFillTx/>
              <a:ea typeface="+mn-ea"/>
              <a:cs typeface="Arial"/>
            </a:endParaRPr>
          </a:p>
        </p:txBody>
      </p:sp>
      <p:sp>
        <p:nvSpPr>
          <p:cNvPr id="16" name="Rectangle 15">
            <a:extLst>
              <a:ext uri="{FF2B5EF4-FFF2-40B4-BE49-F238E27FC236}">
                <a16:creationId xmlns:a16="http://schemas.microsoft.com/office/drawing/2014/main" id="{1D4B26AA-0961-A0DD-B914-1DA9C3B85D32}"/>
              </a:ext>
            </a:extLst>
          </p:cNvPr>
          <p:cNvSpPr>
            <a:spLocks/>
          </p:cNvSpPr>
          <p:nvPr/>
        </p:nvSpPr>
        <p:spPr>
          <a:xfrm>
            <a:off x="1214335" y="4657056"/>
            <a:ext cx="2592000" cy="1795857"/>
          </a:xfrm>
          <a:prstGeom prst="rect">
            <a:avLst/>
          </a:prstGeom>
          <a:solidFill>
            <a:schemeClr val="bg1">
              <a:lumMod val="95000"/>
            </a:schemeClr>
          </a:solidFill>
          <a:ln w="6350">
            <a:noFill/>
          </a:ln>
        </p:spPr>
        <p:style>
          <a:lnRef idx="2">
            <a:schemeClr val="dk1"/>
          </a:lnRef>
          <a:fillRef idx="1">
            <a:schemeClr val="lt1"/>
          </a:fillRef>
          <a:effectRef idx="0">
            <a:schemeClr val="dk1"/>
          </a:effectRef>
          <a:fontRef idx="minor">
            <a:schemeClr val="dk1"/>
          </a:fontRef>
        </p:style>
        <p:txBody>
          <a:bodyPr lIns="36576" tIns="457200" rIns="36000" bIns="36000" rtlCol="0" anchor="ctr">
            <a:noAutofit/>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n-US" sz="1200" b="1" i="0" u="none" strike="noStrike" kern="1200" cap="none" spc="0" normalizeH="0" baseline="0" noProof="0">
                <a:ln>
                  <a:noFill/>
                </a:ln>
                <a:solidFill>
                  <a:schemeClr val="tx1"/>
                </a:solidFill>
                <a:effectLst/>
                <a:uLnTx/>
                <a:uFillTx/>
                <a:ea typeface="+mn-ea"/>
                <a:cs typeface="Arial" panose="020B0604020202020204" pitchFamily="34" charset="0"/>
              </a:rPr>
              <a:t>Multi-disciplinary consultations</a:t>
            </a:r>
          </a:p>
          <a:p>
            <a:pPr marR="0" lvl="0" algn="l" defTabSz="914400" rtl="0" eaLnBrk="1" fontAlgn="auto" latinLnBrk="0" hangingPunct="1">
              <a:lnSpc>
                <a:spcPct val="100000"/>
              </a:lnSpc>
              <a:spcBef>
                <a:spcPts val="200"/>
              </a:spcBef>
              <a:spcAft>
                <a:spcPts val="200"/>
              </a:spcAft>
              <a:buClrTx/>
              <a:buSzTx/>
              <a:tabLst/>
              <a:defRPr/>
            </a:pPr>
            <a:r>
              <a:rPr lang="en-US" sz="1200">
                <a:solidFill>
                  <a:schemeClr val="tx1"/>
                </a:solidFill>
                <a:cs typeface="Arial" panose="020B0604020202020204" pitchFamily="34" charset="0"/>
              </a:rPr>
              <a:t>Conducted through part-time nutritionist, dentists and psychologist  </a:t>
            </a: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a:p>
            <a:pPr marL="0" marR="0" lvl="0" indent="0" algn="l" defTabSz="914400" rtl="0" eaLnBrk="1" fontAlgn="auto" latinLnBrk="0" hangingPunct="1">
              <a:lnSpc>
                <a:spcPct val="100000"/>
              </a:lnSpc>
              <a:spcBef>
                <a:spcPts val="200"/>
              </a:spcBef>
              <a:spcAft>
                <a:spcPts val="200"/>
              </a:spcAft>
              <a:buClrTx/>
              <a:buSzTx/>
              <a:buFontTx/>
              <a:buNone/>
              <a:tabLst/>
              <a:defRPr/>
            </a:pP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a:p>
            <a:pPr marL="0" marR="0" lvl="0" indent="0" algn="l" defTabSz="914400" rtl="0" eaLnBrk="1" fontAlgn="auto" latinLnBrk="0" hangingPunct="1">
              <a:lnSpc>
                <a:spcPct val="100000"/>
              </a:lnSpc>
              <a:spcBef>
                <a:spcPts val="200"/>
              </a:spcBef>
              <a:spcAft>
                <a:spcPts val="200"/>
              </a:spcAft>
              <a:buClrTx/>
              <a:buSzTx/>
              <a:buFontTx/>
              <a:buNone/>
              <a:tabLst/>
              <a:defRPr/>
            </a:pPr>
            <a:endParaRPr kumimoji="0" lang="en-US" sz="1200" i="0" u="none" strike="noStrike" kern="1200" cap="none" spc="0" normalizeH="0" baseline="0" noProof="0">
              <a:ln>
                <a:noFill/>
              </a:ln>
              <a:solidFill>
                <a:schemeClr val="tx1"/>
              </a:solidFill>
              <a:effectLst/>
              <a:uLnTx/>
              <a:uFillTx/>
              <a:ea typeface="+mn-ea"/>
              <a:cs typeface="Arial" panose="020B0604020202020204" pitchFamily="34" charset="0"/>
            </a:endParaRPr>
          </a:p>
        </p:txBody>
      </p:sp>
      <p:sp>
        <p:nvSpPr>
          <p:cNvPr id="12" name="TextBox 11">
            <a:extLst>
              <a:ext uri="{FF2B5EF4-FFF2-40B4-BE49-F238E27FC236}">
                <a16:creationId xmlns:a16="http://schemas.microsoft.com/office/drawing/2014/main" id="{81F86CCF-72CB-8B77-07F6-F16F78DF3073}"/>
              </a:ext>
            </a:extLst>
          </p:cNvPr>
          <p:cNvSpPr txBox="1"/>
          <p:nvPr/>
        </p:nvSpPr>
        <p:spPr>
          <a:xfrm>
            <a:off x="2870200" y="1609765"/>
            <a:ext cx="6811962" cy="261610"/>
          </a:xfrm>
          <a:prstGeom prst="rect">
            <a:avLst/>
          </a:prstGeom>
          <a:noFill/>
        </p:spPr>
        <p:txBody>
          <a:bodyPr wrap="square" anchor="ctr">
            <a:spAutoFit/>
          </a:bodyPr>
          <a:lstStyle/>
          <a:p>
            <a:pPr algn="ctr">
              <a:defRPr/>
            </a:pPr>
            <a:r>
              <a:rPr lang="en-US" sz="1100">
                <a:solidFill>
                  <a:schemeClr val="bg1"/>
                </a:solidFill>
                <a:sym typeface="Calibri" panose="020F0502020204030204" pitchFamily="34" charset="0"/>
              </a:rPr>
              <a:t>Fighting cancer by giving every patient the best possible care – with compassion, innovation and integrity</a:t>
            </a:r>
          </a:p>
        </p:txBody>
      </p:sp>
      <p:sp>
        <p:nvSpPr>
          <p:cNvPr id="14" name="TextBox 13">
            <a:extLst>
              <a:ext uri="{FF2B5EF4-FFF2-40B4-BE49-F238E27FC236}">
                <a16:creationId xmlns:a16="http://schemas.microsoft.com/office/drawing/2014/main" id="{AE309F56-2015-C874-F5AA-3C65DBE972A9}"/>
              </a:ext>
            </a:extLst>
          </p:cNvPr>
          <p:cNvSpPr txBox="1"/>
          <p:nvPr/>
        </p:nvSpPr>
        <p:spPr>
          <a:xfrm>
            <a:off x="4223074" y="1076773"/>
            <a:ext cx="3899541" cy="400110"/>
          </a:xfrm>
          <a:prstGeom prst="rect">
            <a:avLst/>
          </a:prstGeom>
          <a:noFill/>
        </p:spPr>
        <p:txBody>
          <a:bodyPr wrap="square" anchor="ctr">
            <a:spAutoFit/>
          </a:bodyPr>
          <a:lstStyle/>
          <a:p>
            <a:pPr algn="ctr">
              <a:defRPr/>
            </a:pPr>
            <a:r>
              <a:rPr lang="en-US" sz="1000" b="1">
                <a:solidFill>
                  <a:schemeClr val="bg1"/>
                </a:solidFill>
                <a:sym typeface="Calibri" panose="020F0502020204030204" pitchFamily="34" charset="0"/>
              </a:rPr>
              <a:t> </a:t>
            </a:r>
            <a:r>
              <a:rPr lang="en-US" sz="1000">
                <a:solidFill>
                  <a:schemeClr val="bg1"/>
                </a:solidFill>
                <a:sym typeface="Calibri" panose="020F0502020204030204" pitchFamily="34" charset="0"/>
              </a:rPr>
              <a:t>To be the place people trust most for cancer care in KSA </a:t>
            </a:r>
          </a:p>
          <a:p>
            <a:pPr algn="ctr">
              <a:defRPr/>
            </a:pPr>
            <a:r>
              <a:rPr lang="en-US" sz="1000">
                <a:solidFill>
                  <a:schemeClr val="bg1"/>
                </a:solidFill>
                <a:sym typeface="Calibri" panose="020F0502020204030204" pitchFamily="34" charset="0"/>
              </a:rPr>
              <a:t>and our region – combining medical excellence with heart</a:t>
            </a:r>
            <a:endParaRPr lang="en-US" sz="1000" b="1">
              <a:solidFill>
                <a:schemeClr val="bg1"/>
              </a:solidFill>
              <a:sym typeface="Calibri" panose="020F0502020204030204" pitchFamily="34" charset="0"/>
            </a:endParaRPr>
          </a:p>
        </p:txBody>
      </p:sp>
      <p:sp>
        <p:nvSpPr>
          <p:cNvPr id="15" name="TextBox 14">
            <a:extLst>
              <a:ext uri="{FF2B5EF4-FFF2-40B4-BE49-F238E27FC236}">
                <a16:creationId xmlns:a16="http://schemas.microsoft.com/office/drawing/2014/main" id="{0B9FB522-779A-6926-5C79-E3937A2EB078}"/>
              </a:ext>
            </a:extLst>
          </p:cNvPr>
          <p:cNvSpPr txBox="1"/>
          <p:nvPr/>
        </p:nvSpPr>
        <p:spPr>
          <a:xfrm>
            <a:off x="5650212" y="925745"/>
            <a:ext cx="1045265" cy="276999"/>
          </a:xfrm>
          <a:prstGeom prst="rect">
            <a:avLst/>
          </a:prstGeom>
          <a:noFill/>
        </p:spPr>
        <p:txBody>
          <a:bodyPr wrap="square">
            <a:spAutoFit/>
          </a:bodyPr>
          <a:lstStyle/>
          <a:p>
            <a:pPr algn="ctr">
              <a:defRPr/>
            </a:pPr>
            <a:r>
              <a:rPr lang="en-US" sz="1200" b="1">
                <a:solidFill>
                  <a:schemeClr val="bg1"/>
                </a:solidFill>
                <a:sym typeface="Calibri" panose="020F0502020204030204" pitchFamily="34" charset="0"/>
              </a:rPr>
              <a:t>Vision</a:t>
            </a:r>
          </a:p>
        </p:txBody>
      </p:sp>
      <p:sp>
        <p:nvSpPr>
          <p:cNvPr id="17" name="TextBox 16">
            <a:extLst>
              <a:ext uri="{FF2B5EF4-FFF2-40B4-BE49-F238E27FC236}">
                <a16:creationId xmlns:a16="http://schemas.microsoft.com/office/drawing/2014/main" id="{5BAA92C1-9CC8-8748-3488-9FF626803F87}"/>
              </a:ext>
            </a:extLst>
          </p:cNvPr>
          <p:cNvSpPr txBox="1"/>
          <p:nvPr/>
        </p:nvSpPr>
        <p:spPr>
          <a:xfrm>
            <a:off x="5650212" y="1439063"/>
            <a:ext cx="1045265" cy="276999"/>
          </a:xfrm>
          <a:prstGeom prst="rect">
            <a:avLst/>
          </a:prstGeom>
          <a:noFill/>
        </p:spPr>
        <p:txBody>
          <a:bodyPr wrap="square">
            <a:spAutoFit/>
          </a:bodyPr>
          <a:lstStyle/>
          <a:p>
            <a:pPr algn="ctr">
              <a:defRPr/>
            </a:pPr>
            <a:r>
              <a:rPr lang="en-US" sz="1200" b="1">
                <a:solidFill>
                  <a:schemeClr val="bg1"/>
                </a:solidFill>
                <a:sym typeface="Calibri" panose="020F0502020204030204" pitchFamily="34" charset="0"/>
              </a:rPr>
              <a:t>Mission</a:t>
            </a:r>
          </a:p>
        </p:txBody>
      </p:sp>
      <p:grpSp>
        <p:nvGrpSpPr>
          <p:cNvPr id="8" name="Group 7">
            <a:extLst>
              <a:ext uri="{FF2B5EF4-FFF2-40B4-BE49-F238E27FC236}">
                <a16:creationId xmlns:a16="http://schemas.microsoft.com/office/drawing/2014/main" id="{272F283B-3C1D-BFE3-5A8C-BDB00D3A3345}"/>
              </a:ext>
            </a:extLst>
          </p:cNvPr>
          <p:cNvGrpSpPr/>
          <p:nvPr/>
        </p:nvGrpSpPr>
        <p:grpSpPr>
          <a:xfrm>
            <a:off x="0" y="49329"/>
            <a:ext cx="3892060" cy="228600"/>
            <a:chOff x="0" y="49329"/>
            <a:chExt cx="3892060" cy="228600"/>
          </a:xfrm>
        </p:grpSpPr>
        <p:grpSp>
          <p:nvGrpSpPr>
            <p:cNvPr id="11" name="Group 10">
              <a:extLst>
                <a:ext uri="{FF2B5EF4-FFF2-40B4-BE49-F238E27FC236}">
                  <a16:creationId xmlns:a16="http://schemas.microsoft.com/office/drawing/2014/main" id="{3B8E197B-D7D2-B8D1-4718-20B20DFA96EF}"/>
                </a:ext>
              </a:extLst>
            </p:cNvPr>
            <p:cNvGrpSpPr/>
            <p:nvPr/>
          </p:nvGrpSpPr>
          <p:grpSpPr>
            <a:xfrm>
              <a:off x="0" y="49329"/>
              <a:ext cx="171132" cy="228600"/>
              <a:chOff x="0" y="49329"/>
              <a:chExt cx="171132" cy="228600"/>
            </a:xfrm>
          </p:grpSpPr>
          <p:cxnSp>
            <p:nvCxnSpPr>
              <p:cNvPr id="19" name="Straight Connector 18">
                <a:extLst>
                  <a:ext uri="{FF2B5EF4-FFF2-40B4-BE49-F238E27FC236}">
                    <a16:creationId xmlns:a16="http://schemas.microsoft.com/office/drawing/2014/main" id="{04715FFA-3A5B-785F-42B4-3B2C6CEE80A0}"/>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Rectangle: Rounded Corners 23">
                <a:extLst>
                  <a:ext uri="{FF2B5EF4-FFF2-40B4-BE49-F238E27FC236}">
                    <a16:creationId xmlns:a16="http://schemas.microsoft.com/office/drawing/2014/main" id="{6AAFC7FF-E254-B5B7-CFAE-F194E9F1F65B}"/>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 name="Google Shape;1129;p23">
              <a:extLst>
                <a:ext uri="{FF2B5EF4-FFF2-40B4-BE49-F238E27FC236}">
                  <a16:creationId xmlns:a16="http://schemas.microsoft.com/office/drawing/2014/main" id="{842B4AF4-2142-B9E7-ED8B-FC2133B871AB}"/>
                </a:ext>
              </a:extLst>
            </p:cNvPr>
            <p:cNvSpPr/>
            <p:nvPr/>
          </p:nvSpPr>
          <p:spPr>
            <a:xfrm>
              <a:off x="210783" y="61474"/>
              <a:ext cx="368127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p>
              <a:pPr algn="ctr"/>
              <a:r>
                <a:rPr lang="en-US" sz="1200" b="1">
                  <a:solidFill>
                    <a:schemeClr val="bg1"/>
                  </a:solidFill>
                  <a:ea typeface="Calibri"/>
                  <a:cs typeface="Calibri"/>
                </a:rPr>
                <a:t>Value Creation Plan</a:t>
              </a:r>
              <a:endParaRPr lang="en-US" sz="1200">
                <a:solidFill>
                  <a:srgbClr val="000000"/>
                </a:solidFill>
                <a:ea typeface="Calibri"/>
                <a:cs typeface="Calibri"/>
              </a:endParaRPr>
            </a:p>
          </p:txBody>
        </p:sp>
      </p:grpSp>
      <p:sp>
        <p:nvSpPr>
          <p:cNvPr id="26" name="Rectangle 25">
            <a:extLst>
              <a:ext uri="{FF2B5EF4-FFF2-40B4-BE49-F238E27FC236}">
                <a16:creationId xmlns:a16="http://schemas.microsoft.com/office/drawing/2014/main" id="{DA146AFF-2ACA-FCC0-EC78-6D70D8EC4816}"/>
              </a:ext>
            </a:extLst>
          </p:cNvPr>
          <p:cNvSpPr>
            <a:spLocks/>
          </p:cNvSpPr>
          <p:nvPr/>
        </p:nvSpPr>
        <p:spPr>
          <a:xfrm>
            <a:off x="337974" y="872928"/>
            <a:ext cx="3398356" cy="267554"/>
          </a:xfrm>
          <a:prstGeom prst="rect">
            <a:avLst/>
          </a:prstGeom>
          <a:solidFill>
            <a:schemeClr val="accent6">
              <a:lumMod val="20000"/>
              <a:lumOff val="80000"/>
            </a:schemeClr>
          </a:solidFill>
          <a:ln w="6350">
            <a:noFill/>
          </a:ln>
          <a:effectLst>
            <a:outerShdw blurRad="50800" dist="38100" dir="5400000" algn="t"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sz="800" b="1">
                <a:solidFill>
                  <a:schemeClr val="tx1"/>
                </a:solidFill>
                <a:cs typeface="Arial" panose="020B0604020202020204" pitchFamily="34" charset="0"/>
              </a:rPr>
              <a:t>N</a:t>
            </a:r>
            <a:r>
              <a:rPr kumimoji="0" lang="en-US" sz="800" b="1" i="0" u="none" strike="noStrike" kern="1200" cap="none" spc="0" normalizeH="0" baseline="0" noProof="0" err="1">
                <a:ln>
                  <a:noFill/>
                </a:ln>
                <a:solidFill>
                  <a:schemeClr val="tx1"/>
                </a:solidFill>
                <a:effectLst/>
                <a:uLnTx/>
                <a:uFillTx/>
                <a:ea typeface="+mn-ea"/>
                <a:cs typeface="Arial" panose="020B0604020202020204" pitchFamily="34" charset="0"/>
              </a:rPr>
              <a:t>ote</a:t>
            </a:r>
            <a:r>
              <a:rPr kumimoji="0" lang="en-US" sz="800" b="1" i="0" u="none" strike="noStrike" kern="1200" cap="none" spc="0" normalizeH="0" baseline="0" noProof="0">
                <a:ln>
                  <a:noFill/>
                </a:ln>
                <a:solidFill>
                  <a:schemeClr val="tx1"/>
                </a:solidFill>
                <a:effectLst/>
                <a:uLnTx/>
                <a:uFillTx/>
                <a:ea typeface="+mn-ea"/>
                <a:cs typeface="Arial" panose="020B0604020202020204" pitchFamily="34" charset="0"/>
              </a:rPr>
              <a:t>: </a:t>
            </a:r>
            <a:r>
              <a:rPr lang="en-US" sz="800">
                <a:solidFill>
                  <a:schemeClr val="tx1"/>
                </a:solidFill>
                <a:cs typeface="Arial" panose="020B0604020202020204" pitchFamily="34" charset="0"/>
              </a:rPr>
              <a:t>Financial impact = high level potential detailed on the next slide</a:t>
            </a:r>
            <a:endParaRPr kumimoji="0" lang="en-US" sz="800" b="1" i="0" u="none" strike="noStrike" kern="1200" cap="none" spc="0" normalizeH="0" baseline="0" noProof="0">
              <a:ln>
                <a:noFill/>
              </a:ln>
              <a:solidFill>
                <a:schemeClr val="tx1"/>
              </a:solidFill>
              <a:effectLst/>
              <a:uLnTx/>
              <a:uFillTx/>
              <a:ea typeface="+mn-ea"/>
              <a:cs typeface="Arial" panose="020B0604020202020204" pitchFamily="34" charset="0"/>
            </a:endParaRPr>
          </a:p>
        </p:txBody>
      </p:sp>
      <p:sp>
        <p:nvSpPr>
          <p:cNvPr id="27" name="Title 3">
            <a:extLst>
              <a:ext uri="{FF2B5EF4-FFF2-40B4-BE49-F238E27FC236}">
                <a16:creationId xmlns:a16="http://schemas.microsoft.com/office/drawing/2014/main" id="{210B6326-4A70-0C9F-251B-B4EE7689288F}"/>
              </a:ext>
            </a:extLst>
          </p:cNvPr>
          <p:cNvSpPr txBox="1">
            <a:spLocks/>
          </p:cNvSpPr>
          <p:nvPr/>
        </p:nvSpPr>
        <p:spPr>
          <a:xfrm>
            <a:off x="554736" y="369678"/>
            <a:ext cx="11350868" cy="731520"/>
          </a:xfrm>
          <a:prstGeom prst="rect">
            <a:avLst/>
          </a:prstGeom>
        </p:spPr>
        <p:txBody>
          <a:bodyPr vert="horz" wrap="square" lIns="0" tIns="0" rIns="0" bIns="0" rtlCol="0" anchor="t" anchorCtr="0">
            <a:noAutofit/>
          </a:bodyPr>
          <a:lstStyle>
            <a:defPPr>
              <a:defRPr lang="en-US"/>
            </a:defPPr>
            <a:lvl1pPr marR="0" lvl="0" indent="0" fontAlgn="auto">
              <a:lnSpc>
                <a:spcPct val="100000"/>
              </a:lnSpc>
              <a:spcBef>
                <a:spcPct val="0"/>
              </a:spcBef>
              <a:spcAft>
                <a:spcPts val="0"/>
              </a:spcAft>
              <a:buClrTx/>
              <a:buSzTx/>
              <a:buFontTx/>
              <a:buNone/>
              <a:tabLst/>
              <a:defRPr sz="2600" b="1" spc="0" baseline="0">
                <a:ln w="6350" cap="flat">
                  <a:noFill/>
                  <a:miter lim="800000"/>
                </a:ln>
                <a:solidFill>
                  <a:srgbClr val="0A0A0A"/>
                </a:solidFill>
                <a:latin typeface="Georgia" panose="02040502050405020303" pitchFamily="18" charset="0"/>
                <a:ea typeface="+mj-ea"/>
                <a:cs typeface="Arial" panose="020B0604020202020204" pitchFamily="34" charset="0"/>
              </a:defRPr>
            </a:lvl1pPr>
          </a:lstStyle>
          <a:p>
            <a:r>
              <a:rPr lang="en-US" b="0" dirty="0">
                <a:sym typeface="Calibri" panose="020F0502020204030204" pitchFamily="34" charset="0"/>
              </a:rPr>
              <a:t>Growth in business will be supported by core and adjacent expansions</a:t>
            </a:r>
            <a:endParaRPr lang="en-US" b="0" dirty="0"/>
          </a:p>
        </p:txBody>
      </p:sp>
    </p:spTree>
    <p:extLst>
      <p:ext uri="{BB962C8B-B14F-4D97-AF65-F5344CB8AC3E}">
        <p14:creationId xmlns:p14="http://schemas.microsoft.com/office/powerpoint/2010/main" val="33706506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1230D8-C474-A86D-ED8B-D9A0729585D1}"/>
            </a:ext>
          </a:extLst>
        </p:cNvPr>
        <p:cNvGrpSpPr/>
        <p:nvPr/>
      </p:nvGrpSpPr>
      <p:grpSpPr>
        <a:xfrm>
          <a:off x="0" y="0"/>
          <a:ext cx="0" cy="0"/>
          <a:chOff x="0" y="0"/>
          <a:chExt cx="0" cy="0"/>
        </a:xfrm>
      </p:grpSpPr>
      <p:graphicFrame>
        <p:nvGraphicFramePr>
          <p:cNvPr id="8" name="Object 6" hidden="1">
            <a:extLst>
              <a:ext uri="{FF2B5EF4-FFF2-40B4-BE49-F238E27FC236}">
                <a16:creationId xmlns:a16="http://schemas.microsoft.com/office/drawing/2014/main" id="{49704770-1212-4AEF-DEDA-F108E3EF0138}"/>
              </a:ext>
            </a:extLst>
          </p:cNvPr>
          <p:cNvGraphicFramePr>
            <a:graphicFrameLocks/>
          </p:cNvGraphicFramePr>
          <p:nvPr>
            <p:custDataLst>
              <p:tags r:id="rId1"/>
            </p:custDataLst>
            <p:extLst>
              <p:ext uri="{D42A27DB-BD31-4B8C-83A1-F6EECF244321}">
                <p14:modId xmlns:p14="http://schemas.microsoft.com/office/powerpoint/2010/main" val="417131814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6" progId="TCLayout.ActiveDocument.1">
                  <p:embed/>
                </p:oleObj>
              </mc:Choice>
              <mc:Fallback>
                <p:oleObj name="think-cell Slide" r:id="rId4" imgW="395" imgH="396" progId="TCLayout.ActiveDocument.1">
                  <p:embed/>
                  <p:pic>
                    <p:nvPicPr>
                      <p:cNvPr id="8" name="Object 6" hidden="1">
                        <a:extLst>
                          <a:ext uri="{FF2B5EF4-FFF2-40B4-BE49-F238E27FC236}">
                            <a16:creationId xmlns:a16="http://schemas.microsoft.com/office/drawing/2014/main" id="{49704770-1212-4AEF-DEDA-F108E3EF013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Title 3">
            <a:extLst>
              <a:ext uri="{FF2B5EF4-FFF2-40B4-BE49-F238E27FC236}">
                <a16:creationId xmlns:a16="http://schemas.microsoft.com/office/drawing/2014/main" id="{A2859B69-254D-12F9-1A58-D98D946C4E5C}"/>
              </a:ext>
            </a:extLst>
          </p:cNvPr>
          <p:cNvSpPr txBox="1">
            <a:spLocks/>
          </p:cNvSpPr>
          <p:nvPr/>
        </p:nvSpPr>
        <p:spPr>
          <a:xfrm>
            <a:off x="554736" y="369678"/>
            <a:ext cx="11291824" cy="731520"/>
          </a:xfrm>
          <a:prstGeom prst="rect">
            <a:avLst/>
          </a:prstGeom>
        </p:spPr>
        <p:txBody>
          <a:bodyPr vert="horz" wrap="square" lIns="0" tIns="0" rIns="0" bIns="0" rtlCol="0" anchor="t" anchorCtr="0">
            <a:normAutofit fontScale="92500"/>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a:lnSpc>
                <a:spcPct val="85000"/>
              </a:lnSpc>
              <a:defRPr/>
            </a:pPr>
            <a:r>
              <a:rPr lang="en-US" u="sng" spc="-10">
                <a:solidFill>
                  <a:srgbClr val="112736"/>
                </a:solidFill>
                <a:latin typeface="Calibri"/>
                <a:ea typeface="Calibri"/>
                <a:cs typeface="Calibri"/>
                <a:sym typeface="Calibri" panose="020F0502020204030204" pitchFamily="34" charset="0"/>
              </a:rPr>
              <a:t>Value-creation initiatives (1/2):</a:t>
            </a:r>
            <a:r>
              <a:rPr lang="en-US" b="0" spc="-10">
                <a:solidFill>
                  <a:srgbClr val="112736"/>
                </a:solidFill>
                <a:latin typeface="Calibri"/>
                <a:ea typeface="Calibri"/>
                <a:cs typeface="Calibri"/>
                <a:sym typeface="Calibri" panose="020F0502020204030204" pitchFamily="34" charset="0"/>
              </a:rPr>
              <a:t> Value creation avenues with low implementation complexity shortlisted to potentially offset projected net losses in 2026 and improve operations</a:t>
            </a:r>
            <a:endParaRPr lang="en-US" b="0" spc="-10">
              <a:solidFill>
                <a:srgbClr val="2C3846"/>
              </a:solidFill>
              <a:latin typeface="Calibri"/>
              <a:ea typeface="Calibri"/>
              <a:cs typeface="Calibri"/>
            </a:endParaRPr>
          </a:p>
        </p:txBody>
      </p:sp>
      <p:grpSp>
        <p:nvGrpSpPr>
          <p:cNvPr id="59" name="Group 58">
            <a:extLst>
              <a:ext uri="{FF2B5EF4-FFF2-40B4-BE49-F238E27FC236}">
                <a16:creationId xmlns:a16="http://schemas.microsoft.com/office/drawing/2014/main" id="{70FA3CF4-FD73-A370-34B2-41C50DC92FCF}"/>
              </a:ext>
            </a:extLst>
          </p:cNvPr>
          <p:cNvGrpSpPr/>
          <p:nvPr/>
        </p:nvGrpSpPr>
        <p:grpSpPr>
          <a:xfrm>
            <a:off x="0" y="49329"/>
            <a:ext cx="3892060" cy="228600"/>
            <a:chOff x="0" y="49329"/>
            <a:chExt cx="3892060" cy="228600"/>
          </a:xfrm>
        </p:grpSpPr>
        <p:grpSp>
          <p:nvGrpSpPr>
            <p:cNvPr id="28" name="Group 27">
              <a:extLst>
                <a:ext uri="{FF2B5EF4-FFF2-40B4-BE49-F238E27FC236}">
                  <a16:creationId xmlns:a16="http://schemas.microsoft.com/office/drawing/2014/main" id="{D8F75DCD-92F8-4098-DFEC-5D1C0A1C9157}"/>
                </a:ext>
              </a:extLst>
            </p:cNvPr>
            <p:cNvGrpSpPr/>
            <p:nvPr/>
          </p:nvGrpSpPr>
          <p:grpSpPr>
            <a:xfrm>
              <a:off x="0" y="49329"/>
              <a:ext cx="171132" cy="228600"/>
              <a:chOff x="0" y="49329"/>
              <a:chExt cx="171132" cy="228600"/>
            </a:xfrm>
          </p:grpSpPr>
          <p:cxnSp>
            <p:nvCxnSpPr>
              <p:cNvPr id="57" name="Straight Connector 56">
                <a:extLst>
                  <a:ext uri="{FF2B5EF4-FFF2-40B4-BE49-F238E27FC236}">
                    <a16:creationId xmlns:a16="http://schemas.microsoft.com/office/drawing/2014/main" id="{6C797780-0028-CF73-33E9-4F442AD76954}"/>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8" name="Rectangle: Rounded Corners 57">
                <a:extLst>
                  <a:ext uri="{FF2B5EF4-FFF2-40B4-BE49-F238E27FC236}">
                    <a16:creationId xmlns:a16="http://schemas.microsoft.com/office/drawing/2014/main" id="{DE57A2A1-FD83-5ACF-116E-E87808597722}"/>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6" name="Google Shape;1129;p23">
              <a:extLst>
                <a:ext uri="{FF2B5EF4-FFF2-40B4-BE49-F238E27FC236}">
                  <a16:creationId xmlns:a16="http://schemas.microsoft.com/office/drawing/2014/main" id="{A823CDDC-7ED2-1A8E-AFE9-A459C55AAB8F}"/>
                </a:ext>
              </a:extLst>
            </p:cNvPr>
            <p:cNvSpPr/>
            <p:nvPr/>
          </p:nvSpPr>
          <p:spPr>
            <a:xfrm>
              <a:off x="210783" y="61474"/>
              <a:ext cx="368127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p>
              <a:pPr algn="ctr"/>
              <a:r>
                <a:rPr lang="en-US" sz="1200" b="1">
                  <a:solidFill>
                    <a:schemeClr val="bg1"/>
                  </a:solidFill>
                  <a:ea typeface="Calibri"/>
                  <a:cs typeface="Calibri"/>
                </a:rPr>
                <a:t>Value Creation Initiatives</a:t>
              </a:r>
              <a:endParaRPr lang="en-US" sz="1200">
                <a:solidFill>
                  <a:srgbClr val="000000"/>
                </a:solidFill>
                <a:ea typeface="Calibri"/>
                <a:cs typeface="Calibri"/>
              </a:endParaRPr>
            </a:p>
          </p:txBody>
        </p:sp>
      </p:grpSp>
      <p:cxnSp>
        <p:nvCxnSpPr>
          <p:cNvPr id="98" name="Straight Connector 97">
            <a:extLst>
              <a:ext uri="{FF2B5EF4-FFF2-40B4-BE49-F238E27FC236}">
                <a16:creationId xmlns:a16="http://schemas.microsoft.com/office/drawing/2014/main" id="{9378B77F-EF3A-B59D-241A-A9150955D5B8}"/>
              </a:ext>
            </a:extLst>
          </p:cNvPr>
          <p:cNvCxnSpPr>
            <a:cxnSpLocks/>
          </p:cNvCxnSpPr>
          <p:nvPr/>
        </p:nvCxnSpPr>
        <p:spPr>
          <a:xfrm>
            <a:off x="545221" y="3819989"/>
            <a:ext cx="6875809"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1EAB618E-76AC-B071-AB3F-FF631A15FA9B}"/>
              </a:ext>
            </a:extLst>
          </p:cNvPr>
          <p:cNvCxnSpPr>
            <a:cxnSpLocks/>
          </p:cNvCxnSpPr>
          <p:nvPr/>
        </p:nvCxnSpPr>
        <p:spPr>
          <a:xfrm>
            <a:off x="533400" y="5334936"/>
            <a:ext cx="6887630"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276" name="TextBox 275">
            <a:extLst>
              <a:ext uri="{FF2B5EF4-FFF2-40B4-BE49-F238E27FC236}">
                <a16:creationId xmlns:a16="http://schemas.microsoft.com/office/drawing/2014/main" id="{65F52675-53D1-29A8-848F-411ADA5A4AD0}"/>
              </a:ext>
            </a:extLst>
          </p:cNvPr>
          <p:cNvSpPr txBox="1"/>
          <p:nvPr/>
        </p:nvSpPr>
        <p:spPr>
          <a:xfrm>
            <a:off x="457302" y="6426717"/>
            <a:ext cx="8953139" cy="246221"/>
          </a:xfrm>
          <a:prstGeom prst="rect">
            <a:avLst/>
          </a:prstGeom>
          <a:noFill/>
        </p:spPr>
        <p:txBody>
          <a:bodyPr wrap="square">
            <a:spAutoFit/>
          </a:bodyPr>
          <a:lstStyle/>
          <a:p>
            <a:r>
              <a:rPr lang="en-US" sz="1000" i="1">
                <a:latin typeface="Calibri Body"/>
                <a:cs typeface="Arial"/>
                <a:sym typeface="Arial"/>
              </a:rPr>
              <a:t>(1) Numbers represent revenue share from partnership. (2) In-house IVF capabilities start from 2027 indicated by a major revenue increase from 0.2 Mn in 2026</a:t>
            </a:r>
            <a:endParaRPr lang="en-US" sz="1000" i="1"/>
          </a:p>
        </p:txBody>
      </p:sp>
      <p:sp>
        <p:nvSpPr>
          <p:cNvPr id="126" name="Google Shape;8684;p128">
            <a:extLst>
              <a:ext uri="{FF2B5EF4-FFF2-40B4-BE49-F238E27FC236}">
                <a16:creationId xmlns:a16="http://schemas.microsoft.com/office/drawing/2014/main" id="{83283036-0CA3-AF74-89AE-08CEB33B5047}"/>
              </a:ext>
            </a:extLst>
          </p:cNvPr>
          <p:cNvSpPr/>
          <p:nvPr/>
        </p:nvSpPr>
        <p:spPr>
          <a:xfrm>
            <a:off x="559225" y="3933468"/>
            <a:ext cx="737948" cy="1269060"/>
          </a:xfrm>
          <a:prstGeom prst="rect">
            <a:avLst/>
          </a:prstGeom>
          <a:solidFill>
            <a:srgbClr val="17B2AF"/>
          </a:solidFill>
          <a:ln>
            <a:noFill/>
          </a:ln>
        </p:spPr>
        <p:txBody>
          <a:bodyPr spcFirstLastPara="1" wrap="square" lIns="36000" tIns="36000" rIns="36000" bIns="36000" anchor="ctr" anchorCtr="0">
            <a:noAutofit/>
          </a:bodyPr>
          <a:lstStyle/>
          <a:p>
            <a:pPr marL="0" marR="0" lvl="0" indent="0" algn="ctr">
              <a:lnSpc>
                <a:spcPct val="100000"/>
              </a:lnSpc>
              <a:spcBef>
                <a:spcPts val="0"/>
              </a:spcBef>
              <a:spcAft>
                <a:spcPts val="0"/>
              </a:spcAft>
              <a:buNone/>
            </a:pPr>
            <a:r>
              <a:rPr lang="en-US" sz="1000" b="1" i="0" u="none" strike="noStrike" cap="none">
                <a:solidFill>
                  <a:schemeClr val="bg1"/>
                </a:solidFill>
                <a:latin typeface="Calibri Body"/>
                <a:ea typeface="Arial"/>
                <a:cs typeface="Arial"/>
                <a:sym typeface="Arial"/>
              </a:rPr>
              <a:t>Core </a:t>
            </a:r>
            <a:r>
              <a:rPr lang="en-US" sz="1000" b="1">
                <a:solidFill>
                  <a:schemeClr val="bg1"/>
                </a:solidFill>
                <a:latin typeface="Calibri Body"/>
                <a:ea typeface="Arial"/>
                <a:cs typeface="Arial"/>
                <a:sym typeface="Arial"/>
              </a:rPr>
              <a:t>Expansion</a:t>
            </a:r>
            <a:endParaRPr lang="en-US" sz="1000">
              <a:solidFill>
                <a:schemeClr val="bg1"/>
              </a:solidFill>
            </a:endParaRPr>
          </a:p>
        </p:txBody>
      </p:sp>
      <p:sp>
        <p:nvSpPr>
          <p:cNvPr id="134" name="Google Shape;8671;p128">
            <a:extLst>
              <a:ext uri="{FF2B5EF4-FFF2-40B4-BE49-F238E27FC236}">
                <a16:creationId xmlns:a16="http://schemas.microsoft.com/office/drawing/2014/main" id="{FBBA1E26-47B7-C0AE-93B8-8EF4E79FDB9A}"/>
              </a:ext>
            </a:extLst>
          </p:cNvPr>
          <p:cNvSpPr txBox="1"/>
          <p:nvPr/>
        </p:nvSpPr>
        <p:spPr>
          <a:xfrm>
            <a:off x="3103971" y="3933468"/>
            <a:ext cx="2123349" cy="475488"/>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fr-FR" sz="1200" err="1">
                <a:solidFill>
                  <a:srgbClr val="000000"/>
                </a:solidFill>
                <a:latin typeface="Calibri Body"/>
                <a:cs typeface="Arial"/>
                <a:sym typeface="Arial"/>
              </a:rPr>
              <a:t>Performed</a:t>
            </a:r>
            <a:r>
              <a:rPr lang="fr-FR" sz="1200">
                <a:solidFill>
                  <a:srgbClr val="000000"/>
                </a:solidFill>
                <a:latin typeface="Calibri Body"/>
                <a:cs typeface="Arial"/>
                <a:sym typeface="Arial"/>
              </a:rPr>
              <a:t> by top doctors like Dr. Otaibi</a:t>
            </a:r>
            <a:endParaRPr lang="en-US" sz="1200"/>
          </a:p>
        </p:txBody>
      </p:sp>
      <p:sp>
        <p:nvSpPr>
          <p:cNvPr id="136" name="Google Shape;8671;p128">
            <a:extLst>
              <a:ext uri="{FF2B5EF4-FFF2-40B4-BE49-F238E27FC236}">
                <a16:creationId xmlns:a16="http://schemas.microsoft.com/office/drawing/2014/main" id="{E664C10B-ABB1-E0CB-9B20-CE1E9F137C9B}"/>
              </a:ext>
            </a:extLst>
          </p:cNvPr>
          <p:cNvSpPr txBox="1"/>
          <p:nvPr/>
        </p:nvSpPr>
        <p:spPr>
          <a:xfrm>
            <a:off x="5317157" y="3933468"/>
            <a:ext cx="2103876" cy="475488"/>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en-US" sz="1200" err="1">
                <a:latin typeface="Calibri Body"/>
                <a:cs typeface="Arial"/>
              </a:rPr>
              <a:t>Tibbiyah</a:t>
            </a:r>
            <a:r>
              <a:rPr lang="en-US" sz="1200">
                <a:latin typeface="Calibri Body"/>
                <a:cs typeface="Arial"/>
              </a:rPr>
              <a:t> using us as a “go &amp; see” </a:t>
            </a:r>
          </a:p>
        </p:txBody>
      </p:sp>
      <p:sp>
        <p:nvSpPr>
          <p:cNvPr id="135" name="Google Shape;8680;p128">
            <a:extLst>
              <a:ext uri="{FF2B5EF4-FFF2-40B4-BE49-F238E27FC236}">
                <a16:creationId xmlns:a16="http://schemas.microsoft.com/office/drawing/2014/main" id="{61BCA588-3912-2398-72CB-0CAD2FDCD3C1}"/>
              </a:ext>
            </a:extLst>
          </p:cNvPr>
          <p:cNvSpPr/>
          <p:nvPr/>
        </p:nvSpPr>
        <p:spPr>
          <a:xfrm>
            <a:off x="1371654" y="3933468"/>
            <a:ext cx="1642480" cy="475488"/>
          </a:xfrm>
          <a:prstGeom prst="rect">
            <a:avLst/>
          </a:prstGeom>
          <a:solidFill>
            <a:srgbClr val="E2F0D9"/>
          </a:solidFill>
          <a:ln>
            <a:noFill/>
          </a:ln>
        </p:spPr>
        <p:txBody>
          <a:bodyPr spcFirstLastPara="1" wrap="square" lIns="45720" tIns="45700" rIns="0" bIns="45700" anchor="ctr" anchorCtr="0">
            <a:noAutofit/>
          </a:bodyPr>
          <a:lstStyle/>
          <a:p>
            <a:r>
              <a:rPr lang="en-US" sz="1050" b="1">
                <a:solidFill>
                  <a:srgbClr val="000000"/>
                </a:solidFill>
                <a:latin typeface="Calibri Body"/>
                <a:cs typeface="Arial"/>
                <a:sym typeface="Arial"/>
              </a:rPr>
              <a:t>Day Surgery – Profound / Prostate</a:t>
            </a:r>
            <a:endParaRPr lang="en-US" sz="1050" b="1"/>
          </a:p>
        </p:txBody>
      </p:sp>
      <p:sp>
        <p:nvSpPr>
          <p:cNvPr id="274" name="Google Shape;8696;p128">
            <a:extLst>
              <a:ext uri="{FF2B5EF4-FFF2-40B4-BE49-F238E27FC236}">
                <a16:creationId xmlns:a16="http://schemas.microsoft.com/office/drawing/2014/main" id="{358EDFD6-19FC-1851-5CE6-22653F578F64}"/>
              </a:ext>
            </a:extLst>
          </p:cNvPr>
          <p:cNvSpPr/>
          <p:nvPr/>
        </p:nvSpPr>
        <p:spPr>
          <a:xfrm>
            <a:off x="7543886" y="3933468"/>
            <a:ext cx="935481" cy="470844"/>
          </a:xfrm>
          <a:prstGeom prst="rect">
            <a:avLst/>
          </a:prstGeom>
          <a:solidFill>
            <a:schemeClr val="accent6">
              <a:lumMod val="20000"/>
              <a:lumOff val="80000"/>
            </a:schemeClr>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a:solidFill>
                  <a:srgbClr val="000000"/>
                </a:solidFill>
                <a:latin typeface="Calibri Body"/>
                <a:ea typeface="Arial"/>
                <a:cs typeface="Arial"/>
                <a:sym typeface="Arial"/>
              </a:rPr>
              <a:t>Nill</a:t>
            </a:r>
            <a:r>
              <a:rPr lang="en-US" sz="1200" b="1" i="0" u="none" strike="noStrike" cap="none">
                <a:solidFill>
                  <a:srgbClr val="000000"/>
                </a:solidFill>
                <a:latin typeface="Calibri Body"/>
                <a:ea typeface="Arial"/>
                <a:cs typeface="Arial"/>
                <a:sym typeface="Arial"/>
              </a:rPr>
              <a:t> </a:t>
            </a:r>
          </a:p>
        </p:txBody>
      </p:sp>
      <p:sp>
        <p:nvSpPr>
          <p:cNvPr id="138" name="Google Shape;8671;p128">
            <a:extLst>
              <a:ext uri="{FF2B5EF4-FFF2-40B4-BE49-F238E27FC236}">
                <a16:creationId xmlns:a16="http://schemas.microsoft.com/office/drawing/2014/main" id="{CA72E916-8F47-BD6A-13EE-0D99A0A97DA1}"/>
              </a:ext>
            </a:extLst>
          </p:cNvPr>
          <p:cNvSpPr txBox="1"/>
          <p:nvPr/>
        </p:nvSpPr>
        <p:spPr>
          <a:xfrm>
            <a:off x="3103969" y="4484904"/>
            <a:ext cx="2123349" cy="717626"/>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fr-FR" sz="1200" err="1"/>
              <a:t>Referrals</a:t>
            </a:r>
            <a:r>
              <a:rPr lang="fr-FR" sz="1200"/>
              <a:t> to </a:t>
            </a:r>
            <a:r>
              <a:rPr lang="fr-FR" sz="1200" err="1"/>
              <a:t>other</a:t>
            </a:r>
            <a:r>
              <a:rPr lang="fr-FR" sz="1200"/>
              <a:t> </a:t>
            </a:r>
            <a:r>
              <a:rPr lang="fr-FR" sz="1200" err="1"/>
              <a:t>onco-fertility</a:t>
            </a:r>
            <a:r>
              <a:rPr lang="fr-FR" sz="1200"/>
              <a:t> </a:t>
            </a:r>
            <a:r>
              <a:rPr lang="fr-FR" sz="1200" err="1"/>
              <a:t>clinics</a:t>
            </a:r>
            <a:r>
              <a:rPr lang="fr-FR" sz="1200"/>
              <a:t> like Samir Abbas Hospital</a:t>
            </a:r>
            <a:endParaRPr lang="en-US" sz="1200"/>
          </a:p>
        </p:txBody>
      </p:sp>
      <p:sp>
        <p:nvSpPr>
          <p:cNvPr id="140" name="Google Shape;8671;p128">
            <a:extLst>
              <a:ext uri="{FF2B5EF4-FFF2-40B4-BE49-F238E27FC236}">
                <a16:creationId xmlns:a16="http://schemas.microsoft.com/office/drawing/2014/main" id="{7C167D28-150C-6732-91DC-DD998689DB82}"/>
              </a:ext>
            </a:extLst>
          </p:cNvPr>
          <p:cNvSpPr txBox="1"/>
          <p:nvPr/>
        </p:nvSpPr>
        <p:spPr>
          <a:xfrm>
            <a:off x="5317154" y="4484904"/>
            <a:ext cx="2103876" cy="717626"/>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en-US" sz="1200">
                <a:latin typeface="Calibri Body"/>
                <a:cs typeface="Arial"/>
              </a:rPr>
              <a:t>In-house IVF capabilities 2027</a:t>
            </a:r>
          </a:p>
        </p:txBody>
      </p:sp>
      <p:sp>
        <p:nvSpPr>
          <p:cNvPr id="139" name="Google Shape;8680;p128">
            <a:extLst>
              <a:ext uri="{FF2B5EF4-FFF2-40B4-BE49-F238E27FC236}">
                <a16:creationId xmlns:a16="http://schemas.microsoft.com/office/drawing/2014/main" id="{4E947A03-E262-5E6A-CC16-5205DDE683BE}"/>
              </a:ext>
            </a:extLst>
          </p:cNvPr>
          <p:cNvSpPr/>
          <p:nvPr/>
        </p:nvSpPr>
        <p:spPr>
          <a:xfrm>
            <a:off x="1371654" y="4484904"/>
            <a:ext cx="1642480" cy="717626"/>
          </a:xfrm>
          <a:prstGeom prst="rect">
            <a:avLst/>
          </a:prstGeom>
          <a:solidFill>
            <a:srgbClr val="E2F0D9"/>
          </a:solidFill>
          <a:ln>
            <a:noFill/>
          </a:ln>
        </p:spPr>
        <p:txBody>
          <a:bodyPr spcFirstLastPara="1" wrap="square" lIns="45720" tIns="45700" rIns="0" bIns="45700" anchor="ctr" anchorCtr="0">
            <a:noAutofit/>
          </a:bodyPr>
          <a:lstStyle/>
          <a:p>
            <a:r>
              <a:rPr lang="en-US" sz="1050" b="1">
                <a:solidFill>
                  <a:srgbClr val="000000"/>
                </a:solidFill>
                <a:latin typeface="Calibri Body"/>
                <a:cs typeface="Arial"/>
                <a:sym typeface="Arial"/>
              </a:rPr>
              <a:t>Onco-fertility</a:t>
            </a:r>
            <a:r>
              <a:rPr lang="en-US" sz="1200" b="1" baseline="30000">
                <a:solidFill>
                  <a:srgbClr val="000000"/>
                </a:solidFill>
                <a:latin typeface="Calibri Body"/>
                <a:cs typeface="Arial"/>
                <a:sym typeface="Arial"/>
              </a:rPr>
              <a:t>2</a:t>
            </a:r>
            <a:endParaRPr lang="en-US" sz="1050" b="1" baseline="30000"/>
          </a:p>
        </p:txBody>
      </p:sp>
      <p:sp>
        <p:nvSpPr>
          <p:cNvPr id="273" name="Google Shape;8696;p128">
            <a:extLst>
              <a:ext uri="{FF2B5EF4-FFF2-40B4-BE49-F238E27FC236}">
                <a16:creationId xmlns:a16="http://schemas.microsoft.com/office/drawing/2014/main" id="{1594F883-7E0A-F073-9D7D-AA700FF9994E}"/>
              </a:ext>
            </a:extLst>
          </p:cNvPr>
          <p:cNvSpPr/>
          <p:nvPr/>
        </p:nvSpPr>
        <p:spPr>
          <a:xfrm>
            <a:off x="7543886" y="4891602"/>
            <a:ext cx="935481" cy="324821"/>
          </a:xfrm>
          <a:prstGeom prst="rect">
            <a:avLst/>
          </a:prstGeom>
          <a:solidFill>
            <a:srgbClr val="FBE5D6"/>
          </a:solidFill>
          <a:ln>
            <a:noFill/>
          </a:ln>
        </p:spPr>
        <p:txBody>
          <a:bodyPr spcFirstLastPara="1" wrap="square" lIns="0" tIns="45700" rIns="0" bIns="45700" anchor="ctr" anchorCtr="0">
            <a:noAutofit/>
          </a:bodyPr>
          <a:lstStyle/>
          <a:p>
            <a:pPr lvl="0" algn="ctr">
              <a:lnSpc>
                <a:spcPts val="1400"/>
              </a:lnSpc>
              <a:buClr>
                <a:srgbClr val="FFFFFF"/>
              </a:buClr>
              <a:buSzPts val="1400"/>
            </a:pPr>
            <a:r>
              <a:rPr lang="en-US" sz="900" b="1" i="0" u="none" strike="noStrike" cap="none">
                <a:solidFill>
                  <a:srgbClr val="000000"/>
                </a:solidFill>
                <a:latin typeface="Calibri Body"/>
                <a:ea typeface="Arial"/>
                <a:cs typeface="Arial"/>
                <a:sym typeface="Arial"/>
              </a:rPr>
              <a:t>IVF - High</a:t>
            </a:r>
          </a:p>
        </p:txBody>
      </p:sp>
      <p:sp>
        <p:nvSpPr>
          <p:cNvPr id="13" name="Google Shape;8696;p128">
            <a:extLst>
              <a:ext uri="{FF2B5EF4-FFF2-40B4-BE49-F238E27FC236}">
                <a16:creationId xmlns:a16="http://schemas.microsoft.com/office/drawing/2014/main" id="{DD3B9906-8DB1-CC29-5BF4-774712294242}"/>
              </a:ext>
            </a:extLst>
          </p:cNvPr>
          <p:cNvSpPr/>
          <p:nvPr/>
        </p:nvSpPr>
        <p:spPr>
          <a:xfrm>
            <a:off x="7543877" y="4511027"/>
            <a:ext cx="935481" cy="329594"/>
          </a:xfrm>
          <a:prstGeom prst="rect">
            <a:avLst/>
          </a:prstGeom>
          <a:solidFill>
            <a:schemeClr val="accent6">
              <a:lumMod val="20000"/>
              <a:lumOff val="80000"/>
            </a:schemeClr>
          </a:solidFill>
          <a:ln>
            <a:noFill/>
          </a:ln>
        </p:spPr>
        <p:txBody>
          <a:bodyPr spcFirstLastPara="1" wrap="square" lIns="0" tIns="45700" rIns="0" bIns="45700" anchor="ctr" anchorCtr="0">
            <a:noAutofit/>
          </a:bodyPr>
          <a:lstStyle/>
          <a:p>
            <a:pPr lvl="0" algn="ctr">
              <a:lnSpc>
                <a:spcPts val="1400"/>
              </a:lnSpc>
              <a:buClr>
                <a:srgbClr val="FFFFFF"/>
              </a:buClr>
              <a:buSzPts val="1400"/>
            </a:pPr>
            <a:r>
              <a:rPr lang="fr-FR" sz="900" b="1" i="0" u="none" strike="noStrike" cap="none" err="1">
                <a:solidFill>
                  <a:srgbClr val="000000"/>
                </a:solidFill>
                <a:latin typeface="Calibri Body"/>
                <a:ea typeface="Arial"/>
                <a:cs typeface="Arial"/>
                <a:sym typeface="Arial"/>
              </a:rPr>
              <a:t>Referral</a:t>
            </a:r>
            <a:r>
              <a:rPr lang="fr-FR" sz="900" b="1" i="0" u="none" strike="noStrike" cap="none">
                <a:solidFill>
                  <a:srgbClr val="000000"/>
                </a:solidFill>
                <a:latin typeface="Calibri Body"/>
                <a:ea typeface="Arial"/>
                <a:cs typeface="Arial"/>
                <a:sym typeface="Arial"/>
              </a:rPr>
              <a:t> - Low</a:t>
            </a:r>
            <a:endParaRPr lang="en-US" sz="900" b="1" i="0" u="none" strike="noStrike" cap="none">
              <a:solidFill>
                <a:srgbClr val="000000"/>
              </a:solidFill>
              <a:latin typeface="Calibri Body"/>
              <a:ea typeface="Arial"/>
              <a:cs typeface="Arial"/>
              <a:sym typeface="Arial"/>
            </a:endParaRPr>
          </a:p>
        </p:txBody>
      </p:sp>
      <p:sp>
        <p:nvSpPr>
          <p:cNvPr id="141" name="Google Shape;8684;p128">
            <a:extLst>
              <a:ext uri="{FF2B5EF4-FFF2-40B4-BE49-F238E27FC236}">
                <a16:creationId xmlns:a16="http://schemas.microsoft.com/office/drawing/2014/main" id="{5334BFF7-C4AB-55C3-090B-01EF7BE9A38C}"/>
              </a:ext>
            </a:extLst>
          </p:cNvPr>
          <p:cNvSpPr/>
          <p:nvPr/>
        </p:nvSpPr>
        <p:spPr>
          <a:xfrm>
            <a:off x="559225" y="5440239"/>
            <a:ext cx="737948" cy="475488"/>
          </a:xfrm>
          <a:prstGeom prst="rect">
            <a:avLst/>
          </a:prstGeom>
          <a:solidFill>
            <a:srgbClr val="17B2AF"/>
          </a:solidFill>
          <a:ln>
            <a:noFill/>
          </a:ln>
        </p:spPr>
        <p:txBody>
          <a:bodyPr spcFirstLastPara="1" wrap="square" lIns="36000" tIns="36000" rIns="36000" bIns="36000" anchor="ctr" anchorCtr="0">
            <a:noAutofit/>
          </a:bodyPr>
          <a:lstStyle/>
          <a:p>
            <a:pPr algn="ctr"/>
            <a:r>
              <a:rPr lang="en-US" sz="1000" b="1">
                <a:solidFill>
                  <a:schemeClr val="bg1"/>
                </a:solidFill>
                <a:latin typeface="Calibri Body"/>
                <a:cs typeface="Arial"/>
                <a:sym typeface="Arial"/>
              </a:rPr>
              <a:t>Other Initiatives</a:t>
            </a:r>
            <a:endParaRPr lang="en-US" sz="1000">
              <a:solidFill>
                <a:schemeClr val="bg1"/>
              </a:solidFill>
            </a:endParaRPr>
          </a:p>
        </p:txBody>
      </p:sp>
      <p:sp>
        <p:nvSpPr>
          <p:cNvPr id="228" name="Google Shape;8680;p128">
            <a:extLst>
              <a:ext uri="{FF2B5EF4-FFF2-40B4-BE49-F238E27FC236}">
                <a16:creationId xmlns:a16="http://schemas.microsoft.com/office/drawing/2014/main" id="{CC50EDAD-C302-FE95-19A3-A457CC296E62}"/>
              </a:ext>
            </a:extLst>
          </p:cNvPr>
          <p:cNvSpPr/>
          <p:nvPr/>
        </p:nvSpPr>
        <p:spPr>
          <a:xfrm>
            <a:off x="1371654" y="5447357"/>
            <a:ext cx="1642480" cy="475488"/>
          </a:xfrm>
          <a:prstGeom prst="rect">
            <a:avLst/>
          </a:prstGeom>
          <a:solidFill>
            <a:srgbClr val="E2F0D9"/>
          </a:solidFill>
          <a:ln>
            <a:noFill/>
          </a:ln>
        </p:spPr>
        <p:txBody>
          <a:bodyPr spcFirstLastPara="1" wrap="square" lIns="45720" tIns="45700" rIns="0" bIns="45700" anchor="ctr" anchorCtr="0">
            <a:noAutofit/>
          </a:bodyPr>
          <a:lstStyle/>
          <a:p>
            <a:r>
              <a:rPr lang="en-US" sz="1050" b="1">
                <a:solidFill>
                  <a:srgbClr val="000000"/>
                </a:solidFill>
                <a:latin typeface="Calibri Body"/>
                <a:cs typeface="Arial"/>
                <a:sym typeface="Arial"/>
              </a:rPr>
              <a:t>Sub-lease</a:t>
            </a:r>
            <a:endParaRPr lang="en-US" sz="1050" b="1"/>
          </a:p>
        </p:txBody>
      </p:sp>
      <p:sp>
        <p:nvSpPr>
          <p:cNvPr id="256" name="Google Shape;8671;p128">
            <a:extLst>
              <a:ext uri="{FF2B5EF4-FFF2-40B4-BE49-F238E27FC236}">
                <a16:creationId xmlns:a16="http://schemas.microsoft.com/office/drawing/2014/main" id="{394B1556-9051-8DFE-E5D9-5D45222D3A0C}"/>
              </a:ext>
            </a:extLst>
          </p:cNvPr>
          <p:cNvSpPr txBox="1"/>
          <p:nvPr/>
        </p:nvSpPr>
        <p:spPr>
          <a:xfrm>
            <a:off x="3103970" y="5447357"/>
            <a:ext cx="2090330" cy="475488"/>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en-US" sz="1200"/>
              <a:t>Pharmacy, Coffee shop</a:t>
            </a:r>
          </a:p>
        </p:txBody>
      </p:sp>
      <p:sp>
        <p:nvSpPr>
          <p:cNvPr id="275" name="Google Shape;8696;p128">
            <a:extLst>
              <a:ext uri="{FF2B5EF4-FFF2-40B4-BE49-F238E27FC236}">
                <a16:creationId xmlns:a16="http://schemas.microsoft.com/office/drawing/2014/main" id="{751C871F-F30E-8D90-3C4B-2F4CD9C0586B}"/>
              </a:ext>
            </a:extLst>
          </p:cNvPr>
          <p:cNvSpPr/>
          <p:nvPr/>
        </p:nvSpPr>
        <p:spPr>
          <a:xfrm>
            <a:off x="7543886" y="5447357"/>
            <a:ext cx="935481" cy="470844"/>
          </a:xfrm>
          <a:prstGeom prst="rect">
            <a:avLst/>
          </a:prstGeom>
          <a:solidFill>
            <a:schemeClr val="accent6">
              <a:lumMod val="20000"/>
              <a:lumOff val="80000"/>
            </a:schemeClr>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Low</a:t>
            </a:r>
          </a:p>
        </p:txBody>
      </p:sp>
      <p:sp>
        <p:nvSpPr>
          <p:cNvPr id="15" name="Google Shape;8671;p128">
            <a:extLst>
              <a:ext uri="{FF2B5EF4-FFF2-40B4-BE49-F238E27FC236}">
                <a16:creationId xmlns:a16="http://schemas.microsoft.com/office/drawing/2014/main" id="{3BE2C826-D64A-46CB-75F5-FC3DFEEE6E22}"/>
              </a:ext>
            </a:extLst>
          </p:cNvPr>
          <p:cNvSpPr txBox="1"/>
          <p:nvPr/>
        </p:nvSpPr>
        <p:spPr>
          <a:xfrm>
            <a:off x="5317155" y="5447357"/>
            <a:ext cx="2103875" cy="475488"/>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en-US" sz="1200"/>
              <a:t>ATMs, Flower shop, Wig shop</a:t>
            </a:r>
          </a:p>
        </p:txBody>
      </p:sp>
      <p:sp>
        <p:nvSpPr>
          <p:cNvPr id="35" name="TextBox 34">
            <a:extLst>
              <a:ext uri="{FF2B5EF4-FFF2-40B4-BE49-F238E27FC236}">
                <a16:creationId xmlns:a16="http://schemas.microsoft.com/office/drawing/2014/main" id="{EE16A599-F886-BD44-611D-56590FD2838B}"/>
              </a:ext>
            </a:extLst>
          </p:cNvPr>
          <p:cNvSpPr txBox="1"/>
          <p:nvPr/>
        </p:nvSpPr>
        <p:spPr>
          <a:xfrm>
            <a:off x="3234157" y="999878"/>
            <a:ext cx="1960143" cy="246221"/>
          </a:xfrm>
          <a:prstGeom prst="rect">
            <a:avLst/>
          </a:prstGeom>
          <a:noFill/>
        </p:spPr>
        <p:txBody>
          <a:bodyPr wrap="square" lIns="91440" tIns="45720" rIns="91440" bIns="45720" anchor="t">
            <a:spAutoFit/>
          </a:bodyPr>
          <a:lstStyle/>
          <a:p>
            <a:r>
              <a:rPr lang="en-US" sz="1000" b="1">
                <a:latin typeface="Calibri Body"/>
                <a:cs typeface="Arial"/>
                <a:sym typeface="Arial"/>
              </a:rPr>
              <a:t>Implementation Complexity</a:t>
            </a:r>
            <a:endParaRPr lang="en-US" sz="1000" b="1">
              <a:ea typeface="Calibri"/>
              <a:cs typeface="Calibri"/>
            </a:endParaRPr>
          </a:p>
        </p:txBody>
      </p:sp>
      <p:grpSp>
        <p:nvGrpSpPr>
          <p:cNvPr id="11" name="Group 10">
            <a:extLst>
              <a:ext uri="{FF2B5EF4-FFF2-40B4-BE49-F238E27FC236}">
                <a16:creationId xmlns:a16="http://schemas.microsoft.com/office/drawing/2014/main" id="{01AF7C8C-C913-F946-D33C-A371836FA9C7}"/>
              </a:ext>
            </a:extLst>
          </p:cNvPr>
          <p:cNvGrpSpPr/>
          <p:nvPr/>
        </p:nvGrpSpPr>
        <p:grpSpPr>
          <a:xfrm>
            <a:off x="1344766" y="991571"/>
            <a:ext cx="1829333" cy="262002"/>
            <a:chOff x="568176" y="991571"/>
            <a:chExt cx="1829333" cy="262002"/>
          </a:xfrm>
        </p:grpSpPr>
        <p:sp>
          <p:nvSpPr>
            <p:cNvPr id="5" name="Google Shape;8699;p128">
              <a:extLst>
                <a:ext uri="{FF2B5EF4-FFF2-40B4-BE49-F238E27FC236}">
                  <a16:creationId xmlns:a16="http://schemas.microsoft.com/office/drawing/2014/main" id="{3750B4D2-944D-B726-155E-0FEB4740E59B}"/>
                </a:ext>
              </a:extLst>
            </p:cNvPr>
            <p:cNvSpPr/>
            <p:nvPr/>
          </p:nvSpPr>
          <p:spPr>
            <a:xfrm>
              <a:off x="568176" y="991571"/>
              <a:ext cx="1829333" cy="262002"/>
            </a:xfrm>
            <a:prstGeom prst="rect">
              <a:avLst/>
            </a:prstGeom>
            <a:solidFill>
              <a:schemeClr val="lt1"/>
            </a:solidFill>
            <a:ln w="9525" cap="flat" cmpd="sng">
              <a:solidFill>
                <a:schemeClr val="dk1"/>
              </a:solidFill>
              <a:prstDash val="dash"/>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endParaRPr sz="1400" b="0" i="0" u="none" strike="noStrike" cap="none">
                <a:solidFill>
                  <a:srgbClr val="000000"/>
                </a:solidFill>
                <a:latin typeface="Calibri Body"/>
                <a:ea typeface="Arial"/>
                <a:cs typeface="Arial"/>
                <a:sym typeface="Arial"/>
              </a:endParaRPr>
            </a:p>
          </p:txBody>
        </p:sp>
        <p:sp>
          <p:nvSpPr>
            <p:cNvPr id="6" name="Google Shape;8700;p128">
              <a:extLst>
                <a:ext uri="{FF2B5EF4-FFF2-40B4-BE49-F238E27FC236}">
                  <a16:creationId xmlns:a16="http://schemas.microsoft.com/office/drawing/2014/main" id="{53E9459F-4897-DDC8-4E53-AD29043F2FA5}"/>
                </a:ext>
              </a:extLst>
            </p:cNvPr>
            <p:cNvSpPr/>
            <p:nvPr/>
          </p:nvSpPr>
          <p:spPr>
            <a:xfrm>
              <a:off x="1224336" y="1042188"/>
              <a:ext cx="489766" cy="160766"/>
            </a:xfrm>
            <a:prstGeom prst="rect">
              <a:avLst/>
            </a:prstGeom>
            <a:solidFill>
              <a:schemeClr val="accent4">
                <a:lumMod val="20000"/>
                <a:lumOff val="8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600" b="0" i="0" u="none" strike="noStrike" cap="none">
                  <a:solidFill>
                    <a:srgbClr val="000000"/>
                  </a:solidFill>
                  <a:latin typeface="Calibri Body"/>
                  <a:ea typeface="Arial"/>
                  <a:cs typeface="Arial"/>
                  <a:sym typeface="Arial"/>
                </a:rPr>
                <a:t>Medium</a:t>
              </a:r>
              <a:endParaRPr sz="1000" b="0" i="0" u="none" strike="noStrike" cap="none">
                <a:solidFill>
                  <a:srgbClr val="000000"/>
                </a:solidFill>
                <a:latin typeface="Calibri Body"/>
                <a:ea typeface="Arial"/>
                <a:cs typeface="Arial"/>
                <a:sym typeface="Arial"/>
              </a:endParaRPr>
            </a:p>
          </p:txBody>
        </p:sp>
        <p:sp>
          <p:nvSpPr>
            <p:cNvPr id="9" name="Google Shape;8701;p128">
              <a:extLst>
                <a:ext uri="{FF2B5EF4-FFF2-40B4-BE49-F238E27FC236}">
                  <a16:creationId xmlns:a16="http://schemas.microsoft.com/office/drawing/2014/main" id="{5897DAD7-12B7-A5B0-FA62-B28A2F1F6E93}"/>
                </a:ext>
              </a:extLst>
            </p:cNvPr>
            <p:cNvSpPr/>
            <p:nvPr/>
          </p:nvSpPr>
          <p:spPr>
            <a:xfrm>
              <a:off x="1819079" y="1042188"/>
              <a:ext cx="489766" cy="160766"/>
            </a:xfrm>
            <a:prstGeom prst="rect">
              <a:avLst/>
            </a:prstGeom>
            <a:solidFill>
              <a:schemeClr val="accent2">
                <a:lumMod val="20000"/>
                <a:lumOff val="8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600" b="0" i="0" u="none" strike="noStrike" cap="none">
                  <a:solidFill>
                    <a:srgbClr val="000000"/>
                  </a:solidFill>
                  <a:latin typeface="Calibri Body"/>
                  <a:ea typeface="Arial"/>
                  <a:cs typeface="Arial"/>
                  <a:sym typeface="Arial"/>
                </a:rPr>
                <a:t>High</a:t>
              </a:r>
              <a:endParaRPr sz="1000" b="0" i="0" u="none" strike="noStrike" cap="none">
                <a:solidFill>
                  <a:srgbClr val="000000"/>
                </a:solidFill>
                <a:latin typeface="Calibri Body"/>
                <a:ea typeface="Arial"/>
                <a:cs typeface="Arial"/>
                <a:sym typeface="Arial"/>
              </a:endParaRPr>
            </a:p>
          </p:txBody>
        </p:sp>
        <p:sp>
          <p:nvSpPr>
            <p:cNvPr id="10" name="Google Shape;8702;p128">
              <a:extLst>
                <a:ext uri="{FF2B5EF4-FFF2-40B4-BE49-F238E27FC236}">
                  <a16:creationId xmlns:a16="http://schemas.microsoft.com/office/drawing/2014/main" id="{1927C728-33E9-5360-5923-0E81B0511823}"/>
                </a:ext>
              </a:extLst>
            </p:cNvPr>
            <p:cNvSpPr/>
            <p:nvPr/>
          </p:nvSpPr>
          <p:spPr>
            <a:xfrm>
              <a:off x="643969" y="1042188"/>
              <a:ext cx="489766" cy="160766"/>
            </a:xfrm>
            <a:prstGeom prst="rect">
              <a:avLst/>
            </a:prstGeom>
            <a:solidFill>
              <a:schemeClr val="accent6">
                <a:lumMod val="20000"/>
                <a:lumOff val="8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600">
                  <a:solidFill>
                    <a:srgbClr val="000000"/>
                  </a:solidFill>
                  <a:latin typeface="Calibri Body"/>
                  <a:ea typeface="Arial"/>
                  <a:cs typeface="Arial"/>
                  <a:sym typeface="Arial"/>
                </a:rPr>
                <a:t>Low</a:t>
              </a:r>
              <a:endParaRPr lang="en-US" sz="600" b="0" i="0" u="none" strike="noStrike" cap="none">
                <a:solidFill>
                  <a:srgbClr val="000000"/>
                </a:solidFill>
                <a:latin typeface="Calibri Body"/>
                <a:ea typeface="Arial"/>
                <a:cs typeface="Arial"/>
                <a:sym typeface="Arial"/>
              </a:endParaRPr>
            </a:p>
          </p:txBody>
        </p:sp>
      </p:grpSp>
      <p:sp>
        <p:nvSpPr>
          <p:cNvPr id="25" name="Google Shape;8671;p128">
            <a:extLst>
              <a:ext uri="{FF2B5EF4-FFF2-40B4-BE49-F238E27FC236}">
                <a16:creationId xmlns:a16="http://schemas.microsoft.com/office/drawing/2014/main" id="{2DA77251-59AB-A415-0294-00600F99784D}"/>
              </a:ext>
            </a:extLst>
          </p:cNvPr>
          <p:cNvSpPr txBox="1"/>
          <p:nvPr/>
        </p:nvSpPr>
        <p:spPr>
          <a:xfrm>
            <a:off x="7543886" y="999878"/>
            <a:ext cx="4407651" cy="226596"/>
          </a:xfrm>
          <a:prstGeom prst="rect">
            <a:avLst/>
          </a:prstGeom>
          <a:solidFill>
            <a:schemeClr val="accent6">
              <a:lumMod val="20000"/>
              <a:lumOff val="80000"/>
            </a:schemeClr>
          </a:solidFill>
          <a:ln w="6350">
            <a:noFill/>
          </a:ln>
          <a:effectLst>
            <a:outerShdw blurRad="50800" dist="38100" dir="5400000" algn="t"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defPPr>
              <a:defRPr lang="en-US"/>
            </a:defPPr>
            <a:lvl1pPr marR="0" lvl="0" indent="0" fontAlgn="auto">
              <a:lnSpc>
                <a:spcPct val="100000"/>
              </a:lnSpc>
              <a:spcBef>
                <a:spcPts val="0"/>
              </a:spcBef>
              <a:spcAft>
                <a:spcPts val="0"/>
              </a:spcAft>
              <a:buClrTx/>
              <a:buSzTx/>
              <a:buFontTx/>
              <a:buNone/>
              <a:tabLst/>
              <a:defRPr sz="900">
                <a:cs typeface="Arial"/>
              </a:defRPr>
            </a:lvl1pPr>
            <a:lvl2pPr>
              <a:defRPr>
                <a:solidFill>
                  <a:schemeClr val="dk1"/>
                </a:solidFill>
              </a:defRPr>
            </a:lvl2pPr>
            <a:lvl3pPr>
              <a:defRPr>
                <a:solidFill>
                  <a:schemeClr val="dk1"/>
                </a:solidFill>
              </a:defRPr>
            </a:lvl3pPr>
            <a:lvl4pPr>
              <a:defRPr>
                <a:solidFill>
                  <a:schemeClr val="dk1"/>
                </a:solidFill>
              </a:defRPr>
            </a:lvl4pPr>
            <a:lvl5pPr>
              <a:defRPr>
                <a:solidFill>
                  <a:schemeClr val="dk1"/>
                </a:solidFill>
              </a:defRPr>
            </a:lvl5pPr>
            <a:lvl6pPr>
              <a:defRPr>
                <a:solidFill>
                  <a:schemeClr val="dk1"/>
                </a:solidFill>
              </a:defRPr>
            </a:lvl6pPr>
            <a:lvl7pPr>
              <a:defRPr>
                <a:solidFill>
                  <a:schemeClr val="dk1"/>
                </a:solidFill>
              </a:defRPr>
            </a:lvl7pPr>
            <a:lvl8pPr>
              <a:defRPr>
                <a:solidFill>
                  <a:schemeClr val="dk1"/>
                </a:solidFill>
              </a:defRPr>
            </a:lvl8pPr>
            <a:lvl9pPr>
              <a:defRPr>
                <a:solidFill>
                  <a:schemeClr val="dk1"/>
                </a:solidFill>
              </a:defRPr>
            </a:lvl9pPr>
          </a:lstStyle>
          <a:p>
            <a:r>
              <a:rPr lang="en-US" b="1"/>
              <a:t>Note</a:t>
            </a:r>
            <a:r>
              <a:rPr lang="en-US"/>
              <a:t>: Financial impact of these initiatives calculated at a high level and is annual</a:t>
            </a:r>
          </a:p>
        </p:txBody>
      </p:sp>
      <p:sp>
        <p:nvSpPr>
          <p:cNvPr id="3" name="Espaço Reservado para Número de Slide 5">
            <a:extLst>
              <a:ext uri="{FF2B5EF4-FFF2-40B4-BE49-F238E27FC236}">
                <a16:creationId xmlns:a16="http://schemas.microsoft.com/office/drawing/2014/main" id="{F436EF4E-8243-25FF-023A-EBA23E814B2A}"/>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B14BDE4-840A-4586-B946-2B3474FE743E}" type="slidenum">
              <a:rPr kumimoji="0" lang="en-US" sz="1200" b="0" i="0" u="none" strike="noStrike" kern="1200" cap="none" spc="0" normalizeH="0" baseline="0" noProof="0" smtClean="0">
                <a:ln>
                  <a:noFill/>
                </a:ln>
                <a:solidFill>
                  <a:srgbClr val="2C3846">
                    <a:tint val="75000"/>
                  </a:srgbClr>
                </a:solidFill>
                <a:effectLst/>
                <a:uLnTx/>
                <a:uFillTx/>
                <a:latin typeface="Calibri" panose="020F0502020204030204" pitchFamily="34" charset="0"/>
                <a:ea typeface="+mn-ea"/>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srgbClr val="2C3846">
                  <a:tint val="75000"/>
                </a:srgbClr>
              </a:solidFill>
              <a:effectLst/>
              <a:uLnTx/>
              <a:uFillTx/>
              <a:latin typeface="Calibri" panose="020F0502020204030204" pitchFamily="34" charset="0"/>
              <a:ea typeface="+mn-ea"/>
              <a:cs typeface="Calibri" panose="020F0502020204030204" pitchFamily="34" charset="0"/>
              <a:sym typeface="Calibri" panose="020F0502020204030204" pitchFamily="34" charset="0"/>
            </a:endParaRPr>
          </a:p>
        </p:txBody>
      </p:sp>
      <p:sp>
        <p:nvSpPr>
          <p:cNvPr id="21" name="Google Shape;8696;p128">
            <a:extLst>
              <a:ext uri="{FF2B5EF4-FFF2-40B4-BE49-F238E27FC236}">
                <a16:creationId xmlns:a16="http://schemas.microsoft.com/office/drawing/2014/main" id="{74BCF65A-A445-5756-FA53-8883E67C1499}"/>
              </a:ext>
            </a:extLst>
          </p:cNvPr>
          <p:cNvSpPr/>
          <p:nvPr/>
        </p:nvSpPr>
        <p:spPr>
          <a:xfrm>
            <a:off x="1371656" y="1320687"/>
            <a:ext cx="1642478" cy="627442"/>
          </a:xfrm>
          <a:prstGeom prst="rect">
            <a:avLst/>
          </a:prstGeom>
          <a:solidFill>
            <a:srgbClr val="206971"/>
          </a:solidFill>
          <a:ln>
            <a:noFill/>
          </a:ln>
        </p:spPr>
        <p:txBody>
          <a:bodyPr spcFirstLastPara="1" wrap="square" lIns="45720" tIns="45700" rIns="91425" bIns="45700" anchor="ctr" anchorCtr="0">
            <a:noAutofit/>
          </a:bodyPr>
          <a:lstStyle/>
          <a:p>
            <a:pPr marL="0" marR="0" lvl="0" indent="0" rtl="0">
              <a:lnSpc>
                <a:spcPct val="100000"/>
              </a:lnSpc>
              <a:spcBef>
                <a:spcPts val="0"/>
              </a:spcBef>
              <a:spcAft>
                <a:spcPts val="0"/>
              </a:spcAft>
              <a:buClr>
                <a:srgbClr val="FFFFFF"/>
              </a:buClr>
              <a:buSzPts val="1400"/>
              <a:buFont typeface="Arial"/>
              <a:buNone/>
            </a:pPr>
            <a:r>
              <a:rPr lang="en-US" sz="1200" b="1" i="0" u="none" strike="noStrike" cap="none">
                <a:solidFill>
                  <a:srgbClr val="FFFFFF"/>
                </a:solidFill>
                <a:latin typeface="Calibri Body"/>
                <a:ea typeface="Arial"/>
                <a:cs typeface="Arial"/>
                <a:sym typeface="Arial"/>
              </a:rPr>
              <a:t>Initiative</a:t>
            </a:r>
            <a:endParaRPr lang="en-US" sz="1200" b="1" i="0" u="none" strike="noStrike" cap="none">
              <a:solidFill>
                <a:srgbClr val="000000"/>
              </a:solidFill>
              <a:latin typeface="Calibri Body"/>
              <a:ea typeface="Arial"/>
              <a:cs typeface="Arial"/>
            </a:endParaRPr>
          </a:p>
        </p:txBody>
      </p:sp>
      <p:sp>
        <p:nvSpPr>
          <p:cNvPr id="22" name="Google Shape;8698;p128">
            <a:extLst>
              <a:ext uri="{FF2B5EF4-FFF2-40B4-BE49-F238E27FC236}">
                <a16:creationId xmlns:a16="http://schemas.microsoft.com/office/drawing/2014/main" id="{E7F31E29-AA07-BB49-76CA-BE9AC9705F90}"/>
              </a:ext>
            </a:extLst>
          </p:cNvPr>
          <p:cNvSpPr/>
          <p:nvPr/>
        </p:nvSpPr>
        <p:spPr>
          <a:xfrm>
            <a:off x="559224" y="1320687"/>
            <a:ext cx="737948" cy="622413"/>
          </a:xfrm>
          <a:prstGeom prst="rect">
            <a:avLst/>
          </a:prstGeom>
          <a:solidFill>
            <a:srgbClr val="206971"/>
          </a:solidFill>
          <a:ln>
            <a:noFill/>
          </a:ln>
        </p:spPr>
        <p:txBody>
          <a:bodyPr spcFirstLastPara="1" wrap="square" lIns="36000" tIns="36000" rIns="36000" bIns="36000" anchor="ctr" anchorCtr="0">
            <a:noAutofit/>
          </a:bodyPr>
          <a:lstStyle/>
          <a:p>
            <a:pPr marL="0" marR="0" lvl="0" indent="0" algn="ctr" rtl="0">
              <a:lnSpc>
                <a:spcPct val="100000"/>
              </a:lnSpc>
              <a:spcBef>
                <a:spcPts val="0"/>
              </a:spcBef>
              <a:spcAft>
                <a:spcPts val="0"/>
              </a:spcAft>
              <a:buClr>
                <a:srgbClr val="FFFFFF"/>
              </a:buClr>
              <a:buSzPts val="1400"/>
              <a:buFont typeface="Arial"/>
              <a:buNone/>
            </a:pPr>
            <a:r>
              <a:rPr lang="en-US" sz="1200" b="1" i="0" u="none" strike="noStrike" cap="none">
                <a:solidFill>
                  <a:srgbClr val="FFFFFF"/>
                </a:solidFill>
                <a:latin typeface="Calibri Body"/>
                <a:ea typeface="Arial"/>
                <a:cs typeface="Arial"/>
                <a:sym typeface="Arial"/>
              </a:rPr>
              <a:t>Category</a:t>
            </a:r>
            <a:endParaRPr lang="en-US" sz="1200" b="1" i="0" u="none" strike="noStrike" cap="none">
              <a:solidFill>
                <a:srgbClr val="FFFFFF"/>
              </a:solidFill>
              <a:latin typeface="Calibri Body"/>
              <a:ea typeface="Arial"/>
              <a:cs typeface="Arial"/>
            </a:endParaRPr>
          </a:p>
        </p:txBody>
      </p:sp>
      <p:sp>
        <p:nvSpPr>
          <p:cNvPr id="23" name="Google Shape;8696;p128">
            <a:extLst>
              <a:ext uri="{FF2B5EF4-FFF2-40B4-BE49-F238E27FC236}">
                <a16:creationId xmlns:a16="http://schemas.microsoft.com/office/drawing/2014/main" id="{6BBD773F-DF2F-7F10-37ED-6339446E76FB}"/>
              </a:ext>
            </a:extLst>
          </p:cNvPr>
          <p:cNvSpPr/>
          <p:nvPr/>
        </p:nvSpPr>
        <p:spPr>
          <a:xfrm>
            <a:off x="3103970" y="1320687"/>
            <a:ext cx="4317060" cy="619968"/>
          </a:xfrm>
          <a:prstGeom prst="rect">
            <a:avLst/>
          </a:prstGeom>
          <a:solidFill>
            <a:srgbClr val="20697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400"/>
              <a:buFont typeface="Arial"/>
              <a:buNone/>
            </a:pPr>
            <a:r>
              <a:rPr lang="en-US" sz="1200" b="1" i="0" u="none" strike="noStrike" cap="none">
                <a:solidFill>
                  <a:srgbClr val="FFFFFF"/>
                </a:solidFill>
                <a:latin typeface="Calibri Body"/>
                <a:ea typeface="Arial"/>
                <a:cs typeface="Arial"/>
                <a:sym typeface="Arial"/>
              </a:rPr>
              <a:t>Buil</a:t>
            </a:r>
            <a:r>
              <a:rPr lang="en-US" sz="1200" b="1">
                <a:solidFill>
                  <a:srgbClr val="FFFFFF"/>
                </a:solidFill>
                <a:latin typeface="Calibri Body"/>
                <a:ea typeface="Arial"/>
                <a:cs typeface="Arial"/>
                <a:sym typeface="Arial"/>
              </a:rPr>
              <a:t>ding blocks to execute the initiative</a:t>
            </a:r>
            <a:endParaRPr lang="en-US" sz="1200" b="1" i="0" u="none" strike="noStrike" cap="none">
              <a:solidFill>
                <a:srgbClr val="000000"/>
              </a:solidFill>
              <a:latin typeface="Calibri Body"/>
              <a:ea typeface="Arial"/>
              <a:cs typeface="Arial"/>
            </a:endParaRPr>
          </a:p>
        </p:txBody>
      </p:sp>
      <p:sp>
        <p:nvSpPr>
          <p:cNvPr id="24" name="Google Shape;8696;p128">
            <a:extLst>
              <a:ext uri="{FF2B5EF4-FFF2-40B4-BE49-F238E27FC236}">
                <a16:creationId xmlns:a16="http://schemas.microsoft.com/office/drawing/2014/main" id="{0F11AFAB-3680-9F63-3F91-C5850A3974F9}"/>
              </a:ext>
            </a:extLst>
          </p:cNvPr>
          <p:cNvSpPr/>
          <p:nvPr/>
        </p:nvSpPr>
        <p:spPr>
          <a:xfrm>
            <a:off x="7543886" y="1320687"/>
            <a:ext cx="935481" cy="627442"/>
          </a:xfrm>
          <a:prstGeom prst="rect">
            <a:avLst/>
          </a:prstGeom>
          <a:solidFill>
            <a:srgbClr val="206971"/>
          </a:solidFill>
          <a:ln>
            <a:noFill/>
          </a:ln>
        </p:spPr>
        <p:txBody>
          <a:bodyPr spcFirstLastPara="1" wrap="square" lIns="91425" tIns="45700" rIns="91425" bIns="45700" anchor="ctr" anchorCtr="0">
            <a:noAutofit/>
          </a:bodyPr>
          <a:lstStyle/>
          <a:p>
            <a:pPr algn="ctr">
              <a:lnSpc>
                <a:spcPts val="1400"/>
              </a:lnSpc>
              <a:buClr>
                <a:srgbClr val="FFFFFF"/>
              </a:buClr>
              <a:buSzPts val="1400"/>
            </a:pPr>
            <a:r>
              <a:rPr lang="en-US" sz="1200" b="1">
                <a:solidFill>
                  <a:srgbClr val="FFFFFF"/>
                </a:solidFill>
                <a:latin typeface="Calibri Body"/>
                <a:ea typeface="Arial"/>
                <a:cs typeface="Arial"/>
                <a:sym typeface="Arial"/>
              </a:rPr>
              <a:t>Additional CapEx</a:t>
            </a:r>
            <a:endParaRPr lang="en-US" sz="1200" b="1" i="0" u="none" strike="noStrike" cap="none">
              <a:solidFill>
                <a:srgbClr val="FFFFFF"/>
              </a:solidFill>
              <a:latin typeface="Calibri Body"/>
              <a:ea typeface="Arial"/>
              <a:cs typeface="Arial"/>
            </a:endParaRPr>
          </a:p>
        </p:txBody>
      </p:sp>
      <p:sp>
        <p:nvSpPr>
          <p:cNvPr id="37" name="Google Shape;8696;p128">
            <a:extLst>
              <a:ext uri="{FF2B5EF4-FFF2-40B4-BE49-F238E27FC236}">
                <a16:creationId xmlns:a16="http://schemas.microsoft.com/office/drawing/2014/main" id="{DA6B29C3-8A45-4F02-BE1A-30E392BE5CD7}"/>
              </a:ext>
            </a:extLst>
          </p:cNvPr>
          <p:cNvSpPr/>
          <p:nvPr/>
        </p:nvSpPr>
        <p:spPr>
          <a:xfrm>
            <a:off x="8602223" y="1320687"/>
            <a:ext cx="808218" cy="619968"/>
          </a:xfrm>
          <a:prstGeom prst="rect">
            <a:avLst/>
          </a:prstGeom>
          <a:solidFill>
            <a:srgbClr val="206971"/>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a:solidFill>
                  <a:srgbClr val="FFFFFF"/>
                </a:solidFill>
                <a:latin typeface="Calibri Body"/>
                <a:ea typeface="Arial"/>
                <a:cs typeface="Arial"/>
                <a:sym typeface="Arial"/>
              </a:rPr>
              <a:t>Timeline</a:t>
            </a:r>
            <a:endParaRPr lang="en-US" sz="1200" b="1" i="0" u="none" strike="noStrike" cap="none">
              <a:solidFill>
                <a:srgbClr val="000000"/>
              </a:solidFill>
              <a:latin typeface="Calibri Body"/>
              <a:ea typeface="Arial"/>
              <a:cs typeface="Arial"/>
            </a:endParaRPr>
          </a:p>
        </p:txBody>
      </p:sp>
      <p:sp>
        <p:nvSpPr>
          <p:cNvPr id="112" name="Google Shape;8684;p128">
            <a:extLst>
              <a:ext uri="{FF2B5EF4-FFF2-40B4-BE49-F238E27FC236}">
                <a16:creationId xmlns:a16="http://schemas.microsoft.com/office/drawing/2014/main" id="{9D9EAED8-5643-7B2A-1918-3E3B9C9A32BB}"/>
              </a:ext>
            </a:extLst>
          </p:cNvPr>
          <p:cNvSpPr/>
          <p:nvPr/>
        </p:nvSpPr>
        <p:spPr>
          <a:xfrm>
            <a:off x="559224" y="2077637"/>
            <a:ext cx="737948" cy="1656097"/>
          </a:xfrm>
          <a:prstGeom prst="rect">
            <a:avLst/>
          </a:prstGeom>
          <a:solidFill>
            <a:srgbClr val="17B2AF"/>
          </a:solidFill>
          <a:ln>
            <a:noFill/>
          </a:ln>
        </p:spPr>
        <p:txBody>
          <a:bodyPr spcFirstLastPara="1" wrap="square" lIns="36000" tIns="36000" rIns="36000" bIns="360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a:solidFill>
                  <a:schemeClr val="bg1"/>
                </a:solidFill>
                <a:latin typeface="Calibri Body"/>
                <a:ea typeface="Arial"/>
                <a:cs typeface="Arial"/>
                <a:sym typeface="Arial"/>
              </a:rPr>
              <a:t>Core Adjacency</a:t>
            </a:r>
            <a:endParaRPr lang="en-US" sz="1000" b="0" i="0" u="none" strike="noStrike" cap="none">
              <a:solidFill>
                <a:schemeClr val="bg1"/>
              </a:solidFill>
              <a:latin typeface="Calibri Body"/>
              <a:ea typeface="Arial"/>
              <a:cs typeface="Arial"/>
              <a:sym typeface="Arial"/>
            </a:endParaRPr>
          </a:p>
        </p:txBody>
      </p:sp>
      <p:grpSp>
        <p:nvGrpSpPr>
          <p:cNvPr id="31" name="Group 30">
            <a:extLst>
              <a:ext uri="{FF2B5EF4-FFF2-40B4-BE49-F238E27FC236}">
                <a16:creationId xmlns:a16="http://schemas.microsoft.com/office/drawing/2014/main" id="{B1AE749B-C643-6DCF-3C9A-A224961348E1}"/>
              </a:ext>
            </a:extLst>
          </p:cNvPr>
          <p:cNvGrpSpPr/>
          <p:nvPr/>
        </p:nvGrpSpPr>
        <p:grpSpPr>
          <a:xfrm>
            <a:off x="1371654" y="2077636"/>
            <a:ext cx="6049380" cy="475488"/>
            <a:chOff x="1371654" y="3055314"/>
            <a:chExt cx="6049380" cy="475488"/>
          </a:xfrm>
        </p:grpSpPr>
        <p:sp>
          <p:nvSpPr>
            <p:cNvPr id="110" name="Google Shape;8671;p128">
              <a:extLst>
                <a:ext uri="{FF2B5EF4-FFF2-40B4-BE49-F238E27FC236}">
                  <a16:creationId xmlns:a16="http://schemas.microsoft.com/office/drawing/2014/main" id="{F185B421-6A65-EB67-A88E-56499A962193}"/>
                </a:ext>
              </a:extLst>
            </p:cNvPr>
            <p:cNvSpPr txBox="1"/>
            <p:nvPr/>
          </p:nvSpPr>
          <p:spPr>
            <a:xfrm>
              <a:off x="3103970" y="3055314"/>
              <a:ext cx="1188630" cy="475488"/>
            </a:xfrm>
            <a:prstGeom prst="rect">
              <a:avLst/>
            </a:prstGeom>
            <a:solidFill>
              <a:schemeClr val="bg1">
                <a:lumMod val="95000"/>
              </a:scheme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200" b="0" i="0" u="none" strike="noStrike" cap="none">
                  <a:solidFill>
                    <a:srgbClr val="000000"/>
                  </a:solidFill>
                  <a:latin typeface="Calibri Body"/>
                  <a:ea typeface="Arial"/>
                  <a:cs typeface="Arial"/>
                  <a:sym typeface="Arial"/>
                </a:rPr>
                <a:t>Polyclinic referrals</a:t>
              </a:r>
              <a:endParaRPr sz="1200" b="0" i="0" u="none" strike="noStrike" cap="none">
                <a:solidFill>
                  <a:srgbClr val="000000"/>
                </a:solidFill>
                <a:latin typeface="Calibri Body"/>
                <a:ea typeface="Arial"/>
                <a:cs typeface="Arial"/>
                <a:sym typeface="Arial"/>
              </a:endParaRPr>
            </a:p>
          </p:txBody>
        </p:sp>
        <p:sp>
          <p:nvSpPr>
            <p:cNvPr id="176" name="TextBox 175">
              <a:extLst>
                <a:ext uri="{FF2B5EF4-FFF2-40B4-BE49-F238E27FC236}">
                  <a16:creationId xmlns:a16="http://schemas.microsoft.com/office/drawing/2014/main" id="{F5C265CA-B862-8BA4-1605-C274BEF470BE}"/>
                </a:ext>
              </a:extLst>
            </p:cNvPr>
            <p:cNvSpPr txBox="1"/>
            <p:nvPr/>
          </p:nvSpPr>
          <p:spPr>
            <a:xfrm>
              <a:off x="4366020" y="3055314"/>
              <a:ext cx="3055014" cy="475488"/>
            </a:xfrm>
            <a:prstGeom prst="rect">
              <a:avLst/>
            </a:prstGeom>
            <a:noFill/>
            <a:ln>
              <a:solidFill>
                <a:schemeClr val="tx1"/>
              </a:solidFill>
              <a:prstDash val="dash"/>
            </a:ln>
          </p:spPr>
          <p:txBody>
            <a:bodyPr wrap="square" anchor="ctr">
              <a:noAutofit/>
            </a:bodyPr>
            <a:lstStyle/>
            <a:p>
              <a:r>
                <a:rPr lang="en-US" sz="1200" i="1"/>
                <a:t>Clinics with limited in-house capability to conduct diagnostics through Oncoclinics</a:t>
              </a:r>
            </a:p>
          </p:txBody>
        </p:sp>
        <p:sp>
          <p:nvSpPr>
            <p:cNvPr id="111" name="Google Shape;8680;p128">
              <a:extLst>
                <a:ext uri="{FF2B5EF4-FFF2-40B4-BE49-F238E27FC236}">
                  <a16:creationId xmlns:a16="http://schemas.microsoft.com/office/drawing/2014/main" id="{DBEAC07B-8162-848D-81D4-984CB1A6FFE6}"/>
                </a:ext>
              </a:extLst>
            </p:cNvPr>
            <p:cNvSpPr/>
            <p:nvPr/>
          </p:nvSpPr>
          <p:spPr>
            <a:xfrm>
              <a:off x="1371654" y="3055314"/>
              <a:ext cx="1642480" cy="475488"/>
            </a:xfrm>
            <a:prstGeom prst="rect">
              <a:avLst/>
            </a:prstGeom>
            <a:solidFill>
              <a:srgbClr val="E2F0D9"/>
            </a:solidFill>
            <a:ln>
              <a:noFill/>
            </a:ln>
          </p:spPr>
          <p:txBody>
            <a:bodyPr spcFirstLastPara="1" wrap="square" lIns="45720" tIns="45700" rIns="0" bIns="45700" anchor="ctr" anchorCtr="0">
              <a:noAutofit/>
            </a:bodyPr>
            <a:lstStyle/>
            <a:p>
              <a:pPr marL="0" marR="0" lvl="0" indent="0" rtl="0">
                <a:lnSpc>
                  <a:spcPct val="100000"/>
                </a:lnSpc>
                <a:spcBef>
                  <a:spcPts val="0"/>
                </a:spcBef>
                <a:spcAft>
                  <a:spcPts val="0"/>
                </a:spcAft>
                <a:buClr>
                  <a:srgbClr val="000000"/>
                </a:buClr>
                <a:buSzPts val="1100"/>
                <a:buFont typeface="Arial"/>
                <a:buNone/>
              </a:pPr>
              <a:r>
                <a:rPr lang="en-US" sz="1050" b="1" i="0" u="none" strike="noStrike" cap="none">
                  <a:solidFill>
                    <a:srgbClr val="000000"/>
                  </a:solidFill>
                  <a:latin typeface="Calibri Body"/>
                  <a:ea typeface="Arial"/>
                  <a:cs typeface="Arial"/>
                  <a:sym typeface="Arial"/>
                </a:rPr>
                <a:t>Non-oncology diagnostics</a:t>
              </a:r>
              <a:endParaRPr sz="1050" b="1" i="0" u="none" strike="noStrike" cap="none">
                <a:solidFill>
                  <a:srgbClr val="000000"/>
                </a:solidFill>
                <a:latin typeface="Calibri Body"/>
                <a:ea typeface="Arial"/>
                <a:cs typeface="Arial"/>
                <a:sym typeface="Arial"/>
              </a:endParaRPr>
            </a:p>
          </p:txBody>
        </p:sp>
      </p:grpSp>
      <p:grpSp>
        <p:nvGrpSpPr>
          <p:cNvPr id="30" name="Group 29">
            <a:extLst>
              <a:ext uri="{FF2B5EF4-FFF2-40B4-BE49-F238E27FC236}">
                <a16:creationId xmlns:a16="http://schemas.microsoft.com/office/drawing/2014/main" id="{9060783D-3BDC-848E-771D-810E99D7BBB1}"/>
              </a:ext>
            </a:extLst>
          </p:cNvPr>
          <p:cNvGrpSpPr/>
          <p:nvPr/>
        </p:nvGrpSpPr>
        <p:grpSpPr>
          <a:xfrm>
            <a:off x="1371654" y="2667941"/>
            <a:ext cx="6049379" cy="475488"/>
            <a:chOff x="1371654" y="3643632"/>
            <a:chExt cx="6049379" cy="475488"/>
          </a:xfrm>
        </p:grpSpPr>
        <p:sp>
          <p:nvSpPr>
            <p:cNvPr id="113" name="Google Shape;8671;p128">
              <a:extLst>
                <a:ext uri="{FF2B5EF4-FFF2-40B4-BE49-F238E27FC236}">
                  <a16:creationId xmlns:a16="http://schemas.microsoft.com/office/drawing/2014/main" id="{734B5233-4750-F40C-3021-67825B9CB19A}"/>
                </a:ext>
              </a:extLst>
            </p:cNvPr>
            <p:cNvSpPr txBox="1"/>
            <p:nvPr/>
          </p:nvSpPr>
          <p:spPr>
            <a:xfrm>
              <a:off x="3103970" y="3643632"/>
              <a:ext cx="2123350" cy="475488"/>
            </a:xfrm>
            <a:prstGeom prst="rect">
              <a:avLst/>
            </a:prstGeom>
            <a:solidFill>
              <a:schemeClr val="bg1">
                <a:lumMod val="95000"/>
              </a:scheme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200">
                  <a:solidFill>
                    <a:srgbClr val="000000"/>
                  </a:solidFill>
                  <a:latin typeface="Calibri Body"/>
                  <a:ea typeface="Arial"/>
                  <a:cs typeface="Arial"/>
                  <a:sym typeface="Arial"/>
                </a:rPr>
                <a:t>Insourcing Hematology doctors </a:t>
              </a:r>
              <a:endParaRPr sz="1200" b="0" i="0" u="none" strike="noStrike" cap="none">
                <a:solidFill>
                  <a:srgbClr val="000000"/>
                </a:solidFill>
                <a:latin typeface="Calibri Body"/>
                <a:ea typeface="Arial"/>
                <a:cs typeface="Arial"/>
                <a:sym typeface="Arial"/>
              </a:endParaRPr>
            </a:p>
          </p:txBody>
        </p:sp>
        <p:sp>
          <p:nvSpPr>
            <p:cNvPr id="115" name="Google Shape;8671;p128">
              <a:extLst>
                <a:ext uri="{FF2B5EF4-FFF2-40B4-BE49-F238E27FC236}">
                  <a16:creationId xmlns:a16="http://schemas.microsoft.com/office/drawing/2014/main" id="{BAEE7A8D-4D87-44E1-ECAB-300A5A228EDF}"/>
                </a:ext>
              </a:extLst>
            </p:cNvPr>
            <p:cNvSpPr txBox="1"/>
            <p:nvPr/>
          </p:nvSpPr>
          <p:spPr>
            <a:xfrm>
              <a:off x="5317156" y="3643632"/>
              <a:ext cx="2103877" cy="475488"/>
            </a:xfrm>
            <a:prstGeom prst="rect">
              <a:avLst/>
            </a:prstGeom>
            <a:solidFill>
              <a:schemeClr val="bg1">
                <a:lumMod val="95000"/>
              </a:scheme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200">
                  <a:solidFill>
                    <a:srgbClr val="000000"/>
                  </a:solidFill>
                  <a:latin typeface="Calibri Body"/>
                  <a:ea typeface="Arial"/>
                  <a:cs typeface="Arial"/>
                  <a:sym typeface="Arial"/>
                </a:rPr>
                <a:t>Polyclinics/hospital referrals </a:t>
              </a:r>
              <a:endParaRPr lang="en-US" sz="1200" b="0" i="0" u="none" strike="noStrike" cap="none">
                <a:solidFill>
                  <a:srgbClr val="000000"/>
                </a:solidFill>
                <a:latin typeface="Calibri Body"/>
                <a:ea typeface="Arial"/>
                <a:cs typeface="Arial"/>
                <a:sym typeface="Arial"/>
              </a:endParaRPr>
            </a:p>
          </p:txBody>
        </p:sp>
        <p:sp>
          <p:nvSpPr>
            <p:cNvPr id="114" name="Google Shape;8680;p128">
              <a:extLst>
                <a:ext uri="{FF2B5EF4-FFF2-40B4-BE49-F238E27FC236}">
                  <a16:creationId xmlns:a16="http://schemas.microsoft.com/office/drawing/2014/main" id="{8DD067A9-ED5F-400D-4F56-274500A326E3}"/>
                </a:ext>
              </a:extLst>
            </p:cNvPr>
            <p:cNvSpPr/>
            <p:nvPr/>
          </p:nvSpPr>
          <p:spPr>
            <a:xfrm>
              <a:off x="1371654" y="3643632"/>
              <a:ext cx="1642480" cy="475488"/>
            </a:xfrm>
            <a:prstGeom prst="rect">
              <a:avLst/>
            </a:prstGeom>
            <a:solidFill>
              <a:srgbClr val="E2F0D9"/>
            </a:solidFill>
            <a:ln>
              <a:noFill/>
            </a:ln>
          </p:spPr>
          <p:txBody>
            <a:bodyPr spcFirstLastPara="1" wrap="square" lIns="45720" tIns="45700" rIns="0" bIns="45700" anchor="ctr" anchorCtr="0">
              <a:noAutofit/>
            </a:bodyPr>
            <a:lstStyle/>
            <a:p>
              <a:pPr marL="0" marR="0" lvl="0" indent="0" rtl="0">
                <a:lnSpc>
                  <a:spcPct val="100000"/>
                </a:lnSpc>
                <a:spcBef>
                  <a:spcPts val="0"/>
                </a:spcBef>
                <a:spcAft>
                  <a:spcPts val="0"/>
                </a:spcAft>
                <a:buClr>
                  <a:srgbClr val="000000"/>
                </a:buClr>
                <a:buSzPts val="1100"/>
                <a:buFont typeface="Arial"/>
                <a:buNone/>
              </a:pPr>
              <a:r>
                <a:rPr lang="en-US" sz="1050" b="1" i="0" u="none" strike="noStrike" cap="none">
                  <a:solidFill>
                    <a:srgbClr val="000000"/>
                  </a:solidFill>
                  <a:latin typeface="Calibri Body"/>
                  <a:ea typeface="Arial"/>
                  <a:cs typeface="Arial"/>
                  <a:sym typeface="Arial"/>
                </a:rPr>
                <a:t>Supportive Care &amp; Non-Oncology infusions</a:t>
              </a:r>
              <a:r>
                <a:rPr lang="en-US" sz="1050" i="0" u="none" strike="noStrike" cap="none">
                  <a:solidFill>
                    <a:srgbClr val="000000"/>
                  </a:solidFill>
                  <a:latin typeface="Calibri Body"/>
                  <a:ea typeface="Arial"/>
                  <a:cs typeface="Arial"/>
                  <a:sym typeface="Arial"/>
                </a:rPr>
                <a:t> (Chronic diseases)</a:t>
              </a:r>
            </a:p>
          </p:txBody>
        </p:sp>
      </p:grpSp>
      <p:grpSp>
        <p:nvGrpSpPr>
          <p:cNvPr id="29" name="Group 28">
            <a:extLst>
              <a:ext uri="{FF2B5EF4-FFF2-40B4-BE49-F238E27FC236}">
                <a16:creationId xmlns:a16="http://schemas.microsoft.com/office/drawing/2014/main" id="{3DF109E1-272D-08D2-CB5A-3964C4574F0F}"/>
              </a:ext>
            </a:extLst>
          </p:cNvPr>
          <p:cNvGrpSpPr/>
          <p:nvPr/>
        </p:nvGrpSpPr>
        <p:grpSpPr>
          <a:xfrm>
            <a:off x="1371654" y="3258246"/>
            <a:ext cx="6049379" cy="475488"/>
            <a:chOff x="1371654" y="4200485"/>
            <a:chExt cx="6049379" cy="475488"/>
          </a:xfrm>
        </p:grpSpPr>
        <p:sp>
          <p:nvSpPr>
            <p:cNvPr id="122" name="Google Shape;8671;p128">
              <a:extLst>
                <a:ext uri="{FF2B5EF4-FFF2-40B4-BE49-F238E27FC236}">
                  <a16:creationId xmlns:a16="http://schemas.microsoft.com/office/drawing/2014/main" id="{9CFC795E-0F2C-B064-9FBE-84FC8B08971F}"/>
                </a:ext>
              </a:extLst>
            </p:cNvPr>
            <p:cNvSpPr txBox="1"/>
            <p:nvPr/>
          </p:nvSpPr>
          <p:spPr>
            <a:xfrm>
              <a:off x="3103970" y="4200485"/>
              <a:ext cx="2123350" cy="475488"/>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en-US" sz="1200">
                  <a:latin typeface="Calibri Body"/>
                  <a:cs typeface="Arial"/>
                  <a:sym typeface="Arial"/>
                </a:rPr>
                <a:t>Test capability through partnership with third parties </a:t>
              </a:r>
              <a:endParaRPr lang="en-US"/>
            </a:p>
          </p:txBody>
        </p:sp>
        <p:sp>
          <p:nvSpPr>
            <p:cNvPr id="124" name="Google Shape;8671;p128">
              <a:extLst>
                <a:ext uri="{FF2B5EF4-FFF2-40B4-BE49-F238E27FC236}">
                  <a16:creationId xmlns:a16="http://schemas.microsoft.com/office/drawing/2014/main" id="{4BE1DD34-A61F-EBF6-79ED-54080FD44D88}"/>
                </a:ext>
              </a:extLst>
            </p:cNvPr>
            <p:cNvSpPr txBox="1"/>
            <p:nvPr/>
          </p:nvSpPr>
          <p:spPr>
            <a:xfrm>
              <a:off x="5317156" y="4200485"/>
              <a:ext cx="2103877" cy="475488"/>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en-US" sz="1200">
                  <a:ea typeface="+mn-lt"/>
                  <a:cs typeface="+mn-lt"/>
                  <a:sym typeface="Arial"/>
                </a:rPr>
                <a:t>B2B Sales Capability </a:t>
              </a:r>
              <a:endParaRPr lang="en-US">
                <a:ea typeface="+mn-lt"/>
                <a:cs typeface="+mn-lt"/>
              </a:endParaRPr>
            </a:p>
          </p:txBody>
        </p:sp>
        <p:sp>
          <p:nvSpPr>
            <p:cNvPr id="123" name="Google Shape;8680;p128">
              <a:extLst>
                <a:ext uri="{FF2B5EF4-FFF2-40B4-BE49-F238E27FC236}">
                  <a16:creationId xmlns:a16="http://schemas.microsoft.com/office/drawing/2014/main" id="{8090C75B-7509-9ED1-E471-F27375D29D00}"/>
                </a:ext>
              </a:extLst>
            </p:cNvPr>
            <p:cNvSpPr/>
            <p:nvPr/>
          </p:nvSpPr>
          <p:spPr>
            <a:xfrm>
              <a:off x="1371654" y="4200485"/>
              <a:ext cx="1642480" cy="475488"/>
            </a:xfrm>
            <a:prstGeom prst="rect">
              <a:avLst/>
            </a:prstGeom>
            <a:solidFill>
              <a:srgbClr val="E2F0D9"/>
            </a:solidFill>
            <a:ln>
              <a:noFill/>
            </a:ln>
          </p:spPr>
          <p:txBody>
            <a:bodyPr spcFirstLastPara="1" wrap="square" lIns="45720" tIns="45700" rIns="0" bIns="45700" anchor="ctr" anchorCtr="0">
              <a:noAutofit/>
            </a:bodyPr>
            <a:lstStyle/>
            <a:p>
              <a:pPr marL="0" marR="0" lvl="0" indent="0" rtl="0">
                <a:lnSpc>
                  <a:spcPct val="100000"/>
                </a:lnSpc>
                <a:spcBef>
                  <a:spcPts val="0"/>
                </a:spcBef>
                <a:spcAft>
                  <a:spcPts val="0"/>
                </a:spcAft>
                <a:buClr>
                  <a:srgbClr val="000000"/>
                </a:buClr>
                <a:buSzPts val="1100"/>
                <a:buFont typeface="Arial"/>
                <a:buNone/>
              </a:pPr>
              <a:r>
                <a:rPr lang="en-US" sz="1050" b="1" i="0" u="none" strike="noStrike" cap="none">
                  <a:solidFill>
                    <a:srgbClr val="000000"/>
                  </a:solidFill>
                  <a:latin typeface="Calibri Body"/>
                  <a:ea typeface="Arial"/>
                  <a:cs typeface="Arial"/>
                  <a:sym typeface="Arial"/>
                </a:rPr>
                <a:t>Preventive Care </a:t>
              </a:r>
              <a:r>
                <a:rPr lang="en-US" sz="1050" i="0" u="none" strike="noStrike" cap="none">
                  <a:solidFill>
                    <a:srgbClr val="000000"/>
                  </a:solidFill>
                  <a:latin typeface="Calibri Body"/>
                  <a:ea typeface="Arial"/>
                  <a:cs typeface="Arial"/>
                  <a:sym typeface="Arial"/>
                </a:rPr>
                <a:t>(corporate screening packages)</a:t>
              </a:r>
              <a:r>
                <a:rPr lang="en-US" sz="1050" i="0" u="none" strike="noStrike" cap="none" baseline="30000">
                  <a:solidFill>
                    <a:srgbClr val="000000"/>
                  </a:solidFill>
                  <a:latin typeface="Calibri Body"/>
                  <a:ea typeface="Arial"/>
                  <a:cs typeface="Arial"/>
                  <a:sym typeface="Arial"/>
                </a:rPr>
                <a:t>1</a:t>
              </a:r>
            </a:p>
          </p:txBody>
        </p:sp>
      </p:grpSp>
      <p:sp>
        <p:nvSpPr>
          <p:cNvPr id="39" name="Google Shape;8696;p128">
            <a:extLst>
              <a:ext uri="{FF2B5EF4-FFF2-40B4-BE49-F238E27FC236}">
                <a16:creationId xmlns:a16="http://schemas.microsoft.com/office/drawing/2014/main" id="{7A82EDA2-8D7C-1264-D481-836FF642EA10}"/>
              </a:ext>
            </a:extLst>
          </p:cNvPr>
          <p:cNvSpPr/>
          <p:nvPr/>
        </p:nvSpPr>
        <p:spPr>
          <a:xfrm>
            <a:off x="7543886" y="3256204"/>
            <a:ext cx="935481" cy="470844"/>
          </a:xfrm>
          <a:prstGeom prst="rect">
            <a:avLst/>
          </a:prstGeom>
          <a:solidFill>
            <a:schemeClr val="accent6">
              <a:lumMod val="20000"/>
              <a:lumOff val="80000"/>
            </a:schemeClr>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Low</a:t>
            </a:r>
          </a:p>
        </p:txBody>
      </p:sp>
      <p:sp>
        <p:nvSpPr>
          <p:cNvPr id="40" name="Google Shape;8696;p128">
            <a:extLst>
              <a:ext uri="{FF2B5EF4-FFF2-40B4-BE49-F238E27FC236}">
                <a16:creationId xmlns:a16="http://schemas.microsoft.com/office/drawing/2014/main" id="{E9DF0669-149C-9078-9693-FBE7D031BCBF}"/>
              </a:ext>
            </a:extLst>
          </p:cNvPr>
          <p:cNvSpPr/>
          <p:nvPr/>
        </p:nvSpPr>
        <p:spPr>
          <a:xfrm>
            <a:off x="7543886" y="2673923"/>
            <a:ext cx="935481" cy="470844"/>
          </a:xfrm>
          <a:prstGeom prst="rect">
            <a:avLst/>
          </a:prstGeom>
          <a:solidFill>
            <a:schemeClr val="accent6">
              <a:lumMod val="20000"/>
              <a:lumOff val="80000"/>
            </a:schemeClr>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Low</a:t>
            </a:r>
          </a:p>
        </p:txBody>
      </p:sp>
      <p:sp>
        <p:nvSpPr>
          <p:cNvPr id="41" name="Google Shape;8696;p128">
            <a:extLst>
              <a:ext uri="{FF2B5EF4-FFF2-40B4-BE49-F238E27FC236}">
                <a16:creationId xmlns:a16="http://schemas.microsoft.com/office/drawing/2014/main" id="{D3F06BEE-21AE-309F-8302-C344668EF834}"/>
              </a:ext>
            </a:extLst>
          </p:cNvPr>
          <p:cNvSpPr/>
          <p:nvPr/>
        </p:nvSpPr>
        <p:spPr>
          <a:xfrm>
            <a:off x="7543886" y="2082280"/>
            <a:ext cx="935481" cy="470844"/>
          </a:xfrm>
          <a:prstGeom prst="rect">
            <a:avLst/>
          </a:prstGeom>
          <a:solidFill>
            <a:schemeClr val="accent6">
              <a:lumMod val="20000"/>
              <a:lumOff val="80000"/>
            </a:schemeClr>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Low</a:t>
            </a:r>
          </a:p>
        </p:txBody>
      </p:sp>
      <p:sp>
        <p:nvSpPr>
          <p:cNvPr id="42" name="Google Shape;8696;p128">
            <a:extLst>
              <a:ext uri="{FF2B5EF4-FFF2-40B4-BE49-F238E27FC236}">
                <a16:creationId xmlns:a16="http://schemas.microsoft.com/office/drawing/2014/main" id="{0BCCEC2A-EB7F-01DF-7675-E20CC301C420}"/>
              </a:ext>
            </a:extLst>
          </p:cNvPr>
          <p:cNvSpPr/>
          <p:nvPr/>
        </p:nvSpPr>
        <p:spPr>
          <a:xfrm>
            <a:off x="9513244" y="1320687"/>
            <a:ext cx="2444193" cy="351295"/>
          </a:xfrm>
          <a:prstGeom prst="rect">
            <a:avLst/>
          </a:prstGeom>
          <a:solidFill>
            <a:srgbClr val="206971"/>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a:solidFill>
                  <a:srgbClr val="FFFFFF"/>
                </a:solidFill>
                <a:latin typeface="Calibri Body"/>
                <a:ea typeface="Arial"/>
                <a:cs typeface="Arial"/>
                <a:sym typeface="Arial"/>
              </a:rPr>
              <a:t>Revenue (SAR Mn)</a:t>
            </a:r>
            <a:r>
              <a:rPr lang="en-US" sz="1200" b="1" baseline="30000">
                <a:solidFill>
                  <a:srgbClr val="FFFFFF"/>
                </a:solidFill>
                <a:latin typeface="Calibri Body"/>
                <a:ea typeface="Arial"/>
                <a:cs typeface="Arial"/>
                <a:sym typeface="Arial"/>
              </a:rPr>
              <a:t>1</a:t>
            </a:r>
            <a:endParaRPr lang="en-US" sz="1200" b="1" i="0" u="none" strike="noStrike" cap="none">
              <a:solidFill>
                <a:srgbClr val="000000"/>
              </a:solidFill>
              <a:latin typeface="Calibri Body"/>
              <a:ea typeface="Arial"/>
              <a:cs typeface="Arial"/>
            </a:endParaRPr>
          </a:p>
        </p:txBody>
      </p:sp>
      <p:sp>
        <p:nvSpPr>
          <p:cNvPr id="44" name="Google Shape;8696;p128">
            <a:extLst>
              <a:ext uri="{FF2B5EF4-FFF2-40B4-BE49-F238E27FC236}">
                <a16:creationId xmlns:a16="http://schemas.microsoft.com/office/drawing/2014/main" id="{ED9A4177-4FDF-EADE-5012-77E85991CC4F}"/>
              </a:ext>
            </a:extLst>
          </p:cNvPr>
          <p:cNvSpPr/>
          <p:nvPr/>
        </p:nvSpPr>
        <p:spPr>
          <a:xfrm>
            <a:off x="9513246" y="1706786"/>
            <a:ext cx="731520" cy="236314"/>
          </a:xfrm>
          <a:prstGeom prst="rect">
            <a:avLst/>
          </a:prstGeom>
          <a:solidFill>
            <a:srgbClr val="17B2AF"/>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000" i="1">
                <a:solidFill>
                  <a:srgbClr val="FFFFFF"/>
                </a:solidFill>
                <a:latin typeface="Calibri Body"/>
                <a:ea typeface="Arial"/>
                <a:cs typeface="Arial"/>
                <a:sym typeface="Arial"/>
              </a:rPr>
              <a:t>2026</a:t>
            </a:r>
            <a:endParaRPr lang="en-US" sz="1000" i="1" u="none" strike="noStrike" cap="none">
              <a:solidFill>
                <a:srgbClr val="000000"/>
              </a:solidFill>
              <a:latin typeface="Calibri Body"/>
              <a:ea typeface="Arial"/>
              <a:cs typeface="Arial"/>
            </a:endParaRPr>
          </a:p>
        </p:txBody>
      </p:sp>
      <p:sp>
        <p:nvSpPr>
          <p:cNvPr id="45" name="Google Shape;8696;p128">
            <a:extLst>
              <a:ext uri="{FF2B5EF4-FFF2-40B4-BE49-F238E27FC236}">
                <a16:creationId xmlns:a16="http://schemas.microsoft.com/office/drawing/2014/main" id="{230540E2-A583-5DAF-89B2-7E44F60DBB51}"/>
              </a:ext>
            </a:extLst>
          </p:cNvPr>
          <p:cNvSpPr/>
          <p:nvPr/>
        </p:nvSpPr>
        <p:spPr>
          <a:xfrm>
            <a:off x="10369581" y="1706786"/>
            <a:ext cx="731520" cy="236314"/>
          </a:xfrm>
          <a:prstGeom prst="rect">
            <a:avLst/>
          </a:prstGeom>
          <a:solidFill>
            <a:srgbClr val="17B2AF"/>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000" i="1">
                <a:solidFill>
                  <a:srgbClr val="FFFFFF"/>
                </a:solidFill>
                <a:latin typeface="Calibri Body"/>
                <a:ea typeface="Arial"/>
                <a:cs typeface="Arial"/>
                <a:sym typeface="Arial"/>
              </a:rPr>
              <a:t>2027</a:t>
            </a:r>
            <a:endParaRPr lang="en-US" sz="1000" i="1" u="none" strike="noStrike" cap="none">
              <a:solidFill>
                <a:srgbClr val="000000"/>
              </a:solidFill>
              <a:latin typeface="Calibri Body"/>
              <a:ea typeface="Arial"/>
              <a:cs typeface="Arial"/>
            </a:endParaRPr>
          </a:p>
        </p:txBody>
      </p:sp>
      <p:sp>
        <p:nvSpPr>
          <p:cNvPr id="46" name="Google Shape;8696;p128">
            <a:extLst>
              <a:ext uri="{FF2B5EF4-FFF2-40B4-BE49-F238E27FC236}">
                <a16:creationId xmlns:a16="http://schemas.microsoft.com/office/drawing/2014/main" id="{8A3E5FCF-51FE-3F84-CB70-69312A7912F9}"/>
              </a:ext>
            </a:extLst>
          </p:cNvPr>
          <p:cNvSpPr/>
          <p:nvPr/>
        </p:nvSpPr>
        <p:spPr>
          <a:xfrm>
            <a:off x="11225917" y="1706786"/>
            <a:ext cx="731520" cy="236314"/>
          </a:xfrm>
          <a:prstGeom prst="rect">
            <a:avLst/>
          </a:prstGeom>
          <a:solidFill>
            <a:srgbClr val="17B2AF"/>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000" i="1">
                <a:solidFill>
                  <a:srgbClr val="FFFFFF"/>
                </a:solidFill>
                <a:latin typeface="Calibri Body"/>
                <a:ea typeface="Arial"/>
                <a:cs typeface="Arial"/>
                <a:sym typeface="Arial"/>
              </a:rPr>
              <a:t>2028</a:t>
            </a:r>
            <a:endParaRPr lang="en-US" sz="1000" i="1" u="none" strike="noStrike" cap="none">
              <a:solidFill>
                <a:srgbClr val="000000"/>
              </a:solidFill>
              <a:latin typeface="Calibri Body"/>
              <a:ea typeface="Arial"/>
              <a:cs typeface="Arial"/>
            </a:endParaRPr>
          </a:p>
        </p:txBody>
      </p:sp>
      <p:graphicFrame>
        <p:nvGraphicFramePr>
          <p:cNvPr id="47" name="Table 46">
            <a:extLst>
              <a:ext uri="{FF2B5EF4-FFF2-40B4-BE49-F238E27FC236}">
                <a16:creationId xmlns:a16="http://schemas.microsoft.com/office/drawing/2014/main" id="{396DE618-AF06-C798-FF97-4A2D471C3A03}"/>
              </a:ext>
            </a:extLst>
          </p:cNvPr>
          <p:cNvGraphicFramePr>
            <a:graphicFrameLocks noGrp="1"/>
          </p:cNvGraphicFramePr>
          <p:nvPr>
            <p:extLst>
              <p:ext uri="{D42A27DB-BD31-4B8C-83A1-F6EECF244321}">
                <p14:modId xmlns:p14="http://schemas.microsoft.com/office/powerpoint/2010/main" val="4069222245"/>
              </p:ext>
            </p:extLst>
          </p:nvPr>
        </p:nvGraphicFramePr>
        <p:xfrm>
          <a:off x="8602223" y="2076119"/>
          <a:ext cx="777751" cy="3875221"/>
        </p:xfrm>
        <a:graphic>
          <a:graphicData uri="http://schemas.openxmlformats.org/drawingml/2006/table">
            <a:tbl>
              <a:tblPr firstRow="1" bandRow="1">
                <a:tableStyleId>{2D5ABB26-0587-4C30-8999-92F81FD0307C}</a:tableStyleId>
              </a:tblPr>
              <a:tblGrid>
                <a:gridCol w="777751">
                  <a:extLst>
                    <a:ext uri="{9D8B030D-6E8A-4147-A177-3AD203B41FA5}">
                      <a16:colId xmlns:a16="http://schemas.microsoft.com/office/drawing/2014/main" val="840720058"/>
                    </a:ext>
                  </a:extLst>
                </a:gridCol>
              </a:tblGrid>
              <a:tr h="62142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Q1’26</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9525" cap="flat" cmpd="sng" algn="ctr">
                      <a:solidFill>
                        <a:schemeClr val="tx1"/>
                      </a:solidFill>
                      <a:prstDash val="lg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1840380"/>
                  </a:ext>
                </a:extLst>
              </a:tr>
              <a:tr h="55121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Q1’26</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6718436"/>
                  </a:ext>
                </a:extLst>
              </a:tr>
              <a:tr h="65913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Q1’26</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97318745"/>
                  </a:ext>
                </a:extLst>
              </a:tr>
              <a:tr h="57183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Q3’26</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8293999"/>
                  </a:ext>
                </a:extLst>
              </a:tr>
              <a:tr h="83152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Q1’26</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100" i="1"/>
                    </a:p>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2027</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20571646"/>
                  </a:ext>
                </a:extLst>
              </a:tr>
              <a:tr h="6400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Q1’26</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9525"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25698737"/>
                  </a:ext>
                </a:extLst>
              </a:tr>
            </a:tbl>
          </a:graphicData>
        </a:graphic>
      </p:graphicFrame>
      <p:graphicFrame>
        <p:nvGraphicFramePr>
          <p:cNvPr id="48" name="Table 47">
            <a:extLst>
              <a:ext uri="{FF2B5EF4-FFF2-40B4-BE49-F238E27FC236}">
                <a16:creationId xmlns:a16="http://schemas.microsoft.com/office/drawing/2014/main" id="{71929B32-0B31-5D88-ECB6-02CE803F791E}"/>
              </a:ext>
            </a:extLst>
          </p:cNvPr>
          <p:cNvGraphicFramePr>
            <a:graphicFrameLocks noGrp="1"/>
          </p:cNvGraphicFramePr>
          <p:nvPr>
            <p:extLst>
              <p:ext uri="{D42A27DB-BD31-4B8C-83A1-F6EECF244321}">
                <p14:modId xmlns:p14="http://schemas.microsoft.com/office/powerpoint/2010/main" val="509572894"/>
              </p:ext>
            </p:extLst>
          </p:nvPr>
        </p:nvGraphicFramePr>
        <p:xfrm>
          <a:off x="9513244" y="2075038"/>
          <a:ext cx="2444193" cy="3875222"/>
        </p:xfrm>
        <a:graphic>
          <a:graphicData uri="http://schemas.openxmlformats.org/drawingml/2006/table">
            <a:tbl>
              <a:tblPr firstRow="1" bandRow="1">
                <a:tableStyleId>{2D5ABB26-0587-4C30-8999-92F81FD0307C}</a:tableStyleId>
              </a:tblPr>
              <a:tblGrid>
                <a:gridCol w="801902">
                  <a:extLst>
                    <a:ext uri="{9D8B030D-6E8A-4147-A177-3AD203B41FA5}">
                      <a16:colId xmlns:a16="http://schemas.microsoft.com/office/drawing/2014/main" val="318114054"/>
                    </a:ext>
                  </a:extLst>
                </a:gridCol>
                <a:gridCol w="801902">
                  <a:extLst>
                    <a:ext uri="{9D8B030D-6E8A-4147-A177-3AD203B41FA5}">
                      <a16:colId xmlns:a16="http://schemas.microsoft.com/office/drawing/2014/main" val="690959473"/>
                    </a:ext>
                  </a:extLst>
                </a:gridCol>
                <a:gridCol w="840389">
                  <a:extLst>
                    <a:ext uri="{9D8B030D-6E8A-4147-A177-3AD203B41FA5}">
                      <a16:colId xmlns:a16="http://schemas.microsoft.com/office/drawing/2014/main" val="50793715"/>
                    </a:ext>
                  </a:extLst>
                </a:gridCol>
              </a:tblGrid>
              <a:tr h="621422">
                <a:tc>
                  <a:txBody>
                    <a:bodyPr/>
                    <a:lstStyle/>
                    <a:p>
                      <a:pPr algn="ctr"/>
                      <a:r>
                        <a:rPr lang="en-US" sz="1100" i="1"/>
                        <a:t>4.3</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9525" cap="flat" cmpd="sng" algn="ctr">
                      <a:solidFill>
                        <a:schemeClr val="tx1"/>
                      </a:solidFill>
                      <a:prstDash val="lg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6.5</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tx1"/>
                      </a:solidFill>
                      <a:prstDash val="lg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i="1"/>
                        <a:t>9.4</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9525" cap="flat" cmpd="sng" algn="ctr">
                      <a:solidFill>
                        <a:schemeClr val="tx1"/>
                      </a:solidFill>
                      <a:prstDash val="lg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55899074"/>
                  </a:ext>
                </a:extLst>
              </a:tr>
              <a:tr h="551219">
                <a:tc>
                  <a:txBody>
                    <a:bodyPr/>
                    <a:lstStyle/>
                    <a:p>
                      <a:pPr algn="ctr"/>
                      <a:r>
                        <a:rPr lang="en-US" sz="1100" i="1"/>
                        <a:t>14.9</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18.5</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21.9</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81146934"/>
                  </a:ext>
                </a:extLst>
              </a:tr>
              <a:tr h="659137">
                <a:tc>
                  <a:txBody>
                    <a:bodyPr/>
                    <a:lstStyle/>
                    <a:p>
                      <a:pPr algn="ctr"/>
                      <a:r>
                        <a:rPr lang="en-US" sz="1100" i="1"/>
                        <a:t>4.0</a:t>
                      </a:r>
                      <a:r>
                        <a:rPr lang="en-US" sz="1100" i="1" baseline="30000"/>
                        <a:t>2</a:t>
                      </a:r>
                      <a:endParaRPr lang="en-US" sz="1100" i="1"/>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i="1"/>
                        <a:t>9.6</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i="1"/>
                        <a:t>18.4</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64757299"/>
                  </a:ext>
                </a:extLst>
              </a:tr>
              <a:tr h="571837">
                <a:tc>
                  <a:txBody>
                    <a:bodyPr/>
                    <a:lstStyle/>
                    <a:p>
                      <a:pPr algn="ctr"/>
                      <a:r>
                        <a:rPr lang="en-US" sz="1100" i="1"/>
                        <a:t>2.5</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4.6</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7.0</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81859934"/>
                  </a:ext>
                </a:extLst>
              </a:tr>
              <a:tr h="83152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0.2</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i="1"/>
                        <a:t>6.4</a:t>
                      </a:r>
                      <a:r>
                        <a:rPr lang="en-US" sz="1100" i="1" baseline="30000"/>
                        <a:t>3</a:t>
                      </a:r>
                      <a:endParaRPr lang="en-US" sz="1100" i="1"/>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i="1"/>
                        <a:t>9.8</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86702177"/>
                  </a:ext>
                </a:extLst>
              </a:tr>
              <a:tr h="640080">
                <a:tc>
                  <a:txBody>
                    <a:bodyPr/>
                    <a:lstStyle/>
                    <a:p>
                      <a:pPr algn="ctr"/>
                      <a:r>
                        <a:rPr lang="en-US" sz="1100" i="1"/>
                        <a:t>0.2</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9525"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0.2</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9525"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0.2</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9525"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86746898"/>
                  </a:ext>
                </a:extLst>
              </a:tr>
            </a:tbl>
          </a:graphicData>
        </a:graphic>
      </p:graphicFrame>
    </p:spTree>
    <p:extLst>
      <p:ext uri="{BB962C8B-B14F-4D97-AF65-F5344CB8AC3E}">
        <p14:creationId xmlns:p14="http://schemas.microsoft.com/office/powerpoint/2010/main" val="42416557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9BA895-B992-2151-234C-CAAE3F97437C}"/>
            </a:ext>
          </a:extLst>
        </p:cNvPr>
        <p:cNvGrpSpPr/>
        <p:nvPr/>
      </p:nvGrpSpPr>
      <p:grpSpPr>
        <a:xfrm>
          <a:off x="0" y="0"/>
          <a:ext cx="0" cy="0"/>
          <a:chOff x="0" y="0"/>
          <a:chExt cx="0" cy="0"/>
        </a:xfrm>
      </p:grpSpPr>
      <p:graphicFrame>
        <p:nvGraphicFramePr>
          <p:cNvPr id="8" name="Object 6" hidden="1">
            <a:extLst>
              <a:ext uri="{FF2B5EF4-FFF2-40B4-BE49-F238E27FC236}">
                <a16:creationId xmlns:a16="http://schemas.microsoft.com/office/drawing/2014/main" id="{40F0C7BF-0FE9-CB0C-B4F4-C3CD8372AC72}"/>
              </a:ext>
            </a:extLst>
          </p:cNvPr>
          <p:cNvGraphicFramePr>
            <a:graphicFrameLocks/>
          </p:cNvGraphicFramePr>
          <p:nvPr>
            <p:custDataLst>
              <p:tags r:id="rId1"/>
            </p:custDataLst>
            <p:extLst>
              <p:ext uri="{D42A27DB-BD31-4B8C-83A1-F6EECF244321}">
                <p14:modId xmlns:p14="http://schemas.microsoft.com/office/powerpoint/2010/main" val="36516448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95" imgH="396" progId="TCLayout.ActiveDocument.1">
                  <p:embed/>
                </p:oleObj>
              </mc:Choice>
              <mc:Fallback>
                <p:oleObj name="think-cell Slide" r:id="rId4" imgW="395" imgH="396" progId="TCLayout.ActiveDocument.1">
                  <p:embed/>
                  <p:pic>
                    <p:nvPicPr>
                      <p:cNvPr id="8" name="Object 6" hidden="1">
                        <a:extLst>
                          <a:ext uri="{FF2B5EF4-FFF2-40B4-BE49-F238E27FC236}">
                            <a16:creationId xmlns:a16="http://schemas.microsoft.com/office/drawing/2014/main" id="{40F0C7BF-0FE9-CB0C-B4F4-C3CD8372AC72}"/>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Title 3">
            <a:extLst>
              <a:ext uri="{FF2B5EF4-FFF2-40B4-BE49-F238E27FC236}">
                <a16:creationId xmlns:a16="http://schemas.microsoft.com/office/drawing/2014/main" id="{9CB612AD-A6C9-054A-8EF3-5355228B8A39}"/>
              </a:ext>
            </a:extLst>
          </p:cNvPr>
          <p:cNvSpPr txBox="1">
            <a:spLocks/>
          </p:cNvSpPr>
          <p:nvPr/>
        </p:nvSpPr>
        <p:spPr>
          <a:xfrm>
            <a:off x="554736" y="369678"/>
            <a:ext cx="11291824" cy="731520"/>
          </a:xfrm>
          <a:prstGeom prst="rect">
            <a:avLst/>
          </a:prstGeom>
        </p:spPr>
        <p:txBody>
          <a:bodyPr vert="horz" wrap="square" lIns="0" tIns="0" rIns="0" bIns="0" rtlCol="0" anchor="t" anchorCtr="0">
            <a:norm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a:lnSpc>
                <a:spcPct val="85000"/>
              </a:lnSpc>
              <a:defRPr/>
            </a:pPr>
            <a:r>
              <a:rPr lang="en-US" sz="2300" u="sng" spc="-10">
                <a:solidFill>
                  <a:srgbClr val="112736"/>
                </a:solidFill>
                <a:latin typeface="Calibri"/>
                <a:ea typeface="Calibri"/>
                <a:cs typeface="Calibri"/>
                <a:sym typeface="Calibri" panose="020F0502020204030204" pitchFamily="34" charset="0"/>
              </a:rPr>
              <a:t>Value-creation initiative (2/2):</a:t>
            </a:r>
            <a:r>
              <a:rPr lang="en-US" sz="2300" b="0" spc="-10">
                <a:solidFill>
                  <a:srgbClr val="112736"/>
                </a:solidFill>
                <a:latin typeface="Calibri"/>
                <a:ea typeface="Calibri"/>
                <a:cs typeface="Calibri"/>
                <a:sym typeface="Calibri" panose="020F0502020204030204" pitchFamily="34" charset="0"/>
              </a:rPr>
              <a:t> Additional value creation initiatives, mainly with medium to high implementation complexity, are also being further explored </a:t>
            </a:r>
            <a:endParaRPr lang="en-US" sz="2300" b="0" spc="-10">
              <a:solidFill>
                <a:srgbClr val="112736"/>
              </a:solidFill>
              <a:latin typeface="Calibri"/>
              <a:ea typeface="Calibri"/>
              <a:cs typeface="Calibri"/>
            </a:endParaRPr>
          </a:p>
          <a:p>
            <a:pPr>
              <a:defRPr/>
            </a:pPr>
            <a:endParaRPr lang="en-US" sz="2300" b="0" spc="-10">
              <a:solidFill>
                <a:srgbClr val="2C3846"/>
              </a:solidFill>
              <a:latin typeface="Calibri"/>
              <a:ea typeface="Calibri"/>
              <a:cs typeface="Calibri"/>
            </a:endParaRPr>
          </a:p>
        </p:txBody>
      </p:sp>
      <p:cxnSp>
        <p:nvCxnSpPr>
          <p:cNvPr id="97" name="Straight Connector 96">
            <a:extLst>
              <a:ext uri="{FF2B5EF4-FFF2-40B4-BE49-F238E27FC236}">
                <a16:creationId xmlns:a16="http://schemas.microsoft.com/office/drawing/2014/main" id="{0014FD50-2EF0-6CB7-BD68-7D12E35F6E52}"/>
              </a:ext>
            </a:extLst>
          </p:cNvPr>
          <p:cNvCxnSpPr>
            <a:cxnSpLocks/>
          </p:cNvCxnSpPr>
          <p:nvPr/>
        </p:nvCxnSpPr>
        <p:spPr>
          <a:xfrm>
            <a:off x="521672" y="2637656"/>
            <a:ext cx="6869728"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CBA70698-EE77-17D8-D43E-AA2509616A94}"/>
              </a:ext>
            </a:extLst>
          </p:cNvPr>
          <p:cNvCxnSpPr>
            <a:cxnSpLocks/>
          </p:cNvCxnSpPr>
          <p:nvPr/>
        </p:nvCxnSpPr>
        <p:spPr>
          <a:xfrm flipV="1">
            <a:off x="593190" y="4388729"/>
            <a:ext cx="6798210" cy="8512"/>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100" name="Google Shape;8671;p128">
            <a:extLst>
              <a:ext uri="{FF2B5EF4-FFF2-40B4-BE49-F238E27FC236}">
                <a16:creationId xmlns:a16="http://schemas.microsoft.com/office/drawing/2014/main" id="{063061CB-03B8-87D2-4F7D-BF279F232637}"/>
              </a:ext>
            </a:extLst>
          </p:cNvPr>
          <p:cNvSpPr txBox="1"/>
          <p:nvPr/>
        </p:nvSpPr>
        <p:spPr>
          <a:xfrm>
            <a:off x="3087639" y="2077371"/>
            <a:ext cx="4303761" cy="475117"/>
          </a:xfrm>
          <a:prstGeom prst="rect">
            <a:avLst/>
          </a:prstGeom>
          <a:solidFill>
            <a:schemeClr val="bg1">
              <a:lumMod val="95000"/>
            </a:scheme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100" b="0" i="0" u="none" strike="noStrike" cap="none">
                <a:solidFill>
                  <a:srgbClr val="000000"/>
                </a:solidFill>
                <a:latin typeface="Calibri Body"/>
                <a:ea typeface="Arial"/>
                <a:cs typeface="Arial"/>
                <a:sym typeface="Arial"/>
              </a:rPr>
              <a:t>Partner with non-oncology hospitals to manage their oncology wing</a:t>
            </a:r>
          </a:p>
        </p:txBody>
      </p:sp>
      <p:sp>
        <p:nvSpPr>
          <p:cNvPr id="102" name="Google Shape;8684;p128">
            <a:extLst>
              <a:ext uri="{FF2B5EF4-FFF2-40B4-BE49-F238E27FC236}">
                <a16:creationId xmlns:a16="http://schemas.microsoft.com/office/drawing/2014/main" id="{E271491D-B3C1-20AE-2ED1-D51354E33113}"/>
              </a:ext>
            </a:extLst>
          </p:cNvPr>
          <p:cNvSpPr/>
          <p:nvPr/>
        </p:nvSpPr>
        <p:spPr>
          <a:xfrm>
            <a:off x="559224" y="2077371"/>
            <a:ext cx="736176" cy="475117"/>
          </a:xfrm>
          <a:prstGeom prst="rect">
            <a:avLst/>
          </a:prstGeom>
          <a:solidFill>
            <a:srgbClr val="17B2AF"/>
          </a:solidFill>
          <a:ln>
            <a:noFill/>
          </a:ln>
        </p:spPr>
        <p:txBody>
          <a:bodyPr spcFirstLastPara="1" wrap="square" lIns="36000" tIns="36000" rIns="36000" bIns="360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a:solidFill>
                  <a:schemeClr val="bg1"/>
                </a:solidFill>
                <a:latin typeface="Calibri Body"/>
                <a:ea typeface="Arial"/>
                <a:cs typeface="Arial"/>
                <a:sym typeface="Arial"/>
              </a:rPr>
              <a:t>Core Expansion</a:t>
            </a:r>
            <a:endParaRPr lang="en-US" sz="1000" b="0" i="0" u="none" strike="noStrike" cap="none">
              <a:solidFill>
                <a:schemeClr val="bg1"/>
              </a:solidFill>
              <a:latin typeface="Calibri Body"/>
              <a:ea typeface="Arial"/>
              <a:cs typeface="Arial"/>
            </a:endParaRPr>
          </a:p>
        </p:txBody>
      </p:sp>
      <p:sp>
        <p:nvSpPr>
          <p:cNvPr id="110" name="Google Shape;8671;p128">
            <a:extLst>
              <a:ext uri="{FF2B5EF4-FFF2-40B4-BE49-F238E27FC236}">
                <a16:creationId xmlns:a16="http://schemas.microsoft.com/office/drawing/2014/main" id="{A5B76B6E-E1ED-0A2B-AD44-6548B9E6F66D}"/>
              </a:ext>
            </a:extLst>
          </p:cNvPr>
          <p:cNvSpPr txBox="1"/>
          <p:nvPr/>
        </p:nvSpPr>
        <p:spPr>
          <a:xfrm>
            <a:off x="3086099" y="2703471"/>
            <a:ext cx="4305301" cy="475488"/>
          </a:xfrm>
          <a:prstGeom prst="rect">
            <a:avLst/>
          </a:prstGeom>
          <a:solidFill>
            <a:schemeClr val="bg1">
              <a:lumMod val="95000"/>
            </a:scheme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100">
                <a:solidFill>
                  <a:srgbClr val="000000"/>
                </a:solidFill>
                <a:latin typeface="Calibri Body"/>
                <a:ea typeface="Arial"/>
                <a:cs typeface="Arial"/>
                <a:sym typeface="Arial"/>
              </a:rPr>
              <a:t>Third party partnership (OC compounding IV drugs for Longevity)</a:t>
            </a:r>
            <a:endParaRPr lang="en-US" sz="1100" b="0" i="0" u="none" strike="noStrike" cap="none">
              <a:solidFill>
                <a:srgbClr val="000000"/>
              </a:solidFill>
              <a:latin typeface="Calibri Body"/>
              <a:ea typeface="Arial"/>
              <a:cs typeface="Arial"/>
              <a:sym typeface="Arial"/>
            </a:endParaRPr>
          </a:p>
        </p:txBody>
      </p:sp>
      <p:sp>
        <p:nvSpPr>
          <p:cNvPr id="112" name="Google Shape;8684;p128">
            <a:extLst>
              <a:ext uri="{FF2B5EF4-FFF2-40B4-BE49-F238E27FC236}">
                <a16:creationId xmlns:a16="http://schemas.microsoft.com/office/drawing/2014/main" id="{346FA96D-8872-FE3B-CC1D-3EFC74F8332C}"/>
              </a:ext>
            </a:extLst>
          </p:cNvPr>
          <p:cNvSpPr/>
          <p:nvPr/>
        </p:nvSpPr>
        <p:spPr>
          <a:xfrm>
            <a:off x="559224" y="2703471"/>
            <a:ext cx="736176" cy="1630128"/>
          </a:xfrm>
          <a:prstGeom prst="rect">
            <a:avLst/>
          </a:prstGeom>
          <a:solidFill>
            <a:srgbClr val="17B2AF"/>
          </a:solidFill>
          <a:ln>
            <a:noFill/>
          </a:ln>
        </p:spPr>
        <p:txBody>
          <a:bodyPr spcFirstLastPara="1" wrap="square" lIns="36000" tIns="36000" rIns="36000" bIns="36000"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000" b="1" i="0" u="none" strike="noStrike" cap="none">
                <a:solidFill>
                  <a:schemeClr val="bg1"/>
                </a:solidFill>
                <a:latin typeface="Calibri Body"/>
                <a:ea typeface="Arial"/>
                <a:cs typeface="Arial"/>
                <a:sym typeface="Arial"/>
              </a:rPr>
              <a:t>Other Adjacency</a:t>
            </a:r>
            <a:endParaRPr lang="en-US" sz="1000" b="0" i="0" u="none" strike="noStrike" cap="none">
              <a:solidFill>
                <a:schemeClr val="bg1"/>
              </a:solidFill>
              <a:latin typeface="Calibri Body"/>
              <a:ea typeface="Arial"/>
              <a:cs typeface="Arial"/>
            </a:endParaRPr>
          </a:p>
        </p:txBody>
      </p:sp>
      <p:sp>
        <p:nvSpPr>
          <p:cNvPr id="113" name="Google Shape;8671;p128">
            <a:extLst>
              <a:ext uri="{FF2B5EF4-FFF2-40B4-BE49-F238E27FC236}">
                <a16:creationId xmlns:a16="http://schemas.microsoft.com/office/drawing/2014/main" id="{E46F6657-AC88-21B1-991A-7CD1BBBCEFDB}"/>
              </a:ext>
            </a:extLst>
          </p:cNvPr>
          <p:cNvSpPr txBox="1"/>
          <p:nvPr/>
        </p:nvSpPr>
        <p:spPr>
          <a:xfrm>
            <a:off x="3086101" y="3291789"/>
            <a:ext cx="4303761" cy="475488"/>
          </a:xfrm>
          <a:prstGeom prst="rect">
            <a:avLst/>
          </a:prstGeom>
          <a:solidFill>
            <a:schemeClr val="bg1">
              <a:lumMod val="95000"/>
            </a:scheme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100" b="0" i="0" u="none" strike="noStrike" cap="none">
                <a:solidFill>
                  <a:srgbClr val="000000"/>
                </a:solidFill>
                <a:latin typeface="Calibri Body"/>
                <a:ea typeface="Arial"/>
                <a:cs typeface="Arial"/>
                <a:sym typeface="Arial"/>
              </a:rPr>
              <a:t>Online consultations through the application &amp; website for oncology patients and multi-disciplinary specialties</a:t>
            </a:r>
          </a:p>
        </p:txBody>
      </p:sp>
      <p:sp>
        <p:nvSpPr>
          <p:cNvPr id="122" name="Google Shape;8671;p128">
            <a:extLst>
              <a:ext uri="{FF2B5EF4-FFF2-40B4-BE49-F238E27FC236}">
                <a16:creationId xmlns:a16="http://schemas.microsoft.com/office/drawing/2014/main" id="{5BC3E119-5271-13F9-DC45-820D2892C4D9}"/>
              </a:ext>
            </a:extLst>
          </p:cNvPr>
          <p:cNvSpPr txBox="1"/>
          <p:nvPr/>
        </p:nvSpPr>
        <p:spPr>
          <a:xfrm>
            <a:off x="3093019" y="3848642"/>
            <a:ext cx="1879031" cy="475488"/>
          </a:xfrm>
          <a:prstGeom prst="rect">
            <a:avLst/>
          </a:prstGeom>
          <a:solidFill>
            <a:schemeClr val="bg1">
              <a:lumMod val="95000"/>
            </a:scheme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100" b="0" i="0" u="none" strike="noStrike" cap="none">
                <a:solidFill>
                  <a:srgbClr val="000000"/>
                </a:solidFill>
                <a:latin typeface="Calibri Body"/>
                <a:ea typeface="Arial"/>
                <a:cs typeface="Arial"/>
                <a:sym typeface="Arial"/>
              </a:rPr>
              <a:t>Partner for on-site operations</a:t>
            </a:r>
          </a:p>
        </p:txBody>
      </p:sp>
      <p:sp>
        <p:nvSpPr>
          <p:cNvPr id="124" name="Google Shape;8671;p128">
            <a:extLst>
              <a:ext uri="{FF2B5EF4-FFF2-40B4-BE49-F238E27FC236}">
                <a16:creationId xmlns:a16="http://schemas.microsoft.com/office/drawing/2014/main" id="{70C33742-C87E-069A-D106-A164B3B1CCF2}"/>
              </a:ext>
            </a:extLst>
          </p:cNvPr>
          <p:cNvSpPr txBox="1"/>
          <p:nvPr/>
        </p:nvSpPr>
        <p:spPr>
          <a:xfrm>
            <a:off x="5055169" y="3848642"/>
            <a:ext cx="2336231" cy="475488"/>
          </a:xfrm>
          <a:prstGeom prst="rect">
            <a:avLst/>
          </a:prstGeom>
          <a:solidFill>
            <a:schemeClr val="bg1">
              <a:lumMod val="95000"/>
            </a:scheme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1100" b="0" i="0" u="none" strike="noStrike" cap="none">
                <a:solidFill>
                  <a:srgbClr val="000000"/>
                </a:solidFill>
                <a:latin typeface="Calibri Body"/>
                <a:ea typeface="Arial"/>
                <a:cs typeface="Arial"/>
                <a:sym typeface="Arial"/>
              </a:rPr>
              <a:t>Positioned as wellbeing for cancer patients (Wig)</a:t>
            </a:r>
          </a:p>
        </p:txBody>
      </p:sp>
      <p:sp>
        <p:nvSpPr>
          <p:cNvPr id="126" name="Google Shape;8684;p128">
            <a:extLst>
              <a:ext uri="{FF2B5EF4-FFF2-40B4-BE49-F238E27FC236}">
                <a16:creationId xmlns:a16="http://schemas.microsoft.com/office/drawing/2014/main" id="{1E1C5D37-1464-5981-3B37-43246651347B}"/>
              </a:ext>
            </a:extLst>
          </p:cNvPr>
          <p:cNvSpPr/>
          <p:nvPr/>
        </p:nvSpPr>
        <p:spPr>
          <a:xfrm>
            <a:off x="559224" y="4484582"/>
            <a:ext cx="736176" cy="1829355"/>
          </a:xfrm>
          <a:prstGeom prst="rect">
            <a:avLst/>
          </a:prstGeom>
          <a:solidFill>
            <a:srgbClr val="17B2AF"/>
          </a:solidFill>
          <a:ln>
            <a:noFill/>
          </a:ln>
        </p:spPr>
        <p:txBody>
          <a:bodyPr spcFirstLastPara="1" wrap="square" lIns="36000" tIns="36000" rIns="36000" bIns="36000" anchor="ctr" anchorCtr="0">
            <a:noAutofit/>
          </a:bodyPr>
          <a:lstStyle/>
          <a:p>
            <a:pPr marL="0" marR="0" lvl="0" indent="0" algn="ctr">
              <a:lnSpc>
                <a:spcPct val="100000"/>
              </a:lnSpc>
              <a:spcBef>
                <a:spcPts val="0"/>
              </a:spcBef>
              <a:spcAft>
                <a:spcPts val="0"/>
              </a:spcAft>
              <a:buNone/>
            </a:pPr>
            <a:r>
              <a:rPr lang="en-US" sz="1000" b="1" i="0" u="none" strike="noStrike" cap="none">
                <a:solidFill>
                  <a:schemeClr val="bg1"/>
                </a:solidFill>
                <a:latin typeface="Calibri Body"/>
                <a:ea typeface="Arial"/>
                <a:cs typeface="Arial"/>
                <a:sym typeface="Arial"/>
              </a:rPr>
              <a:t>Other Initiatives</a:t>
            </a:r>
            <a:endParaRPr lang="en-US" sz="1000">
              <a:solidFill>
                <a:schemeClr val="bg1"/>
              </a:solidFill>
              <a:ea typeface="Calibri"/>
              <a:cs typeface="Calibri"/>
            </a:endParaRPr>
          </a:p>
        </p:txBody>
      </p:sp>
      <p:sp>
        <p:nvSpPr>
          <p:cNvPr id="127" name="Google Shape;8671;p128">
            <a:extLst>
              <a:ext uri="{FF2B5EF4-FFF2-40B4-BE49-F238E27FC236}">
                <a16:creationId xmlns:a16="http://schemas.microsoft.com/office/drawing/2014/main" id="{135E4CB6-AF0B-8CCD-CA7A-8903978681B1}"/>
              </a:ext>
            </a:extLst>
          </p:cNvPr>
          <p:cNvSpPr txBox="1"/>
          <p:nvPr/>
        </p:nvSpPr>
        <p:spPr>
          <a:xfrm>
            <a:off x="3086100" y="4484582"/>
            <a:ext cx="4305300" cy="475488"/>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en-US" sz="1100"/>
              <a:t>Clinical trials</a:t>
            </a:r>
          </a:p>
        </p:txBody>
      </p:sp>
      <p:sp>
        <p:nvSpPr>
          <p:cNvPr id="134" name="Google Shape;8671;p128">
            <a:extLst>
              <a:ext uri="{FF2B5EF4-FFF2-40B4-BE49-F238E27FC236}">
                <a16:creationId xmlns:a16="http://schemas.microsoft.com/office/drawing/2014/main" id="{D175025C-3AE0-6CDE-44FF-55FAC20FC2A9}"/>
              </a:ext>
            </a:extLst>
          </p:cNvPr>
          <p:cNvSpPr txBox="1"/>
          <p:nvPr/>
        </p:nvSpPr>
        <p:spPr>
          <a:xfrm>
            <a:off x="3093019" y="5040643"/>
            <a:ext cx="1009081" cy="475488"/>
          </a:xfrm>
          <a:prstGeom prst="rect">
            <a:avLst/>
          </a:prstGeom>
          <a:solidFill>
            <a:schemeClr val="bg1">
              <a:lumMod val="95000"/>
            </a:schemeClr>
          </a:solidFill>
          <a:ln>
            <a:noFill/>
          </a:ln>
        </p:spPr>
        <p:txBody>
          <a:bodyPr spcFirstLastPara="1" wrap="square" lIns="0" tIns="0" rIns="0" bIns="0" anchor="ctr" anchorCtr="0">
            <a:noAutofit/>
          </a:bodyPr>
          <a:lstStyle/>
          <a:p>
            <a:pPr algn="ctr"/>
            <a:r>
              <a:rPr lang="en-US" sz="1200">
                <a:solidFill>
                  <a:srgbClr val="000000"/>
                </a:solidFill>
                <a:latin typeface="Calibri Body"/>
                <a:cs typeface="Arial"/>
                <a:sym typeface="Arial"/>
              </a:rPr>
              <a:t>Leveraging AI for diagnostics</a:t>
            </a:r>
            <a:endParaRPr lang="en-US" sz="1200"/>
          </a:p>
        </p:txBody>
      </p:sp>
      <p:sp>
        <p:nvSpPr>
          <p:cNvPr id="101" name="Google Shape;8680;p128">
            <a:extLst>
              <a:ext uri="{FF2B5EF4-FFF2-40B4-BE49-F238E27FC236}">
                <a16:creationId xmlns:a16="http://schemas.microsoft.com/office/drawing/2014/main" id="{8EC2A04D-DCCF-3124-811A-E61FED1FEC7B}"/>
              </a:ext>
            </a:extLst>
          </p:cNvPr>
          <p:cNvSpPr/>
          <p:nvPr/>
        </p:nvSpPr>
        <p:spPr>
          <a:xfrm>
            <a:off x="1378518" y="2077371"/>
            <a:ext cx="1631382" cy="475117"/>
          </a:xfrm>
          <a:prstGeom prst="rect">
            <a:avLst/>
          </a:prstGeom>
          <a:solidFill>
            <a:srgbClr val="FBE5D6"/>
          </a:solidFill>
          <a:ln>
            <a:noFill/>
          </a:ln>
        </p:spPr>
        <p:txBody>
          <a:bodyPr spcFirstLastPara="1" wrap="square" lIns="45720" tIns="45700" rIns="0" bIns="45700" anchor="ctr" anchorCtr="0">
            <a:noAutofit/>
          </a:bodyPr>
          <a:lstStyle/>
          <a:p>
            <a:pPr marL="0" marR="0" lvl="0" indent="0" rtl="0">
              <a:lnSpc>
                <a:spcPct val="100000"/>
              </a:lnSpc>
              <a:spcBef>
                <a:spcPts val="0"/>
              </a:spcBef>
              <a:spcAft>
                <a:spcPts val="0"/>
              </a:spcAft>
              <a:buClr>
                <a:srgbClr val="000000"/>
              </a:buClr>
              <a:buSzPts val="1100"/>
              <a:buFont typeface="Arial"/>
              <a:buNone/>
            </a:pPr>
            <a:r>
              <a:rPr lang="en-US" sz="1050" b="1" i="0" u="none" strike="noStrike" cap="none">
                <a:solidFill>
                  <a:srgbClr val="000000"/>
                </a:solidFill>
                <a:latin typeface="Calibri Body"/>
                <a:ea typeface="Arial"/>
                <a:cs typeface="Arial"/>
                <a:sym typeface="Arial"/>
              </a:rPr>
              <a:t>Operations Management </a:t>
            </a:r>
            <a:r>
              <a:rPr lang="en-US" sz="1050" i="0" u="none" strike="noStrike" cap="none">
                <a:solidFill>
                  <a:srgbClr val="000000"/>
                </a:solidFill>
                <a:latin typeface="Calibri Body"/>
                <a:ea typeface="Arial"/>
                <a:cs typeface="Arial"/>
                <a:sym typeface="Arial"/>
              </a:rPr>
              <a:t>(Fakeeh Madinah, Dallah Khobar)</a:t>
            </a:r>
          </a:p>
        </p:txBody>
      </p:sp>
      <p:sp>
        <p:nvSpPr>
          <p:cNvPr id="111" name="Google Shape;8680;p128">
            <a:extLst>
              <a:ext uri="{FF2B5EF4-FFF2-40B4-BE49-F238E27FC236}">
                <a16:creationId xmlns:a16="http://schemas.microsoft.com/office/drawing/2014/main" id="{F575228C-15D3-29CB-A94C-F1F86004419B}"/>
              </a:ext>
            </a:extLst>
          </p:cNvPr>
          <p:cNvSpPr/>
          <p:nvPr/>
        </p:nvSpPr>
        <p:spPr>
          <a:xfrm>
            <a:off x="1378518" y="2703471"/>
            <a:ext cx="1631382" cy="475488"/>
          </a:xfrm>
          <a:prstGeom prst="rect">
            <a:avLst/>
          </a:prstGeom>
          <a:solidFill>
            <a:srgbClr val="FFF2CC"/>
          </a:solidFill>
          <a:ln>
            <a:noFill/>
          </a:ln>
        </p:spPr>
        <p:txBody>
          <a:bodyPr spcFirstLastPara="1" wrap="square" lIns="45720" tIns="45700" rIns="0" bIns="45700" anchor="ctr" anchorCtr="0">
            <a:noAutofit/>
          </a:bodyPr>
          <a:lstStyle/>
          <a:p>
            <a:pPr marL="0" marR="0" lvl="0" indent="0" rtl="0">
              <a:lnSpc>
                <a:spcPct val="100000"/>
              </a:lnSpc>
              <a:spcBef>
                <a:spcPts val="0"/>
              </a:spcBef>
              <a:spcAft>
                <a:spcPts val="0"/>
              </a:spcAft>
              <a:buClr>
                <a:srgbClr val="000000"/>
              </a:buClr>
              <a:buSzPts val="1100"/>
              <a:buFont typeface="Arial"/>
              <a:buNone/>
            </a:pPr>
            <a:r>
              <a:rPr lang="en-US" sz="1050" b="1">
                <a:solidFill>
                  <a:srgbClr val="000000"/>
                </a:solidFill>
                <a:latin typeface="Calibri Body"/>
                <a:ea typeface="Arial"/>
                <a:cs typeface="Arial"/>
                <a:sym typeface="Arial"/>
              </a:rPr>
              <a:t>B2B Specialty Pharmacy</a:t>
            </a:r>
            <a:endParaRPr lang="en-US" sz="1050" b="1" i="0" u="none" strike="noStrike" cap="none">
              <a:solidFill>
                <a:srgbClr val="000000"/>
              </a:solidFill>
              <a:latin typeface="Calibri Body"/>
              <a:ea typeface="Arial"/>
              <a:cs typeface="Arial"/>
              <a:sym typeface="Arial"/>
            </a:endParaRPr>
          </a:p>
        </p:txBody>
      </p:sp>
      <p:sp>
        <p:nvSpPr>
          <p:cNvPr id="114" name="Google Shape;8680;p128">
            <a:extLst>
              <a:ext uri="{FF2B5EF4-FFF2-40B4-BE49-F238E27FC236}">
                <a16:creationId xmlns:a16="http://schemas.microsoft.com/office/drawing/2014/main" id="{142FBAF6-4A25-A53B-5809-EBEDAFD06B02}"/>
              </a:ext>
            </a:extLst>
          </p:cNvPr>
          <p:cNvSpPr/>
          <p:nvPr/>
        </p:nvSpPr>
        <p:spPr>
          <a:xfrm>
            <a:off x="1378518" y="3291789"/>
            <a:ext cx="1631382" cy="475488"/>
          </a:xfrm>
          <a:prstGeom prst="rect">
            <a:avLst/>
          </a:prstGeom>
          <a:solidFill>
            <a:srgbClr val="FBE5D6"/>
          </a:solidFill>
          <a:ln>
            <a:noFill/>
          </a:ln>
        </p:spPr>
        <p:txBody>
          <a:bodyPr spcFirstLastPara="1" wrap="square" lIns="45720" tIns="45700" rIns="0" bIns="45700" anchor="ctr" anchorCtr="0">
            <a:noAutofit/>
          </a:bodyPr>
          <a:lstStyle/>
          <a:p>
            <a:pPr marL="0" marR="0" lvl="0" indent="0" algn="l" rtl="0">
              <a:lnSpc>
                <a:spcPct val="100000"/>
              </a:lnSpc>
              <a:spcBef>
                <a:spcPts val="0"/>
              </a:spcBef>
              <a:spcAft>
                <a:spcPts val="0"/>
              </a:spcAft>
              <a:buClr>
                <a:srgbClr val="000000"/>
              </a:buClr>
              <a:buSzPts val="1100"/>
              <a:buFont typeface="Arial"/>
              <a:buNone/>
            </a:pPr>
            <a:r>
              <a:rPr lang="en-US" sz="1050" b="1" i="0" u="none" strike="noStrike" cap="none">
                <a:solidFill>
                  <a:srgbClr val="000000"/>
                </a:solidFill>
                <a:latin typeface="Calibri Body"/>
                <a:ea typeface="Arial"/>
                <a:cs typeface="Arial"/>
                <a:sym typeface="Arial"/>
              </a:rPr>
              <a:t>Tele-Consultations</a:t>
            </a:r>
            <a:r>
              <a:rPr lang="en-US" sz="1050" b="1" baseline="30000">
                <a:solidFill>
                  <a:srgbClr val="000000"/>
                </a:solidFill>
                <a:latin typeface="Calibri Body"/>
                <a:ea typeface="Arial"/>
                <a:cs typeface="Arial"/>
                <a:sym typeface="Arial"/>
              </a:rPr>
              <a:t>1</a:t>
            </a:r>
            <a:endParaRPr lang="en-US" sz="1050" b="1" i="0" u="none" strike="noStrike" cap="none" baseline="30000">
              <a:solidFill>
                <a:srgbClr val="000000"/>
              </a:solidFill>
              <a:latin typeface="Calibri Body"/>
              <a:ea typeface="Arial"/>
              <a:cs typeface="Arial"/>
              <a:sym typeface="Arial"/>
            </a:endParaRPr>
          </a:p>
        </p:txBody>
      </p:sp>
      <p:sp>
        <p:nvSpPr>
          <p:cNvPr id="123" name="Google Shape;8680;p128">
            <a:extLst>
              <a:ext uri="{FF2B5EF4-FFF2-40B4-BE49-F238E27FC236}">
                <a16:creationId xmlns:a16="http://schemas.microsoft.com/office/drawing/2014/main" id="{AF662681-B219-4202-93EB-7A18D35E5BF6}"/>
              </a:ext>
            </a:extLst>
          </p:cNvPr>
          <p:cNvSpPr/>
          <p:nvPr/>
        </p:nvSpPr>
        <p:spPr>
          <a:xfrm>
            <a:off x="1378518" y="3848642"/>
            <a:ext cx="1631382" cy="475488"/>
          </a:xfrm>
          <a:prstGeom prst="rect">
            <a:avLst/>
          </a:prstGeom>
          <a:solidFill>
            <a:srgbClr val="FFF2CC"/>
          </a:solidFill>
          <a:ln>
            <a:noFill/>
          </a:ln>
        </p:spPr>
        <p:txBody>
          <a:bodyPr spcFirstLastPara="1" wrap="square" lIns="45720" tIns="45700" rIns="0" bIns="45700" anchor="ctr" anchorCtr="0">
            <a:noAutofit/>
          </a:bodyPr>
          <a:lstStyle/>
          <a:p>
            <a:pPr marL="0" marR="0" lvl="0" indent="0" algn="l" rtl="0">
              <a:lnSpc>
                <a:spcPct val="100000"/>
              </a:lnSpc>
              <a:spcBef>
                <a:spcPts val="0"/>
              </a:spcBef>
              <a:spcAft>
                <a:spcPts val="0"/>
              </a:spcAft>
              <a:buClr>
                <a:srgbClr val="000000"/>
              </a:buClr>
              <a:buSzPts val="1100"/>
              <a:buFont typeface="Arial"/>
              <a:buNone/>
            </a:pPr>
            <a:r>
              <a:rPr lang="en-US" sz="1050" b="1" i="0" u="none" strike="noStrike" cap="none">
                <a:solidFill>
                  <a:srgbClr val="000000"/>
                </a:solidFill>
                <a:latin typeface="Calibri Body"/>
                <a:ea typeface="Arial"/>
                <a:cs typeface="Arial"/>
                <a:sym typeface="Arial"/>
              </a:rPr>
              <a:t>Supportive Care Salon</a:t>
            </a:r>
          </a:p>
        </p:txBody>
      </p:sp>
      <p:sp>
        <p:nvSpPr>
          <p:cNvPr id="128" name="Google Shape;8680;p128">
            <a:extLst>
              <a:ext uri="{FF2B5EF4-FFF2-40B4-BE49-F238E27FC236}">
                <a16:creationId xmlns:a16="http://schemas.microsoft.com/office/drawing/2014/main" id="{AD121E17-DC72-538A-B99A-DBB53DDA824A}"/>
              </a:ext>
            </a:extLst>
          </p:cNvPr>
          <p:cNvSpPr/>
          <p:nvPr/>
        </p:nvSpPr>
        <p:spPr>
          <a:xfrm>
            <a:off x="1378518" y="4484582"/>
            <a:ext cx="1631382" cy="475488"/>
          </a:xfrm>
          <a:prstGeom prst="rect">
            <a:avLst/>
          </a:prstGeom>
          <a:solidFill>
            <a:srgbClr val="FBE5D6"/>
          </a:solidFill>
          <a:ln>
            <a:noFill/>
          </a:ln>
        </p:spPr>
        <p:txBody>
          <a:bodyPr spcFirstLastPara="1" wrap="square" lIns="45720" tIns="45700" rIns="0" bIns="45700" anchor="ctr" anchorCtr="0">
            <a:noAutofit/>
          </a:bodyPr>
          <a:lstStyle/>
          <a:p>
            <a:r>
              <a:rPr lang="en-US" sz="1050" b="1" i="0" u="none" strike="noStrike" cap="none">
                <a:solidFill>
                  <a:srgbClr val="000000"/>
                </a:solidFill>
                <a:latin typeface="Calibri Body"/>
                <a:ea typeface="Arial"/>
                <a:cs typeface="Arial"/>
                <a:sym typeface="Arial"/>
              </a:rPr>
              <a:t>Research Center</a:t>
            </a:r>
            <a:endParaRPr lang="en-US" sz="1050" b="1"/>
          </a:p>
        </p:txBody>
      </p:sp>
      <p:sp>
        <p:nvSpPr>
          <p:cNvPr id="135" name="Google Shape;8680;p128">
            <a:extLst>
              <a:ext uri="{FF2B5EF4-FFF2-40B4-BE49-F238E27FC236}">
                <a16:creationId xmlns:a16="http://schemas.microsoft.com/office/drawing/2014/main" id="{D858AC7B-7E52-5144-BC66-D70241DB6BC7}"/>
              </a:ext>
            </a:extLst>
          </p:cNvPr>
          <p:cNvSpPr/>
          <p:nvPr/>
        </p:nvSpPr>
        <p:spPr>
          <a:xfrm>
            <a:off x="1378518" y="5040643"/>
            <a:ext cx="1631382" cy="475488"/>
          </a:xfrm>
          <a:prstGeom prst="rect">
            <a:avLst/>
          </a:prstGeom>
          <a:solidFill>
            <a:srgbClr val="E2F0D9"/>
          </a:solidFill>
          <a:ln>
            <a:noFill/>
          </a:ln>
        </p:spPr>
        <p:txBody>
          <a:bodyPr spcFirstLastPara="1" wrap="square" lIns="45720" tIns="45700" rIns="0" bIns="45700" anchor="ctr" anchorCtr="0">
            <a:noAutofit/>
          </a:bodyPr>
          <a:lstStyle/>
          <a:p>
            <a:r>
              <a:rPr lang="en-US" sz="1050" b="1">
                <a:solidFill>
                  <a:srgbClr val="000000"/>
                </a:solidFill>
                <a:latin typeface="Calibri Body"/>
                <a:cs typeface="Arial"/>
                <a:sym typeface="Arial"/>
              </a:rPr>
              <a:t>AI Imaging &amp; Analytics</a:t>
            </a:r>
            <a:endParaRPr lang="en-US" sz="1050" b="1"/>
          </a:p>
        </p:txBody>
      </p:sp>
      <p:sp>
        <p:nvSpPr>
          <p:cNvPr id="30" name="Google Shape;8696;p128">
            <a:extLst>
              <a:ext uri="{FF2B5EF4-FFF2-40B4-BE49-F238E27FC236}">
                <a16:creationId xmlns:a16="http://schemas.microsoft.com/office/drawing/2014/main" id="{0C568526-3BAE-32D6-CA68-62A56F963255}"/>
              </a:ext>
            </a:extLst>
          </p:cNvPr>
          <p:cNvSpPr/>
          <p:nvPr/>
        </p:nvSpPr>
        <p:spPr>
          <a:xfrm>
            <a:off x="7548391" y="2081644"/>
            <a:ext cx="909809" cy="470844"/>
          </a:xfrm>
          <a:prstGeom prst="rect">
            <a:avLst/>
          </a:prstGeom>
          <a:solidFill>
            <a:srgbClr val="FBE5D6"/>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High</a:t>
            </a:r>
          </a:p>
        </p:txBody>
      </p:sp>
      <p:sp>
        <p:nvSpPr>
          <p:cNvPr id="31" name="Google Shape;8696;p128">
            <a:extLst>
              <a:ext uri="{FF2B5EF4-FFF2-40B4-BE49-F238E27FC236}">
                <a16:creationId xmlns:a16="http://schemas.microsoft.com/office/drawing/2014/main" id="{818B3F03-1E54-85FC-2709-1B760F2F41AD}"/>
              </a:ext>
            </a:extLst>
          </p:cNvPr>
          <p:cNvSpPr/>
          <p:nvPr/>
        </p:nvSpPr>
        <p:spPr>
          <a:xfrm>
            <a:off x="7548391" y="2708115"/>
            <a:ext cx="909809" cy="470844"/>
          </a:xfrm>
          <a:prstGeom prst="rect">
            <a:avLst/>
          </a:prstGeom>
          <a:solidFill>
            <a:srgbClr val="FFF2CC"/>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Medium</a:t>
            </a:r>
          </a:p>
        </p:txBody>
      </p:sp>
      <p:sp>
        <p:nvSpPr>
          <p:cNvPr id="32" name="Google Shape;8696;p128">
            <a:extLst>
              <a:ext uri="{FF2B5EF4-FFF2-40B4-BE49-F238E27FC236}">
                <a16:creationId xmlns:a16="http://schemas.microsoft.com/office/drawing/2014/main" id="{20872417-69BB-2CFB-9E19-65DA05E90E99}"/>
              </a:ext>
            </a:extLst>
          </p:cNvPr>
          <p:cNvSpPr/>
          <p:nvPr/>
        </p:nvSpPr>
        <p:spPr>
          <a:xfrm>
            <a:off x="7548391" y="3291789"/>
            <a:ext cx="909809" cy="470844"/>
          </a:xfrm>
          <a:prstGeom prst="rect">
            <a:avLst/>
          </a:prstGeom>
          <a:solidFill>
            <a:schemeClr val="accent6">
              <a:lumMod val="20000"/>
              <a:lumOff val="80000"/>
            </a:schemeClr>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Low</a:t>
            </a:r>
          </a:p>
        </p:txBody>
      </p:sp>
      <p:sp>
        <p:nvSpPr>
          <p:cNvPr id="33" name="Google Shape;8696;p128">
            <a:extLst>
              <a:ext uri="{FF2B5EF4-FFF2-40B4-BE49-F238E27FC236}">
                <a16:creationId xmlns:a16="http://schemas.microsoft.com/office/drawing/2014/main" id="{6563C990-B1A3-6E1E-5544-BA833DC8BD4D}"/>
              </a:ext>
            </a:extLst>
          </p:cNvPr>
          <p:cNvSpPr/>
          <p:nvPr/>
        </p:nvSpPr>
        <p:spPr>
          <a:xfrm>
            <a:off x="7548391" y="3849629"/>
            <a:ext cx="909809" cy="470844"/>
          </a:xfrm>
          <a:prstGeom prst="rect">
            <a:avLst/>
          </a:prstGeom>
          <a:solidFill>
            <a:schemeClr val="accent6">
              <a:lumMod val="20000"/>
              <a:lumOff val="80000"/>
            </a:schemeClr>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Low</a:t>
            </a:r>
          </a:p>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3</a:t>
            </a:r>
            <a:r>
              <a:rPr lang="en-US" sz="1200" b="1" i="0" u="none" strike="noStrike" cap="none" baseline="30000">
                <a:solidFill>
                  <a:srgbClr val="000000"/>
                </a:solidFill>
                <a:latin typeface="Calibri Body"/>
                <a:ea typeface="Arial"/>
                <a:cs typeface="Arial"/>
                <a:sym typeface="Arial"/>
              </a:rPr>
              <a:t>rd</a:t>
            </a:r>
            <a:r>
              <a:rPr lang="en-US" sz="1200" b="1" i="0" u="none" strike="noStrike" cap="none">
                <a:solidFill>
                  <a:srgbClr val="000000"/>
                </a:solidFill>
                <a:latin typeface="Calibri Body"/>
                <a:ea typeface="Arial"/>
                <a:cs typeface="Arial"/>
                <a:sym typeface="Arial"/>
              </a:rPr>
              <a:t> party</a:t>
            </a:r>
          </a:p>
        </p:txBody>
      </p:sp>
      <p:sp>
        <p:nvSpPr>
          <p:cNvPr id="34" name="Google Shape;8696;p128">
            <a:extLst>
              <a:ext uri="{FF2B5EF4-FFF2-40B4-BE49-F238E27FC236}">
                <a16:creationId xmlns:a16="http://schemas.microsoft.com/office/drawing/2014/main" id="{246708FB-5737-A6C4-B4A9-E8DB5AD047A8}"/>
              </a:ext>
            </a:extLst>
          </p:cNvPr>
          <p:cNvSpPr/>
          <p:nvPr/>
        </p:nvSpPr>
        <p:spPr>
          <a:xfrm>
            <a:off x="7548391" y="4484582"/>
            <a:ext cx="909809" cy="470844"/>
          </a:xfrm>
          <a:prstGeom prst="rect">
            <a:avLst/>
          </a:prstGeom>
          <a:solidFill>
            <a:srgbClr val="FBE5D6"/>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High</a:t>
            </a:r>
          </a:p>
        </p:txBody>
      </p:sp>
      <p:sp>
        <p:nvSpPr>
          <p:cNvPr id="36" name="Google Shape;8696;p128">
            <a:extLst>
              <a:ext uri="{FF2B5EF4-FFF2-40B4-BE49-F238E27FC236}">
                <a16:creationId xmlns:a16="http://schemas.microsoft.com/office/drawing/2014/main" id="{F1B139FF-8EE1-0895-92BB-0AC54FB4D2C3}"/>
              </a:ext>
            </a:extLst>
          </p:cNvPr>
          <p:cNvSpPr/>
          <p:nvPr/>
        </p:nvSpPr>
        <p:spPr>
          <a:xfrm>
            <a:off x="7548391" y="5040643"/>
            <a:ext cx="909809" cy="470844"/>
          </a:xfrm>
          <a:prstGeom prst="rect">
            <a:avLst/>
          </a:prstGeom>
          <a:solidFill>
            <a:schemeClr val="accent6">
              <a:lumMod val="20000"/>
              <a:lumOff val="80000"/>
            </a:schemeClr>
          </a:solidFill>
          <a:ln>
            <a:noFill/>
          </a:ln>
        </p:spPr>
        <p:txBody>
          <a:bodyPr spcFirstLastPara="1" wrap="square" lIns="0" tIns="45700" rIns="0"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i="0" u="none" strike="noStrike" cap="none">
                <a:solidFill>
                  <a:srgbClr val="000000"/>
                </a:solidFill>
                <a:latin typeface="Calibri Body"/>
                <a:ea typeface="Arial"/>
                <a:cs typeface="Arial"/>
                <a:sym typeface="Arial"/>
              </a:rPr>
              <a:t>Low</a:t>
            </a:r>
          </a:p>
        </p:txBody>
      </p:sp>
      <p:sp>
        <p:nvSpPr>
          <p:cNvPr id="13" name="TextBox 12">
            <a:extLst>
              <a:ext uri="{FF2B5EF4-FFF2-40B4-BE49-F238E27FC236}">
                <a16:creationId xmlns:a16="http://schemas.microsoft.com/office/drawing/2014/main" id="{22E450BE-627D-6045-189F-BAF00111A698}"/>
              </a:ext>
            </a:extLst>
          </p:cNvPr>
          <p:cNvSpPr txBox="1"/>
          <p:nvPr/>
        </p:nvSpPr>
        <p:spPr>
          <a:xfrm>
            <a:off x="4185219" y="5068549"/>
            <a:ext cx="3206181" cy="430887"/>
          </a:xfrm>
          <a:prstGeom prst="rect">
            <a:avLst/>
          </a:prstGeom>
          <a:noFill/>
          <a:ln>
            <a:solidFill>
              <a:schemeClr val="tx1"/>
            </a:solidFill>
            <a:prstDash val="dash"/>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100" i="1">
                <a:ea typeface="Calibri"/>
                <a:cs typeface="Calibri"/>
              </a:rPr>
              <a:t>Deprioritized because of low upside (mainly to improve efficiency, rather than access revenue)</a:t>
            </a:r>
          </a:p>
        </p:txBody>
      </p:sp>
      <p:sp>
        <p:nvSpPr>
          <p:cNvPr id="4" name="Google Shape;8684;p128">
            <a:extLst>
              <a:ext uri="{FF2B5EF4-FFF2-40B4-BE49-F238E27FC236}">
                <a16:creationId xmlns:a16="http://schemas.microsoft.com/office/drawing/2014/main" id="{847A241B-E816-9234-0D25-2C7DDA084957}"/>
              </a:ext>
            </a:extLst>
          </p:cNvPr>
          <p:cNvSpPr/>
          <p:nvPr/>
        </p:nvSpPr>
        <p:spPr>
          <a:xfrm>
            <a:off x="1368962" y="5648068"/>
            <a:ext cx="10594438" cy="665869"/>
          </a:xfrm>
          <a:prstGeom prst="rect">
            <a:avLst/>
          </a:prstGeom>
          <a:noFill/>
          <a:ln>
            <a:solidFill>
              <a:schemeClr val="tx1"/>
            </a:solidFill>
            <a:extLst>
              <a:ext uri="{C807C97D-BFC1-408E-A445-0C87EB9F89A2}">
                <ask:lineSketchStyleProps xmlns:ask="http://schemas.microsoft.com/office/drawing/2018/sketchyshapes">
                  <ask:type>
                    <ask:lineSketchNone/>
                  </ask:type>
                </ask:lineSketchStyleProps>
              </a:ext>
            </a:extLst>
          </a:ln>
        </p:spPr>
        <p:txBody>
          <a:bodyPr spcFirstLastPara="1" wrap="square" lIns="91425" tIns="45700" rIns="91425" bIns="45700" anchor="ctr" anchorCtr="0">
            <a:noAutofit/>
          </a:bodyPr>
          <a:lstStyle/>
          <a:p>
            <a:pPr algn="ctr"/>
            <a:endParaRPr lang="en-US"/>
          </a:p>
        </p:txBody>
      </p:sp>
      <p:grpSp>
        <p:nvGrpSpPr>
          <p:cNvPr id="52" name="Group 51">
            <a:extLst>
              <a:ext uri="{FF2B5EF4-FFF2-40B4-BE49-F238E27FC236}">
                <a16:creationId xmlns:a16="http://schemas.microsoft.com/office/drawing/2014/main" id="{96A9CC45-0A8C-03B3-35D7-99748F40200D}"/>
              </a:ext>
            </a:extLst>
          </p:cNvPr>
          <p:cNvGrpSpPr/>
          <p:nvPr/>
        </p:nvGrpSpPr>
        <p:grpSpPr>
          <a:xfrm>
            <a:off x="1378517" y="5701236"/>
            <a:ext cx="10596700" cy="584775"/>
            <a:chOff x="1222526" y="5478401"/>
            <a:chExt cx="10752695" cy="584775"/>
          </a:xfrm>
        </p:grpSpPr>
        <p:sp>
          <p:nvSpPr>
            <p:cNvPr id="5" name="TextBox 4">
              <a:extLst>
                <a:ext uri="{FF2B5EF4-FFF2-40B4-BE49-F238E27FC236}">
                  <a16:creationId xmlns:a16="http://schemas.microsoft.com/office/drawing/2014/main" id="{AF868481-7C8B-1382-22D4-3F2F793E9EEF}"/>
                </a:ext>
              </a:extLst>
            </p:cNvPr>
            <p:cNvSpPr txBox="1"/>
            <p:nvPr/>
          </p:nvSpPr>
          <p:spPr>
            <a:xfrm>
              <a:off x="1576368" y="5478401"/>
              <a:ext cx="1885095" cy="584775"/>
            </a:xfrm>
            <a:prstGeom prst="rect">
              <a:avLst/>
            </a:prstGeom>
            <a:noFill/>
          </p:spPr>
          <p:txBody>
            <a:bodyPr wrap="square" rtlCol="0">
              <a:spAutoFit/>
            </a:bodyPr>
            <a:lstStyle/>
            <a:p>
              <a:r>
                <a:rPr lang="en-US" sz="1100" b="1">
                  <a:solidFill>
                    <a:srgbClr val="17B2AF"/>
                  </a:solidFill>
                </a:rPr>
                <a:t>Onco-Insurance</a:t>
              </a:r>
            </a:p>
            <a:p>
              <a:r>
                <a:rPr lang="en-US" sz="1000"/>
                <a:t>Subscription based screening and cancer plan</a:t>
              </a:r>
              <a:endParaRPr lang="en-US" sz="100"/>
            </a:p>
          </p:txBody>
        </p:sp>
        <p:sp>
          <p:nvSpPr>
            <p:cNvPr id="10" name="TextBox 9">
              <a:extLst>
                <a:ext uri="{FF2B5EF4-FFF2-40B4-BE49-F238E27FC236}">
                  <a16:creationId xmlns:a16="http://schemas.microsoft.com/office/drawing/2014/main" id="{29575F13-DA1E-581E-481B-B6D089385FBC}"/>
                </a:ext>
              </a:extLst>
            </p:cNvPr>
            <p:cNvSpPr txBox="1"/>
            <p:nvPr/>
          </p:nvSpPr>
          <p:spPr>
            <a:xfrm>
              <a:off x="3757950" y="5478401"/>
              <a:ext cx="2041619" cy="569387"/>
            </a:xfrm>
            <a:prstGeom prst="rect">
              <a:avLst/>
            </a:prstGeom>
            <a:noFill/>
          </p:spPr>
          <p:txBody>
            <a:bodyPr wrap="square" rtlCol="0">
              <a:spAutoFit/>
            </a:bodyPr>
            <a:lstStyle/>
            <a:p>
              <a:r>
                <a:rPr lang="en-US" sz="1100" b="1">
                  <a:solidFill>
                    <a:srgbClr val="17B2AF"/>
                  </a:solidFill>
                </a:rPr>
                <a:t>Drug Sponsorship Fund</a:t>
              </a:r>
            </a:p>
            <a:p>
              <a:r>
                <a:rPr lang="en-US" sz="1000"/>
                <a:t>Establishing a cancer drug fund to help deserving patients</a:t>
              </a:r>
            </a:p>
          </p:txBody>
        </p:sp>
        <p:pic>
          <p:nvPicPr>
            <p:cNvPr id="17" name="Graphic 16" descr="Shield Tick outline">
              <a:extLst>
                <a:ext uri="{FF2B5EF4-FFF2-40B4-BE49-F238E27FC236}">
                  <a16:creationId xmlns:a16="http://schemas.microsoft.com/office/drawing/2014/main" id="{5AF2BE72-AC6A-9CA1-119D-6D9F4DC77FC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222526" y="5571882"/>
              <a:ext cx="397815" cy="397815"/>
            </a:xfrm>
            <a:prstGeom prst="rect">
              <a:avLst/>
            </a:prstGeom>
          </p:spPr>
        </p:pic>
        <p:pic>
          <p:nvPicPr>
            <p:cNvPr id="26" name="Graphic 25" descr="Open hand outline">
              <a:extLst>
                <a:ext uri="{FF2B5EF4-FFF2-40B4-BE49-F238E27FC236}">
                  <a16:creationId xmlns:a16="http://schemas.microsoft.com/office/drawing/2014/main" id="{B00A5BA7-9910-CFBC-C822-5B8CB192A29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330540" y="5552985"/>
              <a:ext cx="444700" cy="444700"/>
            </a:xfrm>
            <a:prstGeom prst="rect">
              <a:avLst/>
            </a:prstGeom>
          </p:spPr>
        </p:pic>
        <p:sp>
          <p:nvSpPr>
            <p:cNvPr id="29" name="TextBox 28">
              <a:extLst>
                <a:ext uri="{FF2B5EF4-FFF2-40B4-BE49-F238E27FC236}">
                  <a16:creationId xmlns:a16="http://schemas.microsoft.com/office/drawing/2014/main" id="{E98B4262-548F-010E-CC7F-D0F7C98D5D9B}"/>
                </a:ext>
              </a:extLst>
            </p:cNvPr>
            <p:cNvSpPr txBox="1"/>
            <p:nvPr/>
          </p:nvSpPr>
          <p:spPr>
            <a:xfrm>
              <a:off x="6171272" y="5478401"/>
              <a:ext cx="2214059" cy="584775"/>
            </a:xfrm>
            <a:prstGeom prst="rect">
              <a:avLst/>
            </a:prstGeom>
            <a:noFill/>
          </p:spPr>
          <p:txBody>
            <a:bodyPr wrap="square" rtlCol="0">
              <a:spAutoFit/>
            </a:bodyPr>
            <a:lstStyle/>
            <a:p>
              <a:r>
                <a:rPr lang="en-US" sz="1100" b="1">
                  <a:solidFill>
                    <a:srgbClr val="17B2AF"/>
                  </a:solidFill>
                </a:rPr>
                <a:t>Exclusive Referrals</a:t>
              </a:r>
            </a:p>
            <a:p>
              <a:r>
                <a:rPr lang="en-US" sz="1000"/>
                <a:t>Exclusive referral agreement with </a:t>
              </a:r>
              <a:r>
                <a:rPr lang="en-US" sz="1000" err="1"/>
                <a:t>MedGulf</a:t>
              </a:r>
              <a:r>
                <a:rPr lang="en-US" sz="1000"/>
                <a:t> &amp; Takaful in Riyadh</a:t>
              </a:r>
            </a:p>
          </p:txBody>
        </p:sp>
        <p:pic>
          <p:nvPicPr>
            <p:cNvPr id="45" name="Graphic 44" descr="Hospital outline">
              <a:extLst>
                <a:ext uri="{FF2B5EF4-FFF2-40B4-BE49-F238E27FC236}">
                  <a16:creationId xmlns:a16="http://schemas.microsoft.com/office/drawing/2014/main" id="{8BB58856-5C88-61A8-C47C-8DAD584ED72C}"/>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5752664" y="5572483"/>
              <a:ext cx="430349" cy="430349"/>
            </a:xfrm>
            <a:prstGeom prst="rect">
              <a:avLst/>
            </a:prstGeom>
          </p:spPr>
        </p:pic>
        <p:sp>
          <p:nvSpPr>
            <p:cNvPr id="46" name="TextBox 45">
              <a:extLst>
                <a:ext uri="{FF2B5EF4-FFF2-40B4-BE49-F238E27FC236}">
                  <a16:creationId xmlns:a16="http://schemas.microsoft.com/office/drawing/2014/main" id="{22A24610-1398-0647-2D70-00AF175C640A}"/>
                </a:ext>
              </a:extLst>
            </p:cNvPr>
            <p:cNvSpPr txBox="1"/>
            <p:nvPr/>
          </p:nvSpPr>
          <p:spPr>
            <a:xfrm>
              <a:off x="8495851" y="5478401"/>
              <a:ext cx="1371450" cy="569387"/>
            </a:xfrm>
            <a:prstGeom prst="rect">
              <a:avLst/>
            </a:prstGeom>
            <a:noFill/>
          </p:spPr>
          <p:txBody>
            <a:bodyPr wrap="square" rtlCol="0">
              <a:spAutoFit/>
            </a:bodyPr>
            <a:lstStyle/>
            <a:p>
              <a:r>
                <a:rPr lang="en-US" sz="1100" b="1">
                  <a:solidFill>
                    <a:srgbClr val="17B2AF"/>
                  </a:solidFill>
                </a:rPr>
                <a:t>NUPCO Tender</a:t>
              </a:r>
            </a:p>
            <a:p>
              <a:r>
                <a:rPr lang="en-US" sz="1000"/>
                <a:t>Participation in NUPCO LINAC tender</a:t>
              </a:r>
            </a:p>
          </p:txBody>
        </p:sp>
        <p:pic>
          <p:nvPicPr>
            <p:cNvPr id="49" name="Graphic 48" descr="Handshake outline">
              <a:extLst>
                <a:ext uri="{FF2B5EF4-FFF2-40B4-BE49-F238E27FC236}">
                  <a16:creationId xmlns:a16="http://schemas.microsoft.com/office/drawing/2014/main" id="{BBA8510D-4F82-CC75-7928-F729827D181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8141996" y="5610730"/>
              <a:ext cx="353854" cy="353854"/>
            </a:xfrm>
            <a:prstGeom prst="rect">
              <a:avLst/>
            </a:prstGeom>
          </p:spPr>
        </p:pic>
        <p:sp>
          <p:nvSpPr>
            <p:cNvPr id="50" name="TextBox 49">
              <a:extLst>
                <a:ext uri="{FF2B5EF4-FFF2-40B4-BE49-F238E27FC236}">
                  <a16:creationId xmlns:a16="http://schemas.microsoft.com/office/drawing/2014/main" id="{5AD1F0D7-59B0-678B-1B44-2E038448E71D}"/>
                </a:ext>
              </a:extLst>
            </p:cNvPr>
            <p:cNvSpPr txBox="1"/>
            <p:nvPr/>
          </p:nvSpPr>
          <p:spPr>
            <a:xfrm>
              <a:off x="10236975" y="5478401"/>
              <a:ext cx="1738246" cy="569387"/>
            </a:xfrm>
            <a:prstGeom prst="rect">
              <a:avLst/>
            </a:prstGeom>
            <a:noFill/>
          </p:spPr>
          <p:txBody>
            <a:bodyPr wrap="square" rtlCol="0">
              <a:spAutoFit/>
            </a:bodyPr>
            <a:lstStyle/>
            <a:p>
              <a:r>
                <a:rPr lang="en-US" sz="1100" b="1">
                  <a:solidFill>
                    <a:srgbClr val="17B2AF"/>
                  </a:solidFill>
                </a:rPr>
                <a:t>Third Party Marketing</a:t>
              </a:r>
            </a:p>
            <a:p>
              <a:r>
                <a:rPr lang="en-US" sz="1000"/>
                <a:t>Activation plan to leveraging 10 million patients</a:t>
              </a:r>
            </a:p>
          </p:txBody>
        </p:sp>
        <p:pic>
          <p:nvPicPr>
            <p:cNvPr id="53" name="Graphic 52" descr="Marketing outline">
              <a:extLst>
                <a:ext uri="{FF2B5EF4-FFF2-40B4-BE49-F238E27FC236}">
                  <a16:creationId xmlns:a16="http://schemas.microsoft.com/office/drawing/2014/main" id="{96C4A5A1-08B0-ABED-4C6F-6DE21C4D305D}"/>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909263" y="5580881"/>
              <a:ext cx="373538" cy="373538"/>
            </a:xfrm>
            <a:prstGeom prst="rect">
              <a:avLst/>
            </a:prstGeom>
          </p:spPr>
        </p:pic>
      </p:grpSp>
      <p:graphicFrame>
        <p:nvGraphicFramePr>
          <p:cNvPr id="3" name="Table 2">
            <a:extLst>
              <a:ext uri="{FF2B5EF4-FFF2-40B4-BE49-F238E27FC236}">
                <a16:creationId xmlns:a16="http://schemas.microsoft.com/office/drawing/2014/main" id="{CA7281B2-E309-4CDF-C9CC-CAB87B33E8BA}"/>
              </a:ext>
            </a:extLst>
          </p:cNvPr>
          <p:cNvGraphicFramePr>
            <a:graphicFrameLocks noGrp="1"/>
          </p:cNvGraphicFramePr>
          <p:nvPr>
            <p:extLst>
              <p:ext uri="{D42A27DB-BD31-4B8C-83A1-F6EECF244321}">
                <p14:modId xmlns:p14="http://schemas.microsoft.com/office/powerpoint/2010/main" val="4004706468"/>
              </p:ext>
            </p:extLst>
          </p:nvPr>
        </p:nvGraphicFramePr>
        <p:xfrm>
          <a:off x="8602223" y="2076119"/>
          <a:ext cx="777751" cy="3459441"/>
        </p:xfrm>
        <a:graphic>
          <a:graphicData uri="http://schemas.openxmlformats.org/drawingml/2006/table">
            <a:tbl>
              <a:tblPr firstRow="1" bandRow="1">
                <a:tableStyleId>{2D5ABB26-0587-4C30-8999-92F81FD0307C}</a:tableStyleId>
              </a:tblPr>
              <a:tblGrid>
                <a:gridCol w="777751">
                  <a:extLst>
                    <a:ext uri="{9D8B030D-6E8A-4147-A177-3AD203B41FA5}">
                      <a16:colId xmlns:a16="http://schemas.microsoft.com/office/drawing/2014/main" val="840720058"/>
                    </a:ext>
                  </a:extLst>
                </a:gridCol>
              </a:tblGrid>
              <a:tr h="579540">
                <a:tc>
                  <a:txBody>
                    <a:bodyPr/>
                    <a:lstStyle/>
                    <a:p>
                      <a:pPr algn="ctr"/>
                      <a:r>
                        <a:rPr lang="en-US" sz="1100" i="1"/>
                        <a:t>Q1’26</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9525" cap="flat" cmpd="sng" algn="ctr">
                      <a:solidFill>
                        <a:schemeClr val="tx1"/>
                      </a:solidFill>
                      <a:prstDash val="lg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1840380"/>
                  </a:ext>
                </a:extLst>
              </a:tr>
              <a:tr h="51406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Q3’26</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6718436"/>
                  </a:ext>
                </a:extLst>
              </a:tr>
              <a:tr h="61471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Q2’26</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97318745"/>
                  </a:ext>
                </a:extLst>
              </a:tr>
              <a:tr h="53329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2027</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8293999"/>
                  </a:ext>
                </a:extLst>
              </a:tr>
              <a:tr h="7754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2028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Long term</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20571646"/>
                  </a:ext>
                </a:extLst>
              </a:tr>
              <a:tr h="442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2028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Long term</a:t>
                      </a:r>
                    </a:p>
                  </a:txBody>
                  <a:tcPr anchor="ctr">
                    <a:lnL w="9525" cap="flat" cmpd="sng" algn="ctr">
                      <a:solidFill>
                        <a:schemeClr val="tx1"/>
                      </a:solidFill>
                      <a:prstDash val="lgDash"/>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9525"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25698737"/>
                  </a:ext>
                </a:extLst>
              </a:tr>
            </a:tbl>
          </a:graphicData>
        </a:graphic>
      </p:graphicFrame>
      <p:sp>
        <p:nvSpPr>
          <p:cNvPr id="25" name="TextBox 24">
            <a:extLst>
              <a:ext uri="{FF2B5EF4-FFF2-40B4-BE49-F238E27FC236}">
                <a16:creationId xmlns:a16="http://schemas.microsoft.com/office/drawing/2014/main" id="{3663078B-33D6-6965-4DA2-86DFFB96C495}"/>
              </a:ext>
            </a:extLst>
          </p:cNvPr>
          <p:cNvSpPr txBox="1"/>
          <p:nvPr/>
        </p:nvSpPr>
        <p:spPr>
          <a:xfrm>
            <a:off x="3234157" y="999878"/>
            <a:ext cx="1960143" cy="246221"/>
          </a:xfrm>
          <a:prstGeom prst="rect">
            <a:avLst/>
          </a:prstGeom>
          <a:noFill/>
        </p:spPr>
        <p:txBody>
          <a:bodyPr wrap="square" lIns="91440" tIns="45720" rIns="91440" bIns="45720" anchor="t">
            <a:spAutoFit/>
          </a:bodyPr>
          <a:lstStyle/>
          <a:p>
            <a:r>
              <a:rPr lang="en-US" sz="1000" b="1">
                <a:latin typeface="Calibri Body"/>
                <a:cs typeface="Arial"/>
                <a:sym typeface="Arial"/>
              </a:rPr>
              <a:t>Implementation Complexity</a:t>
            </a:r>
            <a:endParaRPr lang="en-US" sz="1000" b="1">
              <a:ea typeface="Calibri"/>
              <a:cs typeface="Calibri"/>
            </a:endParaRPr>
          </a:p>
        </p:txBody>
      </p:sp>
      <p:grpSp>
        <p:nvGrpSpPr>
          <p:cNvPr id="27" name="Group 26">
            <a:extLst>
              <a:ext uri="{FF2B5EF4-FFF2-40B4-BE49-F238E27FC236}">
                <a16:creationId xmlns:a16="http://schemas.microsoft.com/office/drawing/2014/main" id="{DEB0B13B-E4ED-5239-D97B-517198140855}"/>
              </a:ext>
            </a:extLst>
          </p:cNvPr>
          <p:cNvGrpSpPr/>
          <p:nvPr/>
        </p:nvGrpSpPr>
        <p:grpSpPr>
          <a:xfrm>
            <a:off x="1344766" y="991571"/>
            <a:ext cx="1829333" cy="262002"/>
            <a:chOff x="568176" y="991571"/>
            <a:chExt cx="1829333" cy="262002"/>
          </a:xfrm>
        </p:grpSpPr>
        <p:sp>
          <p:nvSpPr>
            <p:cNvPr id="35" name="Google Shape;8699;p128">
              <a:extLst>
                <a:ext uri="{FF2B5EF4-FFF2-40B4-BE49-F238E27FC236}">
                  <a16:creationId xmlns:a16="http://schemas.microsoft.com/office/drawing/2014/main" id="{B35E0A7B-B0B7-B965-F575-6314DDE15B04}"/>
                </a:ext>
              </a:extLst>
            </p:cNvPr>
            <p:cNvSpPr/>
            <p:nvPr/>
          </p:nvSpPr>
          <p:spPr>
            <a:xfrm>
              <a:off x="568176" y="991571"/>
              <a:ext cx="1829333" cy="262002"/>
            </a:xfrm>
            <a:prstGeom prst="rect">
              <a:avLst/>
            </a:prstGeom>
            <a:solidFill>
              <a:schemeClr val="lt1"/>
            </a:solidFill>
            <a:ln w="9525" cap="flat" cmpd="sng">
              <a:solidFill>
                <a:schemeClr val="dk1"/>
              </a:solidFill>
              <a:prstDash val="dash"/>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endParaRPr sz="1400" b="0" i="0" u="none" strike="noStrike" cap="none">
                <a:solidFill>
                  <a:srgbClr val="000000"/>
                </a:solidFill>
                <a:latin typeface="Calibri Body"/>
                <a:ea typeface="Arial"/>
                <a:cs typeface="Arial"/>
                <a:sym typeface="Arial"/>
              </a:endParaRPr>
            </a:p>
          </p:txBody>
        </p:sp>
        <p:sp>
          <p:nvSpPr>
            <p:cNvPr id="37" name="Google Shape;8700;p128">
              <a:extLst>
                <a:ext uri="{FF2B5EF4-FFF2-40B4-BE49-F238E27FC236}">
                  <a16:creationId xmlns:a16="http://schemas.microsoft.com/office/drawing/2014/main" id="{28B9639A-5DC2-A4E3-E5D9-8C2302F40E7D}"/>
                </a:ext>
              </a:extLst>
            </p:cNvPr>
            <p:cNvSpPr/>
            <p:nvPr/>
          </p:nvSpPr>
          <p:spPr>
            <a:xfrm>
              <a:off x="1224336" y="1042188"/>
              <a:ext cx="489766" cy="160766"/>
            </a:xfrm>
            <a:prstGeom prst="rect">
              <a:avLst/>
            </a:prstGeom>
            <a:solidFill>
              <a:schemeClr val="accent4">
                <a:lumMod val="20000"/>
                <a:lumOff val="8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600" b="0" i="0" u="none" strike="noStrike" cap="none">
                  <a:solidFill>
                    <a:srgbClr val="000000"/>
                  </a:solidFill>
                  <a:latin typeface="Calibri Body"/>
                  <a:ea typeface="Arial"/>
                  <a:cs typeface="Arial"/>
                  <a:sym typeface="Arial"/>
                </a:rPr>
                <a:t>Medium</a:t>
              </a:r>
              <a:endParaRPr sz="1000" b="0" i="0" u="none" strike="noStrike" cap="none">
                <a:solidFill>
                  <a:srgbClr val="000000"/>
                </a:solidFill>
                <a:latin typeface="Calibri Body"/>
                <a:ea typeface="Arial"/>
                <a:cs typeface="Arial"/>
                <a:sym typeface="Arial"/>
              </a:endParaRPr>
            </a:p>
          </p:txBody>
        </p:sp>
        <p:sp>
          <p:nvSpPr>
            <p:cNvPr id="38" name="Google Shape;8701;p128">
              <a:extLst>
                <a:ext uri="{FF2B5EF4-FFF2-40B4-BE49-F238E27FC236}">
                  <a16:creationId xmlns:a16="http://schemas.microsoft.com/office/drawing/2014/main" id="{1CB6F663-2E04-BD01-3345-DE601FE3F7E3}"/>
                </a:ext>
              </a:extLst>
            </p:cNvPr>
            <p:cNvSpPr/>
            <p:nvPr/>
          </p:nvSpPr>
          <p:spPr>
            <a:xfrm>
              <a:off x="1819079" y="1042188"/>
              <a:ext cx="489766" cy="160766"/>
            </a:xfrm>
            <a:prstGeom prst="rect">
              <a:avLst/>
            </a:prstGeom>
            <a:solidFill>
              <a:schemeClr val="accent2">
                <a:lumMod val="20000"/>
                <a:lumOff val="8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600" b="0" i="0" u="none" strike="noStrike" cap="none">
                  <a:solidFill>
                    <a:srgbClr val="000000"/>
                  </a:solidFill>
                  <a:latin typeface="Calibri Body"/>
                  <a:ea typeface="Arial"/>
                  <a:cs typeface="Arial"/>
                  <a:sym typeface="Arial"/>
                </a:rPr>
                <a:t>High</a:t>
              </a:r>
              <a:endParaRPr sz="1000" b="0" i="0" u="none" strike="noStrike" cap="none">
                <a:solidFill>
                  <a:srgbClr val="000000"/>
                </a:solidFill>
                <a:latin typeface="Calibri Body"/>
                <a:ea typeface="Arial"/>
                <a:cs typeface="Arial"/>
                <a:sym typeface="Arial"/>
              </a:endParaRPr>
            </a:p>
          </p:txBody>
        </p:sp>
        <p:sp>
          <p:nvSpPr>
            <p:cNvPr id="39" name="Google Shape;8702;p128">
              <a:extLst>
                <a:ext uri="{FF2B5EF4-FFF2-40B4-BE49-F238E27FC236}">
                  <a16:creationId xmlns:a16="http://schemas.microsoft.com/office/drawing/2014/main" id="{A8E6433E-B740-2E66-AD2C-EF8B6CF5B290}"/>
                </a:ext>
              </a:extLst>
            </p:cNvPr>
            <p:cNvSpPr/>
            <p:nvPr/>
          </p:nvSpPr>
          <p:spPr>
            <a:xfrm>
              <a:off x="643969" y="1042188"/>
              <a:ext cx="489766" cy="160766"/>
            </a:xfrm>
            <a:prstGeom prst="rect">
              <a:avLst/>
            </a:prstGeom>
            <a:solidFill>
              <a:schemeClr val="accent6">
                <a:lumMod val="20000"/>
                <a:lumOff val="80000"/>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US" sz="600">
                  <a:solidFill>
                    <a:srgbClr val="000000"/>
                  </a:solidFill>
                  <a:latin typeface="Calibri Body"/>
                  <a:ea typeface="Arial"/>
                  <a:cs typeface="Arial"/>
                  <a:sym typeface="Arial"/>
                </a:rPr>
                <a:t>Low</a:t>
              </a:r>
              <a:endParaRPr lang="en-US" sz="600" b="0" i="0" u="none" strike="noStrike" cap="none">
                <a:solidFill>
                  <a:srgbClr val="000000"/>
                </a:solidFill>
                <a:latin typeface="Calibri Body"/>
                <a:ea typeface="Arial"/>
                <a:cs typeface="Arial"/>
                <a:sym typeface="Arial"/>
              </a:endParaRPr>
            </a:p>
          </p:txBody>
        </p:sp>
      </p:grpSp>
      <p:grpSp>
        <p:nvGrpSpPr>
          <p:cNvPr id="6" name="Group 5">
            <a:extLst>
              <a:ext uri="{FF2B5EF4-FFF2-40B4-BE49-F238E27FC236}">
                <a16:creationId xmlns:a16="http://schemas.microsoft.com/office/drawing/2014/main" id="{15DA7C7A-5AD1-EF5E-C3CA-A0A78683B472}"/>
              </a:ext>
            </a:extLst>
          </p:cNvPr>
          <p:cNvGrpSpPr/>
          <p:nvPr/>
        </p:nvGrpSpPr>
        <p:grpSpPr>
          <a:xfrm>
            <a:off x="0" y="49329"/>
            <a:ext cx="3892060" cy="228600"/>
            <a:chOff x="0" y="49329"/>
            <a:chExt cx="3892060" cy="228600"/>
          </a:xfrm>
        </p:grpSpPr>
        <p:grpSp>
          <p:nvGrpSpPr>
            <p:cNvPr id="9" name="Group 8">
              <a:extLst>
                <a:ext uri="{FF2B5EF4-FFF2-40B4-BE49-F238E27FC236}">
                  <a16:creationId xmlns:a16="http://schemas.microsoft.com/office/drawing/2014/main" id="{1D3C0510-861D-C4ED-442A-01E7EBC82EAA}"/>
                </a:ext>
              </a:extLst>
            </p:cNvPr>
            <p:cNvGrpSpPr/>
            <p:nvPr/>
          </p:nvGrpSpPr>
          <p:grpSpPr>
            <a:xfrm>
              <a:off x="0" y="49329"/>
              <a:ext cx="171132" cy="228600"/>
              <a:chOff x="0" y="49329"/>
              <a:chExt cx="171132" cy="228600"/>
            </a:xfrm>
          </p:grpSpPr>
          <p:cxnSp>
            <p:nvCxnSpPr>
              <p:cNvPr id="19" name="Straight Connector 18">
                <a:extLst>
                  <a:ext uri="{FF2B5EF4-FFF2-40B4-BE49-F238E27FC236}">
                    <a16:creationId xmlns:a16="http://schemas.microsoft.com/office/drawing/2014/main" id="{97685F83-9C7C-47F0-0637-A232602D58E8}"/>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3" name="Rectangle: Rounded Corners 22">
                <a:extLst>
                  <a:ext uri="{FF2B5EF4-FFF2-40B4-BE49-F238E27FC236}">
                    <a16:creationId xmlns:a16="http://schemas.microsoft.com/office/drawing/2014/main" id="{C966B7EA-B957-20F6-C9AE-40C2FFBAF0D6}"/>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 name="Google Shape;1129;p23">
              <a:extLst>
                <a:ext uri="{FF2B5EF4-FFF2-40B4-BE49-F238E27FC236}">
                  <a16:creationId xmlns:a16="http://schemas.microsoft.com/office/drawing/2014/main" id="{966AD5E3-3BB9-33C3-324E-92228142CCAF}"/>
                </a:ext>
              </a:extLst>
            </p:cNvPr>
            <p:cNvSpPr/>
            <p:nvPr/>
          </p:nvSpPr>
          <p:spPr>
            <a:xfrm>
              <a:off x="210783" y="61474"/>
              <a:ext cx="368127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p>
              <a:pPr algn="ctr"/>
              <a:r>
                <a:rPr lang="en-US" sz="1200" b="1">
                  <a:solidFill>
                    <a:schemeClr val="bg1"/>
                  </a:solidFill>
                  <a:ea typeface="Calibri"/>
                  <a:cs typeface="Calibri"/>
                </a:rPr>
                <a:t>Value Creation Initiatives</a:t>
              </a:r>
              <a:endParaRPr lang="en-US" sz="1200">
                <a:solidFill>
                  <a:srgbClr val="000000"/>
                </a:solidFill>
                <a:ea typeface="Calibri"/>
                <a:cs typeface="Calibri"/>
              </a:endParaRPr>
            </a:p>
          </p:txBody>
        </p:sp>
      </p:grpSp>
      <p:sp>
        <p:nvSpPr>
          <p:cNvPr id="24" name="Espaço Reservado para Número de Slide 5">
            <a:extLst>
              <a:ext uri="{FF2B5EF4-FFF2-40B4-BE49-F238E27FC236}">
                <a16:creationId xmlns:a16="http://schemas.microsoft.com/office/drawing/2014/main" id="{EAC42A04-579A-BB7E-7825-1A68D4828354}"/>
              </a:ext>
            </a:extLst>
          </p:cNvPr>
          <p:cNvSpPr>
            <a:spLocks noGrp="1"/>
          </p:cNvSpPr>
          <p:nvPr>
            <p:ph type="sldNum" sz="quarter" idx="4"/>
          </p:nvPr>
        </p:nvSpPr>
        <p:spPr>
          <a:xfrm>
            <a:off x="9031941" y="6356350"/>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B14BDE4-840A-4586-B946-2B3474FE743E}" type="slidenum">
              <a:rPr kumimoji="0" lang="en-US" sz="1200" b="0" i="0" u="none" strike="noStrike" kern="1200" cap="none" spc="0" normalizeH="0" baseline="0" noProof="0" smtClean="0">
                <a:ln>
                  <a:noFill/>
                </a:ln>
                <a:solidFill>
                  <a:srgbClr val="2C3846">
                    <a:tint val="75000"/>
                  </a:srgbClr>
                </a:solidFill>
                <a:effectLst/>
                <a:uLnTx/>
                <a:uFillTx/>
                <a:latin typeface="Calibri" panose="020F0502020204030204" pitchFamily="34" charset="0"/>
                <a:ea typeface="+mn-ea"/>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srgbClr val="2C3846">
                  <a:tint val="75000"/>
                </a:srgbClr>
              </a:solidFill>
              <a:effectLst/>
              <a:uLnTx/>
              <a:uFillTx/>
              <a:latin typeface="Calibri" panose="020F0502020204030204" pitchFamily="34" charset="0"/>
              <a:ea typeface="+mn-ea"/>
              <a:cs typeface="Calibri" panose="020F0502020204030204" pitchFamily="34" charset="0"/>
              <a:sym typeface="Calibri" panose="020F0502020204030204" pitchFamily="34" charset="0"/>
            </a:endParaRPr>
          </a:p>
        </p:txBody>
      </p:sp>
      <p:sp>
        <p:nvSpPr>
          <p:cNvPr id="40" name="Google Shape;8696;p128">
            <a:extLst>
              <a:ext uri="{FF2B5EF4-FFF2-40B4-BE49-F238E27FC236}">
                <a16:creationId xmlns:a16="http://schemas.microsoft.com/office/drawing/2014/main" id="{48280620-EF57-CA5D-8521-F1DFC804674E}"/>
              </a:ext>
            </a:extLst>
          </p:cNvPr>
          <p:cNvSpPr/>
          <p:nvPr/>
        </p:nvSpPr>
        <p:spPr>
          <a:xfrm>
            <a:off x="1371656" y="1320687"/>
            <a:ext cx="1642478" cy="627442"/>
          </a:xfrm>
          <a:prstGeom prst="rect">
            <a:avLst/>
          </a:prstGeom>
          <a:solidFill>
            <a:srgbClr val="206971"/>
          </a:solidFill>
          <a:ln>
            <a:noFill/>
          </a:ln>
        </p:spPr>
        <p:txBody>
          <a:bodyPr spcFirstLastPara="1" wrap="square" lIns="45720" tIns="45700" rIns="91425" bIns="45700" anchor="ctr" anchorCtr="0">
            <a:noAutofit/>
          </a:bodyPr>
          <a:lstStyle/>
          <a:p>
            <a:pPr marL="0" marR="0" lvl="0" indent="0" rtl="0">
              <a:lnSpc>
                <a:spcPct val="100000"/>
              </a:lnSpc>
              <a:spcBef>
                <a:spcPts val="0"/>
              </a:spcBef>
              <a:spcAft>
                <a:spcPts val="0"/>
              </a:spcAft>
              <a:buClr>
                <a:srgbClr val="FFFFFF"/>
              </a:buClr>
              <a:buSzPts val="1400"/>
              <a:buFont typeface="Arial"/>
              <a:buNone/>
            </a:pPr>
            <a:r>
              <a:rPr lang="en-US" sz="1200" b="1" i="0" u="none" strike="noStrike" cap="none">
                <a:solidFill>
                  <a:srgbClr val="FFFFFF"/>
                </a:solidFill>
                <a:latin typeface="Calibri Body"/>
                <a:ea typeface="Arial"/>
                <a:cs typeface="Arial"/>
                <a:sym typeface="Arial"/>
              </a:rPr>
              <a:t>Initiative</a:t>
            </a:r>
            <a:endParaRPr lang="en-US" sz="1200" b="1" i="0" u="none" strike="noStrike" cap="none">
              <a:solidFill>
                <a:srgbClr val="000000"/>
              </a:solidFill>
              <a:latin typeface="Calibri Body"/>
              <a:ea typeface="Arial"/>
              <a:cs typeface="Arial"/>
            </a:endParaRPr>
          </a:p>
        </p:txBody>
      </p:sp>
      <p:sp>
        <p:nvSpPr>
          <p:cNvPr id="42" name="Google Shape;8698;p128">
            <a:extLst>
              <a:ext uri="{FF2B5EF4-FFF2-40B4-BE49-F238E27FC236}">
                <a16:creationId xmlns:a16="http://schemas.microsoft.com/office/drawing/2014/main" id="{1C794830-6384-A2BE-E211-32FDA82EBB86}"/>
              </a:ext>
            </a:extLst>
          </p:cNvPr>
          <p:cNvSpPr/>
          <p:nvPr/>
        </p:nvSpPr>
        <p:spPr>
          <a:xfrm>
            <a:off x="559224" y="1320687"/>
            <a:ext cx="737948" cy="622413"/>
          </a:xfrm>
          <a:prstGeom prst="rect">
            <a:avLst/>
          </a:prstGeom>
          <a:solidFill>
            <a:srgbClr val="206971"/>
          </a:solidFill>
          <a:ln>
            <a:noFill/>
          </a:ln>
        </p:spPr>
        <p:txBody>
          <a:bodyPr spcFirstLastPara="1" wrap="square" lIns="36000" tIns="36000" rIns="36000" bIns="36000" anchor="ctr" anchorCtr="0">
            <a:noAutofit/>
          </a:bodyPr>
          <a:lstStyle/>
          <a:p>
            <a:pPr marL="0" marR="0" lvl="0" indent="0" algn="ctr" rtl="0">
              <a:lnSpc>
                <a:spcPct val="100000"/>
              </a:lnSpc>
              <a:spcBef>
                <a:spcPts val="0"/>
              </a:spcBef>
              <a:spcAft>
                <a:spcPts val="0"/>
              </a:spcAft>
              <a:buClr>
                <a:srgbClr val="FFFFFF"/>
              </a:buClr>
              <a:buSzPts val="1400"/>
              <a:buFont typeface="Arial"/>
              <a:buNone/>
            </a:pPr>
            <a:r>
              <a:rPr lang="en-US" sz="1200" b="1" i="0" u="none" strike="noStrike" cap="none">
                <a:solidFill>
                  <a:srgbClr val="FFFFFF"/>
                </a:solidFill>
                <a:latin typeface="Calibri Body"/>
                <a:ea typeface="Arial"/>
                <a:cs typeface="Arial"/>
                <a:sym typeface="Arial"/>
              </a:rPr>
              <a:t>Category</a:t>
            </a:r>
            <a:endParaRPr lang="en-US" sz="1200" b="1" i="0" u="none" strike="noStrike" cap="none">
              <a:solidFill>
                <a:srgbClr val="FFFFFF"/>
              </a:solidFill>
              <a:latin typeface="Calibri Body"/>
              <a:ea typeface="Arial"/>
              <a:cs typeface="Arial"/>
            </a:endParaRPr>
          </a:p>
        </p:txBody>
      </p:sp>
      <p:sp>
        <p:nvSpPr>
          <p:cNvPr id="48" name="Google Shape;8696;p128">
            <a:extLst>
              <a:ext uri="{FF2B5EF4-FFF2-40B4-BE49-F238E27FC236}">
                <a16:creationId xmlns:a16="http://schemas.microsoft.com/office/drawing/2014/main" id="{55718EB1-2972-4318-E1F0-5CE17B89FC61}"/>
              </a:ext>
            </a:extLst>
          </p:cNvPr>
          <p:cNvSpPr/>
          <p:nvPr/>
        </p:nvSpPr>
        <p:spPr>
          <a:xfrm>
            <a:off x="3103970" y="1320687"/>
            <a:ext cx="4317060" cy="619968"/>
          </a:xfrm>
          <a:prstGeom prst="rect">
            <a:avLst/>
          </a:prstGeom>
          <a:solidFill>
            <a:srgbClr val="20697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400"/>
              <a:buFont typeface="Arial"/>
              <a:buNone/>
            </a:pPr>
            <a:r>
              <a:rPr lang="en-US" sz="1200" b="1" i="0" u="none" strike="noStrike" cap="none">
                <a:solidFill>
                  <a:srgbClr val="FFFFFF"/>
                </a:solidFill>
                <a:latin typeface="Calibri Body"/>
                <a:ea typeface="Arial"/>
                <a:cs typeface="Arial"/>
                <a:sym typeface="Arial"/>
              </a:rPr>
              <a:t>Buil</a:t>
            </a:r>
            <a:r>
              <a:rPr lang="en-US" sz="1200" b="1">
                <a:solidFill>
                  <a:srgbClr val="FFFFFF"/>
                </a:solidFill>
                <a:latin typeface="Calibri Body"/>
                <a:ea typeface="Arial"/>
                <a:cs typeface="Arial"/>
                <a:sym typeface="Arial"/>
              </a:rPr>
              <a:t>ding blocks to execute the initiative</a:t>
            </a:r>
            <a:endParaRPr lang="en-US" sz="1200" b="1" i="0" u="none" strike="noStrike" cap="none">
              <a:solidFill>
                <a:srgbClr val="000000"/>
              </a:solidFill>
              <a:latin typeface="Calibri Body"/>
              <a:ea typeface="Arial"/>
              <a:cs typeface="Arial"/>
            </a:endParaRPr>
          </a:p>
        </p:txBody>
      </p:sp>
      <p:sp>
        <p:nvSpPr>
          <p:cNvPr id="54" name="Google Shape;8696;p128">
            <a:extLst>
              <a:ext uri="{FF2B5EF4-FFF2-40B4-BE49-F238E27FC236}">
                <a16:creationId xmlns:a16="http://schemas.microsoft.com/office/drawing/2014/main" id="{7BDD2162-29FB-EF01-225D-0B5FE316B642}"/>
              </a:ext>
            </a:extLst>
          </p:cNvPr>
          <p:cNvSpPr/>
          <p:nvPr/>
        </p:nvSpPr>
        <p:spPr>
          <a:xfrm>
            <a:off x="7543886" y="1320687"/>
            <a:ext cx="935481" cy="627442"/>
          </a:xfrm>
          <a:prstGeom prst="rect">
            <a:avLst/>
          </a:prstGeom>
          <a:solidFill>
            <a:srgbClr val="206971"/>
          </a:solidFill>
          <a:ln>
            <a:noFill/>
          </a:ln>
        </p:spPr>
        <p:txBody>
          <a:bodyPr spcFirstLastPara="1" wrap="square" lIns="91425" tIns="45700" rIns="91425" bIns="45700" anchor="ctr" anchorCtr="0">
            <a:noAutofit/>
          </a:bodyPr>
          <a:lstStyle/>
          <a:p>
            <a:pPr algn="ctr">
              <a:lnSpc>
                <a:spcPts val="1400"/>
              </a:lnSpc>
              <a:buClr>
                <a:srgbClr val="FFFFFF"/>
              </a:buClr>
              <a:buSzPts val="1400"/>
            </a:pPr>
            <a:r>
              <a:rPr lang="en-US" sz="1200" b="1">
                <a:solidFill>
                  <a:srgbClr val="FFFFFF"/>
                </a:solidFill>
                <a:latin typeface="Calibri Body"/>
                <a:ea typeface="Arial"/>
                <a:cs typeface="Arial"/>
                <a:sym typeface="Arial"/>
              </a:rPr>
              <a:t>Additional CapEx</a:t>
            </a:r>
            <a:endParaRPr lang="en-US" sz="1200" b="1" i="0" u="none" strike="noStrike" cap="none">
              <a:solidFill>
                <a:srgbClr val="FFFFFF"/>
              </a:solidFill>
              <a:latin typeface="Calibri Body"/>
              <a:ea typeface="Arial"/>
              <a:cs typeface="Arial"/>
            </a:endParaRPr>
          </a:p>
        </p:txBody>
      </p:sp>
      <p:sp>
        <p:nvSpPr>
          <p:cNvPr id="56" name="Google Shape;8696;p128">
            <a:extLst>
              <a:ext uri="{FF2B5EF4-FFF2-40B4-BE49-F238E27FC236}">
                <a16:creationId xmlns:a16="http://schemas.microsoft.com/office/drawing/2014/main" id="{B3AAC89B-6979-9F09-1958-7F5C82EDD97F}"/>
              </a:ext>
            </a:extLst>
          </p:cNvPr>
          <p:cNvSpPr/>
          <p:nvPr/>
        </p:nvSpPr>
        <p:spPr>
          <a:xfrm>
            <a:off x="9513244" y="1320687"/>
            <a:ext cx="2444193" cy="351295"/>
          </a:xfrm>
          <a:prstGeom prst="rect">
            <a:avLst/>
          </a:prstGeom>
          <a:solidFill>
            <a:srgbClr val="206971"/>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a:solidFill>
                  <a:srgbClr val="FFFFFF"/>
                </a:solidFill>
                <a:latin typeface="Calibri Body"/>
                <a:ea typeface="Arial"/>
                <a:cs typeface="Arial"/>
                <a:sym typeface="Arial"/>
              </a:rPr>
              <a:t>Revenue (SAR Mn)</a:t>
            </a:r>
            <a:endParaRPr lang="en-US" sz="1200" b="1" i="0" u="none" strike="noStrike" cap="none">
              <a:solidFill>
                <a:srgbClr val="000000"/>
              </a:solidFill>
              <a:latin typeface="Calibri Body"/>
              <a:ea typeface="Arial"/>
              <a:cs typeface="Arial"/>
            </a:endParaRPr>
          </a:p>
        </p:txBody>
      </p:sp>
      <p:sp>
        <p:nvSpPr>
          <p:cNvPr id="58" name="Google Shape;8696;p128">
            <a:extLst>
              <a:ext uri="{FF2B5EF4-FFF2-40B4-BE49-F238E27FC236}">
                <a16:creationId xmlns:a16="http://schemas.microsoft.com/office/drawing/2014/main" id="{ED77769F-B20E-1641-9748-79816EDFD06D}"/>
              </a:ext>
            </a:extLst>
          </p:cNvPr>
          <p:cNvSpPr/>
          <p:nvPr/>
        </p:nvSpPr>
        <p:spPr>
          <a:xfrm>
            <a:off x="8602223" y="1320687"/>
            <a:ext cx="808218" cy="619968"/>
          </a:xfrm>
          <a:prstGeom prst="rect">
            <a:avLst/>
          </a:prstGeom>
          <a:solidFill>
            <a:srgbClr val="206971"/>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200" b="1">
                <a:solidFill>
                  <a:srgbClr val="FFFFFF"/>
                </a:solidFill>
                <a:latin typeface="Calibri Body"/>
                <a:ea typeface="Arial"/>
                <a:cs typeface="Arial"/>
                <a:sym typeface="Arial"/>
              </a:rPr>
              <a:t>Timeline</a:t>
            </a:r>
            <a:endParaRPr lang="en-US" sz="1200" b="1" i="0" u="none" strike="noStrike" cap="none">
              <a:solidFill>
                <a:srgbClr val="000000"/>
              </a:solidFill>
              <a:latin typeface="Calibri Body"/>
              <a:ea typeface="Arial"/>
              <a:cs typeface="Arial"/>
            </a:endParaRPr>
          </a:p>
        </p:txBody>
      </p:sp>
      <p:sp>
        <p:nvSpPr>
          <p:cNvPr id="62" name="Google Shape;8696;p128">
            <a:extLst>
              <a:ext uri="{FF2B5EF4-FFF2-40B4-BE49-F238E27FC236}">
                <a16:creationId xmlns:a16="http://schemas.microsoft.com/office/drawing/2014/main" id="{99707DDA-DF30-0D7A-2902-C4ACF9C62968}"/>
              </a:ext>
            </a:extLst>
          </p:cNvPr>
          <p:cNvSpPr/>
          <p:nvPr/>
        </p:nvSpPr>
        <p:spPr>
          <a:xfrm>
            <a:off x="9513246" y="1706786"/>
            <a:ext cx="731520" cy="236314"/>
          </a:xfrm>
          <a:prstGeom prst="rect">
            <a:avLst/>
          </a:prstGeom>
          <a:solidFill>
            <a:srgbClr val="17B2AF"/>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000" i="1">
                <a:solidFill>
                  <a:srgbClr val="FFFFFF"/>
                </a:solidFill>
                <a:latin typeface="Calibri Body"/>
                <a:ea typeface="Arial"/>
                <a:cs typeface="Arial"/>
                <a:sym typeface="Arial"/>
              </a:rPr>
              <a:t>2026</a:t>
            </a:r>
            <a:endParaRPr lang="en-US" sz="1000" i="1" u="none" strike="noStrike" cap="none">
              <a:solidFill>
                <a:srgbClr val="000000"/>
              </a:solidFill>
              <a:latin typeface="Calibri Body"/>
              <a:ea typeface="Arial"/>
              <a:cs typeface="Arial"/>
            </a:endParaRPr>
          </a:p>
        </p:txBody>
      </p:sp>
      <p:sp>
        <p:nvSpPr>
          <p:cNvPr id="64" name="Google Shape;8696;p128">
            <a:extLst>
              <a:ext uri="{FF2B5EF4-FFF2-40B4-BE49-F238E27FC236}">
                <a16:creationId xmlns:a16="http://schemas.microsoft.com/office/drawing/2014/main" id="{DDEFB2EE-FE2F-ED0A-6AE2-59569C9F54DF}"/>
              </a:ext>
            </a:extLst>
          </p:cNvPr>
          <p:cNvSpPr/>
          <p:nvPr/>
        </p:nvSpPr>
        <p:spPr>
          <a:xfrm>
            <a:off x="10369581" y="1706786"/>
            <a:ext cx="731520" cy="236314"/>
          </a:xfrm>
          <a:prstGeom prst="rect">
            <a:avLst/>
          </a:prstGeom>
          <a:solidFill>
            <a:srgbClr val="17B2AF"/>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000" i="1">
                <a:solidFill>
                  <a:srgbClr val="FFFFFF"/>
                </a:solidFill>
                <a:latin typeface="Calibri Body"/>
                <a:ea typeface="Arial"/>
                <a:cs typeface="Arial"/>
                <a:sym typeface="Arial"/>
              </a:rPr>
              <a:t>2027</a:t>
            </a:r>
            <a:endParaRPr lang="en-US" sz="1000" i="1" u="none" strike="noStrike" cap="none">
              <a:solidFill>
                <a:srgbClr val="000000"/>
              </a:solidFill>
              <a:latin typeface="Calibri Body"/>
              <a:ea typeface="Arial"/>
              <a:cs typeface="Arial"/>
            </a:endParaRPr>
          </a:p>
        </p:txBody>
      </p:sp>
      <p:sp>
        <p:nvSpPr>
          <p:cNvPr id="66" name="Google Shape;8696;p128">
            <a:extLst>
              <a:ext uri="{FF2B5EF4-FFF2-40B4-BE49-F238E27FC236}">
                <a16:creationId xmlns:a16="http://schemas.microsoft.com/office/drawing/2014/main" id="{5EEA32CA-309A-132E-5827-1A3615797B44}"/>
              </a:ext>
            </a:extLst>
          </p:cNvPr>
          <p:cNvSpPr/>
          <p:nvPr/>
        </p:nvSpPr>
        <p:spPr>
          <a:xfrm>
            <a:off x="11225917" y="1706786"/>
            <a:ext cx="731520" cy="236314"/>
          </a:xfrm>
          <a:prstGeom prst="rect">
            <a:avLst/>
          </a:prstGeom>
          <a:solidFill>
            <a:srgbClr val="17B2AF"/>
          </a:solidFill>
          <a:ln>
            <a:noFill/>
          </a:ln>
        </p:spPr>
        <p:txBody>
          <a:bodyPr spcFirstLastPara="1" wrap="square" lIns="91425" tIns="45700" rIns="91425" bIns="45700" anchor="ctr" anchorCtr="0">
            <a:noAutofit/>
          </a:bodyPr>
          <a:lstStyle/>
          <a:p>
            <a:pPr marL="0" marR="0" lvl="0" indent="0" algn="ctr" rtl="0">
              <a:lnSpc>
                <a:spcPts val="1400"/>
              </a:lnSpc>
              <a:spcBef>
                <a:spcPts val="0"/>
              </a:spcBef>
              <a:spcAft>
                <a:spcPts val="0"/>
              </a:spcAft>
              <a:buClr>
                <a:srgbClr val="FFFFFF"/>
              </a:buClr>
              <a:buSzPts val="1400"/>
              <a:buFont typeface="Arial"/>
              <a:buNone/>
            </a:pPr>
            <a:r>
              <a:rPr lang="en-US" sz="1000" i="1">
                <a:solidFill>
                  <a:srgbClr val="FFFFFF"/>
                </a:solidFill>
                <a:latin typeface="Calibri Body"/>
                <a:ea typeface="Arial"/>
                <a:cs typeface="Arial"/>
                <a:sym typeface="Arial"/>
              </a:rPr>
              <a:t>2028</a:t>
            </a:r>
            <a:endParaRPr lang="en-US" sz="1000" i="1" u="none" strike="noStrike" cap="none">
              <a:solidFill>
                <a:srgbClr val="000000"/>
              </a:solidFill>
              <a:latin typeface="Calibri Body"/>
              <a:ea typeface="Arial"/>
              <a:cs typeface="Arial"/>
            </a:endParaRPr>
          </a:p>
        </p:txBody>
      </p:sp>
      <p:graphicFrame>
        <p:nvGraphicFramePr>
          <p:cNvPr id="16" name="Table 15">
            <a:extLst>
              <a:ext uri="{FF2B5EF4-FFF2-40B4-BE49-F238E27FC236}">
                <a16:creationId xmlns:a16="http://schemas.microsoft.com/office/drawing/2014/main" id="{4DA0D40D-F1DC-A7FB-F767-A015EB4F2DE8}"/>
              </a:ext>
            </a:extLst>
          </p:cNvPr>
          <p:cNvGraphicFramePr>
            <a:graphicFrameLocks noGrp="1"/>
          </p:cNvGraphicFramePr>
          <p:nvPr>
            <p:extLst>
              <p:ext uri="{D42A27DB-BD31-4B8C-83A1-F6EECF244321}">
                <p14:modId xmlns:p14="http://schemas.microsoft.com/office/powerpoint/2010/main" val="4060507751"/>
              </p:ext>
            </p:extLst>
          </p:nvPr>
        </p:nvGraphicFramePr>
        <p:xfrm>
          <a:off x="9513244" y="2075038"/>
          <a:ext cx="2444193" cy="3444082"/>
        </p:xfrm>
        <a:graphic>
          <a:graphicData uri="http://schemas.openxmlformats.org/drawingml/2006/table">
            <a:tbl>
              <a:tblPr firstRow="1" bandRow="1">
                <a:tableStyleId>{2D5ABB26-0587-4C30-8999-92F81FD0307C}</a:tableStyleId>
              </a:tblPr>
              <a:tblGrid>
                <a:gridCol w="801902">
                  <a:extLst>
                    <a:ext uri="{9D8B030D-6E8A-4147-A177-3AD203B41FA5}">
                      <a16:colId xmlns:a16="http://schemas.microsoft.com/office/drawing/2014/main" val="318114054"/>
                    </a:ext>
                  </a:extLst>
                </a:gridCol>
                <a:gridCol w="801902">
                  <a:extLst>
                    <a:ext uri="{9D8B030D-6E8A-4147-A177-3AD203B41FA5}">
                      <a16:colId xmlns:a16="http://schemas.microsoft.com/office/drawing/2014/main" val="690959473"/>
                    </a:ext>
                  </a:extLst>
                </a:gridCol>
                <a:gridCol w="840389">
                  <a:extLst>
                    <a:ext uri="{9D8B030D-6E8A-4147-A177-3AD203B41FA5}">
                      <a16:colId xmlns:a16="http://schemas.microsoft.com/office/drawing/2014/main" val="50793715"/>
                    </a:ext>
                  </a:extLst>
                </a:gridCol>
              </a:tblGrid>
              <a:tr h="576967">
                <a:tc>
                  <a:txBody>
                    <a:bodyPr/>
                    <a:lstStyle/>
                    <a:p>
                      <a:pPr algn="ctr"/>
                      <a:r>
                        <a:rPr lang="en-US" sz="1100" i="1"/>
                        <a:t>40</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9525" cap="flat" cmpd="sng" algn="ctr">
                      <a:solidFill>
                        <a:schemeClr val="tx1"/>
                      </a:solidFill>
                      <a:prstDash val="lg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72</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9525" cap="flat" cmpd="sng" algn="ctr">
                      <a:solidFill>
                        <a:schemeClr val="tx1"/>
                      </a:solidFill>
                      <a:prstDash val="lg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i="1"/>
                        <a:t>101</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9525" cap="flat" cmpd="sng" algn="ctr">
                      <a:solidFill>
                        <a:schemeClr val="tx1"/>
                      </a:solidFill>
                      <a:prstDash val="lg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55899074"/>
                  </a:ext>
                </a:extLst>
              </a:tr>
              <a:tr h="511786">
                <a:tc>
                  <a:txBody>
                    <a:bodyPr/>
                    <a:lstStyle/>
                    <a:p>
                      <a:pPr algn="ctr"/>
                      <a:r>
                        <a:rPr lang="en-US" sz="1100" i="1"/>
                        <a:t>0.1</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0.4</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0.6</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81146934"/>
                  </a:ext>
                </a:extLst>
              </a:tr>
              <a:tr h="611984">
                <a:tc>
                  <a:txBody>
                    <a:bodyPr/>
                    <a:lstStyle/>
                    <a:p>
                      <a:pPr algn="ctr"/>
                      <a:r>
                        <a:rPr lang="en-US" sz="1100" i="1"/>
                        <a:t>0.7</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i="1"/>
                        <a:t>2.5</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i="1"/>
                        <a:t>4.9</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64757299"/>
                  </a:ext>
                </a:extLst>
              </a:tr>
              <a:tr h="530928">
                <a:tc>
                  <a:txBody>
                    <a:bodyPr/>
                    <a:lstStyle/>
                    <a:p>
                      <a:pPr algn="ctr"/>
                      <a:r>
                        <a:rPr lang="en-US" sz="1100" i="1"/>
                        <a:t>TBD</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TBD</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TBD</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81859934"/>
                  </a:ext>
                </a:extLst>
              </a:tr>
              <a:tr h="772041">
                <a:tc>
                  <a:txBody>
                    <a:bodyPr/>
                    <a:lstStyle/>
                    <a:p>
                      <a:pPr algn="ctr"/>
                      <a:r>
                        <a:rPr lang="en-US" sz="1100" i="1"/>
                        <a:t>TBD</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i="1"/>
                        <a:t>TBD</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i="1"/>
                        <a:t>TBD</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86702177"/>
                  </a:ext>
                </a:extLst>
              </a:tr>
              <a:tr h="440376">
                <a:tc>
                  <a:txBody>
                    <a:bodyPr/>
                    <a:lstStyle/>
                    <a:p>
                      <a:pPr algn="ctr"/>
                      <a:r>
                        <a:rPr lang="en-US" sz="1100" i="1"/>
                        <a:t>TBD</a:t>
                      </a:r>
                    </a:p>
                  </a:txBody>
                  <a:tcPr anchor="ctr">
                    <a:lnL w="9525" cap="flat" cmpd="sng" algn="ctr">
                      <a:solidFill>
                        <a:schemeClr val="tx1"/>
                      </a:solidFill>
                      <a:prstDash val="lgDash"/>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9525"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TBD</a:t>
                      </a:r>
                    </a:p>
                  </a:txBody>
                  <a:tcPr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9525"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100" i="1"/>
                        <a:t>TBD</a:t>
                      </a:r>
                    </a:p>
                  </a:txBody>
                  <a:tcPr anchor="ctr">
                    <a:lnL w="19050" cap="flat" cmpd="sng" algn="ctr">
                      <a:noFill/>
                      <a:prstDash val="solid"/>
                      <a:round/>
                      <a:headEnd type="none" w="med" len="med"/>
                      <a:tailEnd type="none" w="med" len="med"/>
                    </a:lnL>
                    <a:lnR w="9525" cap="flat" cmpd="sng" algn="ctr">
                      <a:solidFill>
                        <a:schemeClr val="tx1"/>
                      </a:solidFill>
                      <a:prstDash val="lgDash"/>
                      <a:round/>
                      <a:headEnd type="none" w="med" len="med"/>
                      <a:tailEnd type="none" w="med" len="med"/>
                    </a:lnR>
                    <a:lnT w="19050" cap="flat" cmpd="sng" algn="ctr">
                      <a:noFill/>
                      <a:prstDash val="solid"/>
                      <a:round/>
                      <a:headEnd type="none" w="med" len="med"/>
                      <a:tailEnd type="none" w="med" len="med"/>
                    </a:lnT>
                    <a:lnB w="9525" cap="flat" cmpd="sng" algn="ctr">
                      <a:solidFill>
                        <a:schemeClr val="tx1"/>
                      </a:solidFill>
                      <a:prstDash val="lg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86746898"/>
                  </a:ext>
                </a:extLst>
              </a:tr>
            </a:tbl>
          </a:graphicData>
        </a:graphic>
      </p:graphicFrame>
      <p:sp>
        <p:nvSpPr>
          <p:cNvPr id="21" name="TextBox 20">
            <a:extLst>
              <a:ext uri="{FF2B5EF4-FFF2-40B4-BE49-F238E27FC236}">
                <a16:creationId xmlns:a16="http://schemas.microsoft.com/office/drawing/2014/main" id="{5B539AAD-2696-2B9E-6CCC-F417FD75BBD1}"/>
              </a:ext>
            </a:extLst>
          </p:cNvPr>
          <p:cNvSpPr txBox="1"/>
          <p:nvPr/>
        </p:nvSpPr>
        <p:spPr>
          <a:xfrm>
            <a:off x="457302" y="6426717"/>
            <a:ext cx="8953139" cy="246221"/>
          </a:xfrm>
          <a:prstGeom prst="rect">
            <a:avLst/>
          </a:prstGeom>
          <a:noFill/>
        </p:spPr>
        <p:txBody>
          <a:bodyPr wrap="square">
            <a:spAutoFit/>
          </a:bodyPr>
          <a:lstStyle/>
          <a:p>
            <a:pPr marL="228600" indent="-228600">
              <a:buAutoNum type="arabicParenBoth"/>
            </a:pPr>
            <a:r>
              <a:rPr lang="en-US" sz="1000" i="1">
                <a:latin typeface="Calibri Body"/>
                <a:cs typeface="Arial"/>
                <a:sym typeface="Arial"/>
              </a:rPr>
              <a:t>Expanded portfolio to include other aspects of home healthcare like home infusions, remote monitoring etc.</a:t>
            </a:r>
            <a:endParaRPr lang="en-US" sz="1000" i="1"/>
          </a:p>
        </p:txBody>
      </p:sp>
      <p:sp>
        <p:nvSpPr>
          <p:cNvPr id="2" name="Google Shape;8671;p128">
            <a:extLst>
              <a:ext uri="{FF2B5EF4-FFF2-40B4-BE49-F238E27FC236}">
                <a16:creationId xmlns:a16="http://schemas.microsoft.com/office/drawing/2014/main" id="{CE7C81E6-5CED-4DB2-B617-EF1123EC2C9D}"/>
              </a:ext>
            </a:extLst>
          </p:cNvPr>
          <p:cNvSpPr txBox="1"/>
          <p:nvPr/>
        </p:nvSpPr>
        <p:spPr>
          <a:xfrm>
            <a:off x="7543886" y="999878"/>
            <a:ext cx="4407651" cy="226596"/>
          </a:xfrm>
          <a:prstGeom prst="rect">
            <a:avLst/>
          </a:prstGeom>
          <a:solidFill>
            <a:schemeClr val="accent6">
              <a:lumMod val="20000"/>
              <a:lumOff val="80000"/>
            </a:schemeClr>
          </a:solidFill>
          <a:ln w="6350">
            <a:noFill/>
          </a:ln>
          <a:effectLst>
            <a:outerShdw blurRad="50800" dist="38100" dir="5400000" algn="t"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lIns="252000" tIns="36000" rIns="252000" bIns="36000" rtlCol="0" anchor="ctr">
            <a:noAutofit/>
          </a:bodyPr>
          <a:lstStyle>
            <a:defPPr>
              <a:defRPr lang="en-US"/>
            </a:defPPr>
            <a:lvl1pPr marR="0" lvl="0" indent="0" fontAlgn="auto">
              <a:lnSpc>
                <a:spcPct val="100000"/>
              </a:lnSpc>
              <a:spcBef>
                <a:spcPts val="0"/>
              </a:spcBef>
              <a:spcAft>
                <a:spcPts val="0"/>
              </a:spcAft>
              <a:buClrTx/>
              <a:buSzTx/>
              <a:buFontTx/>
              <a:buNone/>
              <a:tabLst/>
              <a:defRPr sz="900">
                <a:cs typeface="Arial"/>
              </a:defRPr>
            </a:lvl1pPr>
            <a:lvl2pPr>
              <a:defRPr>
                <a:solidFill>
                  <a:schemeClr val="dk1"/>
                </a:solidFill>
              </a:defRPr>
            </a:lvl2pPr>
            <a:lvl3pPr>
              <a:defRPr>
                <a:solidFill>
                  <a:schemeClr val="dk1"/>
                </a:solidFill>
              </a:defRPr>
            </a:lvl3pPr>
            <a:lvl4pPr>
              <a:defRPr>
                <a:solidFill>
                  <a:schemeClr val="dk1"/>
                </a:solidFill>
              </a:defRPr>
            </a:lvl4pPr>
            <a:lvl5pPr>
              <a:defRPr>
                <a:solidFill>
                  <a:schemeClr val="dk1"/>
                </a:solidFill>
              </a:defRPr>
            </a:lvl5pPr>
            <a:lvl6pPr>
              <a:defRPr>
                <a:solidFill>
                  <a:schemeClr val="dk1"/>
                </a:solidFill>
              </a:defRPr>
            </a:lvl6pPr>
            <a:lvl7pPr>
              <a:defRPr>
                <a:solidFill>
                  <a:schemeClr val="dk1"/>
                </a:solidFill>
              </a:defRPr>
            </a:lvl7pPr>
            <a:lvl8pPr>
              <a:defRPr>
                <a:solidFill>
                  <a:schemeClr val="dk1"/>
                </a:solidFill>
              </a:defRPr>
            </a:lvl8pPr>
            <a:lvl9pPr>
              <a:defRPr>
                <a:solidFill>
                  <a:schemeClr val="dk1"/>
                </a:solidFill>
              </a:defRPr>
            </a:lvl9pPr>
          </a:lstStyle>
          <a:p>
            <a:r>
              <a:rPr lang="en-US" b="1"/>
              <a:t>Note</a:t>
            </a:r>
            <a:r>
              <a:rPr lang="en-US"/>
              <a:t>: Financial impact of these initiatives calculated at a high level and is annual</a:t>
            </a:r>
          </a:p>
        </p:txBody>
      </p:sp>
    </p:spTree>
    <p:extLst>
      <p:ext uri="{BB962C8B-B14F-4D97-AF65-F5344CB8AC3E}">
        <p14:creationId xmlns:p14="http://schemas.microsoft.com/office/powerpoint/2010/main" val="423351902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A7FA3E-B1D6-6FE1-140E-8DE0826A52BB}"/>
            </a:ext>
          </a:extLst>
        </p:cNvPr>
        <p:cNvGrpSpPr/>
        <p:nvPr/>
      </p:nvGrpSpPr>
      <p:grpSpPr>
        <a:xfrm>
          <a:off x="0" y="0"/>
          <a:ext cx="0" cy="0"/>
          <a:chOff x="0" y="0"/>
          <a:chExt cx="0" cy="0"/>
        </a:xfrm>
      </p:grpSpPr>
      <p:graphicFrame>
        <p:nvGraphicFramePr>
          <p:cNvPr id="52" name="think-cell data - do not delete" hidden="1">
            <a:extLst>
              <a:ext uri="{FF2B5EF4-FFF2-40B4-BE49-F238E27FC236}">
                <a16:creationId xmlns:a16="http://schemas.microsoft.com/office/drawing/2014/main" id="{5ECFCB70-195E-A852-75CD-28437E2D840F}"/>
              </a:ext>
            </a:extLst>
          </p:cNvPr>
          <p:cNvGraphicFramePr>
            <a:graphicFrameLocks/>
          </p:cNvGraphicFramePr>
          <p:nvPr>
            <p:custDataLst>
              <p:tags r:id="rId1"/>
            </p:custDataLst>
            <p:extLst>
              <p:ext uri="{D42A27DB-BD31-4B8C-83A1-F6EECF244321}">
                <p14:modId xmlns:p14="http://schemas.microsoft.com/office/powerpoint/2010/main" val="12421981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95" imgH="396" progId="TCLayout.ActiveDocument.1">
                  <p:embed/>
                </p:oleObj>
              </mc:Choice>
              <mc:Fallback>
                <p:oleObj name="think-cell Slide" r:id="rId5" imgW="395" imgH="396" progId="TCLayout.ActiveDocument.1">
                  <p:embed/>
                  <p:pic>
                    <p:nvPicPr>
                      <p:cNvPr id="52" name="think-cell data - do not delete" hidden="1">
                        <a:extLst>
                          <a:ext uri="{FF2B5EF4-FFF2-40B4-BE49-F238E27FC236}">
                            <a16:creationId xmlns:a16="http://schemas.microsoft.com/office/drawing/2014/main" id="{5ECFCB70-195E-A852-75CD-28437E2D840F}"/>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6" name="TextBox 25">
            <a:extLst>
              <a:ext uri="{FF2B5EF4-FFF2-40B4-BE49-F238E27FC236}">
                <a16:creationId xmlns:a16="http://schemas.microsoft.com/office/drawing/2014/main" id="{D9A745A6-C30D-B5C9-444C-111628063AD0}"/>
              </a:ext>
            </a:extLst>
          </p:cNvPr>
          <p:cNvSpPr txBox="1"/>
          <p:nvPr/>
        </p:nvSpPr>
        <p:spPr>
          <a:xfrm>
            <a:off x="1514475" y="1976134"/>
            <a:ext cx="4985135" cy="1897366"/>
          </a:xfrm>
          <a:prstGeom prst="rect">
            <a:avLst/>
          </a:prstGeom>
          <a:solidFill>
            <a:schemeClr val="bg1">
              <a:lumMod val="95000"/>
            </a:schemeClr>
          </a:solidFill>
          <a:ln>
            <a:solidFill>
              <a:schemeClr val="bg1">
                <a:lumMod val="95000"/>
              </a:schemeClr>
            </a:solidFill>
            <a:prstDash val="lgDash"/>
          </a:ln>
        </p:spPr>
        <p:txBody>
          <a:bodyPr wrap="square" rtlCol="0" anchor="ctr">
            <a:noAutofit/>
          </a:bodyPr>
          <a:lstStyle/>
          <a:p>
            <a:pPr marL="295275" lvl="0" indent="-285750" algn="just">
              <a:spcBef>
                <a:spcPts val="600"/>
              </a:spcBef>
              <a:spcAft>
                <a:spcPts val="600"/>
              </a:spcAft>
              <a:buFont typeface="Arial" panose="020B0604020202020204" pitchFamily="34" charset="0"/>
              <a:buChar char="•"/>
              <a:defRPr/>
            </a:pPr>
            <a:endParaRPr kumimoji="0" lang="en-US" sz="120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 name="Slide Number Placeholder 1">
            <a:extLst>
              <a:ext uri="{FF2B5EF4-FFF2-40B4-BE49-F238E27FC236}">
                <a16:creationId xmlns:a16="http://schemas.microsoft.com/office/drawing/2014/main" id="{AE556F55-970F-8214-B86C-2567EF92D50D}"/>
              </a:ext>
            </a:extLst>
          </p:cNvPr>
          <p:cNvSpPr>
            <a:spLocks noGrp="1"/>
          </p:cNvSpPr>
          <p:nvPr>
            <p:ph type="sldNum" sz="quarter" idx="12"/>
          </p:nvPr>
        </p:nvSpPr>
        <p:spPr/>
        <p:txBody>
          <a:bodyPr/>
          <a:lstStyle/>
          <a:p>
            <a:fld id="{8E1CF2E5-4A16-4FBD-9713-265FD1DAAE65}" type="slidenum">
              <a:rPr lang="en-US" smtClean="0"/>
              <a:t>20</a:t>
            </a:fld>
            <a:endParaRPr lang="en-US"/>
          </a:p>
        </p:txBody>
      </p:sp>
      <p:grpSp>
        <p:nvGrpSpPr>
          <p:cNvPr id="17" name="Group 16">
            <a:extLst>
              <a:ext uri="{FF2B5EF4-FFF2-40B4-BE49-F238E27FC236}">
                <a16:creationId xmlns:a16="http://schemas.microsoft.com/office/drawing/2014/main" id="{73874B84-78D2-7F5E-689A-DC9CEFF2FFF0}"/>
              </a:ext>
            </a:extLst>
          </p:cNvPr>
          <p:cNvGrpSpPr/>
          <p:nvPr/>
        </p:nvGrpSpPr>
        <p:grpSpPr>
          <a:xfrm>
            <a:off x="15130" y="47516"/>
            <a:ext cx="171132" cy="228600"/>
            <a:chOff x="0" y="49329"/>
            <a:chExt cx="171132" cy="228600"/>
          </a:xfrm>
        </p:grpSpPr>
        <p:cxnSp>
          <p:nvCxnSpPr>
            <p:cNvPr id="18" name="Straight Connector 17">
              <a:extLst>
                <a:ext uri="{FF2B5EF4-FFF2-40B4-BE49-F238E27FC236}">
                  <a16:creationId xmlns:a16="http://schemas.microsoft.com/office/drawing/2014/main" id="{B4B6C991-A4C1-0855-58CA-384ABADC4476}"/>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Rectangle: Rounded Corners 18">
              <a:extLst>
                <a:ext uri="{FF2B5EF4-FFF2-40B4-BE49-F238E27FC236}">
                  <a16:creationId xmlns:a16="http://schemas.microsoft.com/office/drawing/2014/main" id="{D762B5AF-DCFF-C241-BFF2-ED6162B0D23A}"/>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20" name="Google Shape;1129;p23">
            <a:extLst>
              <a:ext uri="{FF2B5EF4-FFF2-40B4-BE49-F238E27FC236}">
                <a16:creationId xmlns:a16="http://schemas.microsoft.com/office/drawing/2014/main" id="{237CD87E-6768-32D3-9856-FF727EE61C6D}"/>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Other Initiatives</a:t>
            </a:r>
            <a:endParaRPr lang="en-US">
              <a:solidFill>
                <a:schemeClr val="bg1"/>
              </a:solidFill>
              <a:latin typeface="Calibri"/>
              <a:ea typeface="Calibri"/>
              <a:cs typeface="Calibri"/>
            </a:endParaRPr>
          </a:p>
        </p:txBody>
      </p:sp>
      <p:sp>
        <p:nvSpPr>
          <p:cNvPr id="51" name="Rectangle: Rounded Corners 50">
            <a:extLst>
              <a:ext uri="{FF2B5EF4-FFF2-40B4-BE49-F238E27FC236}">
                <a16:creationId xmlns:a16="http://schemas.microsoft.com/office/drawing/2014/main" id="{F7F70E41-2259-AC6B-6245-70F677A1D4EB}"/>
              </a:ext>
            </a:extLst>
          </p:cNvPr>
          <p:cNvSpPr/>
          <p:nvPr/>
        </p:nvSpPr>
        <p:spPr>
          <a:xfrm>
            <a:off x="1514475" y="1276771"/>
            <a:ext cx="4985135" cy="597349"/>
          </a:xfrm>
          <a:prstGeom prst="roundRect">
            <a:avLst>
              <a:gd name="adj" fmla="val 11231"/>
            </a:avLst>
          </a:prstGeom>
          <a:solidFill>
            <a:srgbClr val="1F4762"/>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Partner Billing (B2B)</a:t>
            </a:r>
          </a:p>
        </p:txBody>
      </p:sp>
      <p:pic>
        <p:nvPicPr>
          <p:cNvPr id="41" name="Picture 40" descr="A black background with a black square&#10;&#10;AI-generated content may be incorrect.">
            <a:extLst>
              <a:ext uri="{FF2B5EF4-FFF2-40B4-BE49-F238E27FC236}">
                <a16:creationId xmlns:a16="http://schemas.microsoft.com/office/drawing/2014/main" id="{FEBA4E30-6A85-A83C-64B8-E430FB597BD9}"/>
              </a:ext>
            </a:extLst>
          </p:cNvPr>
          <p:cNvPicPr>
            <a:picLocks noChangeAspect="1"/>
          </p:cNvPicPr>
          <p:nvPr/>
        </p:nvPicPr>
        <p:blipFill>
          <a:blip r:embed="rId7">
            <a:lum bright="70000" contrast="-70000"/>
            <a:extLst>
              <a:ext uri="{28A0092B-C50C-407E-A947-70E740481C1C}">
                <a14:useLocalDpi xmlns:a14="http://schemas.microsoft.com/office/drawing/2010/main" val="0"/>
              </a:ext>
            </a:extLst>
          </a:blip>
          <a:srcRect b="13717"/>
          <a:stretch>
            <a:fillRect/>
          </a:stretch>
        </p:blipFill>
        <p:spPr>
          <a:xfrm>
            <a:off x="2556954" y="1359458"/>
            <a:ext cx="502920" cy="434238"/>
          </a:xfrm>
          <a:prstGeom prst="rect">
            <a:avLst/>
          </a:prstGeom>
        </p:spPr>
      </p:pic>
      <p:sp>
        <p:nvSpPr>
          <p:cNvPr id="56" name="Rectangle: Rounded Corners 55">
            <a:extLst>
              <a:ext uri="{FF2B5EF4-FFF2-40B4-BE49-F238E27FC236}">
                <a16:creationId xmlns:a16="http://schemas.microsoft.com/office/drawing/2014/main" id="{6C6C3885-482E-B74D-53D3-37BE1D0724FE}"/>
              </a:ext>
            </a:extLst>
          </p:cNvPr>
          <p:cNvSpPr/>
          <p:nvPr/>
        </p:nvSpPr>
        <p:spPr>
          <a:xfrm>
            <a:off x="6626339" y="1276771"/>
            <a:ext cx="5014800" cy="597349"/>
          </a:xfrm>
          <a:prstGeom prst="roundRect">
            <a:avLst>
              <a:gd name="adj" fmla="val 11231"/>
            </a:avLst>
          </a:prstGeom>
          <a:solidFill>
            <a:srgbClr val="1F4762"/>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Referral Remuneration</a:t>
            </a:r>
          </a:p>
        </p:txBody>
      </p:sp>
      <p:pic>
        <p:nvPicPr>
          <p:cNvPr id="43" name="Picture 42" descr="A black background with a black square&#10;&#10;AI-generated content may be incorrect.">
            <a:extLst>
              <a:ext uri="{FF2B5EF4-FFF2-40B4-BE49-F238E27FC236}">
                <a16:creationId xmlns:a16="http://schemas.microsoft.com/office/drawing/2014/main" id="{FDC6A16F-535D-0076-98AC-822E4512D223}"/>
              </a:ext>
            </a:extLst>
          </p:cNvPr>
          <p:cNvPicPr>
            <a:picLocks noChangeAspect="1"/>
          </p:cNvPicPr>
          <p:nvPr/>
        </p:nvPicPr>
        <p:blipFill>
          <a:blip r:embed="rId8">
            <a:lum bright="70000" contrast="-70000"/>
            <a:extLst>
              <a:ext uri="{BEBA8EAE-BF5A-486C-A8C5-ECC9F3942E4B}">
                <a14:imgProps xmlns:a14="http://schemas.microsoft.com/office/drawing/2010/main">
                  <a14:imgLayer r:embed="rId9">
                    <a14:imgEffect>
                      <a14:colorTemperature colorTemp="7200"/>
                    </a14:imgEffect>
                  </a14:imgLayer>
                </a14:imgProps>
              </a:ext>
              <a:ext uri="{28A0092B-C50C-407E-A947-70E740481C1C}">
                <a14:useLocalDpi xmlns:a14="http://schemas.microsoft.com/office/drawing/2010/main" val="0"/>
              </a:ext>
            </a:extLst>
          </a:blip>
          <a:srcRect b="16129"/>
          <a:stretch>
            <a:fillRect/>
          </a:stretch>
        </p:blipFill>
        <p:spPr>
          <a:xfrm>
            <a:off x="7290628" y="1371892"/>
            <a:ext cx="502920" cy="421804"/>
          </a:xfrm>
          <a:prstGeom prst="rect">
            <a:avLst/>
          </a:prstGeom>
        </p:spPr>
      </p:pic>
      <p:sp>
        <p:nvSpPr>
          <p:cNvPr id="58" name="TextBox 57">
            <a:extLst>
              <a:ext uri="{FF2B5EF4-FFF2-40B4-BE49-F238E27FC236}">
                <a16:creationId xmlns:a16="http://schemas.microsoft.com/office/drawing/2014/main" id="{F6D4598B-4508-F149-D05E-E3ACFF290F35}"/>
              </a:ext>
            </a:extLst>
          </p:cNvPr>
          <p:cNvSpPr txBox="1"/>
          <p:nvPr/>
        </p:nvSpPr>
        <p:spPr>
          <a:xfrm>
            <a:off x="1514475" y="4857827"/>
            <a:ext cx="4985135" cy="1590125"/>
          </a:xfrm>
          <a:prstGeom prst="rect">
            <a:avLst/>
          </a:prstGeom>
          <a:solidFill>
            <a:schemeClr val="bg1">
              <a:lumMod val="95000"/>
            </a:schemeClr>
          </a:solidFill>
          <a:ln>
            <a:solidFill>
              <a:schemeClr val="bg1">
                <a:lumMod val="95000"/>
              </a:schemeClr>
            </a:solidFill>
            <a:prstDash val="lgDash"/>
          </a:ln>
        </p:spPr>
        <p:txBody>
          <a:bodyPr wrap="square" rtlCol="0" anchor="ctr">
            <a:noAutofit/>
          </a:bodyPr>
          <a:lstStyle/>
          <a:p>
            <a:pPr marL="295275" lvl="0" indent="-285750" algn="just">
              <a:spcBef>
                <a:spcPts val="300"/>
              </a:spcBef>
              <a:spcAft>
                <a:spcPts val="300"/>
              </a:spcAft>
              <a:buFont typeface="Arial" panose="020B0604020202020204" pitchFamily="34" charset="0"/>
              <a:buChar char="•"/>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Strengthen VIP and referral management processes with a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dedicated, high-touch call center</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 to ensure a seamless experience and maximize referral conversion rates</a:t>
            </a:r>
          </a:p>
          <a:p>
            <a:pPr marL="295275" lvl="0" indent="-285750" algn="just">
              <a:spcBef>
                <a:spcPts val="300"/>
              </a:spcBef>
              <a:spcAft>
                <a:spcPts val="300"/>
              </a:spcAft>
              <a:buFont typeface="Arial" panose="020B0604020202020204" pitchFamily="34" charset="0"/>
              <a:buChar char="•"/>
              <a:defRPr/>
            </a:pPr>
            <a:r>
              <a:rPr lang="en-US" sz="1200">
                <a:solidFill>
                  <a:prstClr val="black"/>
                </a:solidFill>
                <a:latin typeface="Calibri" panose="020F0502020204030204"/>
              </a:rPr>
              <a:t>Administrative failure is a major driver of lost revenue in hospitals. There is around </a:t>
            </a:r>
            <a:r>
              <a:rPr lang="en-US" sz="1200" b="1">
                <a:solidFill>
                  <a:prstClr val="black"/>
                </a:solidFill>
                <a:latin typeface="Calibri" panose="020F0502020204030204"/>
              </a:rPr>
              <a:t>10% rejection/failure rate in patient referrals </a:t>
            </a:r>
            <a:r>
              <a:rPr lang="en-US" sz="1200">
                <a:solidFill>
                  <a:prstClr val="black"/>
                </a:solidFill>
                <a:latin typeface="Calibri" panose="020F0502020204030204"/>
              </a:rPr>
              <a:t>which can be reduced through call centers </a:t>
            </a:r>
            <a:endParaRPr kumimoji="0" lang="en-US" sz="120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Rectangle: Rounded Corners 59">
            <a:extLst>
              <a:ext uri="{FF2B5EF4-FFF2-40B4-BE49-F238E27FC236}">
                <a16:creationId xmlns:a16="http://schemas.microsoft.com/office/drawing/2014/main" id="{9202C44F-DF2F-7588-12E5-F360009D5E7B}"/>
              </a:ext>
            </a:extLst>
          </p:cNvPr>
          <p:cNvSpPr/>
          <p:nvPr/>
        </p:nvSpPr>
        <p:spPr>
          <a:xfrm>
            <a:off x="1514475" y="4149562"/>
            <a:ext cx="4985135" cy="597349"/>
          </a:xfrm>
          <a:prstGeom prst="roundRect">
            <a:avLst>
              <a:gd name="adj" fmla="val 11231"/>
            </a:avLst>
          </a:prstGeom>
          <a:solidFill>
            <a:srgbClr val="1F4762"/>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Active Call Center</a:t>
            </a:r>
          </a:p>
        </p:txBody>
      </p:sp>
      <p:sp>
        <p:nvSpPr>
          <p:cNvPr id="62" name="TextBox 61">
            <a:extLst>
              <a:ext uri="{FF2B5EF4-FFF2-40B4-BE49-F238E27FC236}">
                <a16:creationId xmlns:a16="http://schemas.microsoft.com/office/drawing/2014/main" id="{4B03298F-F183-270F-4DA2-398BBBAB5719}"/>
              </a:ext>
            </a:extLst>
          </p:cNvPr>
          <p:cNvSpPr txBox="1"/>
          <p:nvPr/>
        </p:nvSpPr>
        <p:spPr>
          <a:xfrm>
            <a:off x="6626338" y="4857827"/>
            <a:ext cx="5014799" cy="1590125"/>
          </a:xfrm>
          <a:prstGeom prst="rect">
            <a:avLst/>
          </a:prstGeom>
          <a:solidFill>
            <a:schemeClr val="bg1">
              <a:lumMod val="95000"/>
            </a:schemeClr>
          </a:solidFill>
          <a:ln>
            <a:solidFill>
              <a:schemeClr val="bg1">
                <a:lumMod val="95000"/>
              </a:schemeClr>
            </a:solidFill>
            <a:prstDash val="lgDash"/>
          </a:ln>
        </p:spPr>
        <p:txBody>
          <a:bodyPr wrap="square" rtlCol="0" anchor="ctr">
            <a:noAutofit/>
          </a:bodyPr>
          <a:lstStyle/>
          <a:p>
            <a:pPr marL="295275" lvl="0" indent="-285750" algn="just">
              <a:spcBef>
                <a:spcPts val="300"/>
              </a:spcBef>
              <a:spcAft>
                <a:spcPts val="300"/>
              </a:spcAft>
              <a:buFont typeface="Arial" panose="020B0604020202020204" pitchFamily="34" charset="0"/>
              <a:buChar char="•"/>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Establish a dedicated fund to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support financially disadvantaged patients</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 enhancing brand reputation and demonstrating a strong commitment to access and advocacy</a:t>
            </a:r>
          </a:p>
          <a:p>
            <a:pPr marL="295275" lvl="0" indent="-285750" algn="just">
              <a:spcBef>
                <a:spcPts val="300"/>
              </a:spcBef>
              <a:spcAft>
                <a:spcPts val="300"/>
              </a:spcAft>
              <a:buFont typeface="Arial" panose="020B0604020202020204" pitchFamily="34" charset="0"/>
              <a:buChar char="•"/>
              <a:defRPr/>
            </a:pPr>
            <a:r>
              <a:rPr lang="en-US" sz="1200">
                <a:solidFill>
                  <a:prstClr val="black"/>
                </a:solidFill>
                <a:latin typeface="Calibri" panose="020F0502020204030204"/>
              </a:rPr>
              <a:t>There is </a:t>
            </a:r>
            <a:r>
              <a:rPr lang="en-US" sz="1200" b="1">
                <a:solidFill>
                  <a:prstClr val="black"/>
                </a:solidFill>
                <a:latin typeface="Calibri" panose="020F0502020204030204"/>
              </a:rPr>
              <a:t>significant socio-economic disparity </a:t>
            </a:r>
            <a:r>
              <a:rPr lang="en-US" sz="1200">
                <a:solidFill>
                  <a:prstClr val="black"/>
                </a:solidFill>
                <a:latin typeface="Calibri" panose="020F0502020204030204"/>
              </a:rPr>
              <a:t>among cancer patients, </a:t>
            </a:r>
            <a:r>
              <a:rPr lang="en-US" sz="1200" b="1">
                <a:solidFill>
                  <a:prstClr val="black"/>
                </a:solidFill>
                <a:latin typeface="Calibri" panose="020F0502020204030204"/>
              </a:rPr>
              <a:t>47%</a:t>
            </a:r>
            <a:r>
              <a:rPr lang="en-US" sz="1200">
                <a:solidFill>
                  <a:prstClr val="black"/>
                </a:solidFill>
                <a:latin typeface="Calibri" panose="020F0502020204030204"/>
              </a:rPr>
              <a:t> belong to households with monthly income less than </a:t>
            </a:r>
            <a:r>
              <a:rPr lang="en-US" sz="1200" b="1">
                <a:solidFill>
                  <a:prstClr val="black"/>
                </a:solidFill>
                <a:latin typeface="Calibri" panose="020F0502020204030204"/>
              </a:rPr>
              <a:t>SAR 5,000</a:t>
            </a:r>
            <a:endParaRPr kumimoji="0" lang="en-US" sz="12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Rectangle: Rounded Corners 62">
            <a:extLst>
              <a:ext uri="{FF2B5EF4-FFF2-40B4-BE49-F238E27FC236}">
                <a16:creationId xmlns:a16="http://schemas.microsoft.com/office/drawing/2014/main" id="{5526BF26-AF91-999C-4303-96F97713DC00}"/>
              </a:ext>
            </a:extLst>
          </p:cNvPr>
          <p:cNvSpPr/>
          <p:nvPr/>
        </p:nvSpPr>
        <p:spPr>
          <a:xfrm>
            <a:off x="6626339" y="4149562"/>
            <a:ext cx="5014800" cy="597349"/>
          </a:xfrm>
          <a:prstGeom prst="roundRect">
            <a:avLst>
              <a:gd name="adj" fmla="val 11231"/>
            </a:avLst>
          </a:prstGeom>
          <a:solidFill>
            <a:srgbClr val="1F4762"/>
          </a:solidFill>
          <a:ln>
            <a:noFill/>
            <a:prstDash val="dash"/>
          </a:ln>
          <a:effectLst>
            <a:outerShdw blurRad="50800" dist="38100" dir="5400000" algn="t" rotWithShape="0">
              <a:prstClr val="black">
                <a:alpha val="40000"/>
              </a:prstClr>
            </a:outerShdw>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Cancer-drug Sponsorship Fund</a:t>
            </a:r>
          </a:p>
        </p:txBody>
      </p:sp>
      <p:pic>
        <p:nvPicPr>
          <p:cNvPr id="45" name="Picture 44" descr="A black background with a black square&#10;&#10;AI-generated content may be incorrect.">
            <a:extLst>
              <a:ext uri="{FF2B5EF4-FFF2-40B4-BE49-F238E27FC236}">
                <a16:creationId xmlns:a16="http://schemas.microsoft.com/office/drawing/2014/main" id="{7D1CE930-A8B9-38F1-3696-496A9178F47D}"/>
              </a:ext>
            </a:extLst>
          </p:cNvPr>
          <p:cNvPicPr>
            <a:picLocks noChangeAspect="1"/>
          </p:cNvPicPr>
          <p:nvPr/>
        </p:nvPicPr>
        <p:blipFill>
          <a:blip r:embed="rId10">
            <a:lum bright="70000" contrast="-70000"/>
            <a:extLst>
              <a:ext uri="{28A0092B-C50C-407E-A947-70E740481C1C}">
                <a14:useLocalDpi xmlns:a14="http://schemas.microsoft.com/office/drawing/2010/main" val="0"/>
              </a:ext>
            </a:extLst>
          </a:blip>
          <a:srcRect t="980" b="16200"/>
          <a:stretch>
            <a:fillRect/>
          </a:stretch>
        </p:blipFill>
        <p:spPr>
          <a:xfrm>
            <a:off x="2556954" y="4239977"/>
            <a:ext cx="502920" cy="416517"/>
          </a:xfrm>
          <a:prstGeom prst="rect">
            <a:avLst/>
          </a:prstGeom>
        </p:spPr>
      </p:pic>
      <p:pic>
        <p:nvPicPr>
          <p:cNvPr id="50" name="Picture 49" descr="A black background with a black square&#10;&#10;AI-generated content may be incorrect.">
            <a:extLst>
              <a:ext uri="{FF2B5EF4-FFF2-40B4-BE49-F238E27FC236}">
                <a16:creationId xmlns:a16="http://schemas.microsoft.com/office/drawing/2014/main" id="{2CC052CF-02D9-EAE6-498B-15DD3559C37F}"/>
              </a:ext>
            </a:extLst>
          </p:cNvPr>
          <p:cNvPicPr>
            <a:picLocks noChangeAspect="1"/>
          </p:cNvPicPr>
          <p:nvPr/>
        </p:nvPicPr>
        <p:blipFill>
          <a:blip r:embed="rId11">
            <a:lum bright="70000" contrast="-70000"/>
            <a:extLst>
              <a:ext uri="{28A0092B-C50C-407E-A947-70E740481C1C}">
                <a14:useLocalDpi xmlns:a14="http://schemas.microsoft.com/office/drawing/2010/main" val="0"/>
              </a:ext>
            </a:extLst>
          </a:blip>
          <a:srcRect l="23069" t="4027" r="22940" b="20044"/>
          <a:stretch>
            <a:fillRect/>
          </a:stretch>
        </p:blipFill>
        <p:spPr>
          <a:xfrm>
            <a:off x="7376192" y="4228356"/>
            <a:ext cx="331793" cy="466602"/>
          </a:xfrm>
          <a:prstGeom prst="rect">
            <a:avLst/>
          </a:prstGeom>
        </p:spPr>
      </p:pic>
      <p:sp>
        <p:nvSpPr>
          <p:cNvPr id="6" name="2. Slide Title">
            <a:extLst>
              <a:ext uri="{FF2B5EF4-FFF2-40B4-BE49-F238E27FC236}">
                <a16:creationId xmlns:a16="http://schemas.microsoft.com/office/drawing/2014/main" id="{F4B9883D-E6D5-936C-595F-B634A26F930C}"/>
              </a:ext>
            </a:extLst>
          </p:cNvPr>
          <p:cNvSpPr txBox="1">
            <a:spLocks/>
          </p:cNvSpPr>
          <p:nvPr>
            <p:custDataLst>
              <p:tags r:id="rId2"/>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b="0">
                <a:solidFill>
                  <a:srgbClr val="0A0A0A"/>
                </a:solidFill>
                <a:latin typeface="Georgia" panose="02040502050405020303" pitchFamily="18" charset="0"/>
                <a:cs typeface="Arial" panose="020B0604020202020204" pitchFamily="34" charset="0"/>
              </a:rPr>
              <a:t>Branding initiatives designed to </a:t>
            </a:r>
            <a:r>
              <a:rPr lang="en-US" sz="2600">
                <a:solidFill>
                  <a:srgbClr val="0A0A0A"/>
                </a:solidFill>
                <a:latin typeface="Georgia" panose="02040502050405020303" pitchFamily="18" charset="0"/>
                <a:cs typeface="Arial" panose="020B0604020202020204" pitchFamily="34" charset="0"/>
              </a:rPr>
              <a:t>accelerate patient inflow</a:t>
            </a:r>
            <a:r>
              <a:rPr lang="en-US" sz="2600" b="0">
                <a:solidFill>
                  <a:srgbClr val="0A0A0A"/>
                </a:solidFill>
                <a:latin typeface="Georgia" panose="02040502050405020303" pitchFamily="18" charset="0"/>
                <a:cs typeface="Arial" panose="020B0604020202020204" pitchFamily="34" charset="0"/>
              </a:rPr>
              <a:t>, activate referral networks, and build OC’s credibility</a:t>
            </a:r>
          </a:p>
        </p:txBody>
      </p:sp>
      <p:sp>
        <p:nvSpPr>
          <p:cNvPr id="7" name="Line 15">
            <a:extLst>
              <a:ext uri="{FF2B5EF4-FFF2-40B4-BE49-F238E27FC236}">
                <a16:creationId xmlns:a16="http://schemas.microsoft.com/office/drawing/2014/main" id="{41D3B3A9-D41A-6D91-94DB-AE77F3B6245B}"/>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A3F8C286-46CA-41A1-D765-9C6D8ED257A2}"/>
              </a:ext>
            </a:extLst>
          </p:cNvPr>
          <p:cNvSpPr>
            <a:spLocks/>
          </p:cNvSpPr>
          <p:nvPr/>
        </p:nvSpPr>
        <p:spPr>
          <a:xfrm>
            <a:off x="567481" y="1276771"/>
            <a:ext cx="844991" cy="2596724"/>
          </a:xfrm>
          <a:prstGeom prst="rect">
            <a:avLst/>
          </a:prstGeom>
          <a:solidFill>
            <a:srgbClr val="04748A"/>
          </a:solidFill>
          <a:ln>
            <a:noFill/>
          </a:ln>
        </p:spPr>
        <p:style>
          <a:lnRef idx="2">
            <a:schemeClr val="dk1"/>
          </a:lnRef>
          <a:fillRef idx="1">
            <a:schemeClr val="lt1"/>
          </a:fillRef>
          <a:effectRef idx="0">
            <a:schemeClr val="dk1"/>
          </a:effectRef>
          <a:fontRef idx="minor">
            <a:schemeClr val="dk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a:solidFill>
                  <a:schemeClr val="bg1"/>
                </a:solidFill>
                <a:cs typeface="Arial" panose="020B0604020202020204" pitchFamily="34" charset="0"/>
              </a:rPr>
              <a:t>Likely to impact Revenue and Net Income</a:t>
            </a:r>
            <a:endParaRPr kumimoji="0" lang="en-US" sz="1200" b="1" i="0" u="none"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9" name="Rectangle 8">
            <a:extLst>
              <a:ext uri="{FF2B5EF4-FFF2-40B4-BE49-F238E27FC236}">
                <a16:creationId xmlns:a16="http://schemas.microsoft.com/office/drawing/2014/main" id="{DFC31784-EBF8-240E-4EAF-6C22688136D5}"/>
              </a:ext>
            </a:extLst>
          </p:cNvPr>
          <p:cNvSpPr>
            <a:spLocks/>
          </p:cNvSpPr>
          <p:nvPr/>
        </p:nvSpPr>
        <p:spPr>
          <a:xfrm>
            <a:off x="567481" y="4149562"/>
            <a:ext cx="844991" cy="2298389"/>
          </a:xfrm>
          <a:prstGeom prst="rect">
            <a:avLst/>
          </a:prstGeom>
          <a:solidFill>
            <a:srgbClr val="04748A"/>
          </a:solidFill>
          <a:ln>
            <a:noFill/>
          </a:ln>
        </p:spPr>
        <p:style>
          <a:lnRef idx="2">
            <a:schemeClr val="dk1"/>
          </a:lnRef>
          <a:fillRef idx="1">
            <a:schemeClr val="lt1"/>
          </a:fillRef>
          <a:effectRef idx="0">
            <a:schemeClr val="dk1"/>
          </a:effectRef>
          <a:fontRef idx="minor">
            <a:schemeClr val="dk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a:solidFill>
                  <a:schemeClr val="bg1"/>
                </a:solidFill>
                <a:cs typeface="Arial" panose="020B0604020202020204" pitchFamily="34" charset="0"/>
              </a:rPr>
              <a:t>Enablers and Branding Initiative</a:t>
            </a:r>
            <a:endParaRPr kumimoji="0" lang="en-US" sz="1200" b="1" i="0" u="none" strike="noStrike" kern="1200" cap="none" spc="0" normalizeH="0" baseline="0" noProof="0">
              <a:ln>
                <a:noFill/>
              </a:ln>
              <a:solidFill>
                <a:schemeClr val="bg1"/>
              </a:solidFill>
              <a:effectLst/>
              <a:uLnTx/>
              <a:uFillTx/>
              <a:ea typeface="+mn-ea"/>
              <a:cs typeface="Arial" panose="020B0604020202020204" pitchFamily="34" charset="0"/>
            </a:endParaRPr>
          </a:p>
        </p:txBody>
      </p:sp>
      <p:sp>
        <p:nvSpPr>
          <p:cNvPr id="11" name="Rectangle: Rounded Corners 10">
            <a:extLst>
              <a:ext uri="{FF2B5EF4-FFF2-40B4-BE49-F238E27FC236}">
                <a16:creationId xmlns:a16="http://schemas.microsoft.com/office/drawing/2014/main" id="{97154706-4775-DDB0-264F-7F663F10417D}"/>
              </a:ext>
            </a:extLst>
          </p:cNvPr>
          <p:cNvSpPr/>
          <p:nvPr/>
        </p:nvSpPr>
        <p:spPr>
          <a:xfrm>
            <a:off x="5460575" y="2197422"/>
            <a:ext cx="881977" cy="328909"/>
          </a:xfrm>
          <a:prstGeom prst="roundRect">
            <a:avLst/>
          </a:prstGeom>
          <a:solidFill>
            <a:srgbClr val="1F4762"/>
          </a:solidFill>
          <a:ln>
            <a:noFill/>
          </a:ln>
        </p:spPr>
        <p:style>
          <a:lnRef idx="2">
            <a:schemeClr val="accent6">
              <a:shade val="15000"/>
            </a:schemeClr>
          </a:lnRef>
          <a:fillRef idx="1">
            <a:schemeClr val="accent6"/>
          </a:fillRef>
          <a:effectRef idx="0">
            <a:schemeClr val="accent6"/>
          </a:effectRef>
          <a:fontRef idx="minor">
            <a:schemeClr val="lt1"/>
          </a:fontRef>
        </p:style>
        <p:txBody>
          <a:bodyPr lIns="36000" tIns="36000" rIns="36000" bIns="36000" rtlCol="0" anchor="ctr"/>
          <a:lstStyle/>
          <a:p>
            <a:pPr algn="ctr"/>
            <a:r>
              <a:rPr lang="en-US" sz="900"/>
              <a:t>Reduced</a:t>
            </a:r>
          </a:p>
        </p:txBody>
      </p:sp>
      <p:sp>
        <p:nvSpPr>
          <p:cNvPr id="12" name="Rectangle: Rounded Corners 11">
            <a:extLst>
              <a:ext uri="{FF2B5EF4-FFF2-40B4-BE49-F238E27FC236}">
                <a16:creationId xmlns:a16="http://schemas.microsoft.com/office/drawing/2014/main" id="{C85B2731-615D-C9AF-3A41-A026C4E7EA5D}"/>
              </a:ext>
            </a:extLst>
          </p:cNvPr>
          <p:cNvSpPr/>
          <p:nvPr/>
        </p:nvSpPr>
        <p:spPr>
          <a:xfrm>
            <a:off x="5460576" y="2585536"/>
            <a:ext cx="881977" cy="328909"/>
          </a:xfrm>
          <a:prstGeom prst="round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900"/>
              <a:t>Reduced</a:t>
            </a:r>
          </a:p>
        </p:txBody>
      </p:sp>
      <p:sp>
        <p:nvSpPr>
          <p:cNvPr id="13" name="Rectangle: Rounded Corners 12">
            <a:extLst>
              <a:ext uri="{FF2B5EF4-FFF2-40B4-BE49-F238E27FC236}">
                <a16:creationId xmlns:a16="http://schemas.microsoft.com/office/drawing/2014/main" id="{2794470E-FE4C-8B77-7BE4-F5AE0FC3B1E1}"/>
              </a:ext>
            </a:extLst>
          </p:cNvPr>
          <p:cNvSpPr/>
          <p:nvPr/>
        </p:nvSpPr>
        <p:spPr>
          <a:xfrm>
            <a:off x="5460577" y="2978285"/>
            <a:ext cx="881977" cy="328909"/>
          </a:xfrm>
          <a:prstGeom prst="roundRect">
            <a:avLst/>
          </a:prstGeom>
          <a:solidFill>
            <a:srgbClr val="BFBFBF"/>
          </a:solidFill>
          <a:ln>
            <a:noFill/>
          </a:ln>
        </p:spPr>
        <p:style>
          <a:lnRef idx="2">
            <a:schemeClr val="accent3">
              <a:shade val="15000"/>
            </a:schemeClr>
          </a:lnRef>
          <a:fillRef idx="1">
            <a:schemeClr val="accent3"/>
          </a:fillRef>
          <a:effectRef idx="0">
            <a:schemeClr val="accent3"/>
          </a:effectRef>
          <a:fontRef idx="minor">
            <a:schemeClr val="lt1"/>
          </a:fontRef>
        </p:style>
        <p:txBody>
          <a:bodyPr lIns="36000" tIns="36000" rIns="36000" bIns="36000" rtlCol="0" anchor="ctr"/>
          <a:lstStyle/>
          <a:p>
            <a:pPr algn="ctr"/>
            <a:r>
              <a:rPr lang="en-US" sz="900"/>
              <a:t>Not Impacted</a:t>
            </a:r>
          </a:p>
        </p:txBody>
      </p:sp>
      <p:grpSp>
        <p:nvGrpSpPr>
          <p:cNvPr id="4" name="Group 3">
            <a:extLst>
              <a:ext uri="{FF2B5EF4-FFF2-40B4-BE49-F238E27FC236}">
                <a16:creationId xmlns:a16="http://schemas.microsoft.com/office/drawing/2014/main" id="{876786EB-43FA-19FF-C871-A56AD9630451}"/>
              </a:ext>
            </a:extLst>
          </p:cNvPr>
          <p:cNvGrpSpPr/>
          <p:nvPr/>
        </p:nvGrpSpPr>
        <p:grpSpPr>
          <a:xfrm>
            <a:off x="-897410" y="256396"/>
            <a:ext cx="338328" cy="3872943"/>
            <a:chOff x="-460920" y="279546"/>
            <a:chExt cx="338328" cy="3872943"/>
          </a:xfrm>
        </p:grpSpPr>
        <p:sp>
          <p:nvSpPr>
            <p:cNvPr id="5" name="Google Shape;139;p2">
              <a:extLst>
                <a:ext uri="{FF2B5EF4-FFF2-40B4-BE49-F238E27FC236}">
                  <a16:creationId xmlns:a16="http://schemas.microsoft.com/office/drawing/2014/main" id="{AC7074E1-3D01-8E38-368A-7BD4F1F95E78}"/>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0" name="Google Shape;140;p2">
              <a:extLst>
                <a:ext uri="{FF2B5EF4-FFF2-40B4-BE49-F238E27FC236}">
                  <a16:creationId xmlns:a16="http://schemas.microsoft.com/office/drawing/2014/main" id="{09C63EB7-6B7F-55FA-39C9-1159163C3A08}"/>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4" name="Google Shape;141;p2">
              <a:extLst>
                <a:ext uri="{FF2B5EF4-FFF2-40B4-BE49-F238E27FC236}">
                  <a16:creationId xmlns:a16="http://schemas.microsoft.com/office/drawing/2014/main" id="{419B0D4D-9872-5C17-3324-EA4F0717287E}"/>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1" name="Google Shape;142;p2">
              <a:extLst>
                <a:ext uri="{FF2B5EF4-FFF2-40B4-BE49-F238E27FC236}">
                  <a16:creationId xmlns:a16="http://schemas.microsoft.com/office/drawing/2014/main" id="{80B93C5D-B7BD-A8F1-B2B1-2CF3D343F2DF}"/>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2" name="Google Shape;143;p2">
              <a:extLst>
                <a:ext uri="{FF2B5EF4-FFF2-40B4-BE49-F238E27FC236}">
                  <a16:creationId xmlns:a16="http://schemas.microsoft.com/office/drawing/2014/main" id="{285A82B9-D5FD-0F3D-1B1E-3BB2F40E4F67}"/>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3" name="Google Shape;147;p2">
              <a:extLst>
                <a:ext uri="{FF2B5EF4-FFF2-40B4-BE49-F238E27FC236}">
                  <a16:creationId xmlns:a16="http://schemas.microsoft.com/office/drawing/2014/main" id="{4850CF0F-4D5F-91EB-6C1D-1C316CB6E598}"/>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4" name="Google Shape;151;p2">
              <a:extLst>
                <a:ext uri="{FF2B5EF4-FFF2-40B4-BE49-F238E27FC236}">
                  <a16:creationId xmlns:a16="http://schemas.microsoft.com/office/drawing/2014/main" id="{4EDA84D7-217C-4629-058E-C4482175DD18}"/>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5" name="Google Shape;147;p2">
              <a:extLst>
                <a:ext uri="{FF2B5EF4-FFF2-40B4-BE49-F238E27FC236}">
                  <a16:creationId xmlns:a16="http://schemas.microsoft.com/office/drawing/2014/main" id="{FA3ECC04-31D1-C506-6993-FF21BC1C4D34}"/>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35" name="TextBox 34">
            <a:extLst>
              <a:ext uri="{FF2B5EF4-FFF2-40B4-BE49-F238E27FC236}">
                <a16:creationId xmlns:a16="http://schemas.microsoft.com/office/drawing/2014/main" id="{19C6BF2D-E338-7BC4-1E3E-E47E1F33324B}"/>
              </a:ext>
            </a:extLst>
          </p:cNvPr>
          <p:cNvSpPr txBox="1"/>
          <p:nvPr/>
        </p:nvSpPr>
        <p:spPr>
          <a:xfrm>
            <a:off x="1514476" y="1980713"/>
            <a:ext cx="3789044" cy="1892787"/>
          </a:xfrm>
          <a:prstGeom prst="rect">
            <a:avLst/>
          </a:prstGeom>
          <a:solidFill>
            <a:schemeClr val="bg1">
              <a:lumMod val="95000"/>
            </a:schemeClr>
          </a:solidFill>
          <a:ln>
            <a:solidFill>
              <a:schemeClr val="bg1">
                <a:lumMod val="95000"/>
              </a:schemeClr>
            </a:solidFill>
            <a:prstDash val="lgDash"/>
          </a:ln>
        </p:spPr>
        <p:txBody>
          <a:bodyPr wrap="square" rtlCol="0" anchor="ctr">
            <a:noAutofit/>
          </a:bodyPr>
          <a:lstStyle/>
          <a:p>
            <a:pPr marL="295275" lvl="0" indent="-285750" algn="just">
              <a:spcBef>
                <a:spcPts val="600"/>
              </a:spcBef>
              <a:spcAft>
                <a:spcPts val="600"/>
              </a:spcAft>
              <a:buFont typeface="Arial" panose="020B0604020202020204" pitchFamily="34" charset="0"/>
              <a:buChar char="•"/>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Utilize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partner healthcare providers' existing insurance contracts </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for billing immediately, ensuring zero delay in patient treatment before the SMTC’s insurance contracts are fully activated</a:t>
            </a:r>
          </a:p>
          <a:p>
            <a:pPr marL="295275" lvl="0" indent="-285750" algn="just">
              <a:spcBef>
                <a:spcPts val="600"/>
              </a:spcBef>
              <a:spcAft>
                <a:spcPts val="600"/>
              </a:spcAft>
              <a:buFont typeface="Arial" panose="020B0604020202020204" pitchFamily="34" charset="0"/>
              <a:buChar char="•"/>
              <a:defRPr/>
            </a:pPr>
            <a:r>
              <a:rPr lang="en-US" sz="1200">
                <a:solidFill>
                  <a:prstClr val="black"/>
                </a:solidFill>
                <a:latin typeface="Calibri" panose="020F0502020204030204"/>
              </a:rPr>
              <a:t>Patient is registered under </a:t>
            </a:r>
            <a:r>
              <a:rPr lang="en-US" sz="1200" b="1">
                <a:solidFill>
                  <a:prstClr val="black"/>
                </a:solidFill>
                <a:latin typeface="Calibri" panose="020F0502020204030204"/>
              </a:rPr>
              <a:t>partner clinic’s license</a:t>
            </a:r>
            <a:r>
              <a:rPr lang="en-US" sz="1200">
                <a:solidFill>
                  <a:prstClr val="black"/>
                </a:solidFill>
                <a:latin typeface="Calibri" panose="020F0502020204030204"/>
              </a:rPr>
              <a:t>, partner company submits the </a:t>
            </a:r>
            <a:r>
              <a:rPr lang="en-US" sz="1200" b="1">
                <a:solidFill>
                  <a:prstClr val="black"/>
                </a:solidFill>
                <a:latin typeface="Calibri" panose="020F0502020204030204"/>
              </a:rPr>
              <a:t>claim to NPHIES</a:t>
            </a:r>
            <a:r>
              <a:rPr lang="en-US" sz="1200">
                <a:solidFill>
                  <a:prstClr val="black"/>
                </a:solidFill>
                <a:latin typeface="Calibri" panose="020F0502020204030204"/>
              </a:rPr>
              <a:t>, and insurance company pays the partner. After reimbursement, both clinics settle on the agreed split</a:t>
            </a:r>
            <a:endParaRPr kumimoji="0" lang="en-US" sz="120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D06D5DBD-7465-6ED9-ED9D-1D97231A18F1}"/>
              </a:ext>
            </a:extLst>
          </p:cNvPr>
          <p:cNvSpPr txBox="1"/>
          <p:nvPr/>
        </p:nvSpPr>
        <p:spPr>
          <a:xfrm>
            <a:off x="6626338" y="1982981"/>
            <a:ext cx="5014799" cy="1890516"/>
          </a:xfrm>
          <a:prstGeom prst="rect">
            <a:avLst/>
          </a:prstGeom>
          <a:solidFill>
            <a:schemeClr val="bg1">
              <a:lumMod val="95000"/>
            </a:schemeClr>
          </a:solidFill>
          <a:ln>
            <a:solidFill>
              <a:schemeClr val="bg1">
                <a:lumMod val="95000"/>
              </a:schemeClr>
            </a:solidFill>
            <a:prstDash val="lgDash"/>
          </a:ln>
        </p:spPr>
        <p:txBody>
          <a:bodyPr wrap="square" rtlCol="0" anchor="ctr">
            <a:noAutofit/>
          </a:bodyPr>
          <a:lstStyle/>
          <a:p>
            <a:pPr marL="295275" lvl="0" indent="-285750" algn="just">
              <a:spcBef>
                <a:spcPts val="300"/>
              </a:spcBef>
              <a:spcAft>
                <a:spcPts val="300"/>
              </a:spcAft>
              <a:buFont typeface="Arial" panose="020B0604020202020204" pitchFamily="34" charset="0"/>
              <a:buChar char="•"/>
              <a:defRPr/>
            </a:pPr>
            <a:endParaRPr kumimoji="0" lang="en-US" sz="120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051D8247-E5B7-A3AA-63B1-AA702AEC3A83}"/>
              </a:ext>
            </a:extLst>
          </p:cNvPr>
          <p:cNvSpPr txBox="1"/>
          <p:nvPr/>
        </p:nvSpPr>
        <p:spPr>
          <a:xfrm>
            <a:off x="6626340" y="1982981"/>
            <a:ext cx="3793278" cy="1562587"/>
          </a:xfrm>
          <a:prstGeom prst="rect">
            <a:avLst/>
          </a:prstGeom>
          <a:solidFill>
            <a:schemeClr val="bg1">
              <a:lumMod val="95000"/>
            </a:schemeClr>
          </a:solidFill>
          <a:ln>
            <a:solidFill>
              <a:schemeClr val="bg1">
                <a:lumMod val="95000"/>
              </a:schemeClr>
            </a:solidFill>
            <a:prstDash val="lgDash"/>
          </a:ln>
        </p:spPr>
        <p:txBody>
          <a:bodyPr wrap="square" rtlCol="0" anchor="ctr">
            <a:noAutofit/>
          </a:bodyPr>
          <a:lstStyle/>
          <a:p>
            <a:pPr marL="295275" lvl="0" indent="-285750" algn="just">
              <a:spcBef>
                <a:spcPts val="300"/>
              </a:spcBef>
              <a:spcAft>
                <a:spcPts val="300"/>
              </a:spcAft>
              <a:buFont typeface="Arial" panose="020B0604020202020204" pitchFamily="34" charset="0"/>
              <a:buChar char="•"/>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Establish a legally compliant mechanism to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compensate referring doctors </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from polyclinics, ensuring a consistent, high-quality stream of patient referrals</a:t>
            </a:r>
          </a:p>
          <a:p>
            <a:pPr marL="295275" lvl="0" indent="-285750" algn="just">
              <a:spcBef>
                <a:spcPts val="300"/>
              </a:spcBef>
              <a:spcAft>
                <a:spcPts val="300"/>
              </a:spcAft>
              <a:buFont typeface="Arial" panose="020B0604020202020204" pitchFamily="34" charset="0"/>
              <a:buChar char="•"/>
              <a:defRPr/>
            </a:pPr>
            <a:r>
              <a:rPr lang="en-US" sz="1200">
                <a:solidFill>
                  <a:prstClr val="black"/>
                </a:solidFill>
                <a:latin typeface="Calibri" panose="020F0502020204030204"/>
              </a:rPr>
              <a:t>The total volume of </a:t>
            </a:r>
            <a:r>
              <a:rPr lang="en-US" sz="1200" b="1">
                <a:solidFill>
                  <a:prstClr val="black"/>
                </a:solidFill>
                <a:latin typeface="Calibri" panose="020F0502020204030204"/>
              </a:rPr>
              <a:t>e-referrals through SMARC </a:t>
            </a:r>
            <a:r>
              <a:rPr lang="en-US" sz="1200">
                <a:solidFill>
                  <a:prstClr val="black"/>
                </a:solidFill>
                <a:latin typeface="Calibri" panose="020F0502020204030204"/>
              </a:rPr>
              <a:t>increased to </a:t>
            </a:r>
            <a:r>
              <a:rPr lang="en-US" sz="1200" b="1">
                <a:solidFill>
                  <a:prstClr val="black"/>
                </a:solidFill>
                <a:latin typeface="Calibri" panose="020F0502020204030204"/>
              </a:rPr>
              <a:t>755,145</a:t>
            </a:r>
            <a:r>
              <a:rPr lang="en-US" sz="1200">
                <a:solidFill>
                  <a:prstClr val="black"/>
                </a:solidFill>
                <a:latin typeface="Calibri" panose="020F0502020204030204"/>
              </a:rPr>
              <a:t> in 2023 - 2024 in KSA</a:t>
            </a:r>
            <a:endParaRPr kumimoji="0" lang="en-US" sz="120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Rectangle: Rounded Corners 27">
            <a:extLst>
              <a:ext uri="{FF2B5EF4-FFF2-40B4-BE49-F238E27FC236}">
                <a16:creationId xmlns:a16="http://schemas.microsoft.com/office/drawing/2014/main" id="{9733CE9D-40D0-575A-7D18-8A73C4EC9825}"/>
              </a:ext>
            </a:extLst>
          </p:cNvPr>
          <p:cNvSpPr/>
          <p:nvPr/>
        </p:nvSpPr>
        <p:spPr>
          <a:xfrm>
            <a:off x="10589389" y="2197422"/>
            <a:ext cx="881977" cy="328909"/>
          </a:xfrm>
          <a:prstGeom prst="roundRect">
            <a:avLst/>
          </a:prstGeom>
          <a:solidFill>
            <a:srgbClr val="1F4762"/>
          </a:solidFill>
          <a:ln>
            <a:noFill/>
          </a:ln>
        </p:spPr>
        <p:style>
          <a:lnRef idx="2">
            <a:schemeClr val="accent6">
              <a:shade val="15000"/>
            </a:schemeClr>
          </a:lnRef>
          <a:fillRef idx="1">
            <a:schemeClr val="accent6"/>
          </a:fillRef>
          <a:effectRef idx="0">
            <a:schemeClr val="accent6"/>
          </a:effectRef>
          <a:fontRef idx="minor">
            <a:schemeClr val="lt1"/>
          </a:fontRef>
        </p:style>
        <p:txBody>
          <a:bodyPr lIns="36000" tIns="36000" rIns="36000" bIns="36000" rtlCol="0" anchor="ctr"/>
          <a:lstStyle/>
          <a:p>
            <a:pPr algn="ctr"/>
            <a:r>
              <a:rPr lang="en-US" sz="900"/>
              <a:t>Reduced</a:t>
            </a:r>
          </a:p>
        </p:txBody>
      </p:sp>
      <p:sp>
        <p:nvSpPr>
          <p:cNvPr id="29" name="Rectangle: Rounded Corners 28">
            <a:extLst>
              <a:ext uri="{FF2B5EF4-FFF2-40B4-BE49-F238E27FC236}">
                <a16:creationId xmlns:a16="http://schemas.microsoft.com/office/drawing/2014/main" id="{C1234B5C-DB17-E98B-A7D4-0F525C33986A}"/>
              </a:ext>
            </a:extLst>
          </p:cNvPr>
          <p:cNvSpPr/>
          <p:nvPr/>
        </p:nvSpPr>
        <p:spPr>
          <a:xfrm>
            <a:off x="10589390" y="2585536"/>
            <a:ext cx="881977" cy="328909"/>
          </a:xfrm>
          <a:prstGeom prst="round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900"/>
              <a:t>Reduced</a:t>
            </a:r>
          </a:p>
        </p:txBody>
      </p:sp>
      <p:sp>
        <p:nvSpPr>
          <p:cNvPr id="30" name="Rectangle: Rounded Corners 29">
            <a:extLst>
              <a:ext uri="{FF2B5EF4-FFF2-40B4-BE49-F238E27FC236}">
                <a16:creationId xmlns:a16="http://schemas.microsoft.com/office/drawing/2014/main" id="{95531A30-D218-F911-7285-D30C5A5BB421}"/>
              </a:ext>
            </a:extLst>
          </p:cNvPr>
          <p:cNvSpPr/>
          <p:nvPr/>
        </p:nvSpPr>
        <p:spPr>
          <a:xfrm>
            <a:off x="10589391" y="2978285"/>
            <a:ext cx="881977" cy="328909"/>
          </a:xfrm>
          <a:prstGeom prst="roundRect">
            <a:avLst/>
          </a:prstGeom>
          <a:solidFill>
            <a:srgbClr val="BFBFBF"/>
          </a:solidFill>
          <a:ln>
            <a:noFill/>
          </a:ln>
        </p:spPr>
        <p:style>
          <a:lnRef idx="2">
            <a:schemeClr val="accent3">
              <a:shade val="15000"/>
            </a:schemeClr>
          </a:lnRef>
          <a:fillRef idx="1">
            <a:schemeClr val="accent3"/>
          </a:fillRef>
          <a:effectRef idx="0">
            <a:schemeClr val="accent3"/>
          </a:effectRef>
          <a:fontRef idx="minor">
            <a:schemeClr val="lt1"/>
          </a:fontRef>
        </p:style>
        <p:txBody>
          <a:bodyPr lIns="36000" tIns="36000" rIns="36000" bIns="36000" rtlCol="0" anchor="ctr"/>
          <a:lstStyle/>
          <a:p>
            <a:pPr algn="ctr"/>
            <a:r>
              <a:rPr lang="en-US" sz="900"/>
              <a:t>Not Impacted</a:t>
            </a:r>
          </a:p>
        </p:txBody>
      </p:sp>
      <p:grpSp>
        <p:nvGrpSpPr>
          <p:cNvPr id="3" name="Group 2">
            <a:extLst>
              <a:ext uri="{FF2B5EF4-FFF2-40B4-BE49-F238E27FC236}">
                <a16:creationId xmlns:a16="http://schemas.microsoft.com/office/drawing/2014/main" id="{BFB6A88B-E766-E3EF-6299-C65BB578F899}"/>
              </a:ext>
            </a:extLst>
          </p:cNvPr>
          <p:cNvGrpSpPr/>
          <p:nvPr/>
        </p:nvGrpSpPr>
        <p:grpSpPr>
          <a:xfrm>
            <a:off x="9846205" y="688246"/>
            <a:ext cx="2301420" cy="461486"/>
            <a:chOff x="9846205" y="688246"/>
            <a:chExt cx="2301420" cy="461486"/>
          </a:xfrm>
        </p:grpSpPr>
        <p:sp>
          <p:nvSpPr>
            <p:cNvPr id="40" name="TextBox 39">
              <a:extLst>
                <a:ext uri="{FF2B5EF4-FFF2-40B4-BE49-F238E27FC236}">
                  <a16:creationId xmlns:a16="http://schemas.microsoft.com/office/drawing/2014/main" id="{1DB80385-4AA2-C71D-BBEB-41DFD18897B2}"/>
                </a:ext>
              </a:extLst>
            </p:cNvPr>
            <p:cNvSpPr txBox="1"/>
            <p:nvPr/>
          </p:nvSpPr>
          <p:spPr>
            <a:xfrm>
              <a:off x="9846205" y="728235"/>
              <a:ext cx="1184172" cy="400110"/>
            </a:xfrm>
            <a:prstGeom prst="rect">
              <a:avLst/>
            </a:prstGeom>
            <a:noFill/>
          </p:spPr>
          <p:txBody>
            <a:bodyPr wrap="square" rtlCol="0">
              <a:spAutoFit/>
            </a:bodyPr>
            <a:lstStyle/>
            <a:p>
              <a:r>
                <a:rPr lang="en-US" sz="1000" b="1" i="1"/>
                <a:t>Immediate Financial Impact</a:t>
              </a:r>
            </a:p>
          </p:txBody>
        </p:sp>
        <p:grpSp>
          <p:nvGrpSpPr>
            <p:cNvPr id="31" name="Group 30">
              <a:extLst>
                <a:ext uri="{FF2B5EF4-FFF2-40B4-BE49-F238E27FC236}">
                  <a16:creationId xmlns:a16="http://schemas.microsoft.com/office/drawing/2014/main" id="{0298DA0E-C346-28F5-E821-CA5D9E46B63B}"/>
                </a:ext>
              </a:extLst>
            </p:cNvPr>
            <p:cNvGrpSpPr/>
            <p:nvPr/>
          </p:nvGrpSpPr>
          <p:grpSpPr>
            <a:xfrm>
              <a:off x="11093373" y="688246"/>
              <a:ext cx="1054252" cy="461486"/>
              <a:chOff x="11099834" y="754965"/>
              <a:chExt cx="1054252" cy="461486"/>
            </a:xfrm>
          </p:grpSpPr>
          <p:sp>
            <p:nvSpPr>
              <p:cNvPr id="33" name="Rectangle 32">
                <a:extLst>
                  <a:ext uri="{FF2B5EF4-FFF2-40B4-BE49-F238E27FC236}">
                    <a16:creationId xmlns:a16="http://schemas.microsoft.com/office/drawing/2014/main" id="{40F4A096-3F75-15C2-A8F4-6A59BE28A540}"/>
                  </a:ext>
                </a:extLst>
              </p:cNvPr>
              <p:cNvSpPr/>
              <p:nvPr/>
            </p:nvSpPr>
            <p:spPr>
              <a:xfrm>
                <a:off x="11396521" y="754965"/>
                <a:ext cx="757565" cy="140400"/>
              </a:xfrm>
              <a:prstGeom prst="rect">
                <a:avLst/>
              </a:prstGeom>
              <a:noFill/>
              <a:ln w="63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800" i="0" u="none" strike="noStrike" kern="1200" cap="none" spc="0" normalizeH="0" baseline="0" noProof="0">
                    <a:ln>
                      <a:noFill/>
                    </a:ln>
                    <a:solidFill>
                      <a:prstClr val="black"/>
                    </a:solidFill>
                    <a:effectLst/>
                    <a:uLnTx/>
                    <a:uFillTx/>
                    <a:ea typeface="+mn-ea"/>
                    <a:cs typeface="Arial"/>
                  </a:rPr>
                  <a:t>Rev</a:t>
                </a:r>
              </a:p>
            </p:txBody>
          </p:sp>
          <p:sp>
            <p:nvSpPr>
              <p:cNvPr id="34" name="Rectangle 33">
                <a:extLst>
                  <a:ext uri="{FF2B5EF4-FFF2-40B4-BE49-F238E27FC236}">
                    <a16:creationId xmlns:a16="http://schemas.microsoft.com/office/drawing/2014/main" id="{263DFCFC-FA81-0FFC-DC30-C55790C153A9}"/>
                  </a:ext>
                </a:extLst>
              </p:cNvPr>
              <p:cNvSpPr/>
              <p:nvPr/>
            </p:nvSpPr>
            <p:spPr>
              <a:xfrm>
                <a:off x="11396521" y="915508"/>
                <a:ext cx="757565" cy="140400"/>
              </a:xfrm>
              <a:prstGeom prst="rect">
                <a:avLst/>
              </a:prstGeom>
              <a:noFill/>
              <a:ln w="63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800" i="0" u="none" strike="noStrike" kern="1200" cap="none" spc="0" normalizeH="0" baseline="0" noProof="0">
                    <a:ln>
                      <a:noFill/>
                    </a:ln>
                    <a:solidFill>
                      <a:prstClr val="black"/>
                    </a:solidFill>
                    <a:effectLst/>
                    <a:uLnTx/>
                    <a:uFillTx/>
                    <a:ea typeface="+mn-ea"/>
                    <a:cs typeface="Arial"/>
                  </a:rPr>
                  <a:t>NI</a:t>
                </a:r>
              </a:p>
            </p:txBody>
          </p:sp>
          <p:sp>
            <p:nvSpPr>
              <p:cNvPr id="36" name="Rectangle 35">
                <a:extLst>
                  <a:ext uri="{FF2B5EF4-FFF2-40B4-BE49-F238E27FC236}">
                    <a16:creationId xmlns:a16="http://schemas.microsoft.com/office/drawing/2014/main" id="{B485968B-F4E2-0D6E-55D0-C7BB56B9DBA9}"/>
                  </a:ext>
                </a:extLst>
              </p:cNvPr>
              <p:cNvSpPr/>
              <p:nvPr/>
            </p:nvSpPr>
            <p:spPr>
              <a:xfrm>
                <a:off x="11396521" y="1076051"/>
                <a:ext cx="757565" cy="140400"/>
              </a:xfrm>
              <a:prstGeom prst="rect">
                <a:avLst/>
              </a:prstGeom>
              <a:noFill/>
              <a:ln w="63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800" i="0" u="none" strike="noStrike" kern="1200" cap="none" spc="0" normalizeH="0" baseline="0" noProof="0">
                    <a:ln>
                      <a:noFill/>
                    </a:ln>
                    <a:solidFill>
                      <a:prstClr val="black"/>
                    </a:solidFill>
                    <a:effectLst/>
                    <a:uLnTx/>
                    <a:uFillTx/>
                    <a:ea typeface="+mn-ea"/>
                    <a:cs typeface="Arial"/>
                  </a:rPr>
                  <a:t>Capex</a:t>
                </a:r>
              </a:p>
            </p:txBody>
          </p:sp>
          <p:sp>
            <p:nvSpPr>
              <p:cNvPr id="38" name="Rectangle: Rounded Corners 37">
                <a:extLst>
                  <a:ext uri="{FF2B5EF4-FFF2-40B4-BE49-F238E27FC236}">
                    <a16:creationId xmlns:a16="http://schemas.microsoft.com/office/drawing/2014/main" id="{974096A1-9E00-D1FE-EFAC-0EEBFE843BCF}"/>
                  </a:ext>
                </a:extLst>
              </p:cNvPr>
              <p:cNvSpPr/>
              <p:nvPr/>
            </p:nvSpPr>
            <p:spPr>
              <a:xfrm>
                <a:off x="11099834" y="754965"/>
                <a:ext cx="277100" cy="140400"/>
              </a:xfrm>
              <a:prstGeom prst="roundRect">
                <a:avLst/>
              </a:prstGeom>
              <a:solidFill>
                <a:srgbClr val="1F4762"/>
              </a:solidFill>
              <a:ln>
                <a:noFill/>
              </a:ln>
            </p:spPr>
            <p:style>
              <a:lnRef idx="2">
                <a:schemeClr val="accent6">
                  <a:shade val="15000"/>
                </a:schemeClr>
              </a:lnRef>
              <a:fillRef idx="1">
                <a:schemeClr val="accent6"/>
              </a:fillRef>
              <a:effectRef idx="0">
                <a:schemeClr val="accent6"/>
              </a:effectRef>
              <a:fontRef idx="minor">
                <a:schemeClr val="lt1"/>
              </a:fontRef>
            </p:style>
            <p:txBody>
              <a:bodyPr lIns="36000" tIns="36000" rIns="36000" bIns="36000" rtlCol="0" anchor="ctr"/>
              <a:lstStyle/>
              <a:p>
                <a:pPr algn="ctr"/>
                <a:endParaRPr lang="en-US" sz="1000"/>
              </a:p>
            </p:txBody>
          </p:sp>
          <p:sp>
            <p:nvSpPr>
              <p:cNvPr id="39" name="Rectangle: Rounded Corners 38">
                <a:extLst>
                  <a:ext uri="{FF2B5EF4-FFF2-40B4-BE49-F238E27FC236}">
                    <a16:creationId xmlns:a16="http://schemas.microsoft.com/office/drawing/2014/main" id="{A82428F2-F439-0741-994C-3B31D63B9352}"/>
                  </a:ext>
                </a:extLst>
              </p:cNvPr>
              <p:cNvSpPr/>
              <p:nvPr/>
            </p:nvSpPr>
            <p:spPr>
              <a:xfrm>
                <a:off x="11099834" y="915508"/>
                <a:ext cx="277100" cy="140400"/>
              </a:xfrm>
              <a:prstGeom prst="round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000"/>
              </a:p>
            </p:txBody>
          </p:sp>
          <p:sp>
            <p:nvSpPr>
              <p:cNvPr id="42" name="Rectangle: Rounded Corners 41">
                <a:extLst>
                  <a:ext uri="{FF2B5EF4-FFF2-40B4-BE49-F238E27FC236}">
                    <a16:creationId xmlns:a16="http://schemas.microsoft.com/office/drawing/2014/main" id="{E0DA71A8-1450-0221-6119-35B813B56E52}"/>
                  </a:ext>
                </a:extLst>
              </p:cNvPr>
              <p:cNvSpPr/>
              <p:nvPr/>
            </p:nvSpPr>
            <p:spPr>
              <a:xfrm>
                <a:off x="11099834" y="1076051"/>
                <a:ext cx="277100" cy="140400"/>
              </a:xfrm>
              <a:prstGeom prst="roundRect">
                <a:avLst/>
              </a:prstGeom>
              <a:solidFill>
                <a:srgbClr val="BFBFBF"/>
              </a:solidFill>
              <a:ln>
                <a:noFill/>
              </a:ln>
            </p:spPr>
            <p:style>
              <a:lnRef idx="2">
                <a:schemeClr val="accent3">
                  <a:shade val="15000"/>
                </a:schemeClr>
              </a:lnRef>
              <a:fillRef idx="1">
                <a:schemeClr val="accent3"/>
              </a:fillRef>
              <a:effectRef idx="0">
                <a:schemeClr val="accent3"/>
              </a:effectRef>
              <a:fontRef idx="minor">
                <a:schemeClr val="lt1"/>
              </a:fontRef>
            </p:style>
            <p:txBody>
              <a:bodyPr lIns="36000" tIns="36000" rIns="36000" bIns="36000" rtlCol="0" anchor="ctr"/>
              <a:lstStyle/>
              <a:p>
                <a:pPr algn="ctr"/>
                <a:endParaRPr lang="en-US" sz="1000"/>
              </a:p>
            </p:txBody>
          </p:sp>
        </p:grpSp>
      </p:grpSp>
    </p:spTree>
    <p:extLst>
      <p:ext uri="{BB962C8B-B14F-4D97-AF65-F5344CB8AC3E}">
        <p14:creationId xmlns:p14="http://schemas.microsoft.com/office/powerpoint/2010/main" val="244295293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49E24B-5A1D-EAA3-D82C-68A8D939CA03}"/>
            </a:ext>
          </a:extLst>
        </p:cNvPr>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34177E1E-717C-C6BF-F48E-F984804D43EF}"/>
              </a:ext>
            </a:extLst>
          </p:cNvPr>
          <p:cNvGraphicFramePr>
            <a:graphicFrameLocks/>
          </p:cNvGraphicFramePr>
          <p:nvPr>
            <p:custDataLst>
              <p:tags r:id="rId1"/>
            </p:custDataLst>
            <p:extLst>
              <p:ext uri="{D42A27DB-BD31-4B8C-83A1-F6EECF244321}">
                <p14:modId xmlns:p14="http://schemas.microsoft.com/office/powerpoint/2010/main" val="37469126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3" imgW="425" imgH="425" progId="TCLayout.ActiveDocument.1">
                  <p:embed/>
                </p:oleObj>
              </mc:Choice>
              <mc:Fallback>
                <p:oleObj name="think-cell Slide" r:id="rId13" imgW="425" imgH="425" progId="TCLayout.ActiveDocument.1">
                  <p:embed/>
                  <p:pic>
                    <p:nvPicPr>
                      <p:cNvPr id="10" name="think-cell data - do not delete" hidden="1">
                        <a:extLst>
                          <a:ext uri="{FF2B5EF4-FFF2-40B4-BE49-F238E27FC236}">
                            <a16:creationId xmlns:a16="http://schemas.microsoft.com/office/drawing/2014/main" id="{34177E1E-717C-C6BF-F48E-F984804D43EF}"/>
                          </a:ext>
                        </a:extLst>
                      </p:cNvPr>
                      <p:cNvPicPr/>
                      <p:nvPr/>
                    </p:nvPicPr>
                    <p:blipFill>
                      <a:blip r:embed="rId14"/>
                      <a:stretch>
                        <a:fillRect/>
                      </a:stretch>
                    </p:blipFill>
                    <p:spPr>
                      <a:xfrm>
                        <a:off x="1588" y="1588"/>
                        <a:ext cx="1588" cy="1588"/>
                      </a:xfrm>
                      <a:prstGeom prst="rect">
                        <a:avLst/>
                      </a:prstGeom>
                    </p:spPr>
                  </p:pic>
                </p:oleObj>
              </mc:Fallback>
            </mc:AlternateContent>
          </a:graphicData>
        </a:graphic>
      </p:graphicFrame>
      <p:sp>
        <p:nvSpPr>
          <p:cNvPr id="77" name="Rectangle 76">
            <a:extLst>
              <a:ext uri="{FF2B5EF4-FFF2-40B4-BE49-F238E27FC236}">
                <a16:creationId xmlns:a16="http://schemas.microsoft.com/office/drawing/2014/main" id="{0EFE2E5B-7447-FD46-2D68-BF37F6CAE77B}"/>
              </a:ext>
            </a:extLst>
          </p:cNvPr>
          <p:cNvSpPr/>
          <p:nvPr/>
        </p:nvSpPr>
        <p:spPr>
          <a:xfrm rot="16200000">
            <a:off x="5188072" y="-2803931"/>
            <a:ext cx="1800000" cy="10897872"/>
          </a:xfrm>
          <a:prstGeom prst="rect">
            <a:avLst/>
          </a:prstGeom>
          <a:solidFill>
            <a:srgbClr val="06A6C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prstClr val="white"/>
                </a:solidFill>
                <a:effectLst/>
                <a:uLnTx/>
                <a:uFillTx/>
                <a:ea typeface="Verdana" panose="020B0604030504040204" pitchFamily="34" charset="0"/>
              </a:rPr>
              <a:t>Initiatives / Objectives</a:t>
            </a:r>
          </a:p>
        </p:txBody>
      </p:sp>
      <p:sp>
        <p:nvSpPr>
          <p:cNvPr id="78" name="Rectangle 77">
            <a:extLst>
              <a:ext uri="{FF2B5EF4-FFF2-40B4-BE49-F238E27FC236}">
                <a16:creationId xmlns:a16="http://schemas.microsoft.com/office/drawing/2014/main" id="{F9BBF6F5-E83D-6EC8-A03D-6130F6B8D177}"/>
              </a:ext>
            </a:extLst>
          </p:cNvPr>
          <p:cNvSpPr/>
          <p:nvPr/>
        </p:nvSpPr>
        <p:spPr>
          <a:xfrm rot="16200000">
            <a:off x="5188072" y="51862"/>
            <a:ext cx="1800000" cy="10897873"/>
          </a:xfrm>
          <a:prstGeom prst="rect">
            <a:avLst/>
          </a:prstGeom>
          <a:solidFill>
            <a:schemeClr val="bg1">
              <a:lumMod val="85000"/>
            </a:schemeClr>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Verdana" panose="020B0604030504040204" pitchFamily="34" charset="0"/>
              </a:rPr>
              <a:t>Levers / Contingencies</a:t>
            </a:r>
          </a:p>
        </p:txBody>
      </p:sp>
      <p:sp>
        <p:nvSpPr>
          <p:cNvPr id="72" name="Google Shape;2494;p28">
            <a:extLst>
              <a:ext uri="{FF2B5EF4-FFF2-40B4-BE49-F238E27FC236}">
                <a16:creationId xmlns:a16="http://schemas.microsoft.com/office/drawing/2014/main" id="{BDD47500-1AF8-61F5-1B82-A966A5C91291}"/>
              </a:ext>
            </a:extLst>
          </p:cNvPr>
          <p:cNvSpPr/>
          <p:nvPr/>
        </p:nvSpPr>
        <p:spPr>
          <a:xfrm>
            <a:off x="2619375" y="1745004"/>
            <a:ext cx="1430094" cy="4655795"/>
          </a:xfrm>
          <a:prstGeom prst="rect">
            <a:avLst/>
          </a:prstGeom>
          <a:solidFill>
            <a:schemeClr val="bg1"/>
          </a:solidFill>
          <a:ln w="9525">
            <a:noFill/>
            <a:prstDash val="dash"/>
          </a:ln>
          <a:effectLst>
            <a:outerShdw blurRad="63500" algn="ctr" rotWithShape="0">
              <a:prstClr val="black">
                <a:alpha val="40000"/>
              </a:prstClr>
            </a:outerShdw>
          </a:effectLst>
        </p:spPr>
        <p:txBody>
          <a:bodyPr spcFirstLastPara="1" wrap="square" lIns="91440" tIns="36000" rIns="36000" bIns="36000" anchor="t" anchorCtr="0">
            <a:noAutofit/>
          </a:bodyPr>
          <a:lstStyle/>
          <a:p>
            <a:pPr marL="0" marR="0" lvl="0" indent="0" algn="ctr" rtl="0">
              <a:lnSpc>
                <a:spcPct val="100000"/>
              </a:lnSpc>
              <a:spcBef>
                <a:spcPts val="300"/>
              </a:spcBef>
              <a:spcAft>
                <a:spcPts val="0"/>
              </a:spcAft>
              <a:buClr>
                <a:schemeClr val="lt1"/>
              </a:buClr>
              <a:buSzPts val="1200"/>
              <a:buFont typeface="Arial"/>
              <a:buNone/>
            </a:pPr>
            <a:endParaRPr lang="en-US" sz="2000" b="1">
              <a:ea typeface="Arial"/>
              <a:cs typeface="Arial"/>
              <a:sym typeface="Arial"/>
            </a:endParaRPr>
          </a:p>
        </p:txBody>
      </p:sp>
      <p:sp>
        <p:nvSpPr>
          <p:cNvPr id="55" name="Google Shape;2494;p28">
            <a:extLst>
              <a:ext uri="{FF2B5EF4-FFF2-40B4-BE49-F238E27FC236}">
                <a16:creationId xmlns:a16="http://schemas.microsoft.com/office/drawing/2014/main" id="{5EFAD8BA-D17D-EAE9-FAFE-B15546C5F0EE}"/>
              </a:ext>
            </a:extLst>
          </p:cNvPr>
          <p:cNvSpPr/>
          <p:nvPr/>
        </p:nvSpPr>
        <p:spPr>
          <a:xfrm>
            <a:off x="1098550" y="1745004"/>
            <a:ext cx="1430094" cy="4655795"/>
          </a:xfrm>
          <a:prstGeom prst="rect">
            <a:avLst/>
          </a:prstGeom>
          <a:solidFill>
            <a:schemeClr val="bg1"/>
          </a:solidFill>
          <a:ln w="9525">
            <a:noFill/>
            <a:prstDash val="dash"/>
          </a:ln>
          <a:effectLst>
            <a:outerShdw blurRad="63500" algn="ctr" rotWithShape="0">
              <a:prstClr val="black">
                <a:alpha val="40000"/>
              </a:prstClr>
            </a:outerShdw>
          </a:effectLst>
        </p:spPr>
        <p:txBody>
          <a:bodyPr spcFirstLastPara="1" wrap="square" lIns="91440" tIns="36000" rIns="36000" bIns="36000" anchor="t" anchorCtr="0">
            <a:noAutofit/>
          </a:bodyPr>
          <a:lstStyle/>
          <a:p>
            <a:pPr marL="0" marR="0" lvl="0" indent="0" algn="ctr" rtl="0">
              <a:lnSpc>
                <a:spcPct val="100000"/>
              </a:lnSpc>
              <a:spcBef>
                <a:spcPts val="300"/>
              </a:spcBef>
              <a:spcAft>
                <a:spcPts val="0"/>
              </a:spcAft>
              <a:buClr>
                <a:schemeClr val="lt1"/>
              </a:buClr>
              <a:buSzPts val="1200"/>
              <a:buFont typeface="Arial"/>
              <a:buNone/>
            </a:pPr>
            <a:endParaRPr lang="en-US" sz="2000" b="1">
              <a:ea typeface="Arial"/>
              <a:cs typeface="Arial"/>
              <a:sym typeface="Arial"/>
            </a:endParaRPr>
          </a:p>
        </p:txBody>
      </p:sp>
      <p:sp>
        <p:nvSpPr>
          <p:cNvPr id="82" name="Rectangle 81">
            <a:extLst>
              <a:ext uri="{FF2B5EF4-FFF2-40B4-BE49-F238E27FC236}">
                <a16:creationId xmlns:a16="http://schemas.microsoft.com/office/drawing/2014/main" id="{1213E76A-FE2E-9463-C9F0-52D8E710D6D6}"/>
              </a:ext>
            </a:extLst>
          </p:cNvPr>
          <p:cNvSpPr/>
          <p:nvPr/>
        </p:nvSpPr>
        <p:spPr>
          <a:xfrm rot="16200000">
            <a:off x="5619011" y="-1376036"/>
            <a:ext cx="938121" cy="10897871"/>
          </a:xfrm>
          <a:prstGeom prst="rect">
            <a:avLst/>
          </a:prstGeom>
          <a:solidFill>
            <a:srgbClr val="206971"/>
          </a:solidFill>
          <a:ln w="28575" cap="flat" cmpd="sng" algn="ctr">
            <a:solidFill>
              <a:srgbClr val="1DE1DC"/>
            </a:solid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white"/>
                </a:solidFill>
                <a:effectLst/>
                <a:uLnTx/>
                <a:uFillTx/>
                <a:ea typeface="Verdana" panose="020B0604030504040204" pitchFamily="34" charset="0"/>
              </a:rPr>
              <a:t>Timeline</a:t>
            </a:r>
          </a:p>
        </p:txBody>
      </p:sp>
      <p:sp>
        <p:nvSpPr>
          <p:cNvPr id="2" name="Slide Number Placeholder 1">
            <a:extLst>
              <a:ext uri="{FF2B5EF4-FFF2-40B4-BE49-F238E27FC236}">
                <a16:creationId xmlns:a16="http://schemas.microsoft.com/office/drawing/2014/main" id="{B25DCE18-9577-B0AE-5ACD-951516695EEB}"/>
              </a:ext>
            </a:extLst>
          </p:cNvPr>
          <p:cNvSpPr>
            <a:spLocks noGrp="1"/>
          </p:cNvSpPr>
          <p:nvPr>
            <p:ph type="sldNum" sz="quarter" idx="12"/>
          </p:nvPr>
        </p:nvSpPr>
        <p:spPr/>
        <p:txBody>
          <a:bodyPr/>
          <a:lstStyle/>
          <a:p>
            <a:fld id="{8E1CF2E5-4A16-4FBD-9713-265FD1DAAE65}" type="slidenum">
              <a:rPr lang="en-US" smtClean="0"/>
              <a:t>21</a:t>
            </a:fld>
            <a:endParaRPr lang="en-US"/>
          </a:p>
        </p:txBody>
      </p:sp>
      <p:grpSp>
        <p:nvGrpSpPr>
          <p:cNvPr id="148" name="Group 147">
            <a:extLst>
              <a:ext uri="{FF2B5EF4-FFF2-40B4-BE49-F238E27FC236}">
                <a16:creationId xmlns:a16="http://schemas.microsoft.com/office/drawing/2014/main" id="{254CDD76-0B68-662E-63C4-CAA0925B45F5}"/>
              </a:ext>
            </a:extLst>
          </p:cNvPr>
          <p:cNvGrpSpPr/>
          <p:nvPr/>
        </p:nvGrpSpPr>
        <p:grpSpPr>
          <a:xfrm>
            <a:off x="-460920" y="230169"/>
            <a:ext cx="338328" cy="6397662"/>
            <a:chOff x="-460920" y="279546"/>
            <a:chExt cx="338328" cy="6397662"/>
          </a:xfrm>
        </p:grpSpPr>
        <p:sp>
          <p:nvSpPr>
            <p:cNvPr id="149" name="Google Shape;139;p2">
              <a:extLst>
                <a:ext uri="{FF2B5EF4-FFF2-40B4-BE49-F238E27FC236}">
                  <a16:creationId xmlns:a16="http://schemas.microsoft.com/office/drawing/2014/main" id="{778FA1AD-911D-AC35-4709-44452CC953DF}"/>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0" name="Google Shape;140;p2">
              <a:extLst>
                <a:ext uri="{FF2B5EF4-FFF2-40B4-BE49-F238E27FC236}">
                  <a16:creationId xmlns:a16="http://schemas.microsoft.com/office/drawing/2014/main" id="{234E74B1-1395-CC11-4385-554EE936CBB8}"/>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1" name="Google Shape;141;p2">
              <a:extLst>
                <a:ext uri="{FF2B5EF4-FFF2-40B4-BE49-F238E27FC236}">
                  <a16:creationId xmlns:a16="http://schemas.microsoft.com/office/drawing/2014/main" id="{77F99045-7C29-8967-2F86-67C8421D7FFF}"/>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2" name="Google Shape;142;p2">
              <a:extLst>
                <a:ext uri="{FF2B5EF4-FFF2-40B4-BE49-F238E27FC236}">
                  <a16:creationId xmlns:a16="http://schemas.microsoft.com/office/drawing/2014/main" id="{D2C3A569-C6E5-3D76-F870-B22D8E266820}"/>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3" name="Google Shape;143;p2">
              <a:extLst>
                <a:ext uri="{FF2B5EF4-FFF2-40B4-BE49-F238E27FC236}">
                  <a16:creationId xmlns:a16="http://schemas.microsoft.com/office/drawing/2014/main" id="{EDC0CFBD-478D-0ED3-1406-5481636C4FF8}"/>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4" name="Google Shape;144;p2">
              <a:extLst>
                <a:ext uri="{FF2B5EF4-FFF2-40B4-BE49-F238E27FC236}">
                  <a16:creationId xmlns:a16="http://schemas.microsoft.com/office/drawing/2014/main" id="{53B44ED6-9EF6-4883-00DB-E153837AC54B}"/>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5" name="Google Shape;145;p2">
              <a:extLst>
                <a:ext uri="{FF2B5EF4-FFF2-40B4-BE49-F238E27FC236}">
                  <a16:creationId xmlns:a16="http://schemas.microsoft.com/office/drawing/2014/main" id="{43ADAC9D-5769-B553-8C35-F1FF4C8F76D5}"/>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6" name="Google Shape;146;p2">
              <a:extLst>
                <a:ext uri="{FF2B5EF4-FFF2-40B4-BE49-F238E27FC236}">
                  <a16:creationId xmlns:a16="http://schemas.microsoft.com/office/drawing/2014/main" id="{8A0037CE-A1F2-754F-DF90-B6D57EC844FC}"/>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7" name="Google Shape;147;p2">
              <a:extLst>
                <a:ext uri="{FF2B5EF4-FFF2-40B4-BE49-F238E27FC236}">
                  <a16:creationId xmlns:a16="http://schemas.microsoft.com/office/drawing/2014/main" id="{20281732-CBD2-ACF3-027A-03F721BB67DB}"/>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8" name="Google Shape;148;p2">
              <a:extLst>
                <a:ext uri="{FF2B5EF4-FFF2-40B4-BE49-F238E27FC236}">
                  <a16:creationId xmlns:a16="http://schemas.microsoft.com/office/drawing/2014/main" id="{6B88F38F-8FE7-550A-D0AD-7F2C36B5FE17}"/>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9" name="Google Shape;149;p2">
              <a:extLst>
                <a:ext uri="{FF2B5EF4-FFF2-40B4-BE49-F238E27FC236}">
                  <a16:creationId xmlns:a16="http://schemas.microsoft.com/office/drawing/2014/main" id="{BAFCFE91-5CC7-18DC-9B6D-2748B4D3D694}"/>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60" name="Google Shape;151;p2">
              <a:extLst>
                <a:ext uri="{FF2B5EF4-FFF2-40B4-BE49-F238E27FC236}">
                  <a16:creationId xmlns:a16="http://schemas.microsoft.com/office/drawing/2014/main" id="{4E7A7199-0826-8021-BA2C-100FA082E6C1}"/>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61" name="Google Shape;147;p2">
              <a:extLst>
                <a:ext uri="{FF2B5EF4-FFF2-40B4-BE49-F238E27FC236}">
                  <a16:creationId xmlns:a16="http://schemas.microsoft.com/office/drawing/2014/main" id="{957391F2-2019-E8C7-FCCB-1EAE7DDE5125}"/>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graphicFrame>
        <p:nvGraphicFramePr>
          <p:cNvPr id="131" name="Chart 130">
            <a:extLst>
              <a:ext uri="{FF2B5EF4-FFF2-40B4-BE49-F238E27FC236}">
                <a16:creationId xmlns:a16="http://schemas.microsoft.com/office/drawing/2014/main" id="{9098C253-B453-A750-2D6F-1D78BA9F9F8F}"/>
              </a:ext>
            </a:extLst>
          </p:cNvPr>
          <p:cNvGraphicFramePr/>
          <p:nvPr>
            <p:custDataLst>
              <p:tags r:id="rId2"/>
            </p:custDataLst>
          </p:nvPr>
        </p:nvGraphicFramePr>
        <p:xfrm>
          <a:off x="1008063" y="3919538"/>
          <a:ext cx="10606087" cy="344487"/>
        </p:xfrm>
        <a:graphic>
          <a:graphicData uri="http://schemas.openxmlformats.org/drawingml/2006/chart">
            <c:chart xmlns:c="http://schemas.openxmlformats.org/drawingml/2006/chart" xmlns:r="http://schemas.openxmlformats.org/officeDocument/2006/relationships" r:id="rId15"/>
          </a:graphicData>
        </a:graphic>
      </p:graphicFrame>
      <p:sp>
        <p:nvSpPr>
          <p:cNvPr id="5" name="Text Placeholder 2">
            <a:extLst>
              <a:ext uri="{FF2B5EF4-FFF2-40B4-BE49-F238E27FC236}">
                <a16:creationId xmlns:a16="http://schemas.microsoft.com/office/drawing/2014/main" id="{B005CA7C-98C3-1B45-078D-FAAC8CD10082}"/>
              </a:ext>
            </a:extLst>
          </p:cNvPr>
          <p:cNvSpPr>
            <a:spLocks/>
          </p:cNvSpPr>
          <p:nvPr>
            <p:custDataLst>
              <p:tags r:id="rId3"/>
            </p:custDataLst>
          </p:nvPr>
        </p:nvSpPr>
        <p:spPr bwMode="auto">
          <a:xfrm>
            <a:off x="1514475" y="4227513"/>
            <a:ext cx="646113"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4C56912-635E-46EF-B42B-24A18B78BAF8}" type="datetime'So''''''ft'''''' ''''''laun''''c''''''''h''''&#10;J''an ’26'''">
              <a:rPr lang="en-US" altLang="en-US" sz="1100" smtClean="0">
                <a:solidFill>
                  <a:schemeClr val="bg1"/>
                </a:solidFill>
              </a:rPr>
              <a:pPr marL="0" lvl="0" indent="0" algn="ctr">
                <a:spcBef>
                  <a:spcPct val="0"/>
                </a:spcBef>
                <a:spcAft>
                  <a:spcPct val="0"/>
                </a:spcAft>
                <a:buNone/>
              </a:pPr>
              <a:t>Soft launch
Jan ’26</a:t>
            </a:fld>
            <a:endParaRPr lang="en-US" sz="1100">
              <a:solidFill>
                <a:schemeClr val="bg1"/>
              </a:solidFill>
            </a:endParaRPr>
          </a:p>
        </p:txBody>
      </p:sp>
      <p:sp>
        <p:nvSpPr>
          <p:cNvPr id="25" name="Text Placeholder 2">
            <a:extLst>
              <a:ext uri="{FF2B5EF4-FFF2-40B4-BE49-F238E27FC236}">
                <a16:creationId xmlns:a16="http://schemas.microsoft.com/office/drawing/2014/main" id="{21019265-CD4C-B966-2E27-2539C8D652FE}"/>
              </a:ext>
            </a:extLst>
          </p:cNvPr>
          <p:cNvSpPr>
            <a:spLocks/>
          </p:cNvSpPr>
          <p:nvPr>
            <p:custDataLst>
              <p:tags r:id="rId4"/>
            </p:custDataLst>
          </p:nvPr>
        </p:nvSpPr>
        <p:spPr bwMode="auto">
          <a:xfrm>
            <a:off x="2979738" y="4227513"/>
            <a:ext cx="696913"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263D036-80B2-452C-91E9-55954C125D51}" type="datetime'''Har''''''''d'' lau''''''''nc''''h&#10;''Fe''''''''''b'' ’2''6'''">
              <a:rPr lang="en-US" altLang="en-US" sz="1100" smtClean="0">
                <a:solidFill>
                  <a:schemeClr val="bg1"/>
                </a:solidFill>
              </a:rPr>
              <a:pPr marL="0" lvl="0" indent="0" algn="ctr">
                <a:spcBef>
                  <a:spcPct val="0"/>
                </a:spcBef>
                <a:spcAft>
                  <a:spcPct val="0"/>
                </a:spcAft>
                <a:buNone/>
              </a:pPr>
              <a:t>Hard launch
Feb ’26</a:t>
            </a:fld>
            <a:endParaRPr lang="en-US" sz="1100">
              <a:solidFill>
                <a:schemeClr val="bg1"/>
              </a:solidFill>
            </a:endParaRPr>
          </a:p>
        </p:txBody>
      </p:sp>
      <p:sp>
        <p:nvSpPr>
          <p:cNvPr id="28" name="Text Placeholder 2">
            <a:extLst>
              <a:ext uri="{FF2B5EF4-FFF2-40B4-BE49-F238E27FC236}">
                <a16:creationId xmlns:a16="http://schemas.microsoft.com/office/drawing/2014/main" id="{1FD555B1-41F9-7C22-CD84-67A0269A0C0E}"/>
              </a:ext>
            </a:extLst>
          </p:cNvPr>
          <p:cNvSpPr>
            <a:spLocks/>
          </p:cNvSpPr>
          <p:nvPr>
            <p:custDataLst>
              <p:tags r:id="rId5"/>
            </p:custDataLst>
          </p:nvPr>
        </p:nvSpPr>
        <p:spPr bwMode="auto">
          <a:xfrm>
            <a:off x="4625975" y="4227513"/>
            <a:ext cx="3873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4D86069-234F-4445-87A6-842AE2C68407}" type="datetime'''''''''''''''Q1'''''''''''''''' ''''''’2''''''''6'''''''''">
              <a:rPr lang="en-US" altLang="en-US" sz="1100" smtClean="0">
                <a:solidFill>
                  <a:srgbClr val="FFFFFF"/>
                </a:solidFill>
              </a:rPr>
              <a:pPr marL="0" lvl="0" indent="0" algn="ctr">
                <a:spcBef>
                  <a:spcPct val="0"/>
                </a:spcBef>
                <a:spcAft>
                  <a:spcPct val="0"/>
                </a:spcAft>
                <a:buNone/>
              </a:pPr>
              <a:t>Q1 ’26</a:t>
            </a:fld>
            <a:endParaRPr lang="en-US" sz="1100">
              <a:solidFill>
                <a:srgbClr val="FFFFFF"/>
              </a:solidFill>
            </a:endParaRPr>
          </a:p>
        </p:txBody>
      </p:sp>
      <p:sp>
        <p:nvSpPr>
          <p:cNvPr id="38" name="Text Placeholder 2">
            <a:extLst>
              <a:ext uri="{FF2B5EF4-FFF2-40B4-BE49-F238E27FC236}">
                <a16:creationId xmlns:a16="http://schemas.microsoft.com/office/drawing/2014/main" id="{73533994-1730-F3F1-11B7-9FF3EDF7476B}"/>
              </a:ext>
            </a:extLst>
          </p:cNvPr>
          <p:cNvSpPr>
            <a:spLocks/>
          </p:cNvSpPr>
          <p:nvPr>
            <p:custDataLst>
              <p:tags r:id="rId6"/>
            </p:custDataLst>
          </p:nvPr>
        </p:nvSpPr>
        <p:spPr bwMode="auto">
          <a:xfrm>
            <a:off x="6116638" y="4227513"/>
            <a:ext cx="3873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19A929A-4235-4804-A85A-D1830E6B9381}" type="datetime'''''Q''''2 ''''''''''''''''''’''''''''''26'''''''">
              <a:rPr lang="en-US" altLang="en-US" sz="1100" smtClean="0">
                <a:solidFill>
                  <a:srgbClr val="FFFFFF"/>
                </a:solidFill>
              </a:rPr>
              <a:pPr marL="0" lvl="0" indent="0" algn="ctr">
                <a:spcBef>
                  <a:spcPct val="0"/>
                </a:spcBef>
                <a:spcAft>
                  <a:spcPct val="0"/>
                </a:spcAft>
                <a:buNone/>
              </a:pPr>
              <a:t>Q2 ’26</a:t>
            </a:fld>
            <a:endParaRPr lang="en-US" sz="1100">
              <a:solidFill>
                <a:srgbClr val="FFFFFF"/>
              </a:solidFill>
            </a:endParaRPr>
          </a:p>
        </p:txBody>
      </p:sp>
      <p:sp>
        <p:nvSpPr>
          <p:cNvPr id="40" name="Text Placeholder 2">
            <a:extLst>
              <a:ext uri="{FF2B5EF4-FFF2-40B4-BE49-F238E27FC236}">
                <a16:creationId xmlns:a16="http://schemas.microsoft.com/office/drawing/2014/main" id="{2ABC5BA9-356C-AA45-ED85-4E26D7ADF0D5}"/>
              </a:ext>
            </a:extLst>
          </p:cNvPr>
          <p:cNvSpPr>
            <a:spLocks/>
          </p:cNvSpPr>
          <p:nvPr>
            <p:custDataLst>
              <p:tags r:id="rId7"/>
            </p:custDataLst>
          </p:nvPr>
        </p:nvSpPr>
        <p:spPr bwMode="auto">
          <a:xfrm>
            <a:off x="7608888" y="4227513"/>
            <a:ext cx="3873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52BE8C3-6AC0-4477-A14D-D7D347EBA807}" type="datetime'''''''''''Q''''''''''''3'''''' ’''''26'''''''''''''''">
              <a:rPr lang="en-US" altLang="en-US" sz="1100" smtClean="0">
                <a:solidFill>
                  <a:srgbClr val="FFFFFF"/>
                </a:solidFill>
              </a:rPr>
              <a:pPr marL="0" lvl="0" indent="0" algn="ctr">
                <a:spcBef>
                  <a:spcPct val="0"/>
                </a:spcBef>
                <a:spcAft>
                  <a:spcPct val="0"/>
                </a:spcAft>
                <a:buNone/>
              </a:pPr>
              <a:t>Q3 ’26</a:t>
            </a:fld>
            <a:endParaRPr lang="en-US" sz="1100">
              <a:solidFill>
                <a:srgbClr val="FFFFFF"/>
              </a:solidFill>
            </a:endParaRPr>
          </a:p>
        </p:txBody>
      </p:sp>
      <p:sp>
        <p:nvSpPr>
          <p:cNvPr id="44" name="Text Placeholder 2">
            <a:extLst>
              <a:ext uri="{FF2B5EF4-FFF2-40B4-BE49-F238E27FC236}">
                <a16:creationId xmlns:a16="http://schemas.microsoft.com/office/drawing/2014/main" id="{84CCEB87-12EB-46B4-85DE-E9BF067DB42A}"/>
              </a:ext>
            </a:extLst>
          </p:cNvPr>
          <p:cNvSpPr>
            <a:spLocks/>
          </p:cNvSpPr>
          <p:nvPr>
            <p:custDataLst>
              <p:tags r:id="rId8"/>
            </p:custDataLst>
          </p:nvPr>
        </p:nvSpPr>
        <p:spPr bwMode="auto">
          <a:xfrm>
            <a:off x="9144000" y="4227513"/>
            <a:ext cx="2984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1433210-D548-4D76-A3A7-6E8A4D449ADD}" type="datetime'2''0''''''''''''2''''7'''''''''''''''''">
              <a:rPr lang="en-US" altLang="en-US" sz="1100" smtClean="0">
                <a:solidFill>
                  <a:srgbClr val="FFFFFF"/>
                </a:solidFill>
              </a:rPr>
              <a:pPr marL="0" lvl="0" indent="0" algn="ctr">
                <a:spcBef>
                  <a:spcPct val="0"/>
                </a:spcBef>
                <a:spcAft>
                  <a:spcPct val="0"/>
                </a:spcAft>
                <a:buNone/>
              </a:pPr>
              <a:t>2027</a:t>
            </a:fld>
            <a:endParaRPr lang="en-US" sz="1100">
              <a:solidFill>
                <a:srgbClr val="FFFFFF"/>
              </a:solidFill>
            </a:endParaRPr>
          </a:p>
        </p:txBody>
      </p:sp>
      <p:sp>
        <p:nvSpPr>
          <p:cNvPr id="45" name="Text Placeholder 2">
            <a:extLst>
              <a:ext uri="{FF2B5EF4-FFF2-40B4-BE49-F238E27FC236}">
                <a16:creationId xmlns:a16="http://schemas.microsoft.com/office/drawing/2014/main" id="{8E2EE676-B738-5730-5807-2BF5F46A75A8}"/>
              </a:ext>
            </a:extLst>
          </p:cNvPr>
          <p:cNvSpPr>
            <a:spLocks/>
          </p:cNvSpPr>
          <p:nvPr>
            <p:custDataLst>
              <p:tags r:id="rId9"/>
            </p:custDataLst>
          </p:nvPr>
        </p:nvSpPr>
        <p:spPr bwMode="auto">
          <a:xfrm>
            <a:off x="10636250" y="4227513"/>
            <a:ext cx="2984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D555868-8476-44AA-B66D-8326F061F2AB}" type="datetime'''''''''2''''0''''''''''''''''''''''''''''''''''2''''8'''''">
              <a:rPr lang="en-US" altLang="en-US" sz="1100" smtClean="0">
                <a:solidFill>
                  <a:srgbClr val="FFFFFF"/>
                </a:solidFill>
              </a:rPr>
              <a:pPr marL="0" lvl="0" indent="0" algn="ctr">
                <a:spcBef>
                  <a:spcPct val="0"/>
                </a:spcBef>
                <a:spcAft>
                  <a:spcPct val="0"/>
                </a:spcAft>
                <a:buNone/>
              </a:pPr>
              <a:t>2028</a:t>
            </a:fld>
            <a:endParaRPr lang="en-US" sz="1100">
              <a:solidFill>
                <a:srgbClr val="FFFFFF"/>
              </a:solidFill>
            </a:endParaRPr>
          </a:p>
        </p:txBody>
      </p:sp>
      <p:sp>
        <p:nvSpPr>
          <p:cNvPr id="52" name="TextBox 51">
            <a:extLst>
              <a:ext uri="{FF2B5EF4-FFF2-40B4-BE49-F238E27FC236}">
                <a16:creationId xmlns:a16="http://schemas.microsoft.com/office/drawing/2014/main" id="{5EE998AB-DB76-A822-823B-3621A233129C}"/>
              </a:ext>
            </a:extLst>
          </p:cNvPr>
          <p:cNvSpPr txBox="1"/>
          <p:nvPr/>
        </p:nvSpPr>
        <p:spPr>
          <a:xfrm flipH="1">
            <a:off x="1102952" y="2534487"/>
            <a:ext cx="1421537" cy="380480"/>
          </a:xfrm>
          <a:prstGeom prst="rect">
            <a:avLst/>
          </a:prstGeom>
          <a:noFill/>
        </p:spPr>
        <p:txBody>
          <a:bodyPr wrap="square" lIns="36000" tIns="36000" rIns="36000" bIns="36000" rtlCol="0" anchor="ctr">
            <a:spAutoFit/>
          </a:bodyPr>
          <a:lstStyle/>
          <a:p>
            <a:pPr marL="171450" indent="-171450" fontAlgn="ctr">
              <a:buFont typeface="Arial" panose="020B0604020202020204" pitchFamily="34" charset="0"/>
              <a:buChar char="•"/>
            </a:pPr>
            <a:r>
              <a:rPr lang="en-US" sz="1000">
                <a:solidFill>
                  <a:srgbClr val="000000"/>
                </a:solidFill>
              </a:rPr>
              <a:t>Interim cash-based treatment</a:t>
            </a:r>
          </a:p>
        </p:txBody>
      </p:sp>
      <p:sp>
        <p:nvSpPr>
          <p:cNvPr id="54" name="Oval 53">
            <a:extLst>
              <a:ext uri="{FF2B5EF4-FFF2-40B4-BE49-F238E27FC236}">
                <a16:creationId xmlns:a16="http://schemas.microsoft.com/office/drawing/2014/main" id="{67CE5E74-5D73-C863-FBC3-4FE608865C59}"/>
              </a:ext>
            </a:extLst>
          </p:cNvPr>
          <p:cNvSpPr/>
          <p:nvPr/>
        </p:nvSpPr>
        <p:spPr>
          <a:xfrm>
            <a:off x="1121079" y="3737773"/>
            <a:ext cx="304815" cy="304815"/>
          </a:xfrm>
          <a:prstGeom prst="ellipse">
            <a:avLst/>
          </a:prstGeom>
          <a:solidFill>
            <a:srgbClr val="17B2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prstClr val="white"/>
              </a:solidFill>
              <a:effectLst/>
              <a:uLnTx/>
              <a:uFillTx/>
              <a:ea typeface="Verdana" panose="020B0604030504040204" pitchFamily="34" charset="0"/>
            </a:endParaRPr>
          </a:p>
        </p:txBody>
      </p:sp>
      <p:cxnSp>
        <p:nvCxnSpPr>
          <p:cNvPr id="56" name="Straight Connector 55">
            <a:extLst>
              <a:ext uri="{FF2B5EF4-FFF2-40B4-BE49-F238E27FC236}">
                <a16:creationId xmlns:a16="http://schemas.microsoft.com/office/drawing/2014/main" id="{BB5A8FDB-EFD0-83B3-EA5F-F1E53010AF4C}"/>
              </a:ext>
            </a:extLst>
          </p:cNvPr>
          <p:cNvCxnSpPr>
            <a:cxnSpLocks/>
          </p:cNvCxnSpPr>
          <p:nvPr/>
        </p:nvCxnSpPr>
        <p:spPr>
          <a:xfrm>
            <a:off x="1104900" y="1296484"/>
            <a:ext cx="2944335" cy="0"/>
          </a:xfrm>
          <a:prstGeom prst="line">
            <a:avLst/>
          </a:prstGeom>
          <a:ln w="28575">
            <a:solidFill>
              <a:srgbClr val="17B2AF"/>
            </a:solidFill>
          </a:ln>
        </p:spPr>
        <p:style>
          <a:lnRef idx="1">
            <a:schemeClr val="dk1"/>
          </a:lnRef>
          <a:fillRef idx="0">
            <a:schemeClr val="dk1"/>
          </a:fillRef>
          <a:effectRef idx="0">
            <a:schemeClr val="dk1"/>
          </a:effectRef>
          <a:fontRef idx="minor">
            <a:schemeClr val="tx1"/>
          </a:fontRef>
        </p:style>
      </p:cxnSp>
      <p:cxnSp>
        <p:nvCxnSpPr>
          <p:cNvPr id="67" name="Straight Connector 66">
            <a:extLst>
              <a:ext uri="{FF2B5EF4-FFF2-40B4-BE49-F238E27FC236}">
                <a16:creationId xmlns:a16="http://schemas.microsoft.com/office/drawing/2014/main" id="{0063056B-F980-20BF-3D33-17931FEE172B}"/>
              </a:ext>
            </a:extLst>
          </p:cNvPr>
          <p:cNvCxnSpPr>
            <a:cxnSpLocks/>
          </p:cNvCxnSpPr>
          <p:nvPr/>
        </p:nvCxnSpPr>
        <p:spPr>
          <a:xfrm flipV="1">
            <a:off x="5556223" y="1786761"/>
            <a:ext cx="17799" cy="4608000"/>
          </a:xfrm>
          <a:prstGeom prst="line">
            <a:avLst/>
          </a:prstGeom>
          <a:noFill/>
          <a:ln w="6350" cap="flat" cmpd="sng" algn="ctr">
            <a:solidFill>
              <a:schemeClr val="tx1">
                <a:lumMod val="95000"/>
                <a:lumOff val="5000"/>
              </a:schemeClr>
            </a:solidFill>
            <a:prstDash val="solid"/>
            <a:miter lim="800000"/>
            <a:tailEnd type="oval"/>
          </a:ln>
          <a:effectLst/>
        </p:spPr>
      </p:cxnSp>
      <p:cxnSp>
        <p:nvCxnSpPr>
          <p:cNvPr id="68" name="Straight Connector 67">
            <a:extLst>
              <a:ext uri="{FF2B5EF4-FFF2-40B4-BE49-F238E27FC236}">
                <a16:creationId xmlns:a16="http://schemas.microsoft.com/office/drawing/2014/main" id="{6CD164D5-3751-E547-4D55-12FC20DD8EEC}"/>
              </a:ext>
            </a:extLst>
          </p:cNvPr>
          <p:cNvCxnSpPr>
            <a:cxnSpLocks/>
          </p:cNvCxnSpPr>
          <p:nvPr/>
        </p:nvCxnSpPr>
        <p:spPr>
          <a:xfrm flipV="1">
            <a:off x="7068270" y="1786761"/>
            <a:ext cx="17799" cy="4608000"/>
          </a:xfrm>
          <a:prstGeom prst="line">
            <a:avLst/>
          </a:prstGeom>
          <a:noFill/>
          <a:ln w="6350" cap="flat" cmpd="sng" algn="ctr">
            <a:solidFill>
              <a:schemeClr val="tx1">
                <a:lumMod val="95000"/>
                <a:lumOff val="5000"/>
              </a:schemeClr>
            </a:solidFill>
            <a:prstDash val="solid"/>
            <a:miter lim="800000"/>
            <a:tailEnd type="oval"/>
          </a:ln>
          <a:effectLst/>
        </p:spPr>
      </p:cxnSp>
      <p:cxnSp>
        <p:nvCxnSpPr>
          <p:cNvPr id="69" name="Straight Connector 68">
            <a:extLst>
              <a:ext uri="{FF2B5EF4-FFF2-40B4-BE49-F238E27FC236}">
                <a16:creationId xmlns:a16="http://schemas.microsoft.com/office/drawing/2014/main" id="{D3F23EEA-0B8D-2786-B333-0E79A951B10F}"/>
              </a:ext>
            </a:extLst>
          </p:cNvPr>
          <p:cNvCxnSpPr>
            <a:cxnSpLocks/>
          </p:cNvCxnSpPr>
          <p:nvPr/>
        </p:nvCxnSpPr>
        <p:spPr>
          <a:xfrm flipV="1">
            <a:off x="8580317" y="1786761"/>
            <a:ext cx="17799" cy="4608000"/>
          </a:xfrm>
          <a:prstGeom prst="line">
            <a:avLst/>
          </a:prstGeom>
          <a:noFill/>
          <a:ln w="6350" cap="flat" cmpd="sng" algn="ctr">
            <a:solidFill>
              <a:schemeClr val="tx1">
                <a:lumMod val="95000"/>
                <a:lumOff val="5000"/>
              </a:schemeClr>
            </a:solidFill>
            <a:prstDash val="solid"/>
            <a:miter lim="800000"/>
            <a:tailEnd type="oval"/>
          </a:ln>
          <a:effectLst/>
        </p:spPr>
      </p:cxnSp>
      <p:cxnSp>
        <p:nvCxnSpPr>
          <p:cNvPr id="70" name="Straight Connector 69">
            <a:extLst>
              <a:ext uri="{FF2B5EF4-FFF2-40B4-BE49-F238E27FC236}">
                <a16:creationId xmlns:a16="http://schemas.microsoft.com/office/drawing/2014/main" id="{D043596D-D4D9-B9E1-7485-A1C69A60BB17}"/>
              </a:ext>
            </a:extLst>
          </p:cNvPr>
          <p:cNvCxnSpPr>
            <a:cxnSpLocks/>
          </p:cNvCxnSpPr>
          <p:nvPr/>
        </p:nvCxnSpPr>
        <p:spPr>
          <a:xfrm flipV="1">
            <a:off x="10092363" y="1786761"/>
            <a:ext cx="17799" cy="4608000"/>
          </a:xfrm>
          <a:prstGeom prst="line">
            <a:avLst/>
          </a:prstGeom>
          <a:noFill/>
          <a:ln w="6350" cap="flat" cmpd="sng" algn="ctr">
            <a:solidFill>
              <a:schemeClr val="tx1">
                <a:lumMod val="95000"/>
                <a:lumOff val="5000"/>
              </a:schemeClr>
            </a:solidFill>
            <a:prstDash val="solid"/>
            <a:miter lim="800000"/>
            <a:tailEnd type="oval"/>
          </a:ln>
          <a:effectLst/>
        </p:spPr>
      </p:cxnSp>
      <p:cxnSp>
        <p:nvCxnSpPr>
          <p:cNvPr id="75" name="Straight Connector 74">
            <a:extLst>
              <a:ext uri="{FF2B5EF4-FFF2-40B4-BE49-F238E27FC236}">
                <a16:creationId xmlns:a16="http://schemas.microsoft.com/office/drawing/2014/main" id="{AA5DA94F-EF0B-E7E6-8E65-DD87BC2CBD69}"/>
              </a:ext>
            </a:extLst>
          </p:cNvPr>
          <p:cNvCxnSpPr>
            <a:cxnSpLocks/>
          </p:cNvCxnSpPr>
          <p:nvPr/>
        </p:nvCxnSpPr>
        <p:spPr>
          <a:xfrm>
            <a:off x="1104900" y="1655671"/>
            <a:ext cx="2944335" cy="0"/>
          </a:xfrm>
          <a:prstGeom prst="line">
            <a:avLst/>
          </a:prstGeom>
          <a:ln w="28575">
            <a:solidFill>
              <a:srgbClr val="17B2AF"/>
            </a:solidFill>
          </a:ln>
        </p:spPr>
        <p:style>
          <a:lnRef idx="1">
            <a:schemeClr val="dk1"/>
          </a:lnRef>
          <a:fillRef idx="0">
            <a:schemeClr val="dk1"/>
          </a:fillRef>
          <a:effectRef idx="0">
            <a:schemeClr val="dk1"/>
          </a:effectRef>
          <a:fontRef idx="minor">
            <a:schemeClr val="tx1"/>
          </a:fontRef>
        </p:style>
      </p:cxnSp>
      <p:sp>
        <p:nvSpPr>
          <p:cNvPr id="76" name="TextBox 75">
            <a:extLst>
              <a:ext uri="{FF2B5EF4-FFF2-40B4-BE49-F238E27FC236}">
                <a16:creationId xmlns:a16="http://schemas.microsoft.com/office/drawing/2014/main" id="{6FA922FA-2A9B-CE28-3214-F92B03AD8D43}"/>
              </a:ext>
            </a:extLst>
          </p:cNvPr>
          <p:cNvSpPr txBox="1"/>
          <p:nvPr/>
        </p:nvSpPr>
        <p:spPr>
          <a:xfrm flipH="1">
            <a:off x="1806575" y="1315544"/>
            <a:ext cx="1563691" cy="329321"/>
          </a:xfrm>
          <a:prstGeom prst="rect">
            <a:avLst/>
          </a:prstGeom>
          <a:noFill/>
        </p:spPr>
        <p:txBody>
          <a:bodyPr wrap="square" lIns="82296" tIns="41148" rIns="82296" bIns="41148" rtlCol="0">
            <a:spAutoFit/>
          </a:bodyPr>
          <a:lstStyle/>
          <a:p>
            <a:pPr algn="ctr" fontAlgn="ctr"/>
            <a:r>
              <a:rPr lang="en-US" sz="1600" b="1">
                <a:solidFill>
                  <a:srgbClr val="000000"/>
                </a:solidFill>
              </a:rPr>
              <a:t>Launch</a:t>
            </a:r>
          </a:p>
        </p:txBody>
      </p:sp>
      <p:sp>
        <p:nvSpPr>
          <p:cNvPr id="83" name="TextBox 82">
            <a:extLst>
              <a:ext uri="{FF2B5EF4-FFF2-40B4-BE49-F238E27FC236}">
                <a16:creationId xmlns:a16="http://schemas.microsoft.com/office/drawing/2014/main" id="{43E0291D-FDC7-8374-75D3-CAECBEB28A8C}"/>
              </a:ext>
            </a:extLst>
          </p:cNvPr>
          <p:cNvSpPr txBox="1"/>
          <p:nvPr/>
        </p:nvSpPr>
        <p:spPr>
          <a:xfrm flipH="1">
            <a:off x="1102952" y="5058359"/>
            <a:ext cx="1421537" cy="842145"/>
          </a:xfrm>
          <a:prstGeom prst="rect">
            <a:avLst/>
          </a:prstGeom>
          <a:noFill/>
        </p:spPr>
        <p:txBody>
          <a:bodyPr wrap="square" lIns="36000" tIns="36000" rIns="36000" bIns="36000" rtlCol="0" anchor="ctr">
            <a:spAutoFit/>
          </a:bodyPr>
          <a:lstStyle/>
          <a:p>
            <a:pPr marL="171450" indent="-171450" fontAlgn="ctr">
              <a:buFont typeface="Arial" panose="020B0604020202020204" pitchFamily="34" charset="0"/>
              <a:buChar char="•"/>
            </a:pPr>
            <a:r>
              <a:rPr lang="en-US" sz="1000" b="1">
                <a:solidFill>
                  <a:srgbClr val="000000"/>
                </a:solidFill>
              </a:rPr>
              <a:t>Completion</a:t>
            </a:r>
            <a:r>
              <a:rPr lang="en-US" sz="1000">
                <a:solidFill>
                  <a:srgbClr val="000000"/>
                </a:solidFill>
              </a:rPr>
              <a:t> of </a:t>
            </a:r>
            <a:r>
              <a:rPr lang="en-US" sz="1000" b="1">
                <a:solidFill>
                  <a:srgbClr val="000000"/>
                </a:solidFill>
              </a:rPr>
              <a:t>clinic</a:t>
            </a:r>
            <a:r>
              <a:rPr lang="en-US" sz="1000">
                <a:solidFill>
                  <a:srgbClr val="000000"/>
                </a:solidFill>
              </a:rPr>
              <a:t> </a:t>
            </a:r>
            <a:r>
              <a:rPr lang="en-US" sz="1000" b="1">
                <a:solidFill>
                  <a:srgbClr val="000000"/>
                </a:solidFill>
              </a:rPr>
              <a:t>premises</a:t>
            </a:r>
          </a:p>
          <a:p>
            <a:pPr marL="171450" indent="-171450" fontAlgn="ctr">
              <a:buFont typeface="Arial" panose="020B0604020202020204" pitchFamily="34" charset="0"/>
              <a:buChar char="•"/>
            </a:pPr>
            <a:r>
              <a:rPr lang="en-US" sz="1000">
                <a:solidFill>
                  <a:srgbClr val="000000"/>
                </a:solidFill>
              </a:rPr>
              <a:t>Installation of </a:t>
            </a:r>
            <a:r>
              <a:rPr lang="en-US" sz="1000" b="1">
                <a:solidFill>
                  <a:srgbClr val="000000"/>
                </a:solidFill>
              </a:rPr>
              <a:t>diagnostic</a:t>
            </a:r>
            <a:r>
              <a:rPr lang="en-US" sz="1000">
                <a:solidFill>
                  <a:srgbClr val="000000"/>
                </a:solidFill>
              </a:rPr>
              <a:t> &amp; </a:t>
            </a:r>
            <a:r>
              <a:rPr lang="en-US" sz="1000" b="1">
                <a:solidFill>
                  <a:srgbClr val="000000"/>
                </a:solidFill>
              </a:rPr>
              <a:t>infusion</a:t>
            </a:r>
            <a:r>
              <a:rPr lang="en-US" sz="1000">
                <a:solidFill>
                  <a:srgbClr val="000000"/>
                </a:solidFill>
              </a:rPr>
              <a:t> </a:t>
            </a:r>
            <a:r>
              <a:rPr lang="en-US" sz="1000" b="1">
                <a:solidFill>
                  <a:srgbClr val="000000"/>
                </a:solidFill>
              </a:rPr>
              <a:t>capacity</a:t>
            </a:r>
          </a:p>
        </p:txBody>
      </p:sp>
      <p:sp>
        <p:nvSpPr>
          <p:cNvPr id="85" name="Oval 84">
            <a:extLst>
              <a:ext uri="{FF2B5EF4-FFF2-40B4-BE49-F238E27FC236}">
                <a16:creationId xmlns:a16="http://schemas.microsoft.com/office/drawing/2014/main" id="{70917427-518E-6EB2-834D-98C793474626}"/>
              </a:ext>
            </a:extLst>
          </p:cNvPr>
          <p:cNvSpPr/>
          <p:nvPr/>
        </p:nvSpPr>
        <p:spPr>
          <a:xfrm>
            <a:off x="2642745" y="3737773"/>
            <a:ext cx="304815" cy="304815"/>
          </a:xfrm>
          <a:prstGeom prst="ellipse">
            <a:avLst/>
          </a:prstGeom>
          <a:solidFill>
            <a:srgbClr val="17B2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prstClr val="white"/>
              </a:solidFill>
              <a:effectLst/>
              <a:uLnTx/>
              <a:uFillTx/>
              <a:ea typeface="Verdana" panose="020B0604030504040204" pitchFamily="34" charset="0"/>
            </a:endParaRPr>
          </a:p>
        </p:txBody>
      </p:sp>
      <p:sp>
        <p:nvSpPr>
          <p:cNvPr id="86" name="Oval 85">
            <a:extLst>
              <a:ext uri="{FF2B5EF4-FFF2-40B4-BE49-F238E27FC236}">
                <a16:creationId xmlns:a16="http://schemas.microsoft.com/office/drawing/2014/main" id="{AA40CC81-E0F7-17B6-D1D3-A843BD020557}"/>
              </a:ext>
            </a:extLst>
          </p:cNvPr>
          <p:cNvSpPr/>
          <p:nvPr/>
        </p:nvSpPr>
        <p:spPr>
          <a:xfrm>
            <a:off x="4092852" y="3737773"/>
            <a:ext cx="304815" cy="304815"/>
          </a:xfrm>
          <a:prstGeom prst="ellipse">
            <a:avLst/>
          </a:prstGeom>
          <a:solidFill>
            <a:srgbClr val="17B2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prstClr val="white"/>
              </a:solidFill>
              <a:effectLst/>
              <a:uLnTx/>
              <a:uFillTx/>
              <a:ea typeface="Verdana" panose="020B0604030504040204" pitchFamily="34" charset="0"/>
            </a:endParaRPr>
          </a:p>
        </p:txBody>
      </p:sp>
      <p:sp>
        <p:nvSpPr>
          <p:cNvPr id="87" name="Oval 86">
            <a:extLst>
              <a:ext uri="{FF2B5EF4-FFF2-40B4-BE49-F238E27FC236}">
                <a16:creationId xmlns:a16="http://schemas.microsoft.com/office/drawing/2014/main" id="{652FDD9D-A144-BEB1-ED3B-12036F193033}"/>
              </a:ext>
            </a:extLst>
          </p:cNvPr>
          <p:cNvSpPr/>
          <p:nvPr/>
        </p:nvSpPr>
        <p:spPr>
          <a:xfrm>
            <a:off x="5606567" y="3737773"/>
            <a:ext cx="304815" cy="304815"/>
          </a:xfrm>
          <a:prstGeom prst="ellipse">
            <a:avLst/>
          </a:prstGeom>
          <a:solidFill>
            <a:srgbClr val="17B2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prstClr val="white"/>
              </a:solidFill>
              <a:effectLst/>
              <a:uLnTx/>
              <a:uFillTx/>
              <a:ea typeface="Verdana" panose="020B0604030504040204" pitchFamily="34" charset="0"/>
            </a:endParaRPr>
          </a:p>
        </p:txBody>
      </p:sp>
      <p:sp>
        <p:nvSpPr>
          <p:cNvPr id="88" name="Oval 87">
            <a:extLst>
              <a:ext uri="{FF2B5EF4-FFF2-40B4-BE49-F238E27FC236}">
                <a16:creationId xmlns:a16="http://schemas.microsoft.com/office/drawing/2014/main" id="{71B5C0C2-AB04-A13B-5079-9B385BA18426}"/>
              </a:ext>
            </a:extLst>
          </p:cNvPr>
          <p:cNvSpPr/>
          <p:nvPr/>
        </p:nvSpPr>
        <p:spPr>
          <a:xfrm>
            <a:off x="7120282" y="3737773"/>
            <a:ext cx="304815" cy="304815"/>
          </a:xfrm>
          <a:prstGeom prst="ellipse">
            <a:avLst/>
          </a:prstGeom>
          <a:solidFill>
            <a:srgbClr val="17B2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prstClr val="white"/>
              </a:solidFill>
              <a:effectLst/>
              <a:uLnTx/>
              <a:uFillTx/>
              <a:ea typeface="Verdana" panose="020B0604030504040204" pitchFamily="34" charset="0"/>
            </a:endParaRPr>
          </a:p>
        </p:txBody>
      </p:sp>
      <p:sp>
        <p:nvSpPr>
          <p:cNvPr id="89" name="Oval 88">
            <a:extLst>
              <a:ext uri="{FF2B5EF4-FFF2-40B4-BE49-F238E27FC236}">
                <a16:creationId xmlns:a16="http://schemas.microsoft.com/office/drawing/2014/main" id="{58ADA761-FBF6-F106-A173-27EA4E87A68F}"/>
              </a:ext>
            </a:extLst>
          </p:cNvPr>
          <p:cNvSpPr/>
          <p:nvPr/>
        </p:nvSpPr>
        <p:spPr>
          <a:xfrm>
            <a:off x="8626046" y="3737773"/>
            <a:ext cx="304815" cy="304815"/>
          </a:xfrm>
          <a:prstGeom prst="ellipse">
            <a:avLst/>
          </a:prstGeom>
          <a:solidFill>
            <a:srgbClr val="17B2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prstClr val="white"/>
              </a:solidFill>
              <a:effectLst/>
              <a:uLnTx/>
              <a:uFillTx/>
              <a:ea typeface="Verdana" panose="020B0604030504040204" pitchFamily="34" charset="0"/>
            </a:endParaRPr>
          </a:p>
        </p:txBody>
      </p:sp>
      <p:sp>
        <p:nvSpPr>
          <p:cNvPr id="90" name="Oval 89">
            <a:extLst>
              <a:ext uri="{FF2B5EF4-FFF2-40B4-BE49-F238E27FC236}">
                <a16:creationId xmlns:a16="http://schemas.microsoft.com/office/drawing/2014/main" id="{3005CBB8-0132-FBCE-F97F-447B4EE5772D}"/>
              </a:ext>
            </a:extLst>
          </p:cNvPr>
          <p:cNvSpPr/>
          <p:nvPr/>
        </p:nvSpPr>
        <p:spPr>
          <a:xfrm>
            <a:off x="10139762" y="3737773"/>
            <a:ext cx="304815" cy="304815"/>
          </a:xfrm>
          <a:prstGeom prst="ellipse">
            <a:avLst/>
          </a:prstGeom>
          <a:solidFill>
            <a:srgbClr val="17B2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prstClr val="white"/>
              </a:solidFill>
              <a:effectLst/>
              <a:uLnTx/>
              <a:uFillTx/>
              <a:ea typeface="Verdana" panose="020B0604030504040204" pitchFamily="34" charset="0"/>
            </a:endParaRPr>
          </a:p>
        </p:txBody>
      </p:sp>
      <p:sp>
        <p:nvSpPr>
          <p:cNvPr id="91" name="TextBox 90">
            <a:extLst>
              <a:ext uri="{FF2B5EF4-FFF2-40B4-BE49-F238E27FC236}">
                <a16:creationId xmlns:a16="http://schemas.microsoft.com/office/drawing/2014/main" id="{6B7C8EFB-0459-C213-7AF7-32A0B5440D45}"/>
              </a:ext>
            </a:extLst>
          </p:cNvPr>
          <p:cNvSpPr txBox="1"/>
          <p:nvPr/>
        </p:nvSpPr>
        <p:spPr>
          <a:xfrm flipH="1">
            <a:off x="2617425" y="2234857"/>
            <a:ext cx="1421537" cy="996033"/>
          </a:xfrm>
          <a:prstGeom prst="rect">
            <a:avLst/>
          </a:prstGeom>
          <a:noFill/>
        </p:spPr>
        <p:txBody>
          <a:bodyPr wrap="square" lIns="36000" tIns="36000" rIns="36000" bIns="36000" rtlCol="0" anchor="ctr">
            <a:spAutoFit/>
          </a:bodyPr>
          <a:lstStyle/>
          <a:p>
            <a:pPr marL="171450" indent="-171450" fontAlgn="ctr">
              <a:buFont typeface="Arial" panose="020B0604020202020204" pitchFamily="34" charset="0"/>
              <a:buChar char="•"/>
            </a:pPr>
            <a:r>
              <a:rPr lang="en-US" sz="1000" b="1">
                <a:solidFill>
                  <a:srgbClr val="000000"/>
                </a:solidFill>
              </a:rPr>
              <a:t>Insurance patient footfall </a:t>
            </a:r>
            <a:r>
              <a:rPr lang="en-US" sz="1000">
                <a:solidFill>
                  <a:srgbClr val="000000"/>
                </a:solidFill>
              </a:rPr>
              <a:t>via doctor &amp; hospital referrals, marketing</a:t>
            </a:r>
          </a:p>
          <a:p>
            <a:pPr marL="171450" indent="-171450" fontAlgn="ctr">
              <a:buFont typeface="Arial" panose="020B0604020202020204" pitchFamily="34" charset="0"/>
              <a:buChar char="•"/>
            </a:pPr>
            <a:r>
              <a:rPr lang="en-US" sz="1000" b="1">
                <a:solidFill>
                  <a:srgbClr val="000000"/>
                </a:solidFill>
              </a:rPr>
              <a:t>Onco-fertility</a:t>
            </a:r>
            <a:r>
              <a:rPr lang="en-US" sz="1000">
                <a:solidFill>
                  <a:srgbClr val="000000"/>
                </a:solidFill>
              </a:rPr>
              <a:t> referrals</a:t>
            </a:r>
          </a:p>
          <a:p>
            <a:pPr marL="171450" indent="-171450" fontAlgn="ctr">
              <a:buFont typeface="Arial" panose="020B0604020202020204" pitchFamily="34" charset="0"/>
              <a:buChar char="•"/>
            </a:pPr>
            <a:r>
              <a:rPr lang="en-US" sz="1000">
                <a:solidFill>
                  <a:srgbClr val="000000"/>
                </a:solidFill>
              </a:rPr>
              <a:t>Sub-lease</a:t>
            </a:r>
          </a:p>
        </p:txBody>
      </p:sp>
      <p:sp>
        <p:nvSpPr>
          <p:cNvPr id="92" name="TextBox 91">
            <a:extLst>
              <a:ext uri="{FF2B5EF4-FFF2-40B4-BE49-F238E27FC236}">
                <a16:creationId xmlns:a16="http://schemas.microsoft.com/office/drawing/2014/main" id="{208D829B-E511-F824-9764-211724C8E357}"/>
              </a:ext>
            </a:extLst>
          </p:cNvPr>
          <p:cNvSpPr txBox="1"/>
          <p:nvPr/>
        </p:nvSpPr>
        <p:spPr>
          <a:xfrm flipH="1">
            <a:off x="2617425" y="5107578"/>
            <a:ext cx="1421537" cy="688256"/>
          </a:xfrm>
          <a:prstGeom prst="rect">
            <a:avLst/>
          </a:prstGeom>
          <a:noFill/>
        </p:spPr>
        <p:txBody>
          <a:bodyPr wrap="square" lIns="36000" tIns="36000" rIns="36000" bIns="36000" rtlCol="0" anchor="ctr">
            <a:spAutoFit/>
          </a:bodyPr>
          <a:lstStyle/>
          <a:p>
            <a:pPr marL="171450" indent="-171450">
              <a:buFont typeface="Arial" panose="020B0604020202020204" pitchFamily="34" charset="0"/>
              <a:buChar char="•"/>
            </a:pPr>
            <a:r>
              <a:rPr lang="en-US" sz="1000"/>
              <a:t>Strengthen </a:t>
            </a:r>
            <a:r>
              <a:rPr lang="en-US" sz="1000" b="1"/>
              <a:t>insurance</a:t>
            </a:r>
            <a:r>
              <a:rPr lang="en-US" sz="1000"/>
              <a:t> and </a:t>
            </a:r>
            <a:r>
              <a:rPr lang="en-US" sz="1000" b="1"/>
              <a:t>referral</a:t>
            </a:r>
            <a:r>
              <a:rPr lang="en-US" sz="1000"/>
              <a:t> </a:t>
            </a:r>
            <a:r>
              <a:rPr lang="en-US" sz="1000" b="1"/>
              <a:t>networks</a:t>
            </a:r>
            <a:endParaRPr lang="en-US" sz="1000"/>
          </a:p>
          <a:p>
            <a:pPr marL="171450" indent="-171450">
              <a:buFont typeface="Arial" panose="020B0604020202020204" pitchFamily="34" charset="0"/>
              <a:buChar char="•"/>
            </a:pPr>
            <a:r>
              <a:rPr lang="en-US" sz="1000" b="1"/>
              <a:t>Partnerships</a:t>
            </a:r>
            <a:r>
              <a:rPr lang="en-US" sz="1000"/>
              <a:t> with </a:t>
            </a:r>
            <a:r>
              <a:rPr lang="en-US" sz="1000" b="1"/>
              <a:t>fertility</a:t>
            </a:r>
            <a:r>
              <a:rPr lang="en-US" sz="1000"/>
              <a:t> </a:t>
            </a:r>
            <a:r>
              <a:rPr lang="en-US" sz="1000" b="1"/>
              <a:t>clinics</a:t>
            </a:r>
          </a:p>
        </p:txBody>
      </p:sp>
      <p:sp>
        <p:nvSpPr>
          <p:cNvPr id="93" name="TextBox 92">
            <a:extLst>
              <a:ext uri="{FF2B5EF4-FFF2-40B4-BE49-F238E27FC236}">
                <a16:creationId xmlns:a16="http://schemas.microsoft.com/office/drawing/2014/main" id="{1349929F-B2E9-096A-7901-C6E276C7750B}"/>
              </a:ext>
            </a:extLst>
          </p:cNvPr>
          <p:cNvSpPr txBox="1"/>
          <p:nvPr/>
        </p:nvSpPr>
        <p:spPr>
          <a:xfrm flipH="1">
            <a:off x="4036890" y="2247529"/>
            <a:ext cx="1563691" cy="842145"/>
          </a:xfrm>
          <a:prstGeom prst="rect">
            <a:avLst/>
          </a:prstGeom>
          <a:noFill/>
        </p:spPr>
        <p:txBody>
          <a:bodyPr wrap="square" lIns="36000" tIns="36000" rIns="36000" bIns="36000" rtlCol="0" anchor="ctr">
            <a:spAutoFit/>
          </a:bodyPr>
          <a:lstStyle/>
          <a:p>
            <a:pPr marL="171450" indent="-171450" fontAlgn="ctr">
              <a:buFont typeface="Arial" panose="020B0604020202020204" pitchFamily="34" charset="0"/>
              <a:buChar char="•"/>
            </a:pPr>
            <a:r>
              <a:rPr lang="en-US" sz="1000" b="1">
                <a:solidFill>
                  <a:schemeClr val="bg1"/>
                </a:solidFill>
              </a:rPr>
              <a:t>Patient channel </a:t>
            </a:r>
            <a:r>
              <a:rPr lang="en-US" sz="1000">
                <a:solidFill>
                  <a:schemeClr val="bg1"/>
                </a:solidFill>
              </a:rPr>
              <a:t>expansion</a:t>
            </a:r>
          </a:p>
          <a:p>
            <a:pPr marL="171450" indent="-171450" fontAlgn="ctr">
              <a:buFont typeface="Arial" panose="020B0604020202020204" pitchFamily="34" charset="0"/>
              <a:buChar char="•"/>
            </a:pPr>
            <a:r>
              <a:rPr lang="en-US" sz="1000" b="1">
                <a:solidFill>
                  <a:schemeClr val="bg1"/>
                </a:solidFill>
              </a:rPr>
              <a:t>Preventive health </a:t>
            </a:r>
            <a:r>
              <a:rPr lang="en-US" sz="1000">
                <a:solidFill>
                  <a:schemeClr val="bg1"/>
                </a:solidFill>
              </a:rPr>
              <a:t>through dedicated packages</a:t>
            </a:r>
          </a:p>
        </p:txBody>
      </p:sp>
      <p:sp>
        <p:nvSpPr>
          <p:cNvPr id="95" name="TextBox 94">
            <a:extLst>
              <a:ext uri="{FF2B5EF4-FFF2-40B4-BE49-F238E27FC236}">
                <a16:creationId xmlns:a16="http://schemas.microsoft.com/office/drawing/2014/main" id="{38989175-9451-5215-7564-DC19CC3CE0E4}"/>
              </a:ext>
            </a:extLst>
          </p:cNvPr>
          <p:cNvSpPr txBox="1"/>
          <p:nvPr/>
        </p:nvSpPr>
        <p:spPr>
          <a:xfrm flipH="1">
            <a:off x="4107402" y="4907659"/>
            <a:ext cx="1421537" cy="1149921"/>
          </a:xfrm>
          <a:prstGeom prst="rect">
            <a:avLst/>
          </a:prstGeom>
          <a:noFill/>
        </p:spPr>
        <p:txBody>
          <a:bodyPr wrap="square" lIns="36000" tIns="36000" rIns="36000" bIns="36000" rtlCol="0" anchor="ctr">
            <a:spAutoFit/>
          </a:bodyPr>
          <a:lstStyle/>
          <a:p>
            <a:pPr marL="171450" indent="-171450">
              <a:buFont typeface="Arial" panose="020B0604020202020204" pitchFamily="34" charset="0"/>
              <a:buChar char="•"/>
            </a:pPr>
            <a:r>
              <a:rPr lang="en-US" sz="1000"/>
              <a:t>Strengthen </a:t>
            </a:r>
            <a:r>
              <a:rPr lang="en-US" sz="1000" b="1"/>
              <a:t>referral</a:t>
            </a:r>
            <a:r>
              <a:rPr lang="en-US" sz="1000"/>
              <a:t> and </a:t>
            </a:r>
            <a:r>
              <a:rPr lang="en-US" sz="1000" b="1"/>
              <a:t>physician</a:t>
            </a:r>
            <a:r>
              <a:rPr lang="en-US" sz="1000"/>
              <a:t> </a:t>
            </a:r>
            <a:r>
              <a:rPr lang="en-US" sz="1000" b="1"/>
              <a:t>networks</a:t>
            </a:r>
          </a:p>
          <a:p>
            <a:pPr marL="171450" indent="-171450">
              <a:buFont typeface="Arial" panose="020B0604020202020204" pitchFamily="34" charset="0"/>
              <a:buChar char="•"/>
            </a:pPr>
            <a:r>
              <a:rPr lang="en-US" sz="1000"/>
              <a:t>Activate </a:t>
            </a:r>
            <a:r>
              <a:rPr lang="en-US" sz="1000" b="1"/>
              <a:t>corporate</a:t>
            </a:r>
            <a:r>
              <a:rPr lang="en-US" sz="1000"/>
              <a:t> and </a:t>
            </a:r>
            <a:r>
              <a:rPr lang="en-US" sz="1000" b="1"/>
              <a:t>B2B partnerships</a:t>
            </a:r>
          </a:p>
          <a:p>
            <a:pPr marL="171450" indent="-171450">
              <a:buFont typeface="Arial" panose="020B0604020202020204" pitchFamily="34" charset="0"/>
              <a:buChar char="•"/>
            </a:pPr>
            <a:r>
              <a:rPr lang="en-US" sz="1000" b="1"/>
              <a:t>Dana Farber partnership</a:t>
            </a:r>
            <a:endParaRPr lang="en-US" sz="1000"/>
          </a:p>
        </p:txBody>
      </p:sp>
      <p:sp>
        <p:nvSpPr>
          <p:cNvPr id="97" name="TextBox 96">
            <a:extLst>
              <a:ext uri="{FF2B5EF4-FFF2-40B4-BE49-F238E27FC236}">
                <a16:creationId xmlns:a16="http://schemas.microsoft.com/office/drawing/2014/main" id="{C6C258B8-9430-FF73-FEE4-58081B7D2ECA}"/>
              </a:ext>
            </a:extLst>
          </p:cNvPr>
          <p:cNvSpPr txBox="1"/>
          <p:nvPr/>
        </p:nvSpPr>
        <p:spPr>
          <a:xfrm flipH="1">
            <a:off x="5631902" y="2462459"/>
            <a:ext cx="1421537" cy="380480"/>
          </a:xfrm>
          <a:prstGeom prst="rect">
            <a:avLst/>
          </a:prstGeom>
          <a:noFill/>
        </p:spPr>
        <p:txBody>
          <a:bodyPr wrap="square" lIns="36000" tIns="36000" rIns="36000" bIns="36000" rtlCol="0" anchor="ctr">
            <a:spAutoFit/>
          </a:bodyPr>
          <a:lstStyle/>
          <a:p>
            <a:pPr marL="171450" indent="-171450" fontAlgn="ctr">
              <a:buFont typeface="Arial" panose="020B0604020202020204" pitchFamily="34" charset="0"/>
              <a:buChar char="•"/>
            </a:pPr>
            <a:r>
              <a:rPr lang="en-US" sz="1000">
                <a:solidFill>
                  <a:schemeClr val="bg1"/>
                </a:solidFill>
              </a:rPr>
              <a:t>Develop remote capabilities</a:t>
            </a:r>
          </a:p>
        </p:txBody>
      </p:sp>
      <p:sp>
        <p:nvSpPr>
          <p:cNvPr id="98" name="TextBox 97">
            <a:extLst>
              <a:ext uri="{FF2B5EF4-FFF2-40B4-BE49-F238E27FC236}">
                <a16:creationId xmlns:a16="http://schemas.microsoft.com/office/drawing/2014/main" id="{BA9E426F-F72F-17CB-1399-410AF1B5E786}"/>
              </a:ext>
            </a:extLst>
          </p:cNvPr>
          <p:cNvSpPr txBox="1"/>
          <p:nvPr/>
        </p:nvSpPr>
        <p:spPr>
          <a:xfrm flipH="1">
            <a:off x="5631902" y="4907659"/>
            <a:ext cx="1421537" cy="1149921"/>
          </a:xfrm>
          <a:prstGeom prst="rect">
            <a:avLst/>
          </a:prstGeom>
          <a:noFill/>
        </p:spPr>
        <p:txBody>
          <a:bodyPr wrap="square" lIns="36000" tIns="36000" rIns="36000" bIns="36000" rtlCol="0" anchor="ctr">
            <a:spAutoFit/>
          </a:bodyPr>
          <a:lstStyle/>
          <a:p>
            <a:pPr marL="171450" indent="-171450">
              <a:buFont typeface="Arial" panose="020B0604020202020204" pitchFamily="34" charset="0"/>
              <a:buChar char="•"/>
            </a:pPr>
            <a:r>
              <a:rPr lang="en-US" sz="1000"/>
              <a:t>Deploy </a:t>
            </a:r>
            <a:r>
              <a:rPr lang="en-US" sz="1000" b="1"/>
              <a:t>telemedicine</a:t>
            </a:r>
            <a:r>
              <a:rPr lang="en-US" sz="1000"/>
              <a:t> </a:t>
            </a:r>
            <a:r>
              <a:rPr lang="en-US" sz="1000" b="1"/>
              <a:t>platform </a:t>
            </a:r>
            <a:r>
              <a:rPr lang="en-US" sz="1000"/>
              <a:t>through OC application</a:t>
            </a:r>
            <a:endParaRPr lang="en-US" sz="1000" b="1"/>
          </a:p>
          <a:p>
            <a:pPr marL="171450" indent="-171450">
              <a:buFont typeface="Arial" panose="020B0604020202020204" pitchFamily="34" charset="0"/>
              <a:buChar char="•"/>
            </a:pPr>
            <a:r>
              <a:rPr lang="en-US" sz="1000"/>
              <a:t>Expand </a:t>
            </a:r>
            <a:r>
              <a:rPr lang="en-US" sz="1000" b="1"/>
              <a:t>geographic access</a:t>
            </a:r>
            <a:r>
              <a:rPr lang="en-US" sz="1000"/>
              <a:t> and build additional patient influx channel</a:t>
            </a:r>
          </a:p>
        </p:txBody>
      </p:sp>
      <p:sp>
        <p:nvSpPr>
          <p:cNvPr id="102" name="TextBox 101">
            <a:extLst>
              <a:ext uri="{FF2B5EF4-FFF2-40B4-BE49-F238E27FC236}">
                <a16:creationId xmlns:a16="http://schemas.microsoft.com/office/drawing/2014/main" id="{B36D7E4E-0CE5-9923-2E85-E4439F804CA1}"/>
              </a:ext>
            </a:extLst>
          </p:cNvPr>
          <p:cNvSpPr txBox="1"/>
          <p:nvPr/>
        </p:nvSpPr>
        <p:spPr>
          <a:xfrm flipH="1">
            <a:off x="7135703" y="2154681"/>
            <a:ext cx="1421537" cy="996033"/>
          </a:xfrm>
          <a:prstGeom prst="rect">
            <a:avLst/>
          </a:prstGeom>
          <a:noFill/>
        </p:spPr>
        <p:txBody>
          <a:bodyPr wrap="square" lIns="36000" tIns="36000" rIns="36000" bIns="36000" rtlCol="0" anchor="ctr">
            <a:spAutoFit/>
          </a:bodyPr>
          <a:lstStyle/>
          <a:p>
            <a:pPr marL="171450" indent="-171450" fontAlgn="ctr">
              <a:buFont typeface="Arial" panose="020B0604020202020204" pitchFamily="34" charset="0"/>
              <a:buChar char="•"/>
            </a:pPr>
            <a:r>
              <a:rPr lang="en-US" sz="1000">
                <a:solidFill>
                  <a:schemeClr val="bg1"/>
                </a:solidFill>
              </a:rPr>
              <a:t>Conduct </a:t>
            </a:r>
            <a:r>
              <a:rPr lang="en-US" sz="1000" b="1">
                <a:solidFill>
                  <a:schemeClr val="bg1"/>
                </a:solidFill>
              </a:rPr>
              <a:t>minimally invasive surgeries</a:t>
            </a:r>
          </a:p>
          <a:p>
            <a:pPr marL="171450" indent="-171450" fontAlgn="ctr">
              <a:buFont typeface="Arial" panose="020B0604020202020204" pitchFamily="34" charset="0"/>
              <a:buChar char="•"/>
            </a:pPr>
            <a:r>
              <a:rPr lang="en-US" sz="1000" b="1">
                <a:solidFill>
                  <a:schemeClr val="bg1"/>
                </a:solidFill>
              </a:rPr>
              <a:t>B2B customers</a:t>
            </a:r>
          </a:p>
          <a:p>
            <a:pPr marL="171450" indent="-171450" fontAlgn="ctr">
              <a:buFont typeface="Arial" panose="020B0604020202020204" pitchFamily="34" charset="0"/>
              <a:buChar char="•"/>
            </a:pPr>
            <a:r>
              <a:rPr lang="en-US" sz="1000">
                <a:solidFill>
                  <a:schemeClr val="bg1"/>
                </a:solidFill>
              </a:rPr>
              <a:t>International </a:t>
            </a:r>
            <a:r>
              <a:rPr lang="en-US" sz="1000" b="1">
                <a:solidFill>
                  <a:schemeClr val="bg1"/>
                </a:solidFill>
              </a:rPr>
              <a:t>patient inflow</a:t>
            </a:r>
            <a:r>
              <a:rPr lang="en-US" sz="1000">
                <a:solidFill>
                  <a:schemeClr val="bg1"/>
                </a:solidFill>
              </a:rPr>
              <a:t> </a:t>
            </a:r>
          </a:p>
          <a:p>
            <a:pPr marL="171450" indent="-171450" fontAlgn="ctr">
              <a:buFont typeface="Arial" panose="020B0604020202020204" pitchFamily="34" charset="0"/>
              <a:buChar char="•"/>
            </a:pPr>
            <a:r>
              <a:rPr lang="en-US" sz="1000" b="1">
                <a:solidFill>
                  <a:schemeClr val="bg1"/>
                </a:solidFill>
              </a:rPr>
              <a:t>Onco-insurance</a:t>
            </a:r>
          </a:p>
        </p:txBody>
      </p:sp>
      <p:sp>
        <p:nvSpPr>
          <p:cNvPr id="103" name="TextBox 102">
            <a:extLst>
              <a:ext uri="{FF2B5EF4-FFF2-40B4-BE49-F238E27FC236}">
                <a16:creationId xmlns:a16="http://schemas.microsoft.com/office/drawing/2014/main" id="{F9478DF6-42C5-12B7-C38E-7682EAC38048}"/>
              </a:ext>
            </a:extLst>
          </p:cNvPr>
          <p:cNvSpPr txBox="1"/>
          <p:nvPr/>
        </p:nvSpPr>
        <p:spPr>
          <a:xfrm flipH="1">
            <a:off x="7135703" y="4830715"/>
            <a:ext cx="1421537" cy="1303809"/>
          </a:xfrm>
          <a:prstGeom prst="rect">
            <a:avLst/>
          </a:prstGeom>
          <a:noFill/>
        </p:spPr>
        <p:txBody>
          <a:bodyPr wrap="square" lIns="36000" tIns="36000" rIns="36000" bIns="36000" rtlCol="0" anchor="ctr">
            <a:spAutoFit/>
          </a:bodyPr>
          <a:lstStyle/>
          <a:p>
            <a:pPr marL="171450" indent="-171450">
              <a:buFont typeface="Arial" panose="020B0604020202020204" pitchFamily="34" charset="0"/>
              <a:buChar char="•"/>
            </a:pPr>
            <a:r>
              <a:rPr lang="en-US" sz="1000" b="1"/>
              <a:t>Agreements</a:t>
            </a:r>
            <a:r>
              <a:rPr lang="en-US" sz="1000"/>
              <a:t> with </a:t>
            </a:r>
            <a:r>
              <a:rPr lang="en-US" sz="1000" b="1"/>
              <a:t>GCC</a:t>
            </a:r>
            <a:r>
              <a:rPr lang="en-US" sz="1000"/>
              <a:t> </a:t>
            </a:r>
            <a:r>
              <a:rPr lang="en-US" sz="1000" b="1"/>
              <a:t>embassies</a:t>
            </a:r>
            <a:r>
              <a:rPr lang="en-US" sz="1000"/>
              <a:t> and </a:t>
            </a:r>
            <a:r>
              <a:rPr lang="en-US" sz="1000" b="1"/>
              <a:t>referral</a:t>
            </a:r>
            <a:r>
              <a:rPr lang="en-US" sz="1000"/>
              <a:t> </a:t>
            </a:r>
            <a:r>
              <a:rPr lang="en-US" sz="1000" b="1"/>
              <a:t>partners</a:t>
            </a:r>
          </a:p>
          <a:p>
            <a:pPr marL="171450" indent="-171450">
              <a:buFont typeface="Arial" panose="020B0604020202020204" pitchFamily="34" charset="0"/>
              <a:buChar char="•"/>
            </a:pPr>
            <a:r>
              <a:rPr lang="en-US" sz="1000" b="1"/>
              <a:t>Presence</a:t>
            </a:r>
            <a:r>
              <a:rPr lang="en-US" sz="1000"/>
              <a:t> in </a:t>
            </a:r>
            <a:r>
              <a:rPr lang="en-US" sz="1000" b="1"/>
              <a:t>global</a:t>
            </a:r>
            <a:r>
              <a:rPr lang="en-US" sz="1000"/>
              <a:t> conferences</a:t>
            </a:r>
            <a:endParaRPr lang="en-US" sz="1000" b="1"/>
          </a:p>
          <a:p>
            <a:pPr marL="171450" indent="-171450">
              <a:buFont typeface="Arial" panose="020B0604020202020204" pitchFamily="34" charset="0"/>
              <a:buChar char="•"/>
            </a:pPr>
            <a:r>
              <a:rPr lang="en-US" sz="1000" b="1"/>
              <a:t>Regulatory</a:t>
            </a:r>
            <a:r>
              <a:rPr lang="en-US" sz="1000"/>
              <a:t> and </a:t>
            </a:r>
            <a:r>
              <a:rPr lang="en-US" sz="1000" b="1"/>
              <a:t>infrastructure readiness</a:t>
            </a:r>
          </a:p>
        </p:txBody>
      </p:sp>
      <p:sp>
        <p:nvSpPr>
          <p:cNvPr id="104" name="TextBox 103">
            <a:extLst>
              <a:ext uri="{FF2B5EF4-FFF2-40B4-BE49-F238E27FC236}">
                <a16:creationId xmlns:a16="http://schemas.microsoft.com/office/drawing/2014/main" id="{71323243-2E59-49F3-AADD-757F21993889}"/>
              </a:ext>
            </a:extLst>
          </p:cNvPr>
          <p:cNvSpPr txBox="1"/>
          <p:nvPr/>
        </p:nvSpPr>
        <p:spPr>
          <a:xfrm flipH="1">
            <a:off x="8655432" y="2231627"/>
            <a:ext cx="1421537" cy="842145"/>
          </a:xfrm>
          <a:prstGeom prst="rect">
            <a:avLst/>
          </a:prstGeom>
          <a:noFill/>
        </p:spPr>
        <p:txBody>
          <a:bodyPr wrap="square" lIns="36000" tIns="36000" rIns="36000" bIns="36000" rtlCol="0" anchor="ctr">
            <a:spAutoFit/>
          </a:bodyPr>
          <a:lstStyle/>
          <a:p>
            <a:pPr marL="171450" indent="-171450" fontAlgn="ctr">
              <a:buFont typeface="Arial" panose="020B0604020202020204" pitchFamily="34" charset="0"/>
              <a:buChar char="•"/>
            </a:pPr>
            <a:r>
              <a:rPr lang="en-US" sz="1000">
                <a:solidFill>
                  <a:schemeClr val="bg1"/>
                </a:solidFill>
              </a:rPr>
              <a:t>Enhance patient experience through value-added services</a:t>
            </a:r>
          </a:p>
          <a:p>
            <a:pPr marL="171450" indent="-171450" fontAlgn="ctr">
              <a:buFont typeface="Arial" panose="020B0604020202020204" pitchFamily="34" charset="0"/>
              <a:buChar char="•"/>
            </a:pPr>
            <a:r>
              <a:rPr lang="en-US" sz="1000">
                <a:solidFill>
                  <a:schemeClr val="bg1"/>
                </a:solidFill>
              </a:rPr>
              <a:t>Develop adjacent capabilities</a:t>
            </a:r>
          </a:p>
        </p:txBody>
      </p:sp>
      <p:sp>
        <p:nvSpPr>
          <p:cNvPr id="106" name="TextBox 105">
            <a:extLst>
              <a:ext uri="{FF2B5EF4-FFF2-40B4-BE49-F238E27FC236}">
                <a16:creationId xmlns:a16="http://schemas.microsoft.com/office/drawing/2014/main" id="{A573936F-B8C9-B80B-CA53-7919E0FED141}"/>
              </a:ext>
            </a:extLst>
          </p:cNvPr>
          <p:cNvSpPr txBox="1"/>
          <p:nvPr/>
        </p:nvSpPr>
        <p:spPr>
          <a:xfrm flipH="1">
            <a:off x="8655432" y="4830715"/>
            <a:ext cx="1421537" cy="1303809"/>
          </a:xfrm>
          <a:prstGeom prst="rect">
            <a:avLst/>
          </a:prstGeom>
          <a:noFill/>
        </p:spPr>
        <p:txBody>
          <a:bodyPr wrap="square" lIns="36000" tIns="36000" rIns="36000" bIns="36000" rtlCol="0" anchor="ctr">
            <a:spAutoFit/>
          </a:bodyPr>
          <a:lstStyle/>
          <a:p>
            <a:pPr marL="171450" indent="-171450">
              <a:buFont typeface="Arial" panose="020B0604020202020204" pitchFamily="34" charset="0"/>
              <a:buChar char="•"/>
            </a:pPr>
            <a:r>
              <a:rPr lang="en-US" sz="1000" b="1"/>
              <a:t>Salon</a:t>
            </a:r>
            <a:r>
              <a:rPr lang="en-US" sz="1000"/>
              <a:t> partner and phase </a:t>
            </a:r>
            <a:r>
              <a:rPr lang="en-US" sz="1000" b="1"/>
              <a:t>wellness rollout</a:t>
            </a:r>
          </a:p>
          <a:p>
            <a:pPr marL="171450" indent="-171450">
              <a:buFont typeface="Arial" panose="020B0604020202020204" pitchFamily="34" charset="0"/>
              <a:buChar char="•"/>
            </a:pPr>
            <a:r>
              <a:rPr lang="en-US" sz="1000" b="1"/>
              <a:t>Integrate</a:t>
            </a:r>
            <a:r>
              <a:rPr lang="en-US" sz="1000"/>
              <a:t> </a:t>
            </a:r>
            <a:r>
              <a:rPr lang="en-US" sz="1000" b="1"/>
              <a:t>wig branding</a:t>
            </a:r>
          </a:p>
          <a:p>
            <a:pPr marL="171450" indent="-171450">
              <a:buFont typeface="Arial" panose="020B0604020202020204" pitchFamily="34" charset="0"/>
              <a:buChar char="•"/>
            </a:pPr>
            <a:r>
              <a:rPr lang="en-US" sz="1000" b="1"/>
              <a:t>IVF licensing </a:t>
            </a:r>
            <a:r>
              <a:rPr lang="en-US" sz="1000"/>
              <a:t>and </a:t>
            </a:r>
            <a:r>
              <a:rPr lang="en-US" sz="1000" b="1"/>
              <a:t>specialists</a:t>
            </a:r>
          </a:p>
          <a:p>
            <a:pPr marL="171450" indent="-171450">
              <a:buFont typeface="Arial" panose="020B0604020202020204" pitchFamily="34" charset="0"/>
              <a:buChar char="•"/>
            </a:pPr>
            <a:r>
              <a:rPr lang="en-US" sz="1000" b="1"/>
              <a:t>Partner with</a:t>
            </a:r>
            <a:r>
              <a:rPr lang="en-US" sz="1000"/>
              <a:t> </a:t>
            </a:r>
            <a:r>
              <a:rPr lang="en-US" sz="1000" b="1"/>
              <a:t>longevity clinic</a:t>
            </a:r>
          </a:p>
        </p:txBody>
      </p:sp>
      <p:sp>
        <p:nvSpPr>
          <p:cNvPr id="107" name="TextBox 106">
            <a:extLst>
              <a:ext uri="{FF2B5EF4-FFF2-40B4-BE49-F238E27FC236}">
                <a16:creationId xmlns:a16="http://schemas.microsoft.com/office/drawing/2014/main" id="{582199AE-2F65-9810-5C08-66E7C7609448}"/>
              </a:ext>
            </a:extLst>
          </p:cNvPr>
          <p:cNvSpPr txBox="1"/>
          <p:nvPr/>
        </p:nvSpPr>
        <p:spPr>
          <a:xfrm flipH="1">
            <a:off x="10117547" y="2231627"/>
            <a:ext cx="1421537" cy="842145"/>
          </a:xfrm>
          <a:prstGeom prst="rect">
            <a:avLst/>
          </a:prstGeom>
          <a:noFill/>
        </p:spPr>
        <p:txBody>
          <a:bodyPr wrap="square" lIns="36000" tIns="36000" rIns="36000" bIns="36000" rtlCol="0" anchor="ctr">
            <a:spAutoFit/>
          </a:bodyPr>
          <a:lstStyle/>
          <a:p>
            <a:pPr marL="171450" indent="-171450" fontAlgn="ctr">
              <a:buFont typeface="Arial" panose="020B0604020202020204" pitchFamily="34" charset="0"/>
              <a:buChar char="•"/>
            </a:pPr>
            <a:r>
              <a:rPr lang="en-US" sz="1000">
                <a:solidFill>
                  <a:schemeClr val="bg1"/>
                </a:solidFill>
              </a:rPr>
              <a:t>Partnerships to conduct </a:t>
            </a:r>
            <a:r>
              <a:rPr lang="en-US" sz="1000" b="1">
                <a:solidFill>
                  <a:schemeClr val="bg1"/>
                </a:solidFill>
              </a:rPr>
              <a:t>clinical trials</a:t>
            </a:r>
          </a:p>
          <a:p>
            <a:pPr marL="171450" indent="-171450" fontAlgn="ctr">
              <a:buFont typeface="Arial" panose="020B0604020202020204" pitchFamily="34" charset="0"/>
              <a:buChar char="•"/>
            </a:pPr>
            <a:r>
              <a:rPr lang="en-US" sz="1000">
                <a:solidFill>
                  <a:schemeClr val="bg1"/>
                </a:solidFill>
              </a:rPr>
              <a:t>Enhance diagnostic accuracy, operational efficiency</a:t>
            </a:r>
            <a:endParaRPr lang="en-US" sz="1000" b="1">
              <a:solidFill>
                <a:schemeClr val="bg1"/>
              </a:solidFill>
            </a:endParaRPr>
          </a:p>
        </p:txBody>
      </p:sp>
      <p:sp>
        <p:nvSpPr>
          <p:cNvPr id="108" name="TextBox 107">
            <a:extLst>
              <a:ext uri="{FF2B5EF4-FFF2-40B4-BE49-F238E27FC236}">
                <a16:creationId xmlns:a16="http://schemas.microsoft.com/office/drawing/2014/main" id="{17CE4438-7DB5-9199-5AB2-57BDA9CCA677}"/>
              </a:ext>
            </a:extLst>
          </p:cNvPr>
          <p:cNvSpPr txBox="1"/>
          <p:nvPr/>
        </p:nvSpPr>
        <p:spPr>
          <a:xfrm flipH="1">
            <a:off x="10117547" y="4907659"/>
            <a:ext cx="1421537" cy="1149921"/>
          </a:xfrm>
          <a:prstGeom prst="rect">
            <a:avLst/>
          </a:prstGeom>
          <a:noFill/>
        </p:spPr>
        <p:txBody>
          <a:bodyPr wrap="square" lIns="36000" tIns="36000" rIns="36000" bIns="36000" rtlCol="0" anchor="ctr">
            <a:spAutoFit/>
          </a:bodyPr>
          <a:lstStyle/>
          <a:p>
            <a:pPr marL="171450" indent="-171450">
              <a:buFont typeface="Arial" panose="020B0604020202020204" pitchFamily="34" charset="0"/>
              <a:buChar char="•"/>
            </a:pPr>
            <a:r>
              <a:rPr lang="en-US" sz="1000" b="1"/>
              <a:t>Research</a:t>
            </a:r>
            <a:r>
              <a:rPr lang="en-US" sz="1000"/>
              <a:t> partnerships and </a:t>
            </a:r>
            <a:r>
              <a:rPr lang="en-US" sz="1000" b="1"/>
              <a:t>trial protocols</a:t>
            </a:r>
          </a:p>
          <a:p>
            <a:pPr marL="171450" indent="-171450">
              <a:buFont typeface="Arial" panose="020B0604020202020204" pitchFamily="34" charset="0"/>
              <a:buChar char="•"/>
            </a:pPr>
            <a:r>
              <a:rPr lang="en-US" sz="1000" b="1"/>
              <a:t>Regulatory</a:t>
            </a:r>
            <a:r>
              <a:rPr lang="en-US" sz="1000"/>
              <a:t> </a:t>
            </a:r>
            <a:r>
              <a:rPr lang="en-US" sz="1000" b="1"/>
              <a:t>approvals</a:t>
            </a:r>
            <a:r>
              <a:rPr lang="en-US" sz="1000"/>
              <a:t> </a:t>
            </a:r>
          </a:p>
          <a:p>
            <a:pPr marL="171450" indent="-171450">
              <a:buFont typeface="Arial" panose="020B0604020202020204" pitchFamily="34" charset="0"/>
              <a:buChar char="•"/>
            </a:pPr>
            <a:r>
              <a:rPr lang="en-US" sz="1000" b="1"/>
              <a:t>Data-sharing</a:t>
            </a:r>
            <a:r>
              <a:rPr lang="en-US" sz="1000"/>
              <a:t> </a:t>
            </a:r>
            <a:r>
              <a:rPr lang="en-US" sz="1000" b="1"/>
              <a:t>frameworks</a:t>
            </a:r>
          </a:p>
          <a:p>
            <a:pPr marL="171450" indent="-171450">
              <a:buFont typeface="Arial" panose="020B0604020202020204" pitchFamily="34" charset="0"/>
              <a:buChar char="•"/>
            </a:pPr>
            <a:r>
              <a:rPr lang="en-US" sz="1000" b="1"/>
              <a:t>AI</a:t>
            </a:r>
            <a:r>
              <a:rPr lang="en-US" sz="1000"/>
              <a:t> </a:t>
            </a:r>
            <a:r>
              <a:rPr lang="en-US" sz="1000" b="1"/>
              <a:t>integration</a:t>
            </a:r>
            <a:r>
              <a:rPr lang="en-US" sz="1000"/>
              <a:t> with </a:t>
            </a:r>
            <a:r>
              <a:rPr lang="en-US" sz="1000" b="1"/>
              <a:t>imaging workflows</a:t>
            </a:r>
          </a:p>
        </p:txBody>
      </p:sp>
      <p:sp>
        <p:nvSpPr>
          <p:cNvPr id="109" name="Rectangle 108">
            <a:extLst>
              <a:ext uri="{FF2B5EF4-FFF2-40B4-BE49-F238E27FC236}">
                <a16:creationId xmlns:a16="http://schemas.microsoft.com/office/drawing/2014/main" id="{92AE8AFC-C758-F6E3-A3AB-2321F046A527}"/>
              </a:ext>
            </a:extLst>
          </p:cNvPr>
          <p:cNvSpPr>
            <a:spLocks/>
          </p:cNvSpPr>
          <p:nvPr/>
        </p:nvSpPr>
        <p:spPr>
          <a:xfrm>
            <a:off x="1462896" y="3675310"/>
            <a:ext cx="1018513" cy="429005"/>
          </a:xfrm>
          <a:prstGeom prst="rect">
            <a:avLst/>
          </a:prstGeom>
          <a:noFill/>
          <a:ln w="6350">
            <a:noFill/>
          </a:ln>
        </p:spPr>
        <p:style>
          <a:lnRef idx="2">
            <a:schemeClr val="dk1"/>
          </a:lnRef>
          <a:fillRef idx="1">
            <a:schemeClr val="lt1"/>
          </a:fillRef>
          <a:effectRef idx="0">
            <a:schemeClr val="dk1"/>
          </a:effectRef>
          <a:fontRef idx="minor">
            <a:schemeClr val="dk1"/>
          </a:fontRef>
        </p:style>
        <p:txBody>
          <a:bodyPr lIns="0" tIns="0" rIns="0" bIns="0" rtlCol="0" anchor="ctr">
            <a:noAutofit/>
          </a:bodyPr>
          <a:lstStyle/>
          <a:p>
            <a:pPr marR="0" lvl="0" algn="l" defTabSz="914400" rtl="0" eaLnBrk="1" fontAlgn="auto" latinLnBrk="0" hangingPunct="1">
              <a:lnSpc>
                <a:spcPct val="100000"/>
              </a:lnSpc>
              <a:spcBef>
                <a:spcPts val="0"/>
              </a:spcBef>
              <a:spcAft>
                <a:spcPts val="0"/>
              </a:spcAft>
              <a:buClrTx/>
              <a:buSzTx/>
              <a:tabLst/>
              <a:defRPr/>
            </a:pPr>
            <a:r>
              <a:rPr lang="en-US" sz="900" b="1">
                <a:solidFill>
                  <a:schemeClr val="bg1"/>
                </a:solidFill>
                <a:cs typeface="Arial" panose="020B0604020202020204" pitchFamily="34" charset="0"/>
              </a:rPr>
              <a:t>Cash-base treatment, premise completion</a:t>
            </a:r>
          </a:p>
        </p:txBody>
      </p:sp>
      <p:sp>
        <p:nvSpPr>
          <p:cNvPr id="111" name="Rectangle 110">
            <a:extLst>
              <a:ext uri="{FF2B5EF4-FFF2-40B4-BE49-F238E27FC236}">
                <a16:creationId xmlns:a16="http://schemas.microsoft.com/office/drawing/2014/main" id="{7F558CCB-E68F-BADC-0813-48E9E2FAF58B}"/>
              </a:ext>
            </a:extLst>
          </p:cNvPr>
          <p:cNvSpPr>
            <a:spLocks/>
          </p:cNvSpPr>
          <p:nvPr/>
        </p:nvSpPr>
        <p:spPr>
          <a:xfrm>
            <a:off x="2989753" y="3675310"/>
            <a:ext cx="1018513" cy="429005"/>
          </a:xfrm>
          <a:prstGeom prst="rect">
            <a:avLst/>
          </a:prstGeom>
          <a:noFill/>
          <a:ln w="6350">
            <a:noFill/>
          </a:ln>
        </p:spPr>
        <p:style>
          <a:lnRef idx="2">
            <a:schemeClr val="dk1"/>
          </a:lnRef>
          <a:fillRef idx="1">
            <a:schemeClr val="lt1"/>
          </a:fillRef>
          <a:effectRef idx="0">
            <a:schemeClr val="dk1"/>
          </a:effectRef>
          <a:fontRef idx="minor">
            <a:schemeClr val="dk1"/>
          </a:fontRef>
        </p:style>
        <p:txBody>
          <a:bodyPr lIns="0" tIns="0" rIns="0" bIns="0" rtlCol="0" anchor="ctr">
            <a:noAutofit/>
          </a:bodyPr>
          <a:lstStyle/>
          <a:p>
            <a:pPr marR="0" lvl="0" algn="l" defTabSz="914400" rtl="0" eaLnBrk="1" fontAlgn="auto" latinLnBrk="0" hangingPunct="1">
              <a:lnSpc>
                <a:spcPct val="100000"/>
              </a:lnSpc>
              <a:spcBef>
                <a:spcPts val="0"/>
              </a:spcBef>
              <a:spcAft>
                <a:spcPts val="0"/>
              </a:spcAft>
              <a:buClrTx/>
              <a:buSzTx/>
              <a:tabLst/>
              <a:defRPr/>
            </a:pPr>
            <a:r>
              <a:rPr lang="en-US" sz="900" b="1">
                <a:solidFill>
                  <a:schemeClr val="bg1"/>
                </a:solidFill>
                <a:cs typeface="Arial" panose="020B0604020202020204" pitchFamily="34" charset="0"/>
              </a:rPr>
              <a:t>Increase patient inflow </a:t>
            </a:r>
          </a:p>
        </p:txBody>
      </p:sp>
      <p:sp>
        <p:nvSpPr>
          <p:cNvPr id="112" name="Rectangle 111">
            <a:extLst>
              <a:ext uri="{FF2B5EF4-FFF2-40B4-BE49-F238E27FC236}">
                <a16:creationId xmlns:a16="http://schemas.microsoft.com/office/drawing/2014/main" id="{64FAA65C-F002-2C03-7643-B0F64A755F9A}"/>
              </a:ext>
            </a:extLst>
          </p:cNvPr>
          <p:cNvSpPr>
            <a:spLocks/>
          </p:cNvSpPr>
          <p:nvPr/>
        </p:nvSpPr>
        <p:spPr>
          <a:xfrm>
            <a:off x="4428904" y="3675310"/>
            <a:ext cx="1120364" cy="429005"/>
          </a:xfrm>
          <a:prstGeom prst="rect">
            <a:avLst/>
          </a:prstGeom>
          <a:noFill/>
          <a:ln w="6350">
            <a:noFill/>
          </a:ln>
        </p:spPr>
        <p:style>
          <a:lnRef idx="2">
            <a:schemeClr val="dk1"/>
          </a:lnRef>
          <a:fillRef idx="1">
            <a:schemeClr val="lt1"/>
          </a:fillRef>
          <a:effectRef idx="0">
            <a:schemeClr val="dk1"/>
          </a:effectRef>
          <a:fontRef idx="minor">
            <a:schemeClr val="dk1"/>
          </a:fontRef>
        </p:style>
        <p:txBody>
          <a:bodyPr lIns="0" tIns="0" rIns="0" bIns="0" rtlCol="0" anchor="ctr">
            <a:noAutofit/>
          </a:bodyPr>
          <a:lstStyle/>
          <a:p>
            <a:pPr marR="0" lvl="0" algn="l" defTabSz="914400" rtl="0" eaLnBrk="1" fontAlgn="auto" latinLnBrk="0" hangingPunct="1">
              <a:lnSpc>
                <a:spcPct val="100000"/>
              </a:lnSpc>
              <a:spcBef>
                <a:spcPts val="0"/>
              </a:spcBef>
              <a:spcAft>
                <a:spcPts val="0"/>
              </a:spcAft>
              <a:buClrTx/>
              <a:buSzTx/>
              <a:tabLst/>
              <a:defRPr/>
            </a:pPr>
            <a:r>
              <a:rPr lang="en-US" sz="900" b="1">
                <a:solidFill>
                  <a:schemeClr val="bg1"/>
                </a:solidFill>
                <a:cs typeface="Arial" panose="020B0604020202020204" pitchFamily="34" charset="0"/>
              </a:rPr>
              <a:t>Non-onco diagnostics, infusions, hematology, preventive, supportive care, screening</a:t>
            </a:r>
          </a:p>
        </p:txBody>
      </p:sp>
      <p:sp>
        <p:nvSpPr>
          <p:cNvPr id="115" name="Rectangle 114">
            <a:extLst>
              <a:ext uri="{FF2B5EF4-FFF2-40B4-BE49-F238E27FC236}">
                <a16:creationId xmlns:a16="http://schemas.microsoft.com/office/drawing/2014/main" id="{E7485C54-26C4-65E7-35E4-B62DFD47E11B}"/>
              </a:ext>
            </a:extLst>
          </p:cNvPr>
          <p:cNvSpPr>
            <a:spLocks/>
          </p:cNvSpPr>
          <p:nvPr/>
        </p:nvSpPr>
        <p:spPr>
          <a:xfrm>
            <a:off x="5948945" y="3675310"/>
            <a:ext cx="1018513" cy="429005"/>
          </a:xfrm>
          <a:prstGeom prst="rect">
            <a:avLst/>
          </a:prstGeom>
          <a:noFill/>
          <a:ln w="6350">
            <a:noFill/>
          </a:ln>
        </p:spPr>
        <p:style>
          <a:lnRef idx="2">
            <a:schemeClr val="dk1"/>
          </a:lnRef>
          <a:fillRef idx="1">
            <a:schemeClr val="lt1"/>
          </a:fillRef>
          <a:effectRef idx="0">
            <a:schemeClr val="dk1"/>
          </a:effectRef>
          <a:fontRef idx="minor">
            <a:schemeClr val="dk1"/>
          </a:fontRef>
        </p:style>
        <p:txBody>
          <a:bodyPr lIns="0" tIns="0" rIns="0" bIns="0" rtlCol="0" anchor="ctr">
            <a:noAutofit/>
          </a:bodyPr>
          <a:lstStyle/>
          <a:p>
            <a:pPr marR="0" lvl="0" algn="l" defTabSz="914400" rtl="0" eaLnBrk="1" fontAlgn="auto" latinLnBrk="0" hangingPunct="1">
              <a:lnSpc>
                <a:spcPct val="100000"/>
              </a:lnSpc>
              <a:spcBef>
                <a:spcPts val="0"/>
              </a:spcBef>
              <a:spcAft>
                <a:spcPts val="0"/>
              </a:spcAft>
              <a:buClrTx/>
              <a:buSzTx/>
              <a:tabLst/>
              <a:defRPr/>
            </a:pPr>
            <a:r>
              <a:rPr lang="en-US" sz="900" b="1">
                <a:solidFill>
                  <a:schemeClr val="bg1"/>
                </a:solidFill>
                <a:cs typeface="Arial" panose="020B0604020202020204" pitchFamily="34" charset="0"/>
              </a:rPr>
              <a:t>Teleconsultations</a:t>
            </a:r>
          </a:p>
        </p:txBody>
      </p:sp>
      <p:sp>
        <p:nvSpPr>
          <p:cNvPr id="117" name="Rectangle 116">
            <a:extLst>
              <a:ext uri="{FF2B5EF4-FFF2-40B4-BE49-F238E27FC236}">
                <a16:creationId xmlns:a16="http://schemas.microsoft.com/office/drawing/2014/main" id="{1821C40A-2C43-B768-204D-83B326412182}"/>
              </a:ext>
            </a:extLst>
          </p:cNvPr>
          <p:cNvSpPr>
            <a:spLocks/>
          </p:cNvSpPr>
          <p:nvPr/>
        </p:nvSpPr>
        <p:spPr>
          <a:xfrm>
            <a:off x="7441847" y="3675310"/>
            <a:ext cx="1120364" cy="429005"/>
          </a:xfrm>
          <a:prstGeom prst="rect">
            <a:avLst/>
          </a:prstGeom>
          <a:noFill/>
          <a:ln w="6350">
            <a:noFill/>
          </a:ln>
        </p:spPr>
        <p:style>
          <a:lnRef idx="2">
            <a:schemeClr val="dk1"/>
          </a:lnRef>
          <a:fillRef idx="1">
            <a:schemeClr val="lt1"/>
          </a:fillRef>
          <a:effectRef idx="0">
            <a:schemeClr val="dk1"/>
          </a:effectRef>
          <a:fontRef idx="minor">
            <a:schemeClr val="dk1"/>
          </a:fontRef>
        </p:style>
        <p:txBody>
          <a:bodyPr lIns="0" tIns="0" rIns="0" bIns="0" rtlCol="0" anchor="ctr">
            <a:noAutofit/>
          </a:bodyPr>
          <a:lstStyle/>
          <a:p>
            <a:pPr marR="0" lvl="0" algn="l" defTabSz="914400" rtl="0" eaLnBrk="1" fontAlgn="auto" latinLnBrk="0" hangingPunct="1">
              <a:lnSpc>
                <a:spcPct val="100000"/>
              </a:lnSpc>
              <a:spcBef>
                <a:spcPts val="0"/>
              </a:spcBef>
              <a:spcAft>
                <a:spcPts val="0"/>
              </a:spcAft>
              <a:buClrTx/>
              <a:buSzTx/>
              <a:tabLst/>
              <a:defRPr/>
            </a:pPr>
            <a:r>
              <a:rPr lang="en-US" sz="900" b="1">
                <a:solidFill>
                  <a:schemeClr val="bg1"/>
                </a:solidFill>
                <a:cs typeface="Arial" panose="020B0604020202020204" pitchFamily="34" charset="0"/>
              </a:rPr>
              <a:t>B2B specialty pharma, medical tourism, day surgeries, Onco-insurance</a:t>
            </a:r>
          </a:p>
        </p:txBody>
      </p:sp>
      <p:sp>
        <p:nvSpPr>
          <p:cNvPr id="118" name="Rectangle 117">
            <a:extLst>
              <a:ext uri="{FF2B5EF4-FFF2-40B4-BE49-F238E27FC236}">
                <a16:creationId xmlns:a16="http://schemas.microsoft.com/office/drawing/2014/main" id="{703459EC-5D12-57CB-3AC1-AD53896627E9}"/>
              </a:ext>
            </a:extLst>
          </p:cNvPr>
          <p:cNvSpPr>
            <a:spLocks/>
          </p:cNvSpPr>
          <p:nvPr/>
        </p:nvSpPr>
        <p:spPr>
          <a:xfrm>
            <a:off x="8949007" y="3675310"/>
            <a:ext cx="1120364" cy="429005"/>
          </a:xfrm>
          <a:prstGeom prst="rect">
            <a:avLst/>
          </a:prstGeom>
          <a:noFill/>
          <a:ln w="6350">
            <a:noFill/>
          </a:ln>
        </p:spPr>
        <p:style>
          <a:lnRef idx="2">
            <a:schemeClr val="dk1"/>
          </a:lnRef>
          <a:fillRef idx="1">
            <a:schemeClr val="lt1"/>
          </a:fillRef>
          <a:effectRef idx="0">
            <a:schemeClr val="dk1"/>
          </a:effectRef>
          <a:fontRef idx="minor">
            <a:schemeClr val="dk1"/>
          </a:fontRef>
        </p:style>
        <p:txBody>
          <a:bodyPr lIns="0" tIns="0" rIns="0" bIns="0" rtlCol="0" anchor="ctr">
            <a:noAutofit/>
          </a:bodyPr>
          <a:lstStyle/>
          <a:p>
            <a:pPr marR="0" lvl="0" algn="l" defTabSz="914400" rtl="0" eaLnBrk="1" fontAlgn="auto" latinLnBrk="0" hangingPunct="1">
              <a:lnSpc>
                <a:spcPct val="100000"/>
              </a:lnSpc>
              <a:spcBef>
                <a:spcPts val="0"/>
              </a:spcBef>
              <a:spcAft>
                <a:spcPts val="0"/>
              </a:spcAft>
              <a:buClrTx/>
              <a:buSzTx/>
              <a:tabLst/>
              <a:defRPr/>
            </a:pPr>
            <a:r>
              <a:rPr lang="en-US" sz="900" b="1">
                <a:solidFill>
                  <a:schemeClr val="bg1"/>
                </a:solidFill>
                <a:cs typeface="Arial" panose="020B0604020202020204" pitchFamily="34" charset="0"/>
              </a:rPr>
              <a:t>Supportive care salon, longevity suite, IVF clinic </a:t>
            </a:r>
            <a:r>
              <a:rPr lang="en-US" sz="900">
                <a:solidFill>
                  <a:schemeClr val="bg1"/>
                </a:solidFill>
                <a:cs typeface="Arial" panose="020B0604020202020204" pitchFamily="34" charset="0"/>
              </a:rPr>
              <a:t>(tentative)</a:t>
            </a:r>
          </a:p>
        </p:txBody>
      </p:sp>
      <p:sp>
        <p:nvSpPr>
          <p:cNvPr id="119" name="Rectangle 118">
            <a:extLst>
              <a:ext uri="{FF2B5EF4-FFF2-40B4-BE49-F238E27FC236}">
                <a16:creationId xmlns:a16="http://schemas.microsoft.com/office/drawing/2014/main" id="{A2DBC6D3-E80D-26CE-193E-5721B19DBD62}"/>
              </a:ext>
            </a:extLst>
          </p:cNvPr>
          <p:cNvSpPr>
            <a:spLocks/>
          </p:cNvSpPr>
          <p:nvPr/>
        </p:nvSpPr>
        <p:spPr>
          <a:xfrm>
            <a:off x="10481696" y="3675310"/>
            <a:ext cx="1018513" cy="429005"/>
          </a:xfrm>
          <a:prstGeom prst="rect">
            <a:avLst/>
          </a:prstGeom>
          <a:noFill/>
          <a:ln w="6350">
            <a:noFill/>
          </a:ln>
        </p:spPr>
        <p:style>
          <a:lnRef idx="2">
            <a:schemeClr val="dk1"/>
          </a:lnRef>
          <a:fillRef idx="1">
            <a:schemeClr val="lt1"/>
          </a:fillRef>
          <a:effectRef idx="0">
            <a:schemeClr val="dk1"/>
          </a:effectRef>
          <a:fontRef idx="minor">
            <a:schemeClr val="dk1"/>
          </a:fontRef>
        </p:style>
        <p:txBody>
          <a:bodyPr lIns="0" tIns="0" rIns="0" bIns="0" rtlCol="0" anchor="ctr">
            <a:noAutofit/>
          </a:bodyPr>
          <a:lstStyle/>
          <a:p>
            <a:pPr marR="0" lvl="0" algn="l" defTabSz="914400" rtl="0" eaLnBrk="1" fontAlgn="auto" latinLnBrk="0" hangingPunct="1">
              <a:lnSpc>
                <a:spcPct val="100000"/>
              </a:lnSpc>
              <a:spcBef>
                <a:spcPts val="0"/>
              </a:spcBef>
              <a:spcAft>
                <a:spcPts val="0"/>
              </a:spcAft>
              <a:buClrTx/>
              <a:buSzTx/>
              <a:tabLst/>
              <a:defRPr/>
            </a:pPr>
            <a:r>
              <a:rPr lang="en-US" sz="900" b="1">
                <a:solidFill>
                  <a:schemeClr val="bg1"/>
                </a:solidFill>
                <a:cs typeface="Arial" panose="020B0604020202020204" pitchFamily="34" charset="0"/>
              </a:rPr>
              <a:t>AI imaging analytics, research center</a:t>
            </a:r>
          </a:p>
        </p:txBody>
      </p:sp>
      <p:grpSp>
        <p:nvGrpSpPr>
          <p:cNvPr id="7" name="Group 6">
            <a:extLst>
              <a:ext uri="{FF2B5EF4-FFF2-40B4-BE49-F238E27FC236}">
                <a16:creationId xmlns:a16="http://schemas.microsoft.com/office/drawing/2014/main" id="{4A2197DC-1F94-C4A9-671B-5FFB2624DB11}"/>
              </a:ext>
            </a:extLst>
          </p:cNvPr>
          <p:cNvGrpSpPr/>
          <p:nvPr/>
        </p:nvGrpSpPr>
        <p:grpSpPr>
          <a:xfrm>
            <a:off x="15130" y="47516"/>
            <a:ext cx="171132" cy="228600"/>
            <a:chOff x="0" y="49329"/>
            <a:chExt cx="171132" cy="228600"/>
          </a:xfrm>
        </p:grpSpPr>
        <p:cxnSp>
          <p:nvCxnSpPr>
            <p:cNvPr id="8" name="Straight Connector 7">
              <a:extLst>
                <a:ext uri="{FF2B5EF4-FFF2-40B4-BE49-F238E27FC236}">
                  <a16:creationId xmlns:a16="http://schemas.microsoft.com/office/drawing/2014/main" id="{BD01996D-558B-6747-F6E0-DA8E80C24144}"/>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 name="Rectangle: Rounded Corners 8">
              <a:extLst>
                <a:ext uri="{FF2B5EF4-FFF2-40B4-BE49-F238E27FC236}">
                  <a16:creationId xmlns:a16="http://schemas.microsoft.com/office/drawing/2014/main" id="{B597329E-9F8D-5597-9D8A-8FE2B244A168}"/>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1" name="Google Shape;1129;p23">
            <a:extLst>
              <a:ext uri="{FF2B5EF4-FFF2-40B4-BE49-F238E27FC236}">
                <a16:creationId xmlns:a16="http://schemas.microsoft.com/office/drawing/2014/main" id="{6FBC5BDB-08ED-FB5B-13FD-398CAABF6882}"/>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VCP Timeline</a:t>
            </a:r>
            <a:endParaRPr lang="en-US">
              <a:solidFill>
                <a:schemeClr val="bg1"/>
              </a:solidFill>
              <a:latin typeface="Calibri"/>
              <a:ea typeface="Calibri"/>
              <a:cs typeface="Calibri"/>
            </a:endParaRPr>
          </a:p>
        </p:txBody>
      </p:sp>
      <p:sp>
        <p:nvSpPr>
          <p:cNvPr id="12" name="2. Slide Title">
            <a:extLst>
              <a:ext uri="{FF2B5EF4-FFF2-40B4-BE49-F238E27FC236}">
                <a16:creationId xmlns:a16="http://schemas.microsoft.com/office/drawing/2014/main" id="{3ED94CDF-B326-601E-3CCB-4F60E6ABFC77}"/>
              </a:ext>
            </a:extLst>
          </p:cNvPr>
          <p:cNvSpPr txBox="1">
            <a:spLocks/>
          </p:cNvSpPr>
          <p:nvPr>
            <p:custDataLst>
              <p:tags r:id="rId10"/>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b="0">
                <a:solidFill>
                  <a:srgbClr val="0A0A0A"/>
                </a:solidFill>
                <a:latin typeface="Georgia" panose="02040502050405020303" pitchFamily="18" charset="0"/>
                <a:cs typeface="Arial" panose="020B0604020202020204" pitchFamily="34" charset="0"/>
              </a:rPr>
              <a:t>OC business case potential </a:t>
            </a:r>
            <a:r>
              <a:rPr lang="en-US" sz="2600">
                <a:solidFill>
                  <a:srgbClr val="0A0A0A"/>
                </a:solidFill>
                <a:latin typeface="Georgia" panose="02040502050405020303" pitchFamily="18" charset="0"/>
                <a:cs typeface="Arial" panose="020B0604020202020204" pitchFamily="34" charset="0"/>
              </a:rPr>
              <a:t>timeline </a:t>
            </a:r>
            <a:r>
              <a:rPr lang="en-US" sz="2600" b="0">
                <a:solidFill>
                  <a:srgbClr val="0A0A0A"/>
                </a:solidFill>
                <a:latin typeface="Georgia" panose="02040502050405020303" pitchFamily="18" charset="0"/>
                <a:cs typeface="Arial" panose="020B0604020202020204" pitchFamily="34" charset="0"/>
              </a:rPr>
              <a:t>2026-2028: Core operations and additional initiatives to supplement revenue</a:t>
            </a:r>
          </a:p>
        </p:txBody>
      </p:sp>
      <p:sp>
        <p:nvSpPr>
          <p:cNvPr id="13" name="Line 15">
            <a:extLst>
              <a:ext uri="{FF2B5EF4-FFF2-40B4-BE49-F238E27FC236}">
                <a16:creationId xmlns:a16="http://schemas.microsoft.com/office/drawing/2014/main" id="{C941CD72-3ADA-AC60-6414-EDC0FA5956FA}"/>
              </a:ext>
            </a:extLst>
          </p:cNvPr>
          <p:cNvSpPr>
            <a:spLocks noChangeShapeType="1"/>
          </p:cNvSpPr>
          <p:nvPr>
            <p:custDataLst>
              <p:tags r:id="rId11"/>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C814927A-8B2E-C2FC-CA0A-1536D3AF8C98}"/>
              </a:ext>
            </a:extLst>
          </p:cNvPr>
          <p:cNvSpPr txBox="1"/>
          <p:nvPr/>
        </p:nvSpPr>
        <p:spPr>
          <a:xfrm>
            <a:off x="10162441" y="1315544"/>
            <a:ext cx="1086131" cy="338554"/>
          </a:xfrm>
          <a:prstGeom prst="rect">
            <a:avLst/>
          </a:prstGeom>
          <a:noFill/>
        </p:spPr>
        <p:txBody>
          <a:bodyPr wrap="none" rtlCol="0">
            <a:spAutoFit/>
          </a:bodyPr>
          <a:lstStyle/>
          <a:p>
            <a:r>
              <a:rPr lang="en-US" sz="1600" b="1" i="1"/>
              <a:t>Illustrative</a:t>
            </a:r>
          </a:p>
        </p:txBody>
      </p:sp>
    </p:spTree>
    <p:extLst>
      <p:ext uri="{BB962C8B-B14F-4D97-AF65-F5344CB8AC3E}">
        <p14:creationId xmlns:p14="http://schemas.microsoft.com/office/powerpoint/2010/main" val="326768945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7F23ED-2EAB-209A-9F99-0DB77F6AB94E}"/>
            </a:ext>
          </a:extLst>
        </p:cNvPr>
        <p:cNvGrpSpPr/>
        <p:nvPr/>
      </p:nvGrpSpPr>
      <p:grpSpPr>
        <a:xfrm>
          <a:off x="0" y="0"/>
          <a:ext cx="0" cy="0"/>
          <a:chOff x="0" y="0"/>
          <a:chExt cx="0" cy="0"/>
        </a:xfrm>
      </p:grpSpPr>
      <p:graphicFrame>
        <p:nvGraphicFramePr>
          <p:cNvPr id="31" name="think-cell data - do not delete" hidden="1">
            <a:extLst>
              <a:ext uri="{FF2B5EF4-FFF2-40B4-BE49-F238E27FC236}">
                <a16:creationId xmlns:a16="http://schemas.microsoft.com/office/drawing/2014/main" id="{518D1254-ED08-CAAB-8575-1B31F1658C8B}"/>
              </a:ext>
            </a:extLst>
          </p:cNvPr>
          <p:cNvGraphicFramePr>
            <a:graphicFrameLocks/>
          </p:cNvGraphicFramePr>
          <p:nvPr>
            <p:custDataLst>
              <p:tags r:id="rId1"/>
            </p:custDataLst>
            <p:extLst>
              <p:ext uri="{D42A27DB-BD31-4B8C-83A1-F6EECF244321}">
                <p14:modId xmlns:p14="http://schemas.microsoft.com/office/powerpoint/2010/main" val="6266429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95" imgH="396" progId="TCLayout.ActiveDocument.1">
                  <p:embed/>
                </p:oleObj>
              </mc:Choice>
              <mc:Fallback>
                <p:oleObj name="think-cell Slide" r:id="rId5" imgW="395" imgH="396" progId="TCLayout.ActiveDocument.1">
                  <p:embed/>
                  <p:pic>
                    <p:nvPicPr>
                      <p:cNvPr id="31" name="think-cell data - do not delete" hidden="1">
                        <a:extLst>
                          <a:ext uri="{FF2B5EF4-FFF2-40B4-BE49-F238E27FC236}">
                            <a16:creationId xmlns:a16="http://schemas.microsoft.com/office/drawing/2014/main" id="{518D1254-ED08-CAAB-8575-1B31F1658C8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11" name="Slide Number Placeholder 10">
            <a:extLst>
              <a:ext uri="{FF2B5EF4-FFF2-40B4-BE49-F238E27FC236}">
                <a16:creationId xmlns:a16="http://schemas.microsoft.com/office/drawing/2014/main" id="{8C4F41FB-1571-F07C-E83F-B85298B7966E}"/>
              </a:ext>
            </a:extLst>
          </p:cNvPr>
          <p:cNvSpPr>
            <a:spLocks noGrp="1"/>
          </p:cNvSpPr>
          <p:nvPr>
            <p:ph type="sldNum" sz="quarter" idx="12"/>
          </p:nvPr>
        </p:nvSpPr>
        <p:spPr/>
        <p:txBody>
          <a:bodyPr/>
          <a:lstStyle/>
          <a:p>
            <a:fld id="{8E1CF2E5-4A16-4FBD-9713-265FD1DAAE65}" type="slidenum">
              <a:rPr lang="en-US" smtClean="0"/>
              <a:t>22</a:t>
            </a:fld>
            <a:endParaRPr lang="en-US"/>
          </a:p>
        </p:txBody>
      </p:sp>
      <p:graphicFrame>
        <p:nvGraphicFramePr>
          <p:cNvPr id="2" name="Table 1">
            <a:extLst>
              <a:ext uri="{FF2B5EF4-FFF2-40B4-BE49-F238E27FC236}">
                <a16:creationId xmlns:a16="http://schemas.microsoft.com/office/drawing/2014/main" id="{7B63B094-E00B-D024-3120-B588C1B3694C}"/>
              </a:ext>
            </a:extLst>
          </p:cNvPr>
          <p:cNvGraphicFramePr>
            <a:graphicFrameLocks noGrp="1"/>
          </p:cNvGraphicFramePr>
          <p:nvPr>
            <p:extLst>
              <p:ext uri="{D42A27DB-BD31-4B8C-83A1-F6EECF244321}">
                <p14:modId xmlns:p14="http://schemas.microsoft.com/office/powerpoint/2010/main" val="3414877806"/>
              </p:ext>
            </p:extLst>
          </p:nvPr>
        </p:nvGraphicFramePr>
        <p:xfrm>
          <a:off x="1462275" y="1218789"/>
          <a:ext cx="10054878" cy="5102952"/>
        </p:xfrm>
        <a:graphic>
          <a:graphicData uri="http://schemas.openxmlformats.org/drawingml/2006/table">
            <a:tbl>
              <a:tblPr firstRow="1" bandRow="1">
                <a:tableStyleId>{5C22544A-7EE6-4342-B048-85BDC9FD1C3A}</a:tableStyleId>
              </a:tblPr>
              <a:tblGrid>
                <a:gridCol w="1697355">
                  <a:extLst>
                    <a:ext uri="{9D8B030D-6E8A-4147-A177-3AD203B41FA5}">
                      <a16:colId xmlns:a16="http://schemas.microsoft.com/office/drawing/2014/main" val="936376659"/>
                    </a:ext>
                  </a:extLst>
                </a:gridCol>
                <a:gridCol w="3423627">
                  <a:extLst>
                    <a:ext uri="{9D8B030D-6E8A-4147-A177-3AD203B41FA5}">
                      <a16:colId xmlns:a16="http://schemas.microsoft.com/office/drawing/2014/main" val="4072466095"/>
                    </a:ext>
                  </a:extLst>
                </a:gridCol>
                <a:gridCol w="2360475">
                  <a:extLst>
                    <a:ext uri="{9D8B030D-6E8A-4147-A177-3AD203B41FA5}">
                      <a16:colId xmlns:a16="http://schemas.microsoft.com/office/drawing/2014/main" val="537706674"/>
                    </a:ext>
                  </a:extLst>
                </a:gridCol>
                <a:gridCol w="857807">
                  <a:extLst>
                    <a:ext uri="{9D8B030D-6E8A-4147-A177-3AD203B41FA5}">
                      <a16:colId xmlns:a16="http://schemas.microsoft.com/office/drawing/2014/main" val="454081991"/>
                    </a:ext>
                  </a:extLst>
                </a:gridCol>
                <a:gridCol w="857807">
                  <a:extLst>
                    <a:ext uri="{9D8B030D-6E8A-4147-A177-3AD203B41FA5}">
                      <a16:colId xmlns:a16="http://schemas.microsoft.com/office/drawing/2014/main" val="3108101300"/>
                    </a:ext>
                  </a:extLst>
                </a:gridCol>
                <a:gridCol w="857807">
                  <a:extLst>
                    <a:ext uri="{9D8B030D-6E8A-4147-A177-3AD203B41FA5}">
                      <a16:colId xmlns:a16="http://schemas.microsoft.com/office/drawing/2014/main" val="773234356"/>
                    </a:ext>
                  </a:extLst>
                </a:gridCol>
              </a:tblGrid>
              <a:tr h="501042">
                <a:tc rowSpan="2">
                  <a:txBody>
                    <a:bodyPr/>
                    <a:lstStyle/>
                    <a:p>
                      <a:r>
                        <a:rPr lang="en-US" sz="1400" b="1">
                          <a:solidFill>
                            <a:schemeClr val="bg1"/>
                          </a:solidFill>
                        </a:rPr>
                        <a:t>Initiative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F4762"/>
                    </a:solidFill>
                  </a:tcPr>
                </a:tc>
                <a:tc rowSpan="2">
                  <a:txBody>
                    <a:bodyPr/>
                    <a:lstStyle/>
                    <a:p>
                      <a:r>
                        <a:rPr lang="en-US" sz="1400" b="1">
                          <a:solidFill>
                            <a:schemeClr val="bg1"/>
                          </a:solidFill>
                        </a:rPr>
                        <a:t>KPI</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F4762"/>
                    </a:solidFill>
                  </a:tcPr>
                </a:tc>
                <a:tc rowSpan="2">
                  <a:txBody>
                    <a:bodyPr/>
                    <a:lstStyle/>
                    <a:p>
                      <a:r>
                        <a:rPr lang="en-US" sz="1400" b="1">
                          <a:solidFill>
                            <a:schemeClr val="bg1"/>
                          </a:solidFill>
                        </a:rPr>
                        <a:t>Ownership</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F4762"/>
                    </a:solidFill>
                  </a:tcPr>
                </a:tc>
                <a:tc gridSpan="3">
                  <a:txBody>
                    <a:bodyPr/>
                    <a:lstStyle/>
                    <a:p>
                      <a:pPr algn="ctr"/>
                      <a:r>
                        <a:rPr lang="en-US" sz="1400" b="1">
                          <a:solidFill>
                            <a:schemeClr val="bg1"/>
                          </a:solidFill>
                        </a:rPr>
                        <a:t>KPI and Targets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F4762"/>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656760670"/>
                  </a:ext>
                </a:extLst>
              </a:tr>
              <a:tr h="300625">
                <a:tc vMerge="1">
                  <a:txBody>
                    <a:bodyPr/>
                    <a:lstStyle/>
                    <a:p>
                      <a:endParaRPr lang="en-US" sz="800" b="1">
                        <a:solidFill>
                          <a:schemeClr val="bg1"/>
                        </a:solidFill>
                      </a:endParaRPr>
                    </a:p>
                  </a:txBody>
                  <a:tcPr anchor="ctr">
                    <a:solidFill>
                      <a:srgbClr val="1F4762"/>
                    </a:solidFill>
                  </a:tcPr>
                </a:tc>
                <a:tc vMerge="1">
                  <a:txBody>
                    <a:bodyPr/>
                    <a:lstStyle/>
                    <a:p>
                      <a:endParaRPr lang="en-US" sz="800" b="1">
                        <a:solidFill>
                          <a:schemeClr val="bg1"/>
                        </a:solidFill>
                      </a:endParaRPr>
                    </a:p>
                  </a:txBody>
                  <a:tcPr anchor="ctr">
                    <a:solidFill>
                      <a:srgbClr val="1F4762"/>
                    </a:solidFill>
                  </a:tcPr>
                </a:tc>
                <a:tc vMerge="1">
                  <a:txBody>
                    <a:bodyPr/>
                    <a:lstStyle/>
                    <a:p>
                      <a:endParaRPr lang="en-US"/>
                    </a:p>
                  </a:txBody>
                  <a:tcPr/>
                </a:tc>
                <a:tc>
                  <a:txBody>
                    <a:bodyPr/>
                    <a:lstStyle/>
                    <a:p>
                      <a:pPr algn="ctr"/>
                      <a:r>
                        <a:rPr lang="en-US" sz="1400" b="1">
                          <a:solidFill>
                            <a:schemeClr val="bg1"/>
                          </a:solidFill>
                        </a:rPr>
                        <a:t>‘26</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F4762"/>
                    </a:solidFill>
                  </a:tcPr>
                </a:tc>
                <a:tc>
                  <a:txBody>
                    <a:bodyPr/>
                    <a:lstStyle/>
                    <a:p>
                      <a:pPr algn="ctr"/>
                      <a:r>
                        <a:rPr lang="en-US" sz="1400" b="1">
                          <a:solidFill>
                            <a:schemeClr val="bg1"/>
                          </a:solidFill>
                        </a:rPr>
                        <a:t>‘27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F4762"/>
                    </a:solidFill>
                  </a:tcPr>
                </a:tc>
                <a:tc>
                  <a:txBody>
                    <a:bodyPr/>
                    <a:lstStyle/>
                    <a:p>
                      <a:pPr algn="ctr"/>
                      <a:r>
                        <a:rPr lang="en-US" sz="1400" b="1">
                          <a:solidFill>
                            <a:schemeClr val="bg1"/>
                          </a:solidFill>
                        </a:rPr>
                        <a:t>‘28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F4762"/>
                    </a:solidFill>
                  </a:tcPr>
                </a:tc>
                <a:extLst>
                  <a:ext uri="{0D108BD9-81ED-4DB2-BD59-A6C34878D82A}">
                    <a16:rowId xmlns:a16="http://schemas.microsoft.com/office/drawing/2014/main" val="3340119777"/>
                  </a:ext>
                </a:extLst>
              </a:tr>
              <a:tr h="301615">
                <a:tc>
                  <a:txBody>
                    <a:bodyPr/>
                    <a:lstStyle/>
                    <a:p>
                      <a:r>
                        <a:rPr lang="en-US" sz="1000">
                          <a:solidFill>
                            <a:schemeClr val="tx1"/>
                          </a:solidFill>
                        </a:rPr>
                        <a:t>Increasing Oncology Patients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Growth in new oncology patient registrations (%)</a:t>
                      </a:r>
                      <a:endParaRPr lang="en-US" sz="100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solidFill>
                            <a:schemeClr val="tx1"/>
                          </a:solidFill>
                        </a:rPr>
                        <a:t>OC</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756163331"/>
                  </a:ext>
                </a:extLst>
              </a:tr>
              <a:tr h="423362">
                <a:tc>
                  <a:txBody>
                    <a:bodyPr/>
                    <a:lstStyle/>
                    <a:p>
                      <a:r>
                        <a:rPr lang="en-US" sz="1000">
                          <a:solidFill>
                            <a:schemeClr val="tx1"/>
                          </a:solidFill>
                        </a:rPr>
                        <a:t>Non-oncology Diagnostics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solidFill>
                            <a:schemeClr val="tx1"/>
                          </a:solidFill>
                        </a:rPr>
                        <a:t>% of total capacity utilization apportioned to non-oncology diagnostics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solidFill>
                            <a:schemeClr val="tx1"/>
                          </a:solidFill>
                        </a:rPr>
                        <a:t>Partnerships/Commercials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4258474186"/>
                  </a:ext>
                </a:extLst>
              </a:tr>
              <a:tr h="301615">
                <a:tc>
                  <a:txBody>
                    <a:bodyPr/>
                    <a:lstStyle/>
                    <a:p>
                      <a:r>
                        <a:rPr lang="en-US" sz="1000">
                          <a:solidFill>
                            <a:schemeClr val="tx1"/>
                          </a:solidFill>
                        </a:rPr>
                        <a:t>Chronic disease Infusions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Infusion chair utilization rate (%)</a:t>
                      </a:r>
                      <a:endParaRPr lang="en-US" sz="100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solidFill>
                            <a:schemeClr val="tx1"/>
                          </a:solidFill>
                        </a:rPr>
                        <a:t>Marketing</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50516264"/>
                  </a:ext>
                </a:extLst>
              </a:tr>
              <a:tr h="301615">
                <a:tc>
                  <a:txBody>
                    <a:bodyPr/>
                    <a:lstStyle/>
                    <a:p>
                      <a:r>
                        <a:rPr lang="en-US" sz="1000">
                          <a:solidFill>
                            <a:schemeClr val="tx1"/>
                          </a:solidFill>
                        </a:rPr>
                        <a:t>Preventive Care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Number of corporate/B2B screenings conducted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Partnerships/Commercials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034526336"/>
                  </a:ext>
                </a:extLst>
              </a:tr>
              <a:tr h="301615">
                <a:tc>
                  <a:txBody>
                    <a:bodyPr/>
                    <a:lstStyle/>
                    <a:p>
                      <a:r>
                        <a:rPr lang="en-US" sz="1000">
                          <a:solidFill>
                            <a:schemeClr val="tx1"/>
                          </a:solidFill>
                        </a:rPr>
                        <a:t>Operations Management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Revenue generated per managed oncology wing (%)</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OC</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986899790"/>
                  </a:ext>
                </a:extLst>
              </a:tr>
              <a:tr h="301615">
                <a:tc>
                  <a:txBody>
                    <a:bodyPr/>
                    <a:lstStyle/>
                    <a:p>
                      <a:r>
                        <a:rPr lang="en-US" sz="1000">
                          <a:solidFill>
                            <a:schemeClr val="tx1"/>
                          </a:solidFill>
                        </a:rPr>
                        <a:t>Day Surgery</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Average surgery room utilization rate (%)</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OC</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913360504"/>
                  </a:ext>
                </a:extLst>
              </a:tr>
              <a:tr h="301615">
                <a:tc>
                  <a:txBody>
                    <a:bodyPr/>
                    <a:lstStyle/>
                    <a:p>
                      <a:r>
                        <a:rPr lang="en-US" sz="1000">
                          <a:solidFill>
                            <a:schemeClr val="tx1"/>
                          </a:solidFill>
                        </a:rPr>
                        <a:t>Onco-fertility</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Number of onco-fertility referrals or IVF cycles initiated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Partnerships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780762281"/>
                  </a:ext>
                </a:extLst>
              </a:tr>
              <a:tr h="434236">
                <a:tc>
                  <a:txBody>
                    <a:bodyPr/>
                    <a:lstStyle/>
                    <a:p>
                      <a:r>
                        <a:rPr lang="en-US" sz="1000">
                          <a:solidFill>
                            <a:schemeClr val="tx1"/>
                          </a:solidFill>
                        </a:rPr>
                        <a:t>Teleconsultations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Consultation completion rate (%)</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Sajaya &amp; Service Delivery</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253864544"/>
                  </a:ext>
                </a:extLst>
              </a:tr>
              <a:tr h="301615">
                <a:tc>
                  <a:txBody>
                    <a:bodyPr/>
                    <a:lstStyle/>
                    <a:p>
                      <a:r>
                        <a:rPr lang="en-US" sz="1000">
                          <a:solidFill>
                            <a:schemeClr val="tx1"/>
                          </a:solidFill>
                        </a:rPr>
                        <a:t>B2B Specialty Pharma</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Volume of B2B infusions supplied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Commercials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86765890"/>
                  </a:ext>
                </a:extLst>
              </a:tr>
              <a:tr h="301615">
                <a:tc>
                  <a:txBody>
                    <a:bodyPr/>
                    <a:lstStyle/>
                    <a:p>
                      <a:r>
                        <a:rPr lang="en-US" sz="1000">
                          <a:solidFill>
                            <a:schemeClr val="tx1"/>
                          </a:solidFill>
                        </a:rPr>
                        <a:t>Supportive Care Salon</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Number of patients served through wellness or wig program</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Partnerships/OC/AFG</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351089094"/>
                  </a:ext>
                </a:extLst>
              </a:tr>
              <a:tr h="301615">
                <a:tc>
                  <a:txBody>
                    <a:bodyPr/>
                    <a:lstStyle/>
                    <a:p>
                      <a:r>
                        <a:rPr lang="en-US" sz="1000">
                          <a:solidFill>
                            <a:schemeClr val="tx1"/>
                          </a:solidFill>
                        </a:rPr>
                        <a:t>Sub-lease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Occupancy rate of leased clinical/retail space (%)</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OC</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26807664"/>
                  </a:ext>
                </a:extLst>
              </a:tr>
              <a:tr h="301615">
                <a:tc>
                  <a:txBody>
                    <a:bodyPr/>
                    <a:lstStyle/>
                    <a:p>
                      <a:r>
                        <a:rPr lang="en-US" sz="1000">
                          <a:solidFill>
                            <a:schemeClr val="tx1"/>
                          </a:solidFill>
                        </a:rPr>
                        <a:t>Research center</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Number of clinical trials or research collaborations initiated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Partnerships/OC/AFG</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074086774"/>
                  </a:ext>
                </a:extLst>
              </a:tr>
              <a:tr h="423362">
                <a:tc>
                  <a:txBody>
                    <a:bodyPr/>
                    <a:lstStyle/>
                    <a:p>
                      <a:r>
                        <a:rPr lang="en-US" sz="1000">
                          <a:solidFill>
                            <a:schemeClr val="tx1"/>
                          </a:solidFill>
                        </a:rPr>
                        <a:t>AI Imaging &amp; Analytics</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Cost savings achieved via implementation/AI assisted report accuracy</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r>
                        <a:rPr lang="en-US" sz="1000"/>
                        <a:t>Partnerships/IT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a:r>
                        <a:rPr lang="en-US" sz="1000">
                          <a:solidFill>
                            <a:schemeClr val="tx1"/>
                          </a:solidFill>
                        </a:rPr>
                        <a:t>[TBD]</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555015464"/>
                  </a:ext>
                </a:extLst>
              </a:tr>
            </a:tbl>
          </a:graphicData>
        </a:graphic>
      </p:graphicFrame>
      <p:sp>
        <p:nvSpPr>
          <p:cNvPr id="5" name="Rectangle 4">
            <a:extLst>
              <a:ext uri="{FF2B5EF4-FFF2-40B4-BE49-F238E27FC236}">
                <a16:creationId xmlns:a16="http://schemas.microsoft.com/office/drawing/2014/main" id="{E1588EF2-8D1C-77B9-F5A0-5F11625D8724}"/>
              </a:ext>
            </a:extLst>
          </p:cNvPr>
          <p:cNvSpPr/>
          <p:nvPr/>
        </p:nvSpPr>
        <p:spPr>
          <a:xfrm>
            <a:off x="539132" y="2001240"/>
            <a:ext cx="876300" cy="307777"/>
          </a:xfrm>
          <a:prstGeom prst="rect">
            <a:avLst/>
          </a:prstGeom>
          <a:solidFill>
            <a:srgbClr val="1B5B7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r>
              <a:rPr lang="en-US" sz="1200" b="1" noProof="0">
                <a:solidFill>
                  <a:schemeClr val="bg1"/>
                </a:solidFill>
                <a:latin typeface="Calibri" panose="020F0502020204030204" pitchFamily="34" charset="0"/>
                <a:ea typeface="Calibri" panose="020F0502020204030204" pitchFamily="34" charset="0"/>
                <a:cs typeface="Calibri" panose="020F0502020204030204" pitchFamily="34" charset="0"/>
              </a:rPr>
              <a:t>Core</a:t>
            </a:r>
            <a:endParaRPr lang="en-US" sz="1200" noProof="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6" name="Rectangle 5">
            <a:extLst>
              <a:ext uri="{FF2B5EF4-FFF2-40B4-BE49-F238E27FC236}">
                <a16:creationId xmlns:a16="http://schemas.microsoft.com/office/drawing/2014/main" id="{2446752A-ED11-E622-664F-5737B6A31E94}"/>
              </a:ext>
            </a:extLst>
          </p:cNvPr>
          <p:cNvSpPr/>
          <p:nvPr/>
        </p:nvSpPr>
        <p:spPr>
          <a:xfrm>
            <a:off x="539132" y="2325335"/>
            <a:ext cx="876300" cy="1005693"/>
          </a:xfrm>
          <a:prstGeom prst="rect">
            <a:avLst/>
          </a:prstGeom>
          <a:solidFill>
            <a:srgbClr val="1B5B7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r>
              <a:rPr lang="en-US" sz="1200" b="1" noProof="0">
                <a:solidFill>
                  <a:schemeClr val="bg1"/>
                </a:solidFill>
                <a:latin typeface="Calibri" panose="020F0502020204030204" pitchFamily="34" charset="0"/>
                <a:ea typeface="Calibri" panose="020F0502020204030204" pitchFamily="34" charset="0"/>
                <a:cs typeface="Calibri" panose="020F0502020204030204" pitchFamily="34" charset="0"/>
              </a:rPr>
              <a:t>Core Adjacency</a:t>
            </a:r>
            <a:endParaRPr lang="en-US" sz="1200" noProof="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7" name="Rectangle 6">
            <a:extLst>
              <a:ext uri="{FF2B5EF4-FFF2-40B4-BE49-F238E27FC236}">
                <a16:creationId xmlns:a16="http://schemas.microsoft.com/office/drawing/2014/main" id="{8C35A361-22E2-C23F-EE7B-11E43CC547BA}"/>
              </a:ext>
            </a:extLst>
          </p:cNvPr>
          <p:cNvSpPr/>
          <p:nvPr/>
        </p:nvSpPr>
        <p:spPr>
          <a:xfrm>
            <a:off x="539132" y="3347348"/>
            <a:ext cx="876300" cy="876310"/>
          </a:xfrm>
          <a:prstGeom prst="rect">
            <a:avLst/>
          </a:prstGeom>
          <a:solidFill>
            <a:srgbClr val="1B5B7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r>
              <a:rPr lang="en-US" sz="1200" b="1" noProof="0">
                <a:solidFill>
                  <a:schemeClr val="bg1"/>
                </a:solidFill>
                <a:latin typeface="Calibri" panose="020F0502020204030204" pitchFamily="34" charset="0"/>
                <a:ea typeface="Calibri" panose="020F0502020204030204" pitchFamily="34" charset="0"/>
                <a:cs typeface="Calibri" panose="020F0502020204030204" pitchFamily="34" charset="0"/>
              </a:rPr>
              <a:t>Core Expansion</a:t>
            </a:r>
            <a:endParaRPr lang="en-US" sz="1200" noProof="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9" name="Rectangle 8">
            <a:extLst>
              <a:ext uri="{FF2B5EF4-FFF2-40B4-BE49-F238E27FC236}">
                <a16:creationId xmlns:a16="http://schemas.microsoft.com/office/drawing/2014/main" id="{F55217D2-C069-4F47-0F9D-E2668641E60E}"/>
              </a:ext>
            </a:extLst>
          </p:cNvPr>
          <p:cNvSpPr/>
          <p:nvPr/>
        </p:nvSpPr>
        <p:spPr>
          <a:xfrm>
            <a:off x="539132" y="4239977"/>
            <a:ext cx="876300" cy="1104909"/>
          </a:xfrm>
          <a:prstGeom prst="rect">
            <a:avLst/>
          </a:prstGeom>
          <a:solidFill>
            <a:srgbClr val="1B5B7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r>
              <a:rPr lang="en-US" sz="1200" b="1" noProof="0">
                <a:solidFill>
                  <a:schemeClr val="bg1"/>
                </a:solidFill>
                <a:latin typeface="Calibri" panose="020F0502020204030204" pitchFamily="34" charset="0"/>
                <a:ea typeface="Calibri" panose="020F0502020204030204" pitchFamily="34" charset="0"/>
                <a:cs typeface="Calibri" panose="020F0502020204030204" pitchFamily="34" charset="0"/>
              </a:rPr>
              <a:t>Other Adjacency</a:t>
            </a:r>
            <a:endParaRPr lang="en-US" sz="1200" noProof="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pSp>
        <p:nvGrpSpPr>
          <p:cNvPr id="12" name="Group 11">
            <a:extLst>
              <a:ext uri="{FF2B5EF4-FFF2-40B4-BE49-F238E27FC236}">
                <a16:creationId xmlns:a16="http://schemas.microsoft.com/office/drawing/2014/main" id="{E8633DDE-F54D-FC95-AB9D-A2381C7C408D}"/>
              </a:ext>
            </a:extLst>
          </p:cNvPr>
          <p:cNvGrpSpPr/>
          <p:nvPr/>
        </p:nvGrpSpPr>
        <p:grpSpPr>
          <a:xfrm>
            <a:off x="15130" y="47516"/>
            <a:ext cx="171132" cy="228600"/>
            <a:chOff x="0" y="49329"/>
            <a:chExt cx="171132" cy="228600"/>
          </a:xfrm>
        </p:grpSpPr>
        <p:cxnSp>
          <p:nvCxnSpPr>
            <p:cNvPr id="13" name="Straight Connector 12">
              <a:extLst>
                <a:ext uri="{FF2B5EF4-FFF2-40B4-BE49-F238E27FC236}">
                  <a16:creationId xmlns:a16="http://schemas.microsoft.com/office/drawing/2014/main" id="{0C050AE1-FA9D-B05C-19A5-1A3EA36ABD9C}"/>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 name="Rectangle: Rounded Corners 13">
              <a:extLst>
                <a:ext uri="{FF2B5EF4-FFF2-40B4-BE49-F238E27FC236}">
                  <a16:creationId xmlns:a16="http://schemas.microsoft.com/office/drawing/2014/main" id="{A26002E6-B84C-372D-F7B0-232FC9B56955}"/>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5" name="Google Shape;1129;p23">
            <a:extLst>
              <a:ext uri="{FF2B5EF4-FFF2-40B4-BE49-F238E27FC236}">
                <a16:creationId xmlns:a16="http://schemas.microsoft.com/office/drawing/2014/main" id="{C3C28571-F467-D8AD-8EB0-5A44427F6821}"/>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Initiatives Tracking</a:t>
            </a:r>
            <a:endParaRPr lang="en-US">
              <a:solidFill>
                <a:schemeClr val="bg1"/>
              </a:solidFill>
              <a:latin typeface="Calibri"/>
              <a:ea typeface="Calibri"/>
              <a:cs typeface="Calibri"/>
            </a:endParaRPr>
          </a:p>
        </p:txBody>
      </p:sp>
      <p:sp>
        <p:nvSpPr>
          <p:cNvPr id="16" name="Rectangle 15">
            <a:extLst>
              <a:ext uri="{FF2B5EF4-FFF2-40B4-BE49-F238E27FC236}">
                <a16:creationId xmlns:a16="http://schemas.microsoft.com/office/drawing/2014/main" id="{A0B2A5F6-02FC-E926-3949-10BFF3C1B56D}"/>
              </a:ext>
            </a:extLst>
          </p:cNvPr>
          <p:cNvSpPr/>
          <p:nvPr/>
        </p:nvSpPr>
        <p:spPr>
          <a:xfrm>
            <a:off x="539132" y="5361204"/>
            <a:ext cx="876300" cy="956368"/>
          </a:xfrm>
          <a:prstGeom prst="rect">
            <a:avLst/>
          </a:prstGeom>
          <a:solidFill>
            <a:srgbClr val="1B5B7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r>
              <a:rPr lang="en-US" sz="1200" b="1" noProof="0">
                <a:solidFill>
                  <a:schemeClr val="bg1"/>
                </a:solidFill>
                <a:latin typeface="Calibri" panose="020F0502020204030204" pitchFamily="34" charset="0"/>
                <a:ea typeface="Calibri" panose="020F0502020204030204" pitchFamily="34" charset="0"/>
                <a:cs typeface="Calibri" panose="020F0502020204030204" pitchFamily="34" charset="0"/>
              </a:rPr>
              <a:t>Others</a:t>
            </a:r>
            <a:endParaRPr lang="en-US" sz="1200" noProof="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17" name="Title 3">
            <a:extLst>
              <a:ext uri="{FF2B5EF4-FFF2-40B4-BE49-F238E27FC236}">
                <a16:creationId xmlns:a16="http://schemas.microsoft.com/office/drawing/2014/main" id="{711E29E7-BED4-C7A9-C181-05618EF8276C}"/>
              </a:ext>
            </a:extLst>
          </p:cNvPr>
          <p:cNvSpPr txBox="1">
            <a:spLocks/>
          </p:cNvSpPr>
          <p:nvPr/>
        </p:nvSpPr>
        <p:spPr>
          <a:xfrm>
            <a:off x="569580" y="369679"/>
            <a:ext cx="11082528" cy="368452"/>
          </a:xfrm>
          <a:prstGeom prst="rect">
            <a:avLst/>
          </a:prstGeom>
        </p:spPr>
        <p:txBody>
          <a:bodyPr vert="horz" wrap="square" lIns="0" tIns="0" rIns="0" bIns="0" rtlCol="0" anchor="t"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400">
                <a:latin typeface="Georgia" panose="02040502050405020303" pitchFamily="18" charset="0"/>
                <a:cs typeface="Arial" panose="020B0604020202020204" pitchFamily="34" charset="0"/>
              </a:rPr>
              <a:t>Initiative tracking and KPI targets </a:t>
            </a:r>
            <a:r>
              <a:rPr lang="en-US" sz="2400" b="0">
                <a:latin typeface="Georgia" panose="02040502050405020303" pitchFamily="18" charset="0"/>
                <a:cs typeface="Arial" panose="020B0604020202020204" pitchFamily="34" charset="0"/>
              </a:rPr>
              <a:t>for each initiative with dedicated owners to track progress</a:t>
            </a:r>
          </a:p>
        </p:txBody>
      </p:sp>
      <p:sp>
        <p:nvSpPr>
          <p:cNvPr id="18" name="Line 15">
            <a:extLst>
              <a:ext uri="{FF2B5EF4-FFF2-40B4-BE49-F238E27FC236}">
                <a16:creationId xmlns:a16="http://schemas.microsoft.com/office/drawing/2014/main" id="{615CA8EF-2297-3668-230E-C2F253100700}"/>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A5439671-8A4C-8D4C-9A14-D9CAF5DD612A}"/>
              </a:ext>
            </a:extLst>
          </p:cNvPr>
          <p:cNvSpPr txBox="1"/>
          <p:nvPr/>
        </p:nvSpPr>
        <p:spPr>
          <a:xfrm>
            <a:off x="509281" y="1466100"/>
            <a:ext cx="985654" cy="307777"/>
          </a:xfrm>
          <a:prstGeom prst="rect">
            <a:avLst/>
          </a:prstGeom>
          <a:noFill/>
        </p:spPr>
        <p:txBody>
          <a:bodyPr wrap="none" rtlCol="0">
            <a:spAutoFit/>
          </a:bodyPr>
          <a:lstStyle/>
          <a:p>
            <a:r>
              <a:rPr lang="en-US" sz="1400" b="1" i="1"/>
              <a:t>Illustrative</a:t>
            </a:r>
          </a:p>
        </p:txBody>
      </p:sp>
    </p:spTree>
    <p:extLst>
      <p:ext uri="{BB962C8B-B14F-4D97-AF65-F5344CB8AC3E}">
        <p14:creationId xmlns:p14="http://schemas.microsoft.com/office/powerpoint/2010/main" val="314771025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E7B2FD-DEFD-ED93-254F-EC8EEAC53437}"/>
            </a:ext>
          </a:extLst>
        </p:cNvPr>
        <p:cNvGrpSpPr/>
        <p:nvPr/>
      </p:nvGrpSpPr>
      <p:grpSpPr>
        <a:xfrm>
          <a:off x="0" y="0"/>
          <a:ext cx="0" cy="0"/>
          <a:chOff x="0" y="0"/>
          <a:chExt cx="0" cy="0"/>
        </a:xfrm>
      </p:grpSpPr>
      <p:graphicFrame>
        <p:nvGraphicFramePr>
          <p:cNvPr id="8" name="Object 6" hidden="1">
            <a:extLst>
              <a:ext uri="{FF2B5EF4-FFF2-40B4-BE49-F238E27FC236}">
                <a16:creationId xmlns:a16="http://schemas.microsoft.com/office/drawing/2014/main" id="{2D574B18-3A0F-FC18-4986-6BF11CADD43B}"/>
              </a:ext>
            </a:extLst>
          </p:cNvPr>
          <p:cNvGraphicFramePr>
            <a:graphicFrameLocks/>
          </p:cNvGraphicFramePr>
          <p:nvPr>
            <p:custDataLst>
              <p:tags r:id="rId1"/>
            </p:custDataLst>
            <p:extLst>
              <p:ext uri="{D42A27DB-BD31-4B8C-83A1-F6EECF244321}">
                <p14:modId xmlns:p14="http://schemas.microsoft.com/office/powerpoint/2010/main" val="32752153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95" imgH="396" progId="TCLayout.ActiveDocument.1">
                  <p:embed/>
                </p:oleObj>
              </mc:Choice>
              <mc:Fallback>
                <p:oleObj name="think-cell Slide" r:id="rId5" imgW="395" imgH="396" progId="TCLayout.ActiveDocument.1">
                  <p:embed/>
                  <p:pic>
                    <p:nvPicPr>
                      <p:cNvPr id="8" name="Object 6" hidden="1">
                        <a:extLst>
                          <a:ext uri="{FF2B5EF4-FFF2-40B4-BE49-F238E27FC236}">
                            <a16:creationId xmlns:a16="http://schemas.microsoft.com/office/drawing/2014/main" id="{2D574B18-3A0F-FC18-4986-6BF11CADD43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Espaço Reservado para Número de Slide 5">
            <a:extLst>
              <a:ext uri="{FF2B5EF4-FFF2-40B4-BE49-F238E27FC236}">
                <a16:creationId xmlns:a16="http://schemas.microsoft.com/office/drawing/2014/main" id="{18DC2199-5548-A31D-95FC-B67FD9FD3E19}"/>
              </a:ext>
            </a:extLst>
          </p:cNvPr>
          <p:cNvSpPr>
            <a:spLocks noGrp="1"/>
          </p:cNvSpPr>
          <p:nvPr>
            <p:ph type="sldNum" sz="quarter" idx="4"/>
          </p:nvPr>
        </p:nvSpPr>
        <p:spPr>
          <a:prstGeom prst="rect">
            <a:avLst/>
          </a:prstGeom>
        </p:spPr>
        <p:txBody>
          <a:bodyPr vert="horz" lIns="91440" tIns="45720" rIns="91440" bIns="45720" rtlCol="0" anchor="ctr"/>
          <a:lstStyle>
            <a:lvl1pPr algn="r" rtl="0">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B14BDE4-840A-4586-B946-2B3474FE743E}" type="slidenum">
              <a:rPr kumimoji="0" lang="en-US" sz="1200" b="0" i="0" u="none" strike="noStrike" kern="1200" cap="none" spc="0" normalizeH="0" baseline="0" noProof="0" smtClean="0">
                <a:ln>
                  <a:noFill/>
                </a:ln>
                <a:solidFill>
                  <a:srgbClr val="2C3846">
                    <a:tint val="75000"/>
                  </a:srgbClr>
                </a:solidFill>
                <a:effectLst/>
                <a:uLnTx/>
                <a:uFillTx/>
                <a:latin typeface="Calibri" panose="020F0502020204030204" pitchFamily="34" charset="0"/>
                <a:ea typeface="Calibri" panose="020F0502020204030204" pitchFamily="34" charset="0"/>
                <a:cs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srgbClr val="2C3846">
                  <a:tint val="75000"/>
                </a:srgbClr>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1D582116-98FB-1155-3CFA-FA7E66BB84DD}"/>
              </a:ext>
            </a:extLst>
          </p:cNvPr>
          <p:cNvGraphicFramePr>
            <a:graphicFrameLocks noGrp="1"/>
          </p:cNvGraphicFramePr>
          <p:nvPr>
            <p:extLst>
              <p:ext uri="{D42A27DB-BD31-4B8C-83A1-F6EECF244321}">
                <p14:modId xmlns:p14="http://schemas.microsoft.com/office/powerpoint/2010/main" val="3416633751"/>
              </p:ext>
            </p:extLst>
          </p:nvPr>
        </p:nvGraphicFramePr>
        <p:xfrm>
          <a:off x="416858" y="1265062"/>
          <a:ext cx="11304000" cy="5136298"/>
        </p:xfrm>
        <a:graphic>
          <a:graphicData uri="http://schemas.openxmlformats.org/drawingml/2006/table">
            <a:tbl>
              <a:tblPr firstRow="1" bandRow="1">
                <a:tableStyleId>{5C22544A-7EE6-4342-B048-85BDC9FD1C3A}</a:tableStyleId>
              </a:tblPr>
              <a:tblGrid>
                <a:gridCol w="1188000">
                  <a:extLst>
                    <a:ext uri="{9D8B030D-6E8A-4147-A177-3AD203B41FA5}">
                      <a16:colId xmlns:a16="http://schemas.microsoft.com/office/drawing/2014/main" val="3858742390"/>
                    </a:ext>
                  </a:extLst>
                </a:gridCol>
                <a:gridCol w="648000">
                  <a:extLst>
                    <a:ext uri="{9D8B030D-6E8A-4147-A177-3AD203B41FA5}">
                      <a16:colId xmlns:a16="http://schemas.microsoft.com/office/drawing/2014/main" val="1559292638"/>
                    </a:ext>
                  </a:extLst>
                </a:gridCol>
                <a:gridCol w="648000">
                  <a:extLst>
                    <a:ext uri="{9D8B030D-6E8A-4147-A177-3AD203B41FA5}">
                      <a16:colId xmlns:a16="http://schemas.microsoft.com/office/drawing/2014/main" val="2273319701"/>
                    </a:ext>
                  </a:extLst>
                </a:gridCol>
                <a:gridCol w="2340000">
                  <a:extLst>
                    <a:ext uri="{9D8B030D-6E8A-4147-A177-3AD203B41FA5}">
                      <a16:colId xmlns:a16="http://schemas.microsoft.com/office/drawing/2014/main" val="3889583298"/>
                    </a:ext>
                  </a:extLst>
                </a:gridCol>
                <a:gridCol w="4176000">
                  <a:extLst>
                    <a:ext uri="{9D8B030D-6E8A-4147-A177-3AD203B41FA5}">
                      <a16:colId xmlns:a16="http://schemas.microsoft.com/office/drawing/2014/main" val="2096472435"/>
                    </a:ext>
                  </a:extLst>
                </a:gridCol>
                <a:gridCol w="1008000">
                  <a:extLst>
                    <a:ext uri="{9D8B030D-6E8A-4147-A177-3AD203B41FA5}">
                      <a16:colId xmlns:a16="http://schemas.microsoft.com/office/drawing/2014/main" val="978880025"/>
                    </a:ext>
                  </a:extLst>
                </a:gridCol>
                <a:gridCol w="648000">
                  <a:extLst>
                    <a:ext uri="{9D8B030D-6E8A-4147-A177-3AD203B41FA5}">
                      <a16:colId xmlns:a16="http://schemas.microsoft.com/office/drawing/2014/main" val="1723080261"/>
                    </a:ext>
                  </a:extLst>
                </a:gridCol>
                <a:gridCol w="648000">
                  <a:extLst>
                    <a:ext uri="{9D8B030D-6E8A-4147-A177-3AD203B41FA5}">
                      <a16:colId xmlns:a16="http://schemas.microsoft.com/office/drawing/2014/main" val="1127808933"/>
                    </a:ext>
                  </a:extLst>
                </a:gridCol>
              </a:tblGrid>
              <a:tr h="252387">
                <a:tc>
                  <a:txBody>
                    <a:bodyPr/>
                    <a:lstStyle/>
                    <a:p>
                      <a:endParaRPr lang="en-US" sz="1100"/>
                    </a:p>
                  </a:txBody>
                  <a:tcPr>
                    <a:solidFill>
                      <a:schemeClr val="bg1"/>
                    </a:solidFill>
                  </a:tcPr>
                </a:tc>
                <a:tc gridSpan="2">
                  <a:txBody>
                    <a:bodyPr/>
                    <a:lstStyle/>
                    <a:p>
                      <a:pPr algn="ctr"/>
                      <a:r>
                        <a:rPr lang="en-US" sz="1100"/>
                        <a:t>Inherent Risk</a:t>
                      </a:r>
                    </a:p>
                  </a:txBody>
                  <a:tcPr>
                    <a:solidFill>
                      <a:srgbClr val="01748A"/>
                    </a:solidFill>
                  </a:tcPr>
                </a:tc>
                <a:tc hMerge="1">
                  <a:txBody>
                    <a:bodyPr/>
                    <a:lstStyle/>
                    <a:p>
                      <a:endParaRPr lang="en-US" sz="1100"/>
                    </a:p>
                  </a:txBody>
                  <a:tcPr>
                    <a:solidFill>
                      <a:srgbClr val="01748A"/>
                    </a:solidFill>
                  </a:tcPr>
                </a:tc>
                <a:tc>
                  <a:txBody>
                    <a:bodyPr/>
                    <a:lstStyle/>
                    <a:p>
                      <a:endParaRPr lang="en-US" sz="1100"/>
                    </a:p>
                  </a:txBody>
                  <a:tcPr>
                    <a:solidFill>
                      <a:schemeClr val="bg1"/>
                    </a:solidFill>
                  </a:tcPr>
                </a:tc>
                <a:tc>
                  <a:txBody>
                    <a:bodyPr/>
                    <a:lstStyle/>
                    <a:p>
                      <a:endParaRPr lang="en-US" sz="1100"/>
                    </a:p>
                  </a:txBody>
                  <a:tcPr>
                    <a:solidFill>
                      <a:schemeClr val="bg1"/>
                    </a:solidFill>
                  </a:tcPr>
                </a:tc>
                <a:tc>
                  <a:txBody>
                    <a:bodyPr/>
                    <a:lstStyle/>
                    <a:p>
                      <a:endParaRPr lang="en-US" sz="1100"/>
                    </a:p>
                  </a:txBody>
                  <a:tcPr>
                    <a:solidFill>
                      <a:schemeClr val="bg1"/>
                    </a:solidFill>
                  </a:tcPr>
                </a:tc>
                <a:tc gridSpan="2">
                  <a:txBody>
                    <a:bodyPr/>
                    <a:lstStyle/>
                    <a:p>
                      <a:pPr algn="ctr"/>
                      <a:r>
                        <a:rPr lang="en-US" sz="1100"/>
                        <a:t>Residual Risk</a:t>
                      </a:r>
                    </a:p>
                  </a:txBody>
                  <a:tcPr anchor="ctr">
                    <a:solidFill>
                      <a:srgbClr val="01748A"/>
                    </a:solidFill>
                  </a:tcPr>
                </a:tc>
                <a:tc hMerge="1">
                  <a:txBody>
                    <a:bodyPr/>
                    <a:lstStyle/>
                    <a:p>
                      <a:endParaRPr lang="en-US" sz="1100"/>
                    </a:p>
                  </a:txBody>
                  <a:tcPr>
                    <a:solidFill>
                      <a:srgbClr val="01748A"/>
                    </a:solidFill>
                  </a:tcPr>
                </a:tc>
                <a:extLst>
                  <a:ext uri="{0D108BD9-81ED-4DB2-BD59-A6C34878D82A}">
                    <a16:rowId xmlns:a16="http://schemas.microsoft.com/office/drawing/2014/main" val="2454398079"/>
                  </a:ext>
                </a:extLst>
              </a:tr>
              <a:tr h="329252">
                <a:tc>
                  <a:txBody>
                    <a:bodyPr/>
                    <a:lstStyle/>
                    <a:p>
                      <a:pPr algn="l"/>
                      <a:r>
                        <a:rPr lang="en-US" sz="1000">
                          <a:solidFill>
                            <a:schemeClr val="bg1"/>
                          </a:solidFill>
                          <a:latin typeface="+mn-lt"/>
                        </a:rPr>
                        <a:t>Risk</a:t>
                      </a:r>
                    </a:p>
                  </a:txBody>
                  <a:tcPr marL="45720" marR="45720" anchor="ctr">
                    <a:solidFill>
                      <a:srgbClr val="01748A"/>
                    </a:solidFill>
                  </a:tcPr>
                </a:tc>
                <a:tc>
                  <a:txBody>
                    <a:bodyPr/>
                    <a:lstStyle/>
                    <a:p>
                      <a:pPr algn="ctr"/>
                      <a:r>
                        <a:rPr lang="en-US" sz="1000">
                          <a:solidFill>
                            <a:schemeClr val="bg1"/>
                          </a:solidFill>
                          <a:latin typeface="+mn-lt"/>
                        </a:rPr>
                        <a:t>Likelihood</a:t>
                      </a:r>
                    </a:p>
                  </a:txBody>
                  <a:tcPr marL="45720" marR="45720" anchor="ctr">
                    <a:solidFill>
                      <a:srgbClr val="01748A"/>
                    </a:solidFill>
                  </a:tcPr>
                </a:tc>
                <a:tc>
                  <a:txBody>
                    <a:bodyPr/>
                    <a:lstStyle/>
                    <a:p>
                      <a:pPr algn="ctr"/>
                      <a:r>
                        <a:rPr lang="en-US" sz="1000">
                          <a:solidFill>
                            <a:schemeClr val="bg1"/>
                          </a:solidFill>
                          <a:latin typeface="+mn-lt"/>
                        </a:rPr>
                        <a:t>Impact</a:t>
                      </a:r>
                    </a:p>
                  </a:txBody>
                  <a:tcPr marL="45720" marR="45720" anchor="ctr">
                    <a:solidFill>
                      <a:srgbClr val="01748A"/>
                    </a:solidFill>
                  </a:tcPr>
                </a:tc>
                <a:tc>
                  <a:txBody>
                    <a:bodyPr/>
                    <a:lstStyle/>
                    <a:p>
                      <a:pPr algn="l"/>
                      <a:r>
                        <a:rPr lang="en-US" sz="1000">
                          <a:solidFill>
                            <a:schemeClr val="bg1"/>
                          </a:solidFill>
                          <a:latin typeface="+mn-lt"/>
                        </a:rPr>
                        <a:t>Implication</a:t>
                      </a:r>
                    </a:p>
                  </a:txBody>
                  <a:tcPr marL="45720" marR="45720" anchor="ctr">
                    <a:solidFill>
                      <a:srgbClr val="01748A"/>
                    </a:solidFill>
                  </a:tcPr>
                </a:tc>
                <a:tc>
                  <a:txBody>
                    <a:bodyPr/>
                    <a:lstStyle/>
                    <a:p>
                      <a:pPr algn="l"/>
                      <a:r>
                        <a:rPr lang="en-US" sz="1000">
                          <a:solidFill>
                            <a:schemeClr val="bg1"/>
                          </a:solidFill>
                          <a:latin typeface="+mn-lt"/>
                        </a:rPr>
                        <a:t>Mitigation Strategy</a:t>
                      </a:r>
                    </a:p>
                  </a:txBody>
                  <a:tcPr marL="45720" marR="45720" anchor="ctr">
                    <a:solidFill>
                      <a:srgbClr val="01748A"/>
                    </a:solidFill>
                  </a:tcPr>
                </a:tc>
                <a:tc>
                  <a:txBody>
                    <a:bodyPr/>
                    <a:lstStyle/>
                    <a:p>
                      <a:pPr algn="l"/>
                      <a:r>
                        <a:rPr lang="en-US" sz="1000">
                          <a:solidFill>
                            <a:schemeClr val="bg1"/>
                          </a:solidFill>
                          <a:latin typeface="+mn-lt"/>
                        </a:rPr>
                        <a:t>Ownership</a:t>
                      </a:r>
                    </a:p>
                  </a:txBody>
                  <a:tcPr marL="45720" marR="45720" anchor="ctr">
                    <a:solidFill>
                      <a:srgbClr val="01748A"/>
                    </a:solidFill>
                  </a:tcPr>
                </a:tc>
                <a:tc>
                  <a:txBody>
                    <a:bodyPr/>
                    <a:lstStyle/>
                    <a:p>
                      <a:pPr algn="ctr"/>
                      <a:r>
                        <a:rPr lang="en-US" sz="1000">
                          <a:solidFill>
                            <a:schemeClr val="bg1"/>
                          </a:solidFill>
                          <a:latin typeface="+mn-lt"/>
                        </a:rPr>
                        <a:t>Likelihood</a:t>
                      </a:r>
                    </a:p>
                  </a:txBody>
                  <a:tcPr marL="45720" marR="45720" anchor="ctr">
                    <a:solidFill>
                      <a:srgbClr val="01748A"/>
                    </a:solidFill>
                  </a:tcPr>
                </a:tc>
                <a:tc>
                  <a:txBody>
                    <a:bodyPr/>
                    <a:lstStyle/>
                    <a:p>
                      <a:pPr algn="ctr"/>
                      <a:r>
                        <a:rPr lang="en-US" sz="1000">
                          <a:solidFill>
                            <a:schemeClr val="bg1"/>
                          </a:solidFill>
                          <a:latin typeface="+mn-lt"/>
                        </a:rPr>
                        <a:t>Impact</a:t>
                      </a:r>
                    </a:p>
                  </a:txBody>
                  <a:tcPr marL="45720" marR="45720" anchor="ctr">
                    <a:solidFill>
                      <a:srgbClr val="01748A"/>
                    </a:solidFill>
                  </a:tcPr>
                </a:tc>
                <a:extLst>
                  <a:ext uri="{0D108BD9-81ED-4DB2-BD59-A6C34878D82A}">
                    <a16:rowId xmlns:a16="http://schemas.microsoft.com/office/drawing/2014/main" val="2816865225"/>
                  </a:ext>
                </a:extLst>
              </a:tr>
              <a:tr h="946946">
                <a:tc>
                  <a:txBody>
                    <a:bodyPr/>
                    <a:lstStyle/>
                    <a:p>
                      <a:pPr>
                        <a:lnSpc>
                          <a:spcPct val="110000"/>
                        </a:lnSpc>
                        <a:spcBef>
                          <a:spcPts val="100"/>
                        </a:spcBef>
                        <a:spcAft>
                          <a:spcPts val="100"/>
                        </a:spcAft>
                      </a:pPr>
                      <a:r>
                        <a:rPr lang="en-US" sz="1000" b="1">
                          <a:solidFill>
                            <a:schemeClr val="tx1"/>
                          </a:solidFill>
                          <a:latin typeface="+mn-lt"/>
                        </a:rPr>
                        <a:t>Insufficient patient footfall</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4</a:t>
                      </a:r>
                    </a:p>
                  </a:txBody>
                  <a:tcPr marL="45720" marR="45720" anchor="ctr">
                    <a:solidFill>
                      <a:srgbClr val="FF6D70"/>
                    </a:solidFill>
                  </a:tcPr>
                </a:tc>
                <a:tc>
                  <a:txBody>
                    <a:bodyPr/>
                    <a:lstStyle/>
                    <a:p>
                      <a:pPr algn="ctr">
                        <a:lnSpc>
                          <a:spcPct val="110000"/>
                        </a:lnSpc>
                        <a:spcBef>
                          <a:spcPts val="100"/>
                        </a:spcBef>
                        <a:spcAft>
                          <a:spcPts val="100"/>
                        </a:spcAft>
                      </a:pPr>
                      <a:r>
                        <a:rPr lang="en-US" sz="1000">
                          <a:solidFill>
                            <a:schemeClr val="tx1"/>
                          </a:solidFill>
                          <a:latin typeface="+mn-lt"/>
                        </a:rPr>
                        <a:t>5</a:t>
                      </a:r>
                    </a:p>
                  </a:txBody>
                  <a:tcPr marL="45720" marR="45720" anchor="ctr">
                    <a:solidFill>
                      <a:srgbClr val="FF373C"/>
                    </a:solidFill>
                  </a:tcPr>
                </a:tc>
                <a:tc>
                  <a:txBody>
                    <a:bodyPr/>
                    <a:lstStyle/>
                    <a:p>
                      <a:pPr marL="0" marR="0" lvl="0" indent="0" algn="l" defTabSz="914400" rtl="0" eaLnBrk="1" fontAlgn="auto" latinLnBrk="0" hangingPunct="1">
                        <a:lnSpc>
                          <a:spcPct val="110000"/>
                        </a:lnSpc>
                        <a:spcBef>
                          <a:spcPts val="100"/>
                        </a:spcBef>
                        <a:spcAft>
                          <a:spcPts val="100"/>
                        </a:spcAft>
                        <a:buClrTx/>
                        <a:buSzTx/>
                        <a:buFontTx/>
                        <a:buNone/>
                        <a:tabLst/>
                        <a:defRPr/>
                      </a:pPr>
                      <a:r>
                        <a:rPr lang="en-US" sz="1000" b="0" i="0" u="none" strike="noStrike" kern="0" baseline="0" noProof="0">
                          <a:solidFill>
                            <a:schemeClr val="tx1"/>
                          </a:solidFill>
                          <a:effectLst/>
                          <a:latin typeface="+mn-lt"/>
                          <a:cs typeface="Calibri"/>
                        </a:rPr>
                        <a:t>The clinic’s oncology-centric positioning may limit non-oncology patient inflow, reduce utilization of new services and slow diversification</a:t>
                      </a:r>
                    </a:p>
                  </a:txBody>
                  <a:tcPr marL="45720" marR="45720" anchor="ctr"/>
                </a:tc>
                <a:tc>
                  <a:txBody>
                    <a:bodyPr/>
                    <a:lstStyle/>
                    <a:p>
                      <a:pPr marL="171450" lvl="0" indent="-171450" algn="l" defTabSz="914400" rtl="0" eaLnBrk="1" latinLnBrk="0" hangingPunct="1">
                        <a:lnSpc>
                          <a:spcPct val="110000"/>
                        </a:lnSpc>
                        <a:spcBef>
                          <a:spcPts val="100"/>
                        </a:spcBef>
                        <a:spcAft>
                          <a:spcPts val="100"/>
                        </a:spcAft>
                        <a:buFont typeface="Arial" panose="020B0604020202020204" pitchFamily="34" charset="0"/>
                        <a:buChar char="•"/>
                      </a:pPr>
                      <a:r>
                        <a:rPr lang="en-US" sz="1000" b="0" i="0" u="none" strike="noStrike" kern="0" baseline="0">
                          <a:solidFill>
                            <a:schemeClr val="tx1"/>
                          </a:solidFill>
                          <a:effectLst/>
                          <a:latin typeface="+mn-lt"/>
                          <a:ea typeface="+mn-ea"/>
                          <a:cs typeface="Calibri" panose="020F0502020204030204" pitchFamily="34" charset="0"/>
                        </a:rPr>
                        <a:t>Referral partnerships and marketing campaigns to attract preventive, wellness, and chronic care patients</a:t>
                      </a:r>
                    </a:p>
                    <a:p>
                      <a:pPr marL="171450" lvl="0" indent="-171450" algn="l" defTabSz="914400" rtl="0" eaLnBrk="1" latinLnBrk="0" hangingPunct="1">
                        <a:lnSpc>
                          <a:spcPct val="110000"/>
                        </a:lnSpc>
                        <a:spcBef>
                          <a:spcPts val="100"/>
                        </a:spcBef>
                        <a:spcAft>
                          <a:spcPts val="100"/>
                        </a:spcAft>
                        <a:buFont typeface="Arial" panose="020B0604020202020204" pitchFamily="34" charset="0"/>
                        <a:buChar char="•"/>
                      </a:pPr>
                      <a:r>
                        <a:rPr lang="en-US" sz="1000" b="0" i="0" u="none" strike="noStrike" kern="0" baseline="0">
                          <a:solidFill>
                            <a:schemeClr val="tx1"/>
                          </a:solidFill>
                          <a:effectLst/>
                          <a:latin typeface="+mn-lt"/>
                          <a:ea typeface="+mn-ea"/>
                          <a:cs typeface="Calibri" panose="020F0502020204030204" pitchFamily="34" charset="0"/>
                        </a:rPr>
                        <a:t>Leverage existing oncology networks for cross-referrals and introduce bundled offers to increase non-oncology uptake</a:t>
                      </a:r>
                    </a:p>
                    <a:p>
                      <a:pPr marL="171450" lvl="0" indent="-171450" algn="l" defTabSz="914400" rtl="0" eaLnBrk="1" latinLnBrk="0" hangingPunct="1">
                        <a:lnSpc>
                          <a:spcPct val="110000"/>
                        </a:lnSpc>
                        <a:spcBef>
                          <a:spcPts val="100"/>
                        </a:spcBef>
                        <a:spcAft>
                          <a:spcPts val="100"/>
                        </a:spcAft>
                        <a:buFont typeface="Arial" panose="020B0604020202020204" pitchFamily="34" charset="0"/>
                        <a:buChar char="•"/>
                      </a:pPr>
                      <a:r>
                        <a:rPr lang="en-US" sz="1000" b="0" i="0" u="none" strike="noStrike" kern="0" baseline="0">
                          <a:solidFill>
                            <a:schemeClr val="tx1"/>
                          </a:solidFill>
                          <a:effectLst/>
                          <a:latin typeface="+mn-lt"/>
                          <a:ea typeface="+mn-ea"/>
                          <a:cs typeface="Calibri" panose="020F0502020204030204" pitchFamily="34" charset="0"/>
                        </a:rPr>
                        <a:t>Extend insurance partnerships to cover non-oncology treatments</a:t>
                      </a:r>
                    </a:p>
                  </a:txBody>
                  <a:tcPr marL="45720" marR="45720" anchor="ctr"/>
                </a:tc>
                <a:tc>
                  <a:txBody>
                    <a:bodyPr/>
                    <a:lstStyle/>
                    <a:p>
                      <a:pPr>
                        <a:lnSpc>
                          <a:spcPct val="110000"/>
                        </a:lnSpc>
                        <a:spcBef>
                          <a:spcPts val="100"/>
                        </a:spcBef>
                        <a:spcAft>
                          <a:spcPts val="100"/>
                        </a:spcAft>
                      </a:pPr>
                      <a:r>
                        <a:rPr lang="en-US" sz="1000">
                          <a:solidFill>
                            <a:schemeClr val="tx1"/>
                          </a:solidFill>
                          <a:latin typeface="+mn-lt"/>
                        </a:rPr>
                        <a:t>Partnerships, commercials</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2</a:t>
                      </a:r>
                    </a:p>
                  </a:txBody>
                  <a:tcPr marL="45720" marR="45720" anchor="ctr">
                    <a:solidFill>
                      <a:srgbClr val="FFC2B3"/>
                    </a:solidFill>
                  </a:tcPr>
                </a:tc>
                <a:tc>
                  <a:txBody>
                    <a:bodyPr/>
                    <a:lstStyle/>
                    <a:p>
                      <a:pPr algn="ctr">
                        <a:lnSpc>
                          <a:spcPct val="110000"/>
                        </a:lnSpc>
                        <a:spcBef>
                          <a:spcPts val="100"/>
                        </a:spcBef>
                        <a:spcAft>
                          <a:spcPts val="100"/>
                        </a:spcAft>
                      </a:pPr>
                      <a:r>
                        <a:rPr lang="en-US" sz="1000">
                          <a:solidFill>
                            <a:schemeClr val="tx1"/>
                          </a:solidFill>
                          <a:latin typeface="+mn-lt"/>
                        </a:rPr>
                        <a:t>3</a:t>
                      </a:r>
                    </a:p>
                  </a:txBody>
                  <a:tcPr marL="45720" marR="45720" anchor="ctr">
                    <a:solidFill>
                      <a:srgbClr val="FF9FA1"/>
                    </a:solidFill>
                  </a:tcPr>
                </a:tc>
                <a:extLst>
                  <a:ext uri="{0D108BD9-81ED-4DB2-BD59-A6C34878D82A}">
                    <a16:rowId xmlns:a16="http://schemas.microsoft.com/office/drawing/2014/main" val="3320006210"/>
                  </a:ext>
                </a:extLst>
              </a:tr>
              <a:tr h="873846">
                <a:tc>
                  <a:txBody>
                    <a:bodyPr/>
                    <a:lstStyle/>
                    <a:p>
                      <a:pPr>
                        <a:lnSpc>
                          <a:spcPct val="110000"/>
                        </a:lnSpc>
                        <a:spcBef>
                          <a:spcPts val="100"/>
                        </a:spcBef>
                        <a:spcAft>
                          <a:spcPts val="100"/>
                        </a:spcAft>
                      </a:pPr>
                      <a:r>
                        <a:rPr lang="en-US" sz="1000" b="1">
                          <a:solidFill>
                            <a:schemeClr val="tx1"/>
                          </a:solidFill>
                          <a:latin typeface="+mn-lt"/>
                        </a:rPr>
                        <a:t>Capacity utilization exceeding expectations</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1</a:t>
                      </a:r>
                    </a:p>
                  </a:txBody>
                  <a:tcPr marL="45720" marR="45720" anchor="ctr">
                    <a:solidFill>
                      <a:srgbClr val="FFE0D9"/>
                    </a:solidFill>
                  </a:tcPr>
                </a:tc>
                <a:tc>
                  <a:txBody>
                    <a:bodyPr/>
                    <a:lstStyle/>
                    <a:p>
                      <a:pPr algn="ctr">
                        <a:lnSpc>
                          <a:spcPct val="110000"/>
                        </a:lnSpc>
                        <a:spcBef>
                          <a:spcPts val="100"/>
                        </a:spcBef>
                        <a:spcAft>
                          <a:spcPts val="100"/>
                        </a:spcAft>
                      </a:pPr>
                      <a:r>
                        <a:rPr lang="en-US" sz="1000">
                          <a:solidFill>
                            <a:schemeClr val="tx1"/>
                          </a:solidFill>
                          <a:latin typeface="+mn-lt"/>
                        </a:rPr>
                        <a:t>2</a:t>
                      </a:r>
                    </a:p>
                  </a:txBody>
                  <a:tcPr marL="45720" marR="45720" anchor="ctr">
                    <a:solidFill>
                      <a:srgbClr val="FFC2B3"/>
                    </a:solidFill>
                  </a:tcPr>
                </a:tc>
                <a:tc>
                  <a:txBody>
                    <a:bodyPr/>
                    <a:lstStyle/>
                    <a:p>
                      <a:pPr marL="0" marR="0" lvl="0" indent="0" algn="l" defTabSz="914400" rtl="0" eaLnBrk="1" fontAlgn="auto" latinLnBrk="0" hangingPunct="1">
                        <a:lnSpc>
                          <a:spcPct val="110000"/>
                        </a:lnSpc>
                        <a:spcBef>
                          <a:spcPts val="100"/>
                        </a:spcBef>
                        <a:spcAft>
                          <a:spcPts val="100"/>
                        </a:spcAft>
                        <a:buClrTx/>
                        <a:buSzTx/>
                        <a:buFontTx/>
                        <a:buNone/>
                        <a:tabLst/>
                        <a:defRPr/>
                      </a:pPr>
                      <a:r>
                        <a:rPr lang="en-US" sz="1000" b="0" i="0" u="none" strike="noStrike" kern="0" baseline="0" noProof="0">
                          <a:solidFill>
                            <a:schemeClr val="tx1"/>
                          </a:solidFill>
                          <a:effectLst/>
                          <a:latin typeface="+mn-lt"/>
                          <a:cs typeface="Calibri"/>
                        </a:rPr>
                        <a:t>Demand in diagnostics, infusions, or home healthcare could outpace available capacity, cause service bottlenecks and lowering patient satisfaction</a:t>
                      </a:r>
                    </a:p>
                  </a:txBody>
                  <a:tcPr marL="45720" marR="45720" anchor="ctr"/>
                </a:tc>
                <a:tc>
                  <a:txBody>
                    <a:bodyPr/>
                    <a:lstStyle/>
                    <a:p>
                      <a:pPr marL="171450" marR="0" lvl="0" indent="-171450" algn="l" defTabSz="914400" rtl="0" eaLnBrk="1" fontAlgn="auto" latinLnBrk="0" hangingPunct="1">
                        <a:lnSpc>
                          <a:spcPct val="110000"/>
                        </a:lnSpc>
                        <a:spcBef>
                          <a:spcPts val="100"/>
                        </a:spcBef>
                        <a:spcAft>
                          <a:spcPts val="100"/>
                        </a:spcAft>
                        <a:buClrTx/>
                        <a:buSzTx/>
                        <a:buFont typeface="Arial" panose="020B0604020202020204" pitchFamily="34" charset="0"/>
                        <a:buChar char="•"/>
                        <a:tabLst/>
                        <a:defRPr/>
                      </a:pPr>
                      <a:r>
                        <a:rPr lang="en-US" sz="1000" b="0" i="0" u="none" strike="noStrike" kern="0" baseline="0" noProof="0">
                          <a:solidFill>
                            <a:schemeClr val="tx1"/>
                          </a:solidFill>
                          <a:effectLst/>
                          <a:latin typeface="+mn-lt"/>
                          <a:ea typeface="+mn-ea"/>
                          <a:cs typeface="Calibri" panose="020F0502020204030204" pitchFamily="34" charset="0"/>
                        </a:rPr>
                        <a:t>Implement flexible staffing and scheduling models</a:t>
                      </a:r>
                    </a:p>
                    <a:p>
                      <a:pPr marL="171450" marR="0" lvl="0" indent="-171450" algn="l" defTabSz="914400" rtl="0" eaLnBrk="1" fontAlgn="auto" latinLnBrk="0" hangingPunct="1">
                        <a:lnSpc>
                          <a:spcPct val="110000"/>
                        </a:lnSpc>
                        <a:spcBef>
                          <a:spcPts val="100"/>
                        </a:spcBef>
                        <a:spcAft>
                          <a:spcPts val="100"/>
                        </a:spcAft>
                        <a:buClrTx/>
                        <a:buSzTx/>
                        <a:buFont typeface="Arial" panose="020B0604020202020204" pitchFamily="34" charset="0"/>
                        <a:buChar char="•"/>
                        <a:tabLst/>
                        <a:defRPr/>
                      </a:pPr>
                      <a:r>
                        <a:rPr lang="en-US" sz="1000" b="0" i="0" u="none" strike="noStrike" kern="0" baseline="0" noProof="0">
                          <a:solidFill>
                            <a:schemeClr val="tx1"/>
                          </a:solidFill>
                          <a:effectLst/>
                          <a:latin typeface="+mn-lt"/>
                          <a:ea typeface="+mn-ea"/>
                          <a:cs typeface="Calibri" panose="020F0502020204030204" pitchFamily="34" charset="0"/>
                        </a:rPr>
                        <a:t>Phase infrastructure and equipment expansion based on utilization trends</a:t>
                      </a:r>
                    </a:p>
                    <a:p>
                      <a:pPr marL="171450" marR="0" lvl="0" indent="-171450" algn="l" defTabSz="914400" rtl="0" eaLnBrk="1" fontAlgn="auto" latinLnBrk="0" hangingPunct="1">
                        <a:lnSpc>
                          <a:spcPct val="110000"/>
                        </a:lnSpc>
                        <a:spcBef>
                          <a:spcPts val="100"/>
                        </a:spcBef>
                        <a:spcAft>
                          <a:spcPts val="100"/>
                        </a:spcAft>
                        <a:buClrTx/>
                        <a:buSzTx/>
                        <a:buFont typeface="Arial" panose="020B0604020202020204" pitchFamily="34" charset="0"/>
                        <a:buChar char="•"/>
                        <a:tabLst/>
                        <a:defRPr/>
                      </a:pPr>
                      <a:r>
                        <a:rPr lang="en-US" sz="1000" b="0" i="0" u="none" strike="noStrike" kern="0" baseline="0" noProof="0">
                          <a:solidFill>
                            <a:schemeClr val="tx1"/>
                          </a:solidFill>
                          <a:effectLst/>
                          <a:latin typeface="+mn-lt"/>
                          <a:ea typeface="+mn-ea"/>
                          <a:cs typeface="Calibri" panose="020F0502020204030204" pitchFamily="34" charset="0"/>
                        </a:rPr>
                        <a:t>Supply-demand gap monitoring to avoid over or under capacity issues</a:t>
                      </a:r>
                    </a:p>
                  </a:txBody>
                  <a:tcPr marL="45720" marR="45720" anchor="ctr"/>
                </a:tc>
                <a:tc>
                  <a:txBody>
                    <a:bodyPr/>
                    <a:lstStyle/>
                    <a:p>
                      <a:pPr>
                        <a:lnSpc>
                          <a:spcPct val="110000"/>
                        </a:lnSpc>
                        <a:spcBef>
                          <a:spcPts val="100"/>
                        </a:spcBef>
                        <a:spcAft>
                          <a:spcPts val="100"/>
                        </a:spcAft>
                      </a:pPr>
                      <a:r>
                        <a:rPr lang="en-US" sz="1000">
                          <a:solidFill>
                            <a:schemeClr val="tx1"/>
                          </a:solidFill>
                          <a:latin typeface="+mn-lt"/>
                        </a:rPr>
                        <a:t>Chief of staff</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1</a:t>
                      </a:r>
                    </a:p>
                  </a:txBody>
                  <a:tcPr marL="45720" marR="45720" anchor="ctr">
                    <a:solidFill>
                      <a:srgbClr val="FFE0D9"/>
                    </a:solidFill>
                  </a:tcPr>
                </a:tc>
                <a:tc>
                  <a:txBody>
                    <a:bodyPr/>
                    <a:lstStyle/>
                    <a:p>
                      <a:pPr algn="ctr">
                        <a:lnSpc>
                          <a:spcPct val="110000"/>
                        </a:lnSpc>
                        <a:spcBef>
                          <a:spcPts val="100"/>
                        </a:spcBef>
                        <a:spcAft>
                          <a:spcPts val="100"/>
                        </a:spcAft>
                      </a:pPr>
                      <a:r>
                        <a:rPr lang="en-US" sz="1000">
                          <a:solidFill>
                            <a:schemeClr val="tx1"/>
                          </a:solidFill>
                          <a:latin typeface="+mn-lt"/>
                        </a:rPr>
                        <a:t>1</a:t>
                      </a:r>
                    </a:p>
                  </a:txBody>
                  <a:tcPr marL="45720" marR="45720" anchor="ctr">
                    <a:solidFill>
                      <a:srgbClr val="FFE0D9"/>
                    </a:solidFill>
                  </a:tcPr>
                </a:tc>
                <a:extLst>
                  <a:ext uri="{0D108BD9-81ED-4DB2-BD59-A6C34878D82A}">
                    <a16:rowId xmlns:a16="http://schemas.microsoft.com/office/drawing/2014/main" val="1526512994"/>
                  </a:ext>
                </a:extLst>
              </a:tr>
              <a:tr h="1038654">
                <a:tc>
                  <a:txBody>
                    <a:bodyPr/>
                    <a:lstStyle/>
                    <a:p>
                      <a:pPr>
                        <a:lnSpc>
                          <a:spcPct val="110000"/>
                        </a:lnSpc>
                        <a:spcBef>
                          <a:spcPts val="100"/>
                        </a:spcBef>
                        <a:spcAft>
                          <a:spcPts val="100"/>
                        </a:spcAft>
                      </a:pPr>
                      <a:r>
                        <a:rPr lang="en-US" sz="1000" b="1">
                          <a:solidFill>
                            <a:schemeClr val="tx1"/>
                          </a:solidFill>
                          <a:latin typeface="+mn-lt"/>
                        </a:rPr>
                        <a:t>Higher than expected capital expenditure</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3</a:t>
                      </a:r>
                    </a:p>
                  </a:txBody>
                  <a:tcPr marL="45720" marR="45720" anchor="ctr">
                    <a:solidFill>
                      <a:srgbClr val="FF9FA1"/>
                    </a:solidFill>
                  </a:tcPr>
                </a:tc>
                <a:tc>
                  <a:txBody>
                    <a:bodyPr/>
                    <a:lstStyle/>
                    <a:p>
                      <a:pPr algn="ctr">
                        <a:lnSpc>
                          <a:spcPct val="110000"/>
                        </a:lnSpc>
                        <a:spcBef>
                          <a:spcPts val="100"/>
                        </a:spcBef>
                        <a:spcAft>
                          <a:spcPts val="100"/>
                        </a:spcAft>
                      </a:pPr>
                      <a:r>
                        <a:rPr lang="en-US" sz="1000">
                          <a:solidFill>
                            <a:schemeClr val="tx1"/>
                          </a:solidFill>
                          <a:latin typeface="+mn-lt"/>
                        </a:rPr>
                        <a:t>5</a:t>
                      </a:r>
                    </a:p>
                  </a:txBody>
                  <a:tcPr marL="45720" marR="45720" anchor="ctr">
                    <a:solidFill>
                      <a:srgbClr val="FF373C"/>
                    </a:solidFill>
                  </a:tcPr>
                </a:tc>
                <a:tc>
                  <a:txBody>
                    <a:bodyPr/>
                    <a:lstStyle/>
                    <a:p>
                      <a:pPr marL="0" marR="0" lvl="0" indent="0" algn="l" defTabSz="914400" rtl="0" eaLnBrk="1" fontAlgn="auto" latinLnBrk="0" hangingPunct="1">
                        <a:lnSpc>
                          <a:spcPct val="110000"/>
                        </a:lnSpc>
                        <a:spcBef>
                          <a:spcPts val="100"/>
                        </a:spcBef>
                        <a:spcAft>
                          <a:spcPts val="100"/>
                        </a:spcAft>
                        <a:buClrTx/>
                        <a:buSzTx/>
                        <a:buFontTx/>
                        <a:buNone/>
                        <a:tabLst/>
                        <a:defRPr/>
                      </a:pPr>
                      <a:r>
                        <a:rPr lang="en-US" sz="1000">
                          <a:solidFill>
                            <a:schemeClr val="tx1"/>
                          </a:solidFill>
                          <a:latin typeface="+mn-lt"/>
                          <a:cs typeface="Calibri" panose="020F0502020204030204" pitchFamily="34" charset="0"/>
                        </a:rPr>
                        <a:t>Cost overruns from equipment upgrades, facility expansion, incremental revenue initiatives could strain cashflows, reduce profitability, and prolong payback periods</a:t>
                      </a:r>
                    </a:p>
                  </a:txBody>
                  <a:tcPr marL="45720" marR="45720" anchor="ctr"/>
                </a:tc>
                <a:tc>
                  <a:txBody>
                    <a:bodyPr/>
                    <a:lstStyle/>
                    <a:p>
                      <a:pPr marL="171450" lvl="0" indent="-171450" algn="l">
                        <a:lnSpc>
                          <a:spcPct val="110000"/>
                        </a:lnSpc>
                        <a:spcBef>
                          <a:spcPts val="100"/>
                        </a:spcBef>
                        <a:spcAft>
                          <a:spcPts val="100"/>
                        </a:spcAft>
                        <a:buFont typeface="Arial" panose="020B0604020202020204" pitchFamily="34" charset="0"/>
                        <a:buChar char="•"/>
                      </a:pPr>
                      <a:r>
                        <a:rPr lang="en-US" sz="1000" b="0" i="0" u="none" strike="noStrike" noProof="0">
                          <a:solidFill>
                            <a:schemeClr val="tx1"/>
                          </a:solidFill>
                          <a:latin typeface="+mn-lt"/>
                        </a:rPr>
                        <a:t>Phase capital deployment based on service line performance </a:t>
                      </a:r>
                    </a:p>
                    <a:p>
                      <a:pPr marL="171450" lvl="0" indent="-171450" algn="l">
                        <a:lnSpc>
                          <a:spcPct val="110000"/>
                        </a:lnSpc>
                        <a:spcBef>
                          <a:spcPts val="100"/>
                        </a:spcBef>
                        <a:spcAft>
                          <a:spcPts val="100"/>
                        </a:spcAft>
                        <a:buFont typeface="Arial" panose="020B0604020202020204" pitchFamily="34" charset="0"/>
                        <a:buChar char="•"/>
                      </a:pPr>
                      <a:r>
                        <a:rPr lang="en-US" sz="1000" b="0" i="0" u="none" strike="noStrike" noProof="0">
                          <a:solidFill>
                            <a:schemeClr val="tx1"/>
                          </a:solidFill>
                          <a:latin typeface="+mn-lt"/>
                        </a:rPr>
                        <a:t>Prioritize high-margin or quick-payback initiatives</a:t>
                      </a:r>
                    </a:p>
                    <a:p>
                      <a:pPr marL="171450" lvl="0" indent="-171450" algn="l">
                        <a:lnSpc>
                          <a:spcPct val="110000"/>
                        </a:lnSpc>
                        <a:spcBef>
                          <a:spcPts val="100"/>
                        </a:spcBef>
                        <a:spcAft>
                          <a:spcPts val="100"/>
                        </a:spcAft>
                        <a:buFont typeface="Arial" panose="020B0604020202020204" pitchFamily="34" charset="0"/>
                        <a:buChar char="•"/>
                      </a:pPr>
                      <a:r>
                        <a:rPr lang="en-US" sz="1000" b="0" i="0" u="none" strike="noStrike" noProof="0">
                          <a:solidFill>
                            <a:schemeClr val="tx1"/>
                          </a:solidFill>
                          <a:latin typeface="+mn-lt"/>
                        </a:rPr>
                        <a:t>Maintain contingency reserve and explore vendor financing or leasing options to ease upfront cash requirements</a:t>
                      </a:r>
                    </a:p>
                  </a:txBody>
                  <a:tcPr marL="45720" marR="45720" anchor="ctr"/>
                </a:tc>
                <a:tc>
                  <a:txBody>
                    <a:bodyPr/>
                    <a:lstStyle/>
                    <a:p>
                      <a:pPr algn="l">
                        <a:lnSpc>
                          <a:spcPct val="110000"/>
                        </a:lnSpc>
                        <a:spcBef>
                          <a:spcPts val="100"/>
                        </a:spcBef>
                        <a:spcAft>
                          <a:spcPts val="100"/>
                        </a:spcAft>
                      </a:pPr>
                      <a:r>
                        <a:rPr lang="en-US" sz="1000" b="0" i="0" u="none" strike="noStrike" kern="0" baseline="0">
                          <a:solidFill>
                            <a:schemeClr val="tx1"/>
                          </a:solidFill>
                          <a:effectLst/>
                          <a:latin typeface="+mn-lt"/>
                          <a:ea typeface="+mn-ea"/>
                          <a:cs typeface="Calibri" panose="020F0502020204030204" pitchFamily="34" charset="0"/>
                        </a:rPr>
                        <a:t>OC/AFG</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3</a:t>
                      </a:r>
                    </a:p>
                  </a:txBody>
                  <a:tcPr marL="45720" marR="45720" anchor="ctr">
                    <a:solidFill>
                      <a:srgbClr val="FF9FA1"/>
                    </a:solidFill>
                  </a:tcPr>
                </a:tc>
                <a:tc>
                  <a:txBody>
                    <a:bodyPr/>
                    <a:lstStyle/>
                    <a:p>
                      <a:pPr algn="ctr">
                        <a:lnSpc>
                          <a:spcPct val="110000"/>
                        </a:lnSpc>
                        <a:spcBef>
                          <a:spcPts val="100"/>
                        </a:spcBef>
                        <a:spcAft>
                          <a:spcPts val="100"/>
                        </a:spcAft>
                      </a:pPr>
                      <a:r>
                        <a:rPr lang="en-US" sz="1000">
                          <a:solidFill>
                            <a:schemeClr val="tx1"/>
                          </a:solidFill>
                          <a:latin typeface="+mn-lt"/>
                        </a:rPr>
                        <a:t>4</a:t>
                      </a:r>
                    </a:p>
                  </a:txBody>
                  <a:tcPr marL="45720" marR="45720" anchor="ctr">
                    <a:solidFill>
                      <a:srgbClr val="FF6D70"/>
                    </a:solidFill>
                  </a:tcPr>
                </a:tc>
                <a:extLst>
                  <a:ext uri="{0D108BD9-81ED-4DB2-BD59-A6C34878D82A}">
                    <a16:rowId xmlns:a16="http://schemas.microsoft.com/office/drawing/2014/main" val="1409457170"/>
                  </a:ext>
                </a:extLst>
              </a:tr>
              <a:tr h="873846">
                <a:tc>
                  <a:txBody>
                    <a:bodyPr/>
                    <a:lstStyle/>
                    <a:p>
                      <a:pPr marL="0" marR="0" lvl="0" indent="0" algn="l" defTabSz="914400" rtl="0" eaLnBrk="1" fontAlgn="auto" latinLnBrk="0" hangingPunct="1">
                        <a:lnSpc>
                          <a:spcPct val="110000"/>
                        </a:lnSpc>
                        <a:spcBef>
                          <a:spcPts val="100"/>
                        </a:spcBef>
                        <a:spcAft>
                          <a:spcPts val="100"/>
                        </a:spcAft>
                        <a:buClrTx/>
                        <a:buSzTx/>
                        <a:buFontTx/>
                        <a:buNone/>
                        <a:tabLst/>
                        <a:defRPr/>
                      </a:pPr>
                      <a:r>
                        <a:rPr lang="en-US" sz="1000" b="1" i="0" u="none" strike="noStrike" kern="0" baseline="0" noProof="0">
                          <a:solidFill>
                            <a:schemeClr val="tx1"/>
                          </a:solidFill>
                          <a:effectLst/>
                          <a:latin typeface="+mn-lt"/>
                          <a:ea typeface="+mn-ea"/>
                          <a:cs typeface="Calibri" panose="020F0502020204030204" pitchFamily="34" charset="0"/>
                        </a:rPr>
                        <a:t>Delays &amp; lags: Construction, additional stream implementation</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4</a:t>
                      </a:r>
                    </a:p>
                  </a:txBody>
                  <a:tcPr marL="45720" marR="45720" anchor="ctr">
                    <a:solidFill>
                      <a:srgbClr val="FF6D70"/>
                    </a:solidFill>
                  </a:tcPr>
                </a:tc>
                <a:tc>
                  <a:txBody>
                    <a:bodyPr/>
                    <a:lstStyle/>
                    <a:p>
                      <a:pPr algn="ctr">
                        <a:lnSpc>
                          <a:spcPct val="110000"/>
                        </a:lnSpc>
                        <a:spcBef>
                          <a:spcPts val="100"/>
                        </a:spcBef>
                        <a:spcAft>
                          <a:spcPts val="100"/>
                        </a:spcAft>
                      </a:pPr>
                      <a:r>
                        <a:rPr lang="en-US" sz="1000">
                          <a:solidFill>
                            <a:schemeClr val="tx1"/>
                          </a:solidFill>
                          <a:latin typeface="+mn-lt"/>
                        </a:rPr>
                        <a:t>5</a:t>
                      </a:r>
                    </a:p>
                  </a:txBody>
                  <a:tcPr marL="45720" marR="45720" anchor="ctr">
                    <a:solidFill>
                      <a:srgbClr val="FF373C"/>
                    </a:solidFill>
                  </a:tcPr>
                </a:tc>
                <a:tc>
                  <a:txBody>
                    <a:bodyPr/>
                    <a:lstStyle/>
                    <a:p>
                      <a:pPr marL="0" marR="0" lvl="0" indent="0" algn="l" defTabSz="914400" rtl="0" eaLnBrk="1" fontAlgn="auto" latinLnBrk="0" hangingPunct="1">
                        <a:lnSpc>
                          <a:spcPct val="110000"/>
                        </a:lnSpc>
                        <a:spcBef>
                          <a:spcPts val="100"/>
                        </a:spcBef>
                        <a:spcAft>
                          <a:spcPts val="100"/>
                        </a:spcAft>
                        <a:buClrTx/>
                        <a:buSzTx/>
                        <a:buFontTx/>
                        <a:buNone/>
                        <a:tabLst/>
                        <a:defRPr/>
                      </a:pPr>
                      <a:r>
                        <a:rPr lang="en-US" sz="1000" b="0" i="0" u="none" strike="noStrike">
                          <a:solidFill>
                            <a:schemeClr val="tx1"/>
                          </a:solidFill>
                          <a:effectLst/>
                          <a:latin typeface="+mn-lt"/>
                        </a:rPr>
                        <a:t>Project lags, such as equipment deliveries outpacing site readiness, can raise holding costs, defer revenue generation, and extend the clinic’s payback period</a:t>
                      </a:r>
                    </a:p>
                  </a:txBody>
                  <a:tcPr marL="45720" marR="45720" anchor="ctr"/>
                </a:tc>
                <a:tc>
                  <a:txBody>
                    <a:bodyPr/>
                    <a:lstStyle/>
                    <a:p>
                      <a:pPr marL="171450" lvl="0" indent="-171450" algn="l">
                        <a:lnSpc>
                          <a:spcPct val="110000"/>
                        </a:lnSpc>
                        <a:spcBef>
                          <a:spcPts val="100"/>
                        </a:spcBef>
                        <a:spcAft>
                          <a:spcPts val="100"/>
                        </a:spcAft>
                        <a:buFont typeface="Arial" panose="020B0604020202020204" pitchFamily="34" charset="0"/>
                        <a:buChar char="•"/>
                      </a:pPr>
                      <a:r>
                        <a:rPr lang="en-US" sz="1000" b="0" i="0" u="none" strike="noStrike" noProof="0">
                          <a:solidFill>
                            <a:schemeClr val="tx1"/>
                          </a:solidFill>
                          <a:latin typeface="+mn-lt"/>
                        </a:rPr>
                        <a:t>Detailed project management framework with clear milestones, ownership, and regular progress reviews</a:t>
                      </a:r>
                    </a:p>
                    <a:p>
                      <a:pPr marL="171450" lvl="0" indent="-171450" algn="l">
                        <a:lnSpc>
                          <a:spcPct val="110000"/>
                        </a:lnSpc>
                        <a:spcBef>
                          <a:spcPts val="100"/>
                        </a:spcBef>
                        <a:spcAft>
                          <a:spcPts val="100"/>
                        </a:spcAft>
                        <a:buFont typeface="Arial" panose="020B0604020202020204" pitchFamily="34" charset="0"/>
                        <a:buChar char="•"/>
                      </a:pPr>
                      <a:r>
                        <a:rPr lang="en-US" sz="1000" b="0" i="0" u="none" strike="noStrike" noProof="0">
                          <a:solidFill>
                            <a:schemeClr val="tx1"/>
                          </a:solidFill>
                          <a:latin typeface="+mn-lt"/>
                        </a:rPr>
                        <a:t>Engage experienced contractors </a:t>
                      </a:r>
                    </a:p>
                    <a:p>
                      <a:pPr marL="171450" lvl="0" indent="-171450" algn="l">
                        <a:lnSpc>
                          <a:spcPct val="110000"/>
                        </a:lnSpc>
                        <a:spcBef>
                          <a:spcPts val="100"/>
                        </a:spcBef>
                        <a:spcAft>
                          <a:spcPts val="100"/>
                        </a:spcAft>
                        <a:buFont typeface="Arial" panose="020B0604020202020204" pitchFamily="34" charset="0"/>
                        <a:buChar char="•"/>
                      </a:pPr>
                      <a:r>
                        <a:rPr lang="en-US" sz="1000" b="0" i="0" u="none" strike="noStrike" noProof="0">
                          <a:solidFill>
                            <a:schemeClr val="tx1"/>
                          </a:solidFill>
                          <a:latin typeface="+mn-lt"/>
                        </a:rPr>
                        <a:t>Maintain parallel planning for staffing, licensing, and vendor onboarding</a:t>
                      </a:r>
                    </a:p>
                  </a:txBody>
                  <a:tcPr marL="45720" marR="45720" anchor="ctr"/>
                </a:tc>
                <a:tc>
                  <a:txBody>
                    <a:bodyPr/>
                    <a:lstStyle/>
                    <a:p>
                      <a:pPr algn="ctr">
                        <a:lnSpc>
                          <a:spcPct val="110000"/>
                        </a:lnSpc>
                        <a:spcBef>
                          <a:spcPts val="100"/>
                        </a:spcBef>
                        <a:spcAft>
                          <a:spcPts val="100"/>
                        </a:spcAft>
                      </a:pPr>
                      <a:r>
                        <a:rPr lang="en-US" sz="1000" b="0" i="0" u="none" strike="noStrike" kern="0" baseline="0">
                          <a:solidFill>
                            <a:schemeClr val="tx1"/>
                          </a:solidFill>
                          <a:effectLst/>
                          <a:latin typeface="+mn-lt"/>
                          <a:ea typeface="+mn-ea"/>
                          <a:cs typeface="Calibri" panose="020F0502020204030204" pitchFamily="34" charset="0"/>
                        </a:rPr>
                        <a:t>Construction lead</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3</a:t>
                      </a:r>
                    </a:p>
                  </a:txBody>
                  <a:tcPr marL="45720" marR="45720" anchor="ctr">
                    <a:solidFill>
                      <a:srgbClr val="FF9FA1"/>
                    </a:solidFill>
                  </a:tcPr>
                </a:tc>
                <a:tc>
                  <a:txBody>
                    <a:bodyPr/>
                    <a:lstStyle/>
                    <a:p>
                      <a:pPr algn="ctr">
                        <a:lnSpc>
                          <a:spcPct val="110000"/>
                        </a:lnSpc>
                        <a:spcBef>
                          <a:spcPts val="100"/>
                        </a:spcBef>
                        <a:spcAft>
                          <a:spcPts val="100"/>
                        </a:spcAft>
                      </a:pPr>
                      <a:r>
                        <a:rPr lang="en-US" sz="1000">
                          <a:solidFill>
                            <a:schemeClr val="tx1"/>
                          </a:solidFill>
                          <a:latin typeface="+mn-lt"/>
                        </a:rPr>
                        <a:t>5</a:t>
                      </a:r>
                    </a:p>
                  </a:txBody>
                  <a:tcPr marL="45720" marR="45720" anchor="ctr">
                    <a:solidFill>
                      <a:srgbClr val="FF373C"/>
                    </a:solidFill>
                  </a:tcPr>
                </a:tc>
                <a:extLst>
                  <a:ext uri="{0D108BD9-81ED-4DB2-BD59-A6C34878D82A}">
                    <a16:rowId xmlns:a16="http://schemas.microsoft.com/office/drawing/2014/main" val="3403870981"/>
                  </a:ext>
                </a:extLst>
              </a:tr>
              <a:tr h="789562">
                <a:tc>
                  <a:txBody>
                    <a:bodyPr/>
                    <a:lstStyle/>
                    <a:p>
                      <a:pPr marL="0" marR="0" lvl="0" indent="0" algn="l" defTabSz="914400" rtl="0" eaLnBrk="1" fontAlgn="auto" latinLnBrk="0" hangingPunct="1">
                        <a:lnSpc>
                          <a:spcPct val="110000"/>
                        </a:lnSpc>
                        <a:spcBef>
                          <a:spcPts val="100"/>
                        </a:spcBef>
                        <a:spcAft>
                          <a:spcPts val="100"/>
                        </a:spcAft>
                        <a:buClrTx/>
                        <a:buSzTx/>
                        <a:buFontTx/>
                        <a:buNone/>
                        <a:tabLst/>
                        <a:defRPr/>
                      </a:pPr>
                      <a:r>
                        <a:rPr lang="en-US" sz="1000" b="1" i="0" u="none" strike="noStrike" kern="0" baseline="0" noProof="0">
                          <a:solidFill>
                            <a:schemeClr val="tx1"/>
                          </a:solidFill>
                          <a:effectLst/>
                          <a:latin typeface="+mn-lt"/>
                          <a:ea typeface="+mn-ea"/>
                          <a:cs typeface="Calibri" panose="020F0502020204030204" pitchFamily="34" charset="0"/>
                        </a:rPr>
                        <a:t>Patients not covered under current OC insurance partnerships</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2</a:t>
                      </a:r>
                    </a:p>
                  </a:txBody>
                  <a:tcPr marL="45720" marR="45720" anchor="ctr">
                    <a:solidFill>
                      <a:srgbClr val="FFC2B3"/>
                    </a:solidFill>
                  </a:tcPr>
                </a:tc>
                <a:tc>
                  <a:txBody>
                    <a:bodyPr/>
                    <a:lstStyle/>
                    <a:p>
                      <a:pPr algn="ctr">
                        <a:lnSpc>
                          <a:spcPct val="110000"/>
                        </a:lnSpc>
                        <a:spcBef>
                          <a:spcPts val="100"/>
                        </a:spcBef>
                        <a:spcAft>
                          <a:spcPts val="100"/>
                        </a:spcAft>
                      </a:pPr>
                      <a:r>
                        <a:rPr lang="en-US" sz="1000">
                          <a:solidFill>
                            <a:schemeClr val="tx1"/>
                          </a:solidFill>
                          <a:latin typeface="+mn-lt"/>
                        </a:rPr>
                        <a:t>2</a:t>
                      </a:r>
                    </a:p>
                  </a:txBody>
                  <a:tcPr marL="45720" marR="45720" anchor="ctr">
                    <a:solidFill>
                      <a:srgbClr val="FFC2B3"/>
                    </a:solidFill>
                  </a:tcPr>
                </a:tc>
                <a:tc>
                  <a:txBody>
                    <a:bodyPr/>
                    <a:lstStyle/>
                    <a:p>
                      <a:pPr marL="0" marR="0" lvl="0" indent="0" algn="l" defTabSz="914400" rtl="0" eaLnBrk="1" fontAlgn="auto" latinLnBrk="0" hangingPunct="1">
                        <a:lnSpc>
                          <a:spcPct val="110000"/>
                        </a:lnSpc>
                        <a:spcBef>
                          <a:spcPts val="100"/>
                        </a:spcBef>
                        <a:spcAft>
                          <a:spcPts val="100"/>
                        </a:spcAft>
                        <a:buClrTx/>
                        <a:buSzTx/>
                        <a:buFontTx/>
                        <a:buNone/>
                        <a:tabLst/>
                        <a:defRPr/>
                      </a:pPr>
                      <a:r>
                        <a:rPr lang="en-US" sz="1000" b="0" i="0" u="none" strike="noStrike">
                          <a:solidFill>
                            <a:schemeClr val="tx1"/>
                          </a:solidFill>
                          <a:effectLst/>
                          <a:latin typeface="+mn-lt"/>
                        </a:rPr>
                        <a:t>Limited initial insurance coverage may restrict patient access and inflow</a:t>
                      </a:r>
                    </a:p>
                  </a:txBody>
                  <a:tcPr marL="45720" marR="45720" anchor="ctr"/>
                </a:tc>
                <a:tc>
                  <a:txBody>
                    <a:bodyPr/>
                    <a:lstStyle/>
                    <a:p>
                      <a:pPr marL="171450" lvl="0" indent="-171450" algn="l">
                        <a:lnSpc>
                          <a:spcPct val="110000"/>
                        </a:lnSpc>
                        <a:spcBef>
                          <a:spcPts val="100"/>
                        </a:spcBef>
                        <a:spcAft>
                          <a:spcPts val="100"/>
                        </a:spcAft>
                        <a:buFont typeface="Arial" panose="020B0604020202020204" pitchFamily="34" charset="0"/>
                        <a:buChar char="•"/>
                      </a:pPr>
                      <a:r>
                        <a:rPr lang="en-US" sz="1000" b="0" i="0" u="none" strike="noStrike" noProof="0">
                          <a:solidFill>
                            <a:schemeClr val="tx1"/>
                          </a:solidFill>
                          <a:latin typeface="+mn-lt"/>
                        </a:rPr>
                        <a:t>Treat patients from non-panel insurers on a cash basis, allowing them to claim post-treatment reimbursements</a:t>
                      </a:r>
                    </a:p>
                    <a:p>
                      <a:pPr marL="171450" lvl="0" indent="-171450" algn="l">
                        <a:lnSpc>
                          <a:spcPct val="110000"/>
                        </a:lnSpc>
                        <a:spcBef>
                          <a:spcPts val="100"/>
                        </a:spcBef>
                        <a:spcAft>
                          <a:spcPts val="100"/>
                        </a:spcAft>
                        <a:buFont typeface="Arial" panose="020B0604020202020204" pitchFamily="34" charset="0"/>
                        <a:buChar char="•"/>
                      </a:pPr>
                      <a:r>
                        <a:rPr lang="en-US" sz="1000" b="0" i="0" u="none" strike="noStrike" noProof="0">
                          <a:solidFill>
                            <a:schemeClr val="tx1"/>
                          </a:solidFill>
                          <a:latin typeface="+mn-lt"/>
                        </a:rPr>
                        <a:t>Use this approach to indirectly encourage insurers to include OC KSA in their provider panels</a:t>
                      </a:r>
                    </a:p>
                  </a:txBody>
                  <a:tcPr marL="45720" marR="45720" anchor="ctr"/>
                </a:tc>
                <a:tc>
                  <a:txBody>
                    <a:bodyPr/>
                    <a:lstStyle/>
                    <a:p>
                      <a:pPr algn="l">
                        <a:lnSpc>
                          <a:spcPct val="110000"/>
                        </a:lnSpc>
                        <a:spcBef>
                          <a:spcPts val="100"/>
                        </a:spcBef>
                        <a:spcAft>
                          <a:spcPts val="100"/>
                        </a:spcAft>
                      </a:pPr>
                      <a:r>
                        <a:rPr lang="en-US" sz="1000" b="0" i="0" u="none" strike="noStrike" kern="0" baseline="0">
                          <a:solidFill>
                            <a:schemeClr val="tx1"/>
                          </a:solidFill>
                          <a:effectLst/>
                          <a:latin typeface="+mn-lt"/>
                          <a:ea typeface="+mn-ea"/>
                          <a:cs typeface="Calibri" panose="020F0502020204030204" pitchFamily="34" charset="0"/>
                        </a:rPr>
                        <a:t>Partnerships, commercials</a:t>
                      </a:r>
                    </a:p>
                  </a:txBody>
                  <a:tcPr marL="45720" marR="45720" anchor="ctr"/>
                </a:tc>
                <a:tc>
                  <a:txBody>
                    <a:bodyPr/>
                    <a:lstStyle/>
                    <a:p>
                      <a:pPr algn="ctr">
                        <a:lnSpc>
                          <a:spcPct val="110000"/>
                        </a:lnSpc>
                        <a:spcBef>
                          <a:spcPts val="100"/>
                        </a:spcBef>
                        <a:spcAft>
                          <a:spcPts val="100"/>
                        </a:spcAft>
                      </a:pPr>
                      <a:r>
                        <a:rPr lang="en-US" sz="1000">
                          <a:solidFill>
                            <a:schemeClr val="tx1"/>
                          </a:solidFill>
                          <a:latin typeface="+mn-lt"/>
                        </a:rPr>
                        <a:t>2</a:t>
                      </a:r>
                    </a:p>
                  </a:txBody>
                  <a:tcPr marL="45720" marR="45720" anchor="ctr">
                    <a:solidFill>
                      <a:srgbClr val="FFC2B3"/>
                    </a:solidFill>
                  </a:tcPr>
                </a:tc>
                <a:tc>
                  <a:txBody>
                    <a:bodyPr/>
                    <a:lstStyle/>
                    <a:p>
                      <a:pPr algn="ctr">
                        <a:lnSpc>
                          <a:spcPct val="110000"/>
                        </a:lnSpc>
                        <a:spcBef>
                          <a:spcPts val="100"/>
                        </a:spcBef>
                        <a:spcAft>
                          <a:spcPts val="100"/>
                        </a:spcAft>
                      </a:pPr>
                      <a:r>
                        <a:rPr lang="en-US" sz="1000">
                          <a:solidFill>
                            <a:schemeClr val="tx1"/>
                          </a:solidFill>
                          <a:latin typeface="+mn-lt"/>
                        </a:rPr>
                        <a:t>2</a:t>
                      </a:r>
                    </a:p>
                  </a:txBody>
                  <a:tcPr marL="45720" marR="45720" anchor="ctr">
                    <a:solidFill>
                      <a:srgbClr val="FFC2B3"/>
                    </a:solidFill>
                  </a:tcPr>
                </a:tc>
                <a:extLst>
                  <a:ext uri="{0D108BD9-81ED-4DB2-BD59-A6C34878D82A}">
                    <a16:rowId xmlns:a16="http://schemas.microsoft.com/office/drawing/2014/main" val="1383888934"/>
                  </a:ext>
                </a:extLst>
              </a:tr>
            </a:tbl>
          </a:graphicData>
        </a:graphic>
      </p:graphicFrame>
      <p:sp>
        <p:nvSpPr>
          <p:cNvPr id="13" name="Line 15">
            <a:extLst>
              <a:ext uri="{FF2B5EF4-FFF2-40B4-BE49-F238E27FC236}">
                <a16:creationId xmlns:a16="http://schemas.microsoft.com/office/drawing/2014/main" id="{AC70C19C-69E9-D870-4029-1300166B4563}"/>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B6449C30-343C-E07A-0A2D-BDF5BA9DF920}"/>
              </a:ext>
            </a:extLst>
          </p:cNvPr>
          <p:cNvGrpSpPr/>
          <p:nvPr/>
        </p:nvGrpSpPr>
        <p:grpSpPr>
          <a:xfrm>
            <a:off x="15130" y="47516"/>
            <a:ext cx="171132" cy="228600"/>
            <a:chOff x="0" y="49329"/>
            <a:chExt cx="171132" cy="228600"/>
          </a:xfrm>
        </p:grpSpPr>
        <p:cxnSp>
          <p:nvCxnSpPr>
            <p:cNvPr id="15" name="Straight Connector 14">
              <a:extLst>
                <a:ext uri="{FF2B5EF4-FFF2-40B4-BE49-F238E27FC236}">
                  <a16:creationId xmlns:a16="http://schemas.microsoft.com/office/drawing/2014/main" id="{D72F3565-5752-0D98-11EA-D2597EBDB2DB}"/>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 name="Rectangle: Rounded Corners 15">
              <a:extLst>
                <a:ext uri="{FF2B5EF4-FFF2-40B4-BE49-F238E27FC236}">
                  <a16:creationId xmlns:a16="http://schemas.microsoft.com/office/drawing/2014/main" id="{D7390959-AB39-820A-B90F-BA99276C9D23}"/>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7" name="Google Shape;1129;p23">
            <a:extLst>
              <a:ext uri="{FF2B5EF4-FFF2-40B4-BE49-F238E27FC236}">
                <a16:creationId xmlns:a16="http://schemas.microsoft.com/office/drawing/2014/main" id="{EC2D41EE-C0F5-862E-3E70-510FFB578F5D}"/>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Risks &amp; Mitigation</a:t>
            </a:r>
            <a:endParaRPr lang="en-US">
              <a:solidFill>
                <a:schemeClr val="bg1"/>
              </a:solidFill>
              <a:latin typeface="Calibri"/>
              <a:ea typeface="Calibri"/>
              <a:cs typeface="Calibri"/>
            </a:endParaRPr>
          </a:p>
        </p:txBody>
      </p:sp>
      <p:sp>
        <p:nvSpPr>
          <p:cNvPr id="18" name="Title 3">
            <a:extLst>
              <a:ext uri="{FF2B5EF4-FFF2-40B4-BE49-F238E27FC236}">
                <a16:creationId xmlns:a16="http://schemas.microsoft.com/office/drawing/2014/main" id="{9AD365F4-E602-FB10-107B-BCACB7C236B5}"/>
              </a:ext>
            </a:extLst>
          </p:cNvPr>
          <p:cNvSpPr txBox="1">
            <a:spLocks/>
          </p:cNvSpPr>
          <p:nvPr/>
        </p:nvSpPr>
        <p:spPr>
          <a:xfrm>
            <a:off x="569580" y="369679"/>
            <a:ext cx="11082528" cy="368452"/>
          </a:xfrm>
          <a:prstGeom prst="rect">
            <a:avLst/>
          </a:prstGeom>
        </p:spPr>
        <p:txBody>
          <a:bodyPr vert="horz" wrap="square" lIns="0" tIns="0" rIns="0" bIns="0" rtlCol="0" anchor="t"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400">
                <a:latin typeface="Georgia" panose="02040502050405020303" pitchFamily="18" charset="0"/>
                <a:cs typeface="Arial" panose="020B0604020202020204" pitchFamily="34" charset="0"/>
              </a:rPr>
              <a:t>Mitigation plans</a:t>
            </a:r>
            <a:r>
              <a:rPr lang="en-US" sz="2400" b="0">
                <a:latin typeface="Georgia" panose="02040502050405020303" pitchFamily="18" charset="0"/>
                <a:cs typeface="Arial" panose="020B0604020202020204" pitchFamily="34" charset="0"/>
              </a:rPr>
              <a:t> in place to either reduce the likelihood or impact of the strategy plan and key initiatives, post launch 2026-28F</a:t>
            </a:r>
          </a:p>
        </p:txBody>
      </p:sp>
    </p:spTree>
    <p:extLst>
      <p:ext uri="{BB962C8B-B14F-4D97-AF65-F5344CB8AC3E}">
        <p14:creationId xmlns:p14="http://schemas.microsoft.com/office/powerpoint/2010/main" val="317819865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834DA1-457C-47B7-0C44-21367303F94A}"/>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127D5EE7-9616-126C-26D0-27EB7EBEDDD8}"/>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84" imgH="486" progId="TCLayout.ActiveDocument.1">
                  <p:embed/>
                </p:oleObj>
              </mc:Choice>
              <mc:Fallback>
                <p:oleObj name="think-cell Slide" r:id="rId4" imgW="484" imgH="486" progId="TCLayout.ActiveDocument.1">
                  <p:embed/>
                  <p:pic>
                    <p:nvPicPr>
                      <p:cNvPr id="4" name="think-cell data - do not delete" hidden="1">
                        <a:extLst>
                          <a:ext uri="{FF2B5EF4-FFF2-40B4-BE49-F238E27FC236}">
                            <a16:creationId xmlns:a16="http://schemas.microsoft.com/office/drawing/2014/main" id="{127D5EE7-9616-126C-26D0-27EB7EBEDDD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0" name="Rectangle 9">
            <a:extLst>
              <a:ext uri="{FF2B5EF4-FFF2-40B4-BE49-F238E27FC236}">
                <a16:creationId xmlns:a16="http://schemas.microsoft.com/office/drawing/2014/main" id="{5A9DE0DD-8808-ED99-CF34-E999822EF464}"/>
              </a:ext>
            </a:extLst>
          </p:cNvPr>
          <p:cNvSpPr/>
          <p:nvPr/>
        </p:nvSpPr>
        <p:spPr>
          <a:xfrm>
            <a:off x="3788229" y="0"/>
            <a:ext cx="8403771" cy="6858000"/>
          </a:xfrm>
          <a:prstGeom prst="rect">
            <a:avLst/>
          </a:prstGeom>
          <a:solidFill>
            <a:srgbClr val="D8EAEA"/>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8" name="Table 18">
            <a:extLst>
              <a:ext uri="{FF2B5EF4-FFF2-40B4-BE49-F238E27FC236}">
                <a16:creationId xmlns:a16="http://schemas.microsoft.com/office/drawing/2014/main" id="{62271429-8184-A6EE-CC7D-4DCAC0CAFC13}"/>
              </a:ext>
            </a:extLst>
          </p:cNvPr>
          <p:cNvGraphicFramePr>
            <a:graphicFrameLocks noGrp="1"/>
          </p:cNvGraphicFramePr>
          <p:nvPr>
            <p:extLst>
              <p:ext uri="{D42A27DB-BD31-4B8C-83A1-F6EECF244321}">
                <p14:modId xmlns:p14="http://schemas.microsoft.com/office/powerpoint/2010/main" val="665876015"/>
              </p:ext>
            </p:extLst>
          </p:nvPr>
        </p:nvGraphicFramePr>
        <p:xfrm>
          <a:off x="4259210" y="2129960"/>
          <a:ext cx="7088060" cy="3188959"/>
        </p:xfrm>
        <a:graphic>
          <a:graphicData uri="http://schemas.openxmlformats.org/drawingml/2006/table">
            <a:tbl>
              <a:tblPr firstRow="1" bandRow="1">
                <a:tableStyleId>{5C22544A-7EE6-4342-B048-85BDC9FD1C3A}</a:tableStyleId>
              </a:tblPr>
              <a:tblGrid>
                <a:gridCol w="609851">
                  <a:extLst>
                    <a:ext uri="{9D8B030D-6E8A-4147-A177-3AD203B41FA5}">
                      <a16:colId xmlns:a16="http://schemas.microsoft.com/office/drawing/2014/main" val="2119018486"/>
                    </a:ext>
                  </a:extLst>
                </a:gridCol>
                <a:gridCol w="6478209">
                  <a:extLst>
                    <a:ext uri="{9D8B030D-6E8A-4147-A177-3AD203B41FA5}">
                      <a16:colId xmlns:a16="http://schemas.microsoft.com/office/drawing/2014/main" val="1725796595"/>
                    </a:ext>
                  </a:extLst>
                </a:gridCol>
              </a:tblGrid>
              <a:tr h="599364">
                <a:tc gridSpan="2">
                  <a:txBody>
                    <a:bodyPr/>
                    <a:lstStyle/>
                    <a:p>
                      <a:pPr rtl="0"/>
                      <a:r>
                        <a:rPr lang="en-US" sz="1600">
                          <a:solidFill>
                            <a:srgbClr val="39BFC3"/>
                          </a:solidFill>
                          <a:latin typeface="Calibri"/>
                          <a:cs typeface="Calibri"/>
                        </a:rPr>
                        <a:t>Topic</a:t>
                      </a:r>
                    </a:p>
                  </a:txBody>
                  <a:tcPr anchor="b">
                    <a:lnL w="12700" cmpd="sng">
                      <a:noFill/>
                    </a:lnL>
                    <a:lnR w="12700" cmpd="sng">
                      <a:noFill/>
                    </a:lnR>
                    <a:lnT w="12700" cmpd="sng">
                      <a:noFill/>
                    </a:lnT>
                    <a:lnB w="28575" cap="flat" cmpd="sng" algn="ctr">
                      <a:solidFill>
                        <a:srgbClr val="39BFC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075572317"/>
                  </a:ext>
                </a:extLst>
              </a:tr>
              <a:tr h="517919">
                <a:tc>
                  <a:txBody>
                    <a:bodyPr/>
                    <a:lstStyle/>
                    <a:p>
                      <a:pPr marL="0" indent="0" algn="ctr" rtl="0">
                        <a:buFont typeface="+mj-lt"/>
                        <a:buNone/>
                      </a:pPr>
                      <a:r>
                        <a:rPr lang="en-US" sz="1600" b="0">
                          <a:solidFill>
                            <a:schemeClr val="accent6">
                              <a:lumMod val="10000"/>
                            </a:schemeClr>
                          </a:solidFill>
                          <a:latin typeface="Calibri"/>
                          <a:cs typeface="Calibri"/>
                        </a:rPr>
                        <a:t>I.</a:t>
                      </a:r>
                    </a:p>
                  </a:txBody>
                  <a:tcPr anchor="ctr">
                    <a:lnL w="12700" cmpd="sng">
                      <a:noFill/>
                    </a:lnL>
                    <a:lnR w="12700" cmpd="sng">
                      <a:noFill/>
                    </a:lnR>
                    <a:lnT w="28575" cap="flat" cmpd="sng" algn="ctr">
                      <a:solidFill>
                        <a:srgbClr val="39BFC3"/>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b="0">
                          <a:solidFill>
                            <a:schemeClr val="accent6">
                              <a:lumMod val="10000"/>
                            </a:schemeClr>
                          </a:solidFill>
                          <a:latin typeface="Calibri"/>
                          <a:cs typeface="Calibri"/>
                        </a:rPr>
                        <a:t>Market and Business Context</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8857473"/>
                  </a:ext>
                </a:extLst>
              </a:tr>
              <a:tr h="517919">
                <a:tc>
                  <a:txBody>
                    <a:bodyPr/>
                    <a:lstStyle/>
                    <a:p>
                      <a:pPr marL="0" indent="0" algn="ctr" rtl="0">
                        <a:buFont typeface="+mj-lt"/>
                        <a:buNone/>
                      </a:pPr>
                      <a:r>
                        <a:rPr lang="en-US" sz="1600" b="0">
                          <a:solidFill>
                            <a:schemeClr val="accent6">
                              <a:lumMod val="10000"/>
                            </a:schemeClr>
                          </a:solidFill>
                          <a:latin typeface="Calibri"/>
                          <a:cs typeface="Calibri"/>
                        </a:rPr>
                        <a:t>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 typeface="+mj-lt"/>
                        <a:buNone/>
                        <a:tabLst/>
                        <a:defRPr/>
                      </a:pPr>
                      <a:r>
                        <a:rPr lang="en-US" sz="1600" kern="1200">
                          <a:solidFill>
                            <a:schemeClr val="accent6">
                              <a:lumMod val="10000"/>
                            </a:schemeClr>
                          </a:solidFill>
                          <a:latin typeface="+mn-lt"/>
                          <a:ea typeface="+mn-ea"/>
                          <a:cs typeface="Calibri"/>
                        </a:rPr>
                        <a:t>Value Creation Plan</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9563607"/>
                  </a:ext>
                </a:extLst>
              </a:tr>
              <a:tr h="517919">
                <a:tc>
                  <a:txBody>
                    <a:bodyPr/>
                    <a:lstStyle/>
                    <a:p>
                      <a:pPr marL="0" marR="0" lvl="0" indent="0" algn="ctr"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Calibri"/>
                          <a:ea typeface="+mn-ea"/>
                          <a:cs typeface="Calibri"/>
                          <a:sym typeface="Calibri" panose="020F0502020204030204" pitchFamily="34" charset="0"/>
                        </a:rPr>
                        <a:t>III.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0" marR="0" lvl="0" indent="0" algn="l"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mn-lt"/>
                          <a:ea typeface="+mn-ea"/>
                          <a:cs typeface="Calibri"/>
                        </a:rPr>
                        <a:t>Revised Business Case</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2270638839"/>
                  </a:ext>
                </a:extLst>
              </a:tr>
              <a:tr h="517919">
                <a:tc>
                  <a:txBody>
                    <a:bodyPr/>
                    <a:lstStyle/>
                    <a:p>
                      <a:pPr marL="0" indent="0" algn="ctr" rtl="0">
                        <a:buFont typeface="+mj-lt"/>
                        <a:buNone/>
                      </a:pPr>
                      <a:r>
                        <a:rPr lang="en-US" sz="1600">
                          <a:solidFill>
                            <a:schemeClr val="accent6">
                              <a:lumMod val="10000"/>
                            </a:schemeClr>
                          </a:solidFill>
                          <a:latin typeface="Calibri"/>
                          <a:cs typeface="Calibri"/>
                        </a:rPr>
                        <a:t>IV.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a:solidFill>
                            <a:schemeClr val="accent6">
                              <a:lumMod val="10000"/>
                            </a:schemeClr>
                          </a:solidFill>
                          <a:latin typeface="+mn-lt"/>
                          <a:cs typeface="Calibri"/>
                        </a:rPr>
                        <a:t>Initiatives – Deep Dives</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3471669"/>
                  </a:ext>
                </a:extLst>
              </a:tr>
              <a:tr h="517919">
                <a:tc>
                  <a:txBody>
                    <a:bodyPr/>
                    <a:lstStyle/>
                    <a:p>
                      <a:pPr marL="0" indent="0" algn="ctr" rtl="0">
                        <a:buFont typeface="+mj-lt"/>
                        <a:buNone/>
                      </a:pPr>
                      <a:r>
                        <a:rPr lang="en-US" sz="1600">
                          <a:solidFill>
                            <a:schemeClr val="accent6">
                              <a:lumMod val="10000"/>
                            </a:schemeClr>
                          </a:solidFill>
                          <a:latin typeface="Calibri"/>
                          <a:cs typeface="Calibri"/>
                        </a:rPr>
                        <a:t>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a:solidFill>
                            <a:schemeClr val="bg1">
                              <a:lumMod val="75000"/>
                            </a:schemeClr>
                          </a:solidFill>
                          <a:latin typeface="+mn-lt"/>
                          <a:cs typeface="Calibri"/>
                        </a:rPr>
                        <a:t>Supplementary Material</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2242176"/>
                  </a:ext>
                </a:extLst>
              </a:tr>
            </a:tbl>
          </a:graphicData>
        </a:graphic>
      </p:graphicFrame>
      <p:sp>
        <p:nvSpPr>
          <p:cNvPr id="5" name="Rectangle 4">
            <a:extLst>
              <a:ext uri="{FF2B5EF4-FFF2-40B4-BE49-F238E27FC236}">
                <a16:creationId xmlns:a16="http://schemas.microsoft.com/office/drawing/2014/main" id="{8E76A258-C6CF-F99B-479E-31E2B8F7A1AA}"/>
              </a:ext>
            </a:extLst>
          </p:cNvPr>
          <p:cNvSpPr/>
          <p:nvPr/>
        </p:nvSpPr>
        <p:spPr>
          <a:xfrm>
            <a:off x="547688" y="1539082"/>
            <a:ext cx="3033712" cy="377983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200"/>
              </a:spcBef>
              <a:spcAft>
                <a:spcPts val="200"/>
              </a:spcAft>
              <a:buClrTx/>
              <a:buSzTx/>
              <a:buFontTx/>
              <a:buNone/>
              <a:tabLst/>
              <a:defRPr/>
            </a:pPr>
            <a:r>
              <a:rPr kumimoji="0" lang="en-US" sz="5400" b="1" i="0" u="none" strike="noStrike" kern="1200" cap="none" spc="0" normalizeH="0" baseline="0" noProof="0">
                <a:ln>
                  <a:noFill/>
                </a:ln>
                <a:solidFill>
                  <a:srgbClr val="39BFC3"/>
                </a:solidFill>
                <a:effectLst/>
                <a:uLnTx/>
                <a:uFillTx/>
                <a:latin typeface="Calibri"/>
                <a:ea typeface="Calibri"/>
                <a:cs typeface="Calibri"/>
              </a:rPr>
              <a:t>Agenda</a:t>
            </a:r>
            <a:endParaRPr lang="en-US" sz="5400" b="1" i="0" u="none" strike="noStrike" kern="1200" cap="none" spc="0" normalizeH="0" baseline="0" noProof="0">
              <a:ln>
                <a:noFill/>
              </a:ln>
              <a:solidFill>
                <a:srgbClr val="DDDDDD">
                  <a:lumMod val="10000"/>
                </a:srgbClr>
              </a:solidFill>
              <a:effectLst/>
              <a:uLnTx/>
              <a:uFillTx/>
              <a:latin typeface="Calibri"/>
              <a:ea typeface="Calibri"/>
              <a:cs typeface="Calibri"/>
            </a:endParaRPr>
          </a:p>
        </p:txBody>
      </p:sp>
      <p:pic>
        <p:nvPicPr>
          <p:cNvPr id="6" name="Picture 5" descr="A black background with white text&#10;&#10;AI-generated content may be incorrect.">
            <a:extLst>
              <a:ext uri="{FF2B5EF4-FFF2-40B4-BE49-F238E27FC236}">
                <a16:creationId xmlns:a16="http://schemas.microsoft.com/office/drawing/2014/main" id="{7255BB82-EFB9-D3E6-F670-0FE92612CA4C}"/>
              </a:ext>
            </a:extLst>
          </p:cNvPr>
          <p:cNvPicPr>
            <a:picLocks noChangeAspect="1"/>
          </p:cNvPicPr>
          <p:nvPr/>
        </p:nvPicPr>
        <p:blipFill>
          <a:blip r:embed="rId6">
            <a:extLst>
              <a:ext uri="{28A0092B-C50C-407E-A947-70E740481C1C}">
                <a14:useLocalDpi xmlns:a14="http://schemas.microsoft.com/office/drawing/2010/main" val="0"/>
              </a:ext>
            </a:extLst>
          </a:blip>
          <a:srcRect b="17751"/>
          <a:stretch>
            <a:fillRect/>
          </a:stretch>
        </p:blipFill>
        <p:spPr>
          <a:xfrm>
            <a:off x="844731" y="4303059"/>
            <a:ext cx="2340263" cy="594742"/>
          </a:xfrm>
          <a:prstGeom prst="rect">
            <a:avLst/>
          </a:prstGeom>
        </p:spPr>
      </p:pic>
    </p:spTree>
    <p:extLst>
      <p:ext uri="{BB962C8B-B14F-4D97-AF65-F5344CB8AC3E}">
        <p14:creationId xmlns:p14="http://schemas.microsoft.com/office/powerpoint/2010/main" val="45091175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020F3A-05A4-34B0-C13C-CE9EE9426B61}"/>
            </a:ext>
          </a:extLst>
        </p:cNvPr>
        <p:cNvGrpSpPr/>
        <p:nvPr/>
      </p:nvGrpSpPr>
      <p:grpSpPr>
        <a:xfrm>
          <a:off x="0" y="0"/>
          <a:ext cx="0" cy="0"/>
          <a:chOff x="0" y="0"/>
          <a:chExt cx="0" cy="0"/>
        </a:xfrm>
      </p:grpSpPr>
      <p:graphicFrame>
        <p:nvGraphicFramePr>
          <p:cNvPr id="25" name="think-cell data - do not delete" hidden="1">
            <a:extLst>
              <a:ext uri="{FF2B5EF4-FFF2-40B4-BE49-F238E27FC236}">
                <a16:creationId xmlns:a16="http://schemas.microsoft.com/office/drawing/2014/main" id="{7D0D7E0E-1A18-9FD2-B448-97894904F136}"/>
              </a:ext>
            </a:extLst>
          </p:cNvPr>
          <p:cNvGraphicFramePr>
            <a:graphicFrameLocks/>
          </p:cNvGraphicFramePr>
          <p:nvPr>
            <p:custDataLst>
              <p:tags r:id="rId1"/>
            </p:custDataLst>
            <p:extLst>
              <p:ext uri="{D42A27DB-BD31-4B8C-83A1-F6EECF244321}">
                <p14:modId xmlns:p14="http://schemas.microsoft.com/office/powerpoint/2010/main" val="32543995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1" imgW="404" imgH="405" progId="TCLayout.ActiveDocument.1">
                  <p:embed/>
                </p:oleObj>
              </mc:Choice>
              <mc:Fallback>
                <p:oleObj name="think-cell Slide" r:id="rId41" imgW="404" imgH="405" progId="TCLayout.ActiveDocument.1">
                  <p:embed/>
                  <p:pic>
                    <p:nvPicPr>
                      <p:cNvPr id="25" name="think-cell data - do not delete" hidden="1">
                        <a:extLst>
                          <a:ext uri="{FF2B5EF4-FFF2-40B4-BE49-F238E27FC236}">
                            <a16:creationId xmlns:a16="http://schemas.microsoft.com/office/drawing/2014/main" id="{7D0D7E0E-1A18-9FD2-B448-97894904F136}"/>
                          </a:ext>
                        </a:extLst>
                      </p:cNvPr>
                      <p:cNvPicPr/>
                      <p:nvPr/>
                    </p:nvPicPr>
                    <p:blipFill>
                      <a:blip r:embed="rId42"/>
                      <a:stretch>
                        <a:fillRect/>
                      </a:stretch>
                    </p:blipFill>
                    <p:spPr>
                      <a:xfrm>
                        <a:off x="1588" y="1588"/>
                        <a:ext cx="1588" cy="1588"/>
                      </a:xfrm>
                      <a:prstGeom prst="rect">
                        <a:avLst/>
                      </a:prstGeom>
                    </p:spPr>
                  </p:pic>
                </p:oleObj>
              </mc:Fallback>
            </mc:AlternateContent>
          </a:graphicData>
        </a:graphic>
      </p:graphicFrame>
      <p:sp>
        <p:nvSpPr>
          <p:cNvPr id="9" name="TextBox 8">
            <a:extLst>
              <a:ext uri="{FF2B5EF4-FFF2-40B4-BE49-F238E27FC236}">
                <a16:creationId xmlns:a16="http://schemas.microsoft.com/office/drawing/2014/main" id="{D60A4BD5-9F83-4FAD-BACC-BAC37964F00B}"/>
              </a:ext>
            </a:extLst>
          </p:cNvPr>
          <p:cNvSpPr txBox="1"/>
          <p:nvPr>
            <p:custDataLst>
              <p:tags r:id="rId2"/>
            </p:custDataLst>
          </p:nvPr>
        </p:nvSpPr>
        <p:spPr>
          <a:xfrm>
            <a:off x="547689" y="1416050"/>
            <a:ext cx="3298826" cy="339725"/>
          </a:xfrm>
          <a:prstGeom prst="rect">
            <a:avLst/>
          </a:prstGeom>
          <a:noFill/>
        </p:spPr>
        <p:txBody>
          <a:bodyPr wrap="square" l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Net </a:t>
            </a:r>
            <a:r>
              <a:rPr lang="en-US" sz="1600" b="1">
                <a:solidFill>
                  <a:srgbClr val="000000"/>
                </a:solidFill>
                <a:latin typeface="Calibri" panose="020F0502020204030204"/>
                <a:cs typeface="Arial" panose="020B0604020202020204" pitchFamily="34" charset="0"/>
              </a:rPr>
              <a:t>r</a:t>
            </a:r>
            <a:r>
              <a:rPr kumimoji="0" lang="en-US" sz="1600" b="1" i="0" u="none" strike="noStrike" kern="1200" cap="none" spc="0" normalizeH="0" baseline="0" noProof="0" err="1">
                <a:ln>
                  <a:noFill/>
                </a:ln>
                <a:solidFill>
                  <a:srgbClr val="000000"/>
                </a:solidFill>
                <a:effectLst/>
                <a:uLnTx/>
                <a:uFillTx/>
                <a:latin typeface="Calibri" panose="020F0502020204030204"/>
                <a:ea typeface="+mn-ea"/>
                <a:cs typeface="Arial" panose="020B0604020202020204" pitchFamily="34" charset="0"/>
              </a:rPr>
              <a:t>evenue</a:t>
            </a:r>
            <a:r>
              <a:rPr kumimoji="0" lang="en-US" sz="16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 </a:t>
            </a:r>
            <a:r>
              <a:rPr kumimoji="0" lang="en-US" sz="1600" b="0" i="1"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SAR Mn</a:t>
            </a:r>
          </a:p>
        </p:txBody>
      </p:sp>
      <p:graphicFrame>
        <p:nvGraphicFramePr>
          <p:cNvPr id="7" name="Chart 6">
            <a:extLst>
              <a:ext uri="{FF2B5EF4-FFF2-40B4-BE49-F238E27FC236}">
                <a16:creationId xmlns:a16="http://schemas.microsoft.com/office/drawing/2014/main" id="{0E969A66-2861-34C6-E909-67828668A938}"/>
              </a:ext>
            </a:extLst>
          </p:cNvPr>
          <p:cNvGraphicFramePr/>
          <p:nvPr>
            <p:custDataLst>
              <p:tags r:id="rId3"/>
            </p:custDataLst>
            <p:extLst>
              <p:ext uri="{D42A27DB-BD31-4B8C-83A1-F6EECF244321}">
                <p14:modId xmlns:p14="http://schemas.microsoft.com/office/powerpoint/2010/main" val="2374218383"/>
              </p:ext>
            </p:extLst>
          </p:nvPr>
        </p:nvGraphicFramePr>
        <p:xfrm>
          <a:off x="463550" y="1898650"/>
          <a:ext cx="3465513" cy="1774825"/>
        </p:xfrm>
        <a:graphic>
          <a:graphicData uri="http://schemas.openxmlformats.org/drawingml/2006/chart">
            <c:chart xmlns:c="http://schemas.openxmlformats.org/drawingml/2006/chart" xmlns:r="http://schemas.openxmlformats.org/officeDocument/2006/relationships" r:id="rId43"/>
          </a:graphicData>
        </a:graphic>
      </p:graphicFrame>
      <p:cxnSp>
        <p:nvCxnSpPr>
          <p:cNvPr id="94" name="Straight Connector 93">
            <a:extLst>
              <a:ext uri="{FF2B5EF4-FFF2-40B4-BE49-F238E27FC236}">
                <a16:creationId xmlns:a16="http://schemas.microsoft.com/office/drawing/2014/main" id="{E60A3197-797B-9D9A-5531-C3524C86EB06}"/>
              </a:ext>
            </a:extLst>
          </p:cNvPr>
          <p:cNvCxnSpPr/>
          <p:nvPr>
            <p:custDataLst>
              <p:tags r:id="rId4"/>
            </p:custDataLst>
          </p:nvPr>
        </p:nvCxnSpPr>
        <p:spPr bwMode="auto">
          <a:xfrm flipV="1">
            <a:off x="1095375" y="2017713"/>
            <a:ext cx="1100138" cy="5334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125" name="Straight Connector 124">
            <a:extLst>
              <a:ext uri="{FF2B5EF4-FFF2-40B4-BE49-F238E27FC236}">
                <a16:creationId xmlns:a16="http://schemas.microsoft.com/office/drawing/2014/main" id="{7B6814BB-F21C-D4F5-B3B6-EBAE86F593E0}"/>
              </a:ext>
            </a:extLst>
          </p:cNvPr>
          <p:cNvCxnSpPr>
            <a:cxnSpLocks/>
          </p:cNvCxnSpPr>
          <p:nvPr>
            <p:custDataLst>
              <p:tags r:id="rId5"/>
            </p:custDataLst>
          </p:nvPr>
        </p:nvCxnSpPr>
        <p:spPr bwMode="auto">
          <a:xfrm flipV="1">
            <a:off x="2195513" y="1700213"/>
            <a:ext cx="1100138" cy="3175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8" name="Text Placeholder 2">
            <a:extLst>
              <a:ext uri="{FF2B5EF4-FFF2-40B4-BE49-F238E27FC236}">
                <a16:creationId xmlns:a16="http://schemas.microsoft.com/office/drawing/2014/main" id="{651C9B63-64CD-93AE-FAE9-A61A4FFCC005}"/>
              </a:ext>
            </a:extLst>
          </p:cNvPr>
          <p:cNvSpPr>
            <a:spLocks/>
          </p:cNvSpPr>
          <p:nvPr>
            <p:custDataLst>
              <p:tags r:id="rId6"/>
            </p:custDataLst>
          </p:nvPr>
        </p:nvSpPr>
        <p:spPr bwMode="auto">
          <a:xfrm>
            <a:off x="868363" y="34258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0DF50AD7-1F31-4F76-8CC0-88CBC4083EE8}" type="datetime'''''''2''''0''''''''''''''''26''''F'''''''''''''">
              <a:rPr lang="en-US" altLang="en-US" sz="1400" smtClean="0">
                <a:solidFill>
                  <a:srgbClr val="000000"/>
                </a:solidFill>
              </a:rPr>
              <a:pPr marL="0" lvl="0" indent="0" algn="ctr">
                <a:spcBef>
                  <a:spcPct val="0"/>
                </a:spcBef>
                <a:spcAft>
                  <a:spcPct val="0"/>
                </a:spcAft>
                <a:buNone/>
                <a:defRPr/>
              </a:pPr>
              <a:t>2026F</a:t>
            </a:fld>
            <a:endParaRPr kumimoji="0" lang="en-US" sz="1400" b="0" i="0" strike="noStrike" kern="1200" cap="none" spc="0" normalizeH="0" baseline="0" noProof="0">
              <a:ln>
                <a:noFill/>
              </a:ln>
              <a:solidFill>
                <a:srgbClr val="000000"/>
              </a:solidFill>
              <a:effectLst/>
              <a:uLnTx/>
              <a:uFillTx/>
            </a:endParaRPr>
          </a:p>
        </p:txBody>
      </p:sp>
      <p:sp>
        <p:nvSpPr>
          <p:cNvPr id="19" name="Text Placeholder 2">
            <a:extLst>
              <a:ext uri="{FF2B5EF4-FFF2-40B4-BE49-F238E27FC236}">
                <a16:creationId xmlns:a16="http://schemas.microsoft.com/office/drawing/2014/main" id="{CFAD3E6D-11D2-1035-9E12-C3F25CC9F65B}"/>
              </a:ext>
            </a:extLst>
          </p:cNvPr>
          <p:cNvSpPr>
            <a:spLocks/>
          </p:cNvSpPr>
          <p:nvPr>
            <p:custDataLst>
              <p:tags r:id="rId7"/>
            </p:custDataLst>
          </p:nvPr>
        </p:nvSpPr>
        <p:spPr bwMode="auto">
          <a:xfrm>
            <a:off x="1968501" y="34258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9A67797E-C330-46C7-A000-93CE3D0D16BD}" type="datetime'2''''''''''''''''''''02''''''''''''''''''''7''''''''F'">
              <a:rPr lang="en-US" altLang="en-US" sz="1400" smtClean="0">
                <a:solidFill>
                  <a:srgbClr val="000000"/>
                </a:solidFill>
              </a:rPr>
              <a:pPr marL="0" lvl="0" indent="0" algn="ctr">
                <a:spcBef>
                  <a:spcPct val="0"/>
                </a:spcBef>
                <a:spcAft>
                  <a:spcPct val="0"/>
                </a:spcAft>
                <a:buNone/>
                <a:defRPr/>
              </a:pPr>
              <a:t>2027F</a:t>
            </a:fld>
            <a:endParaRPr kumimoji="0" lang="en-US" sz="1400" b="0" i="0" strike="noStrike" kern="1200" cap="none" spc="0" normalizeH="0" baseline="0" noProof="0">
              <a:ln>
                <a:noFill/>
              </a:ln>
              <a:solidFill>
                <a:srgbClr val="000000"/>
              </a:solidFill>
              <a:effectLst/>
              <a:uLnTx/>
              <a:uFillTx/>
            </a:endParaRPr>
          </a:p>
        </p:txBody>
      </p:sp>
      <p:sp>
        <p:nvSpPr>
          <p:cNvPr id="20" name="Text Placeholder 2">
            <a:extLst>
              <a:ext uri="{FF2B5EF4-FFF2-40B4-BE49-F238E27FC236}">
                <a16:creationId xmlns:a16="http://schemas.microsoft.com/office/drawing/2014/main" id="{37D8C65D-6961-A9E9-B2DA-FBDA92F38788}"/>
              </a:ext>
            </a:extLst>
          </p:cNvPr>
          <p:cNvSpPr>
            <a:spLocks/>
          </p:cNvSpPr>
          <p:nvPr>
            <p:custDataLst>
              <p:tags r:id="rId8"/>
            </p:custDataLst>
          </p:nvPr>
        </p:nvSpPr>
        <p:spPr bwMode="auto">
          <a:xfrm>
            <a:off x="3068639" y="34258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77107F3B-72C6-49E0-B746-8F1FCD447ACB}" type="datetime'''20''28''''''''''''''''''''''''''''''''''''''''''''''''F'''''">
              <a:rPr lang="en-US" altLang="en-US" sz="1400" b="1" smtClean="0">
                <a:solidFill>
                  <a:srgbClr val="000000"/>
                </a:solidFill>
              </a:rPr>
              <a:pPr marL="0" lvl="0" indent="0" algn="ctr">
                <a:spcBef>
                  <a:spcPct val="0"/>
                </a:spcBef>
                <a:spcAft>
                  <a:spcPct val="0"/>
                </a:spcAft>
                <a:buNone/>
                <a:defRPr/>
              </a:pPr>
              <a:t>2028F</a:t>
            </a:fld>
            <a:endParaRPr kumimoji="0" lang="en-US" sz="1400" b="1" i="0" strike="noStrike" kern="1200" cap="none" spc="0" normalizeH="0" baseline="0" noProof="0">
              <a:ln>
                <a:noFill/>
              </a:ln>
              <a:solidFill>
                <a:srgbClr val="000000"/>
              </a:solidFill>
              <a:effectLst/>
              <a:uLnTx/>
              <a:uFillTx/>
            </a:endParaRPr>
          </a:p>
        </p:txBody>
      </p:sp>
      <p:sp>
        <p:nvSpPr>
          <p:cNvPr id="93" name="Text Placeholder 2">
            <a:extLst>
              <a:ext uri="{FF2B5EF4-FFF2-40B4-BE49-F238E27FC236}">
                <a16:creationId xmlns:a16="http://schemas.microsoft.com/office/drawing/2014/main" id="{6A96DB9C-4006-715C-0670-CC300FC385C3}"/>
              </a:ext>
            </a:extLst>
          </p:cNvPr>
          <p:cNvSpPr>
            <a:spLocks/>
          </p:cNvSpPr>
          <p:nvPr>
            <p:custDataLst>
              <p:tags r:id="rId9"/>
            </p:custDataLst>
          </p:nvPr>
        </p:nvSpPr>
        <p:spPr bwMode="auto">
          <a:xfrm>
            <a:off x="1298575" y="2147888"/>
            <a:ext cx="693738" cy="273050"/>
          </a:xfrm>
          <a:prstGeom prst="ellipse">
            <a:avLst/>
          </a:prstGeom>
          <a:solidFill>
            <a:schemeClr val="bg1"/>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4A68A523-F842-4543-9825-20EA854AEBA9}" type="datetime'+''''''''''''''''''''''''1''''''''''''''''''''''''7''''1''''%'">
              <a:rPr lang="en-US" altLang="en-US" sz="1400" b="1" smtClean="0">
                <a:solidFill>
                  <a:srgbClr val="000000"/>
                </a:solidFill>
                <a:effectLst/>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+171%</a:t>
            </a:fld>
            <a:endParaRPr kumimoji="0" lang="en-US" sz="1400" b="1" i="0" strike="noStrike" kern="1200" cap="none" spc="0" normalizeH="0" baseline="0" noProof="0">
              <a:ln>
                <a:noFill/>
              </a:ln>
              <a:solidFill>
                <a:srgbClr val="000000"/>
              </a:solidFill>
              <a:effectLst/>
              <a:uLnTx/>
              <a:uFillTx/>
              <a:ea typeface="+mn-ea"/>
              <a:cs typeface="+mn-cs"/>
            </a:endParaRPr>
          </a:p>
        </p:txBody>
      </p:sp>
      <p:sp>
        <p:nvSpPr>
          <p:cNvPr id="123" name="Text Placeholder 2">
            <a:extLst>
              <a:ext uri="{FF2B5EF4-FFF2-40B4-BE49-F238E27FC236}">
                <a16:creationId xmlns:a16="http://schemas.microsoft.com/office/drawing/2014/main" id="{28396B35-CB1E-08A6-C437-87110131E87F}"/>
              </a:ext>
            </a:extLst>
          </p:cNvPr>
          <p:cNvSpPr>
            <a:spLocks/>
          </p:cNvSpPr>
          <p:nvPr>
            <p:custDataLst>
              <p:tags r:id="rId10"/>
            </p:custDataLst>
          </p:nvPr>
        </p:nvSpPr>
        <p:spPr bwMode="auto">
          <a:xfrm>
            <a:off x="2462213" y="1722438"/>
            <a:ext cx="566738" cy="2730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6764BD1E-3195-407B-849E-62F90E6FE78B}" type="datetime'''''''+''''''''3''''''''''''''''8''''''''%'''''''''''''">
              <a:rPr lang="en-US" altLang="en-US" sz="1400" b="1" smtClean="0">
                <a:solidFill>
                  <a:srgbClr val="FFFFFF"/>
                </a:solidFill>
                <a:effectLst/>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+38%</a:t>
            </a:fld>
            <a:endParaRPr kumimoji="0" lang="en-US" sz="1400" b="1" i="0" strike="noStrike" kern="1200" cap="none" spc="0" normalizeH="0" baseline="0" noProof="0">
              <a:ln>
                <a:noFill/>
              </a:ln>
              <a:solidFill>
                <a:srgbClr val="FFFFFF"/>
              </a:solidFill>
              <a:effectLst/>
              <a:uLnTx/>
              <a:uFillTx/>
              <a:ea typeface="+mn-ea"/>
              <a:cs typeface="+mn-cs"/>
            </a:endParaRPr>
          </a:p>
        </p:txBody>
      </p:sp>
      <p:sp>
        <p:nvSpPr>
          <p:cNvPr id="32" name="TextBox 31">
            <a:extLst>
              <a:ext uri="{FF2B5EF4-FFF2-40B4-BE49-F238E27FC236}">
                <a16:creationId xmlns:a16="http://schemas.microsoft.com/office/drawing/2014/main" id="{544C1C28-4781-BF82-9BD2-3F1579921548}"/>
              </a:ext>
            </a:extLst>
          </p:cNvPr>
          <p:cNvSpPr txBox="1"/>
          <p:nvPr>
            <p:custDataLst>
              <p:tags r:id="rId11"/>
            </p:custDataLst>
          </p:nvPr>
        </p:nvSpPr>
        <p:spPr>
          <a:xfrm>
            <a:off x="4471989" y="1417638"/>
            <a:ext cx="3298825" cy="338138"/>
          </a:xfrm>
          <a:prstGeom prst="rect">
            <a:avLst/>
          </a:prstGeom>
          <a:noFill/>
        </p:spPr>
        <p:txBody>
          <a:bodyPr wrap="square" l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Free cash flow to firm, </a:t>
            </a:r>
            <a:r>
              <a:rPr kumimoji="0" lang="en-US" sz="1600" b="0" i="1"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SAR Mn</a:t>
            </a:r>
          </a:p>
        </p:txBody>
      </p:sp>
      <p:sp>
        <p:nvSpPr>
          <p:cNvPr id="43" name="TextBox 42">
            <a:extLst>
              <a:ext uri="{FF2B5EF4-FFF2-40B4-BE49-F238E27FC236}">
                <a16:creationId xmlns:a16="http://schemas.microsoft.com/office/drawing/2014/main" id="{35C8C9FB-86D0-E3F2-4978-5F97CBD4DE92}"/>
              </a:ext>
            </a:extLst>
          </p:cNvPr>
          <p:cNvSpPr txBox="1"/>
          <p:nvPr>
            <p:custDataLst>
              <p:tags r:id="rId12"/>
            </p:custDataLst>
          </p:nvPr>
        </p:nvSpPr>
        <p:spPr>
          <a:xfrm>
            <a:off x="8255000" y="1417638"/>
            <a:ext cx="3298825" cy="338138"/>
          </a:xfrm>
          <a:prstGeom prst="rect">
            <a:avLst/>
          </a:prstGeom>
          <a:noFill/>
        </p:spPr>
        <p:txBody>
          <a:bodyPr wrap="square" l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err="1">
                <a:ln>
                  <a:noFill/>
                </a:ln>
                <a:solidFill>
                  <a:srgbClr val="000000"/>
                </a:solidFill>
                <a:effectLst/>
                <a:uLnTx/>
                <a:uFillTx/>
                <a:latin typeface="Calibri" panose="020F0502020204030204"/>
                <a:ea typeface="+mn-ea"/>
                <a:cs typeface="Arial" panose="020B0604020202020204" pitchFamily="34" charset="0"/>
              </a:rPr>
              <a:t>RoE</a:t>
            </a:r>
            <a:r>
              <a:rPr kumimoji="0" lang="en-US" sz="16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 </a:t>
            </a:r>
            <a:r>
              <a:rPr kumimoji="0" lang="en-US" sz="1600" b="0" i="1"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a:t>
            </a:r>
          </a:p>
        </p:txBody>
      </p:sp>
      <p:sp>
        <p:nvSpPr>
          <p:cNvPr id="65" name="TextBox 64">
            <a:extLst>
              <a:ext uri="{FF2B5EF4-FFF2-40B4-BE49-F238E27FC236}">
                <a16:creationId xmlns:a16="http://schemas.microsoft.com/office/drawing/2014/main" id="{2BD9F6C7-9B03-3FBE-3CA3-F58189E99025}"/>
              </a:ext>
            </a:extLst>
          </p:cNvPr>
          <p:cNvSpPr txBox="1"/>
          <p:nvPr>
            <p:custDataLst>
              <p:tags r:id="rId13"/>
            </p:custDataLst>
          </p:nvPr>
        </p:nvSpPr>
        <p:spPr>
          <a:xfrm>
            <a:off x="547689" y="3951288"/>
            <a:ext cx="3298825" cy="338138"/>
          </a:xfrm>
          <a:prstGeom prst="rect">
            <a:avLst/>
          </a:prstGeom>
          <a:noFill/>
        </p:spPr>
        <p:txBody>
          <a:bodyPr wrap="square" l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Net income, </a:t>
            </a:r>
            <a:r>
              <a:rPr kumimoji="0" lang="en-US" sz="1600" b="0" i="1"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SAR Mn</a:t>
            </a:r>
          </a:p>
        </p:txBody>
      </p:sp>
      <p:sp>
        <p:nvSpPr>
          <p:cNvPr id="79" name="TextBox 78">
            <a:extLst>
              <a:ext uri="{FF2B5EF4-FFF2-40B4-BE49-F238E27FC236}">
                <a16:creationId xmlns:a16="http://schemas.microsoft.com/office/drawing/2014/main" id="{050070CF-D2B0-3E0E-6B3E-6F820D96FB81}"/>
              </a:ext>
            </a:extLst>
          </p:cNvPr>
          <p:cNvSpPr txBox="1"/>
          <p:nvPr>
            <p:custDataLst>
              <p:tags r:id="rId14"/>
            </p:custDataLst>
          </p:nvPr>
        </p:nvSpPr>
        <p:spPr>
          <a:xfrm>
            <a:off x="4471988" y="3951288"/>
            <a:ext cx="3298825" cy="338138"/>
          </a:xfrm>
          <a:prstGeom prst="rect">
            <a:avLst/>
          </a:prstGeom>
          <a:noFill/>
        </p:spPr>
        <p:txBody>
          <a:bodyPr wrap="square" l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CAPEX, </a:t>
            </a:r>
            <a:r>
              <a:rPr kumimoji="0" lang="en-US" sz="1600" b="0" i="1"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SAR Mn</a:t>
            </a:r>
          </a:p>
        </p:txBody>
      </p:sp>
      <p:sp>
        <p:nvSpPr>
          <p:cNvPr id="87" name="TextBox 86">
            <a:extLst>
              <a:ext uri="{FF2B5EF4-FFF2-40B4-BE49-F238E27FC236}">
                <a16:creationId xmlns:a16="http://schemas.microsoft.com/office/drawing/2014/main" id="{F1635093-2BE9-D35D-CE08-E6016414868F}"/>
              </a:ext>
            </a:extLst>
          </p:cNvPr>
          <p:cNvSpPr txBox="1"/>
          <p:nvPr>
            <p:custDataLst>
              <p:tags r:id="rId15"/>
            </p:custDataLst>
          </p:nvPr>
        </p:nvSpPr>
        <p:spPr>
          <a:xfrm>
            <a:off x="8255000" y="3951288"/>
            <a:ext cx="3298825" cy="338138"/>
          </a:xfrm>
          <a:prstGeom prst="rect">
            <a:avLst/>
          </a:prstGeom>
          <a:noFill/>
        </p:spPr>
        <p:txBody>
          <a:bodyPr wrap="square" l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EBITDA, </a:t>
            </a:r>
            <a:r>
              <a:rPr kumimoji="0" lang="en-US" sz="1600" b="0" i="1"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SAR Mn</a:t>
            </a:r>
          </a:p>
        </p:txBody>
      </p:sp>
      <p:sp>
        <p:nvSpPr>
          <p:cNvPr id="314" name="Rectangle 313">
            <a:extLst>
              <a:ext uri="{FF2B5EF4-FFF2-40B4-BE49-F238E27FC236}">
                <a16:creationId xmlns:a16="http://schemas.microsoft.com/office/drawing/2014/main" id="{C45DBA1E-333B-9796-6C29-BF6A18889062}"/>
              </a:ext>
            </a:extLst>
          </p:cNvPr>
          <p:cNvSpPr/>
          <p:nvPr/>
        </p:nvSpPr>
        <p:spPr>
          <a:xfrm>
            <a:off x="463550" y="1431925"/>
            <a:ext cx="3455989" cy="2259013"/>
          </a:xfrm>
          <a:prstGeom prst="rect">
            <a:avLst/>
          </a:prstGeom>
          <a:noFill/>
          <a:ln w="6350">
            <a:solidFill>
              <a:srgbClr val="006045"/>
            </a:solidFill>
            <a:prstDash val="solid"/>
          </a:ln>
          <a:effectLst>
            <a:outerShdw blurRad="63500" sx="102000" sy="102000" algn="ctr"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137160" rIns="91440" rtlCol="0" anchor="ct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5" name="Rectangle 314">
            <a:extLst>
              <a:ext uri="{FF2B5EF4-FFF2-40B4-BE49-F238E27FC236}">
                <a16:creationId xmlns:a16="http://schemas.microsoft.com/office/drawing/2014/main" id="{2CC770F8-5B4A-C851-8D57-9D4A88930335}"/>
              </a:ext>
            </a:extLst>
          </p:cNvPr>
          <p:cNvSpPr/>
          <p:nvPr/>
        </p:nvSpPr>
        <p:spPr>
          <a:xfrm>
            <a:off x="4378326" y="1431925"/>
            <a:ext cx="3455989" cy="2259013"/>
          </a:xfrm>
          <a:prstGeom prst="rect">
            <a:avLst/>
          </a:prstGeom>
          <a:noFill/>
          <a:ln w="6350">
            <a:solidFill>
              <a:srgbClr val="006045"/>
            </a:solidFill>
            <a:prstDash val="solid"/>
          </a:ln>
          <a:effectLst>
            <a:outerShdw blurRad="63500" sx="102000" sy="102000" algn="ctr"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137160" rIns="91440" rtlCol="0" anchor="ct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8" name="Rectangle 317">
            <a:extLst>
              <a:ext uri="{FF2B5EF4-FFF2-40B4-BE49-F238E27FC236}">
                <a16:creationId xmlns:a16="http://schemas.microsoft.com/office/drawing/2014/main" id="{B908D21B-69F5-99A9-69D3-8FC791B4C986}"/>
              </a:ext>
            </a:extLst>
          </p:cNvPr>
          <p:cNvSpPr/>
          <p:nvPr/>
        </p:nvSpPr>
        <p:spPr>
          <a:xfrm>
            <a:off x="8172450" y="1431925"/>
            <a:ext cx="3455989" cy="2259013"/>
          </a:xfrm>
          <a:prstGeom prst="rect">
            <a:avLst/>
          </a:prstGeom>
          <a:noFill/>
          <a:ln w="6350">
            <a:solidFill>
              <a:srgbClr val="006045"/>
            </a:solidFill>
            <a:prstDash val="solid"/>
          </a:ln>
          <a:effectLst>
            <a:outerShdw blurRad="63500" sx="102000" sy="102000" algn="ctr"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137160" rIns="91440" rtlCol="0" anchor="ct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8" name="Rectangle 327">
            <a:extLst>
              <a:ext uri="{FF2B5EF4-FFF2-40B4-BE49-F238E27FC236}">
                <a16:creationId xmlns:a16="http://schemas.microsoft.com/office/drawing/2014/main" id="{D9C484A5-A404-43FB-C500-C6F2EA12BD8A}"/>
              </a:ext>
            </a:extLst>
          </p:cNvPr>
          <p:cNvSpPr/>
          <p:nvPr/>
        </p:nvSpPr>
        <p:spPr>
          <a:xfrm>
            <a:off x="463550" y="3978275"/>
            <a:ext cx="3455989" cy="2259013"/>
          </a:xfrm>
          <a:prstGeom prst="rect">
            <a:avLst/>
          </a:prstGeom>
          <a:noFill/>
          <a:ln w="6350">
            <a:solidFill>
              <a:srgbClr val="006045"/>
            </a:solidFill>
            <a:prstDash val="solid"/>
          </a:ln>
          <a:effectLst>
            <a:outerShdw blurRad="63500" sx="102000" sy="102000" algn="ctr"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137160" rIns="91440" rtlCol="0" anchor="ct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9" name="Rectangle 328">
            <a:extLst>
              <a:ext uri="{FF2B5EF4-FFF2-40B4-BE49-F238E27FC236}">
                <a16:creationId xmlns:a16="http://schemas.microsoft.com/office/drawing/2014/main" id="{062D754B-8BAA-0F0B-0DE9-5306AE8686A5}"/>
              </a:ext>
            </a:extLst>
          </p:cNvPr>
          <p:cNvSpPr/>
          <p:nvPr/>
        </p:nvSpPr>
        <p:spPr>
          <a:xfrm>
            <a:off x="4378326" y="3978275"/>
            <a:ext cx="3455989" cy="2259013"/>
          </a:xfrm>
          <a:prstGeom prst="rect">
            <a:avLst/>
          </a:prstGeom>
          <a:noFill/>
          <a:ln w="6350">
            <a:solidFill>
              <a:srgbClr val="006045"/>
            </a:solidFill>
            <a:prstDash val="solid"/>
          </a:ln>
          <a:effectLst>
            <a:outerShdw blurRad="63500" sx="102000" sy="102000" algn="ctr"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137160" rIns="91440" rtlCol="0" anchor="ct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0" name="Rectangle 329">
            <a:extLst>
              <a:ext uri="{FF2B5EF4-FFF2-40B4-BE49-F238E27FC236}">
                <a16:creationId xmlns:a16="http://schemas.microsoft.com/office/drawing/2014/main" id="{2B52049A-E08E-04E6-9C14-DDFB14A80D1D}"/>
              </a:ext>
            </a:extLst>
          </p:cNvPr>
          <p:cNvSpPr/>
          <p:nvPr/>
        </p:nvSpPr>
        <p:spPr>
          <a:xfrm>
            <a:off x="8172450" y="3978275"/>
            <a:ext cx="3455989" cy="2259013"/>
          </a:xfrm>
          <a:prstGeom prst="rect">
            <a:avLst/>
          </a:prstGeom>
          <a:noFill/>
          <a:ln w="6350">
            <a:solidFill>
              <a:srgbClr val="006045"/>
            </a:solidFill>
            <a:prstDash val="solid"/>
          </a:ln>
          <a:effectLst>
            <a:outerShdw blurRad="63500" sx="102000" sy="102000" algn="ctr"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tIns="137160" rIns="91440" rtlCol="0" anchor="ct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aphicFrame>
        <p:nvGraphicFramePr>
          <p:cNvPr id="38" name="Chart 37">
            <a:extLst>
              <a:ext uri="{FF2B5EF4-FFF2-40B4-BE49-F238E27FC236}">
                <a16:creationId xmlns:a16="http://schemas.microsoft.com/office/drawing/2014/main" id="{23A61497-0594-621B-C9F3-2146C2769731}"/>
              </a:ext>
            </a:extLst>
          </p:cNvPr>
          <p:cNvGraphicFramePr/>
          <p:nvPr>
            <p:custDataLst>
              <p:tags r:id="rId16"/>
            </p:custDataLst>
            <p:extLst>
              <p:ext uri="{D42A27DB-BD31-4B8C-83A1-F6EECF244321}">
                <p14:modId xmlns:p14="http://schemas.microsoft.com/office/powerpoint/2010/main" val="2369844268"/>
              </p:ext>
            </p:extLst>
          </p:nvPr>
        </p:nvGraphicFramePr>
        <p:xfrm>
          <a:off x="463550" y="4489450"/>
          <a:ext cx="3465513" cy="1774825"/>
        </p:xfrm>
        <a:graphic>
          <a:graphicData uri="http://schemas.openxmlformats.org/drawingml/2006/chart">
            <c:chart xmlns:c="http://schemas.openxmlformats.org/drawingml/2006/chart" xmlns:r="http://schemas.openxmlformats.org/officeDocument/2006/relationships" r:id="rId44"/>
          </a:graphicData>
        </a:graphic>
      </p:graphicFrame>
      <p:sp>
        <p:nvSpPr>
          <p:cNvPr id="102" name="Text Placeholder 2">
            <a:extLst>
              <a:ext uri="{FF2B5EF4-FFF2-40B4-BE49-F238E27FC236}">
                <a16:creationId xmlns:a16="http://schemas.microsoft.com/office/drawing/2014/main" id="{E4FB3A60-4EEE-D8E2-F3C3-C99A435D4A87}"/>
              </a:ext>
            </a:extLst>
          </p:cNvPr>
          <p:cNvSpPr>
            <a:spLocks/>
          </p:cNvSpPr>
          <p:nvPr>
            <p:custDataLst>
              <p:tags r:id="rId17"/>
            </p:custDataLst>
          </p:nvPr>
        </p:nvSpPr>
        <p:spPr bwMode="auto">
          <a:xfrm>
            <a:off x="868363" y="60166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DA694AD9-D1AC-45FD-A164-A5FD7DB13687}" type="datetime'''''''''''''2''''''''''0''''2''''''''''''''''6F'''''''''''''''">
              <a:rPr lang="en-US" altLang="en-US" sz="1400" smtClean="0">
                <a:solidFill>
                  <a:srgbClr val="000000"/>
                </a:solidFill>
              </a:rPr>
              <a:pPr marL="0" lvl="0" indent="0" algn="ctr">
                <a:spcBef>
                  <a:spcPct val="0"/>
                </a:spcBef>
                <a:spcAft>
                  <a:spcPct val="0"/>
                </a:spcAft>
                <a:buNone/>
                <a:defRPr/>
              </a:pPr>
              <a:t>2026F</a:t>
            </a:fld>
            <a:endParaRPr kumimoji="0" lang="en-US" sz="1400" b="0" i="0" strike="noStrike" kern="1200" cap="none" spc="0" normalizeH="0" baseline="0" noProof="0">
              <a:ln>
                <a:noFill/>
              </a:ln>
              <a:solidFill>
                <a:srgbClr val="000000"/>
              </a:solidFill>
              <a:effectLst/>
              <a:uLnTx/>
              <a:uFillTx/>
            </a:endParaRPr>
          </a:p>
        </p:txBody>
      </p:sp>
      <p:sp>
        <p:nvSpPr>
          <p:cNvPr id="103" name="Text Placeholder 2">
            <a:extLst>
              <a:ext uri="{FF2B5EF4-FFF2-40B4-BE49-F238E27FC236}">
                <a16:creationId xmlns:a16="http://schemas.microsoft.com/office/drawing/2014/main" id="{3314BB1E-FD7B-1495-A119-FEA75EA18E14}"/>
              </a:ext>
            </a:extLst>
          </p:cNvPr>
          <p:cNvSpPr>
            <a:spLocks/>
          </p:cNvSpPr>
          <p:nvPr>
            <p:custDataLst>
              <p:tags r:id="rId18"/>
            </p:custDataLst>
          </p:nvPr>
        </p:nvSpPr>
        <p:spPr bwMode="auto">
          <a:xfrm>
            <a:off x="1968501" y="60166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AD9E9812-4CA3-4C05-B724-48B4D7A504B4}" type="datetime'''2''0''''2''''''''''''''''''7F'''''">
              <a:rPr lang="en-US" altLang="en-US" sz="1400" smtClean="0">
                <a:solidFill>
                  <a:srgbClr val="000000"/>
                </a:solidFill>
              </a:rPr>
              <a:pPr marL="0" lvl="0" indent="0" algn="ctr">
                <a:spcBef>
                  <a:spcPct val="0"/>
                </a:spcBef>
                <a:spcAft>
                  <a:spcPct val="0"/>
                </a:spcAft>
                <a:buNone/>
                <a:defRPr/>
              </a:pPr>
              <a:t>2027F</a:t>
            </a:fld>
            <a:endParaRPr kumimoji="0" lang="en-US" sz="1400" b="0" i="0" strike="noStrike" kern="1200" cap="none" spc="0" normalizeH="0" baseline="0" noProof="0">
              <a:ln>
                <a:noFill/>
              </a:ln>
              <a:solidFill>
                <a:srgbClr val="000000"/>
              </a:solidFill>
              <a:effectLst/>
              <a:uLnTx/>
              <a:uFillTx/>
            </a:endParaRPr>
          </a:p>
        </p:txBody>
      </p:sp>
      <p:sp>
        <p:nvSpPr>
          <p:cNvPr id="104" name="Text Placeholder 2">
            <a:extLst>
              <a:ext uri="{FF2B5EF4-FFF2-40B4-BE49-F238E27FC236}">
                <a16:creationId xmlns:a16="http://schemas.microsoft.com/office/drawing/2014/main" id="{78760438-8692-1BEE-DA62-66A11CB5A59E}"/>
              </a:ext>
            </a:extLst>
          </p:cNvPr>
          <p:cNvSpPr>
            <a:spLocks/>
          </p:cNvSpPr>
          <p:nvPr>
            <p:custDataLst>
              <p:tags r:id="rId19"/>
            </p:custDataLst>
          </p:nvPr>
        </p:nvSpPr>
        <p:spPr bwMode="auto">
          <a:xfrm>
            <a:off x="3068638" y="60166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BB3A8829-A41E-49A9-814C-3ACE213C6922}" type="datetime'''''2''''''02''''''''''''''8''''''''''''F'''''''''''''">
              <a:rPr lang="en-US" altLang="en-US" sz="1400" b="1" smtClean="0">
                <a:solidFill>
                  <a:srgbClr val="000000"/>
                </a:solidFill>
              </a:rPr>
              <a:pPr marL="0" lvl="0" indent="0" algn="ctr">
                <a:spcBef>
                  <a:spcPct val="0"/>
                </a:spcBef>
                <a:spcAft>
                  <a:spcPct val="0"/>
                </a:spcAft>
                <a:buNone/>
                <a:defRPr/>
              </a:pPr>
              <a:t>2028F</a:t>
            </a:fld>
            <a:endParaRPr kumimoji="0" lang="en-US" sz="1400" b="1" i="0" strike="noStrike" kern="1200" cap="none" spc="0" normalizeH="0" baseline="0" noProof="0">
              <a:ln>
                <a:noFill/>
              </a:ln>
              <a:solidFill>
                <a:srgbClr val="000000"/>
              </a:solidFill>
              <a:effectLst/>
              <a:uLnTx/>
              <a:uFillTx/>
            </a:endParaRPr>
          </a:p>
        </p:txBody>
      </p:sp>
      <p:graphicFrame>
        <p:nvGraphicFramePr>
          <p:cNvPr id="24" name="Chart 23">
            <a:extLst>
              <a:ext uri="{FF2B5EF4-FFF2-40B4-BE49-F238E27FC236}">
                <a16:creationId xmlns:a16="http://schemas.microsoft.com/office/drawing/2014/main" id="{45918F82-AE6D-1CA5-9319-DF76D0514641}"/>
              </a:ext>
            </a:extLst>
          </p:cNvPr>
          <p:cNvGraphicFramePr/>
          <p:nvPr>
            <p:custDataLst>
              <p:tags r:id="rId20"/>
            </p:custDataLst>
            <p:extLst>
              <p:ext uri="{D42A27DB-BD31-4B8C-83A1-F6EECF244321}">
                <p14:modId xmlns:p14="http://schemas.microsoft.com/office/powerpoint/2010/main" val="1536278684"/>
              </p:ext>
            </p:extLst>
          </p:nvPr>
        </p:nvGraphicFramePr>
        <p:xfrm>
          <a:off x="4389438" y="1898650"/>
          <a:ext cx="3465512" cy="1774825"/>
        </p:xfrm>
        <a:graphic>
          <a:graphicData uri="http://schemas.openxmlformats.org/drawingml/2006/chart">
            <c:chart xmlns:c="http://schemas.openxmlformats.org/drawingml/2006/chart" xmlns:r="http://schemas.openxmlformats.org/officeDocument/2006/relationships" r:id="rId45"/>
          </a:graphicData>
        </a:graphic>
      </p:graphicFrame>
      <p:sp>
        <p:nvSpPr>
          <p:cNvPr id="129" name="Text Placeholder 2">
            <a:extLst>
              <a:ext uri="{FF2B5EF4-FFF2-40B4-BE49-F238E27FC236}">
                <a16:creationId xmlns:a16="http://schemas.microsoft.com/office/drawing/2014/main" id="{5A3FDA6B-8485-2883-099A-9ECE41F69B0F}"/>
              </a:ext>
            </a:extLst>
          </p:cNvPr>
          <p:cNvSpPr>
            <a:spLocks/>
          </p:cNvSpPr>
          <p:nvPr>
            <p:custDataLst>
              <p:tags r:id="rId21"/>
            </p:custDataLst>
          </p:nvPr>
        </p:nvSpPr>
        <p:spPr bwMode="auto">
          <a:xfrm>
            <a:off x="4794250" y="34258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169761BE-C893-4C91-BAA1-7A27803AD6B7}" type="datetime'''2''''0''''''''''''''''''''2''''''''''''''''6''F'''''''">
              <a:rPr lang="en-US" altLang="en-US" sz="1400" smtClean="0">
                <a:solidFill>
                  <a:srgbClr val="000000"/>
                </a:solidFill>
              </a:rPr>
              <a:pPr marL="0" lvl="0" indent="0" algn="ctr">
                <a:spcBef>
                  <a:spcPct val="0"/>
                </a:spcBef>
                <a:spcAft>
                  <a:spcPct val="0"/>
                </a:spcAft>
                <a:buNone/>
                <a:defRPr/>
              </a:pPr>
              <a:t>2026F</a:t>
            </a:fld>
            <a:endParaRPr kumimoji="0" lang="en-US" sz="1400" b="0" i="0" strike="noStrike" kern="1200" cap="none" spc="0" normalizeH="0" baseline="0" noProof="0">
              <a:ln>
                <a:noFill/>
              </a:ln>
              <a:solidFill>
                <a:srgbClr val="000000"/>
              </a:solidFill>
              <a:effectLst/>
              <a:uLnTx/>
              <a:uFillTx/>
            </a:endParaRPr>
          </a:p>
        </p:txBody>
      </p:sp>
      <p:sp>
        <p:nvSpPr>
          <p:cNvPr id="130" name="Text Placeholder 2">
            <a:extLst>
              <a:ext uri="{FF2B5EF4-FFF2-40B4-BE49-F238E27FC236}">
                <a16:creationId xmlns:a16="http://schemas.microsoft.com/office/drawing/2014/main" id="{39B551DF-388E-86B2-004C-DD9CE7FEE875}"/>
              </a:ext>
            </a:extLst>
          </p:cNvPr>
          <p:cNvSpPr>
            <a:spLocks/>
          </p:cNvSpPr>
          <p:nvPr>
            <p:custDataLst>
              <p:tags r:id="rId22"/>
            </p:custDataLst>
          </p:nvPr>
        </p:nvSpPr>
        <p:spPr bwMode="auto">
          <a:xfrm>
            <a:off x="5894389" y="34258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B433DDDA-68B7-4C5E-BB77-5A1A59FE1C81}" type="datetime'''''''''''''''''2''''''''0''''''''''''''''''''''''''''27F'''">
              <a:rPr lang="en-US" altLang="en-US" sz="1400" smtClean="0">
                <a:solidFill>
                  <a:srgbClr val="000000"/>
                </a:solidFill>
              </a:rPr>
              <a:pPr marL="0" lvl="0" indent="0" algn="ctr">
                <a:spcBef>
                  <a:spcPct val="0"/>
                </a:spcBef>
                <a:spcAft>
                  <a:spcPct val="0"/>
                </a:spcAft>
                <a:buNone/>
                <a:defRPr/>
              </a:pPr>
              <a:t>2027F</a:t>
            </a:fld>
            <a:endParaRPr kumimoji="0" lang="en-US" sz="1400" b="0" i="0" strike="noStrike" kern="1200" cap="none" spc="0" normalizeH="0" baseline="0" noProof="0">
              <a:ln>
                <a:noFill/>
              </a:ln>
              <a:solidFill>
                <a:srgbClr val="000000"/>
              </a:solidFill>
              <a:effectLst/>
              <a:uLnTx/>
              <a:uFillTx/>
            </a:endParaRPr>
          </a:p>
        </p:txBody>
      </p:sp>
      <p:sp>
        <p:nvSpPr>
          <p:cNvPr id="131" name="Text Placeholder 2">
            <a:extLst>
              <a:ext uri="{FF2B5EF4-FFF2-40B4-BE49-F238E27FC236}">
                <a16:creationId xmlns:a16="http://schemas.microsoft.com/office/drawing/2014/main" id="{74B9D5C8-82BF-6461-F394-A328F48325CF}"/>
              </a:ext>
            </a:extLst>
          </p:cNvPr>
          <p:cNvSpPr>
            <a:spLocks/>
          </p:cNvSpPr>
          <p:nvPr>
            <p:custDataLst>
              <p:tags r:id="rId23"/>
            </p:custDataLst>
          </p:nvPr>
        </p:nvSpPr>
        <p:spPr bwMode="auto">
          <a:xfrm>
            <a:off x="6994525" y="34258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5BAC6EE6-CC06-45D1-85FB-C019290B7FC2}" type="datetime'''2''''0''''''28F'''''''''''''''''''''">
              <a:rPr lang="en-US" altLang="en-US" sz="1400" b="1" smtClean="0">
                <a:solidFill>
                  <a:srgbClr val="000000"/>
                </a:solidFill>
              </a:rPr>
              <a:pPr marL="0" lvl="0" indent="0" algn="ctr">
                <a:spcBef>
                  <a:spcPct val="0"/>
                </a:spcBef>
                <a:spcAft>
                  <a:spcPct val="0"/>
                </a:spcAft>
                <a:buNone/>
                <a:defRPr/>
              </a:pPr>
              <a:t>2028F</a:t>
            </a:fld>
            <a:endParaRPr kumimoji="0" lang="en-US" sz="1400" b="1" i="0" strike="noStrike" kern="1200" cap="none" spc="0" normalizeH="0" baseline="0" noProof="0">
              <a:ln>
                <a:noFill/>
              </a:ln>
              <a:solidFill>
                <a:srgbClr val="000000"/>
              </a:solidFill>
              <a:effectLst/>
              <a:uLnTx/>
              <a:uFillTx/>
            </a:endParaRPr>
          </a:p>
        </p:txBody>
      </p:sp>
      <p:graphicFrame>
        <p:nvGraphicFramePr>
          <p:cNvPr id="39" name="Chart 38">
            <a:extLst>
              <a:ext uri="{FF2B5EF4-FFF2-40B4-BE49-F238E27FC236}">
                <a16:creationId xmlns:a16="http://schemas.microsoft.com/office/drawing/2014/main" id="{B0BA9E29-36FD-74B5-47B5-97BCEE12387B}"/>
              </a:ext>
            </a:extLst>
          </p:cNvPr>
          <p:cNvGraphicFramePr/>
          <p:nvPr>
            <p:custDataLst>
              <p:tags r:id="rId24"/>
            </p:custDataLst>
            <p:extLst>
              <p:ext uri="{D42A27DB-BD31-4B8C-83A1-F6EECF244321}">
                <p14:modId xmlns:p14="http://schemas.microsoft.com/office/powerpoint/2010/main" val="134615267"/>
              </p:ext>
            </p:extLst>
          </p:nvPr>
        </p:nvGraphicFramePr>
        <p:xfrm>
          <a:off x="4389438" y="4489450"/>
          <a:ext cx="3465512" cy="1774825"/>
        </p:xfrm>
        <a:graphic>
          <a:graphicData uri="http://schemas.openxmlformats.org/drawingml/2006/chart">
            <c:chart xmlns:c="http://schemas.openxmlformats.org/drawingml/2006/chart" xmlns:r="http://schemas.openxmlformats.org/officeDocument/2006/relationships" r:id="rId46"/>
          </a:graphicData>
        </a:graphic>
      </p:graphicFrame>
      <p:sp>
        <p:nvSpPr>
          <p:cNvPr id="137" name="Text Placeholder 2">
            <a:extLst>
              <a:ext uri="{FF2B5EF4-FFF2-40B4-BE49-F238E27FC236}">
                <a16:creationId xmlns:a16="http://schemas.microsoft.com/office/drawing/2014/main" id="{738695B6-4EF1-38BB-6273-F6A4B26B18BF}"/>
              </a:ext>
            </a:extLst>
          </p:cNvPr>
          <p:cNvSpPr>
            <a:spLocks/>
          </p:cNvSpPr>
          <p:nvPr>
            <p:custDataLst>
              <p:tags r:id="rId25"/>
            </p:custDataLst>
          </p:nvPr>
        </p:nvSpPr>
        <p:spPr bwMode="auto">
          <a:xfrm>
            <a:off x="4794250" y="60166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96B293F4-7198-4EA2-AA62-E5359A4EA976}" type="datetime'''2''''0''''''''2''''''6''''''''''F'''''''''''''''">
              <a:rPr lang="en-US" altLang="en-US" sz="1400" smtClean="0">
                <a:solidFill>
                  <a:srgbClr val="000000"/>
                </a:solidFill>
              </a:rPr>
              <a:pPr marL="0" lvl="0" indent="0" algn="ctr">
                <a:spcBef>
                  <a:spcPct val="0"/>
                </a:spcBef>
                <a:spcAft>
                  <a:spcPct val="0"/>
                </a:spcAft>
                <a:buNone/>
                <a:defRPr/>
              </a:pPr>
              <a:t>2026F</a:t>
            </a:fld>
            <a:endParaRPr kumimoji="0" lang="en-US" sz="1400" b="0" i="0" strike="noStrike" kern="1200" cap="none" spc="0" normalizeH="0" baseline="0" noProof="0">
              <a:ln>
                <a:noFill/>
              </a:ln>
              <a:solidFill>
                <a:srgbClr val="000000"/>
              </a:solidFill>
              <a:effectLst/>
              <a:uLnTx/>
              <a:uFillTx/>
            </a:endParaRPr>
          </a:p>
        </p:txBody>
      </p:sp>
      <p:sp>
        <p:nvSpPr>
          <p:cNvPr id="138" name="Text Placeholder 2">
            <a:extLst>
              <a:ext uri="{FF2B5EF4-FFF2-40B4-BE49-F238E27FC236}">
                <a16:creationId xmlns:a16="http://schemas.microsoft.com/office/drawing/2014/main" id="{4AE7F6B0-B8A2-F939-1B62-CA45834033EA}"/>
              </a:ext>
            </a:extLst>
          </p:cNvPr>
          <p:cNvSpPr>
            <a:spLocks/>
          </p:cNvSpPr>
          <p:nvPr>
            <p:custDataLst>
              <p:tags r:id="rId26"/>
            </p:custDataLst>
          </p:nvPr>
        </p:nvSpPr>
        <p:spPr bwMode="auto">
          <a:xfrm>
            <a:off x="5894389" y="60166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C948A25D-C8B3-4EF9-B4C7-589CCB942CFC}" type="datetime'2''''''02''''''''''''7''F'''''''''''''''''''''''">
              <a:rPr lang="en-US" altLang="en-US" sz="1400" smtClean="0">
                <a:solidFill>
                  <a:srgbClr val="000000"/>
                </a:solidFill>
              </a:rPr>
              <a:pPr marL="0" lvl="0" indent="0" algn="ctr">
                <a:spcBef>
                  <a:spcPct val="0"/>
                </a:spcBef>
                <a:spcAft>
                  <a:spcPct val="0"/>
                </a:spcAft>
                <a:buNone/>
                <a:defRPr/>
              </a:pPr>
              <a:t>2027F</a:t>
            </a:fld>
            <a:endParaRPr kumimoji="0" lang="en-US" sz="1400" b="0" i="0" strike="noStrike" kern="1200" cap="none" spc="0" normalizeH="0" baseline="0" noProof="0">
              <a:ln>
                <a:noFill/>
              </a:ln>
              <a:solidFill>
                <a:srgbClr val="000000"/>
              </a:solidFill>
              <a:effectLst/>
              <a:uLnTx/>
              <a:uFillTx/>
            </a:endParaRPr>
          </a:p>
        </p:txBody>
      </p:sp>
      <p:sp>
        <p:nvSpPr>
          <p:cNvPr id="139" name="Text Placeholder 2">
            <a:extLst>
              <a:ext uri="{FF2B5EF4-FFF2-40B4-BE49-F238E27FC236}">
                <a16:creationId xmlns:a16="http://schemas.microsoft.com/office/drawing/2014/main" id="{E617E1CF-EB23-9D71-CBCC-A1C3EEF8F121}"/>
              </a:ext>
            </a:extLst>
          </p:cNvPr>
          <p:cNvSpPr>
            <a:spLocks/>
          </p:cNvSpPr>
          <p:nvPr>
            <p:custDataLst>
              <p:tags r:id="rId27"/>
            </p:custDataLst>
          </p:nvPr>
        </p:nvSpPr>
        <p:spPr bwMode="auto">
          <a:xfrm>
            <a:off x="6994525" y="60166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462EFDA7-E61E-4676-8D85-0705E1F5A708}" type="datetime'2''''''''0''''''''28F'''''''''''''''''''''''''''">
              <a:rPr lang="en-US" altLang="en-US" sz="1400" b="1" smtClean="0">
                <a:solidFill>
                  <a:srgbClr val="000000"/>
                </a:solidFill>
              </a:rPr>
              <a:pPr marL="0" lvl="0" indent="0" algn="ctr">
                <a:spcBef>
                  <a:spcPct val="0"/>
                </a:spcBef>
                <a:spcAft>
                  <a:spcPct val="0"/>
                </a:spcAft>
                <a:buNone/>
                <a:defRPr/>
              </a:pPr>
              <a:t>2028F</a:t>
            </a:fld>
            <a:endParaRPr kumimoji="0" lang="en-US" sz="1400" b="1" i="0" strike="noStrike" kern="1200" cap="none" spc="0" normalizeH="0" baseline="0" noProof="0">
              <a:ln>
                <a:noFill/>
              </a:ln>
              <a:solidFill>
                <a:srgbClr val="000000"/>
              </a:solidFill>
              <a:effectLst/>
              <a:uLnTx/>
              <a:uFillTx/>
            </a:endParaRPr>
          </a:p>
        </p:txBody>
      </p:sp>
      <p:graphicFrame>
        <p:nvGraphicFramePr>
          <p:cNvPr id="36" name="Chart 35">
            <a:extLst>
              <a:ext uri="{FF2B5EF4-FFF2-40B4-BE49-F238E27FC236}">
                <a16:creationId xmlns:a16="http://schemas.microsoft.com/office/drawing/2014/main" id="{A9892592-B2CF-0CBC-B6E2-1F4AE9B31A49}"/>
              </a:ext>
            </a:extLst>
          </p:cNvPr>
          <p:cNvGraphicFramePr/>
          <p:nvPr>
            <p:custDataLst>
              <p:tags r:id="rId28"/>
            </p:custDataLst>
            <p:extLst>
              <p:ext uri="{D42A27DB-BD31-4B8C-83A1-F6EECF244321}">
                <p14:modId xmlns:p14="http://schemas.microsoft.com/office/powerpoint/2010/main" val="3532747078"/>
              </p:ext>
            </p:extLst>
          </p:nvPr>
        </p:nvGraphicFramePr>
        <p:xfrm>
          <a:off x="8166100" y="1898650"/>
          <a:ext cx="3465513" cy="1774825"/>
        </p:xfrm>
        <a:graphic>
          <a:graphicData uri="http://schemas.openxmlformats.org/drawingml/2006/chart">
            <c:chart xmlns:c="http://schemas.openxmlformats.org/drawingml/2006/chart" xmlns:r="http://schemas.openxmlformats.org/officeDocument/2006/relationships" r:id="rId47"/>
          </a:graphicData>
        </a:graphic>
      </p:graphicFrame>
      <p:sp>
        <p:nvSpPr>
          <p:cNvPr id="221" name="Text Placeholder 2">
            <a:extLst>
              <a:ext uri="{FF2B5EF4-FFF2-40B4-BE49-F238E27FC236}">
                <a16:creationId xmlns:a16="http://schemas.microsoft.com/office/drawing/2014/main" id="{14E44AE7-B5CD-9452-6C7C-B8974452109D}"/>
              </a:ext>
            </a:extLst>
          </p:cNvPr>
          <p:cNvSpPr>
            <a:spLocks/>
          </p:cNvSpPr>
          <p:nvPr>
            <p:custDataLst>
              <p:tags r:id="rId29"/>
            </p:custDataLst>
          </p:nvPr>
        </p:nvSpPr>
        <p:spPr bwMode="auto">
          <a:xfrm>
            <a:off x="8570913" y="34258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FB965876-6C2A-4757-97DB-65265FF3E752}" type="datetime'2''''''''''0''2''''''6''''''F'''''''''''''''''">
              <a:rPr lang="en-US" altLang="en-US" sz="1400" smtClean="0">
                <a:solidFill>
                  <a:srgbClr val="000000"/>
                </a:solidFill>
              </a:rPr>
              <a:pPr marL="0" lvl="0" indent="0" algn="ctr">
                <a:spcBef>
                  <a:spcPct val="0"/>
                </a:spcBef>
                <a:spcAft>
                  <a:spcPct val="0"/>
                </a:spcAft>
                <a:buNone/>
                <a:defRPr/>
              </a:pPr>
              <a:t>2026F</a:t>
            </a:fld>
            <a:endParaRPr kumimoji="0" lang="en-US" sz="1400" b="0" i="0" strike="noStrike" kern="1200" cap="none" spc="0" normalizeH="0" baseline="0" noProof="0">
              <a:ln>
                <a:noFill/>
              </a:ln>
              <a:solidFill>
                <a:srgbClr val="000000"/>
              </a:solidFill>
              <a:effectLst/>
              <a:uLnTx/>
              <a:uFillTx/>
            </a:endParaRPr>
          </a:p>
        </p:txBody>
      </p:sp>
      <p:sp>
        <p:nvSpPr>
          <p:cNvPr id="223" name="Text Placeholder 2">
            <a:extLst>
              <a:ext uri="{FF2B5EF4-FFF2-40B4-BE49-F238E27FC236}">
                <a16:creationId xmlns:a16="http://schemas.microsoft.com/office/drawing/2014/main" id="{80AA19EE-BCDD-077D-831E-ADC5274871FC}"/>
              </a:ext>
            </a:extLst>
          </p:cNvPr>
          <p:cNvSpPr>
            <a:spLocks/>
          </p:cNvSpPr>
          <p:nvPr>
            <p:custDataLst>
              <p:tags r:id="rId30"/>
            </p:custDataLst>
          </p:nvPr>
        </p:nvSpPr>
        <p:spPr bwMode="auto">
          <a:xfrm>
            <a:off x="9671051" y="34258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0DB94152-69C0-42D0-91C3-EE7F371C9591}" type="datetime'''''2''''''''''''''''''''''0''''''''''''''27''''''''''F'''''''">
              <a:rPr lang="en-US" altLang="en-US" sz="1400" smtClean="0">
                <a:solidFill>
                  <a:srgbClr val="000000"/>
                </a:solidFill>
              </a:rPr>
              <a:pPr marL="0" lvl="0" indent="0" algn="ctr">
                <a:spcBef>
                  <a:spcPct val="0"/>
                </a:spcBef>
                <a:spcAft>
                  <a:spcPct val="0"/>
                </a:spcAft>
                <a:buNone/>
                <a:defRPr/>
              </a:pPr>
              <a:t>2027F</a:t>
            </a:fld>
            <a:endParaRPr kumimoji="0" lang="en-US" sz="1400" b="0" i="0" strike="noStrike" kern="1200" cap="none" spc="0" normalizeH="0" baseline="0" noProof="0">
              <a:ln>
                <a:noFill/>
              </a:ln>
              <a:solidFill>
                <a:srgbClr val="000000"/>
              </a:solidFill>
              <a:effectLst/>
              <a:uLnTx/>
              <a:uFillTx/>
            </a:endParaRPr>
          </a:p>
        </p:txBody>
      </p:sp>
      <p:sp>
        <p:nvSpPr>
          <p:cNvPr id="224" name="Text Placeholder 2">
            <a:extLst>
              <a:ext uri="{FF2B5EF4-FFF2-40B4-BE49-F238E27FC236}">
                <a16:creationId xmlns:a16="http://schemas.microsoft.com/office/drawing/2014/main" id="{2A3877EC-BCD4-D441-843F-E75DD22E6756}"/>
              </a:ext>
            </a:extLst>
          </p:cNvPr>
          <p:cNvSpPr>
            <a:spLocks/>
          </p:cNvSpPr>
          <p:nvPr>
            <p:custDataLst>
              <p:tags r:id="rId31"/>
            </p:custDataLst>
          </p:nvPr>
        </p:nvSpPr>
        <p:spPr bwMode="auto">
          <a:xfrm>
            <a:off x="10771188" y="34258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D8BE9E63-8D6E-452F-B7D3-CCA7005A7C1F}" type="datetime'''''''''''2''''''0''''''''2''8''''''''''''''''''''''''F'''''''">
              <a:rPr lang="en-US" altLang="en-US" sz="1400" b="1" smtClean="0">
                <a:solidFill>
                  <a:srgbClr val="000000"/>
                </a:solidFill>
              </a:rPr>
              <a:pPr marL="0" lvl="0" indent="0" algn="ctr">
                <a:spcBef>
                  <a:spcPct val="0"/>
                </a:spcBef>
                <a:spcAft>
                  <a:spcPct val="0"/>
                </a:spcAft>
                <a:buNone/>
                <a:defRPr/>
              </a:pPr>
              <a:t>2028F</a:t>
            </a:fld>
            <a:endParaRPr kumimoji="0" lang="en-US" sz="1400" b="1" i="0" strike="noStrike" kern="1200" cap="none" spc="0" normalizeH="0" baseline="0" noProof="0">
              <a:ln>
                <a:noFill/>
              </a:ln>
              <a:solidFill>
                <a:srgbClr val="000000"/>
              </a:solidFill>
              <a:effectLst/>
              <a:uLnTx/>
              <a:uFillTx/>
            </a:endParaRPr>
          </a:p>
        </p:txBody>
      </p:sp>
      <p:graphicFrame>
        <p:nvGraphicFramePr>
          <p:cNvPr id="40" name="Chart 39">
            <a:extLst>
              <a:ext uri="{FF2B5EF4-FFF2-40B4-BE49-F238E27FC236}">
                <a16:creationId xmlns:a16="http://schemas.microsoft.com/office/drawing/2014/main" id="{B49FCC3B-FA1C-6AAC-D81A-D24DA2459A92}"/>
              </a:ext>
            </a:extLst>
          </p:cNvPr>
          <p:cNvGraphicFramePr/>
          <p:nvPr>
            <p:custDataLst>
              <p:tags r:id="rId32"/>
            </p:custDataLst>
            <p:extLst>
              <p:ext uri="{D42A27DB-BD31-4B8C-83A1-F6EECF244321}">
                <p14:modId xmlns:p14="http://schemas.microsoft.com/office/powerpoint/2010/main" val="2199375697"/>
              </p:ext>
            </p:extLst>
          </p:nvPr>
        </p:nvGraphicFramePr>
        <p:xfrm>
          <a:off x="8166100" y="4489450"/>
          <a:ext cx="3465513" cy="1774825"/>
        </p:xfrm>
        <a:graphic>
          <a:graphicData uri="http://schemas.openxmlformats.org/drawingml/2006/chart">
            <c:chart xmlns:c="http://schemas.openxmlformats.org/drawingml/2006/chart" xmlns:r="http://schemas.openxmlformats.org/officeDocument/2006/relationships" r:id="rId48"/>
          </a:graphicData>
        </a:graphic>
      </p:graphicFrame>
      <p:cxnSp>
        <p:nvCxnSpPr>
          <p:cNvPr id="228" name="Straight Connector 227">
            <a:extLst>
              <a:ext uri="{FF2B5EF4-FFF2-40B4-BE49-F238E27FC236}">
                <a16:creationId xmlns:a16="http://schemas.microsoft.com/office/drawing/2014/main" id="{4CDCE900-2181-8A1E-2B67-91BCBDE7EEAC}"/>
              </a:ext>
            </a:extLst>
          </p:cNvPr>
          <p:cNvCxnSpPr>
            <a:cxnSpLocks/>
          </p:cNvCxnSpPr>
          <p:nvPr>
            <p:custDataLst>
              <p:tags r:id="rId33"/>
            </p:custDataLst>
          </p:nvPr>
        </p:nvCxnSpPr>
        <p:spPr bwMode="auto">
          <a:xfrm flipV="1">
            <a:off x="9898063" y="4352925"/>
            <a:ext cx="1100138" cy="41116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29" name="Text Placeholder 2">
            <a:extLst>
              <a:ext uri="{FF2B5EF4-FFF2-40B4-BE49-F238E27FC236}">
                <a16:creationId xmlns:a16="http://schemas.microsoft.com/office/drawing/2014/main" id="{4ABB5FDE-724F-A9C1-2E7B-A9AD2AFB6E53}"/>
              </a:ext>
            </a:extLst>
          </p:cNvPr>
          <p:cNvSpPr>
            <a:spLocks/>
          </p:cNvSpPr>
          <p:nvPr>
            <p:custDataLst>
              <p:tags r:id="rId34"/>
            </p:custDataLst>
          </p:nvPr>
        </p:nvSpPr>
        <p:spPr bwMode="auto">
          <a:xfrm>
            <a:off x="8570913" y="60166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35C70968-3B17-41FA-BC65-28FCD200C176}" type="datetime'2''''''''''''''''''''''0''''''''''''''''''''''2''6''''''''F'">
              <a:rPr lang="en-US" altLang="en-US" sz="1400" smtClean="0">
                <a:solidFill>
                  <a:srgbClr val="000000"/>
                </a:solidFill>
              </a:rPr>
              <a:pPr marL="0" lvl="0" indent="0" algn="ctr">
                <a:spcBef>
                  <a:spcPct val="0"/>
                </a:spcBef>
                <a:spcAft>
                  <a:spcPct val="0"/>
                </a:spcAft>
                <a:buNone/>
                <a:defRPr/>
              </a:pPr>
              <a:t>2026F</a:t>
            </a:fld>
            <a:endParaRPr kumimoji="0" lang="en-US" sz="1400" b="0" i="0" strike="noStrike" kern="1200" cap="none" spc="0" normalizeH="0" baseline="0" noProof="0">
              <a:ln>
                <a:noFill/>
              </a:ln>
              <a:solidFill>
                <a:srgbClr val="000000"/>
              </a:solidFill>
              <a:effectLst/>
              <a:uLnTx/>
              <a:uFillTx/>
            </a:endParaRPr>
          </a:p>
        </p:txBody>
      </p:sp>
      <p:sp>
        <p:nvSpPr>
          <p:cNvPr id="230" name="Text Placeholder 2">
            <a:extLst>
              <a:ext uri="{FF2B5EF4-FFF2-40B4-BE49-F238E27FC236}">
                <a16:creationId xmlns:a16="http://schemas.microsoft.com/office/drawing/2014/main" id="{650D9478-8C5F-0F14-21EB-F73D33C0060E}"/>
              </a:ext>
            </a:extLst>
          </p:cNvPr>
          <p:cNvSpPr>
            <a:spLocks/>
          </p:cNvSpPr>
          <p:nvPr>
            <p:custDataLst>
              <p:tags r:id="rId35"/>
            </p:custDataLst>
          </p:nvPr>
        </p:nvSpPr>
        <p:spPr bwMode="auto">
          <a:xfrm>
            <a:off x="9671051" y="60166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CFE4470D-301A-4BF2-8E01-9A2D7D01766B}" type="datetime'''20''''''''''''2''''''''''''''7''''''''''''''F'''''''''''''">
              <a:rPr lang="en-US" altLang="en-US" sz="1400" smtClean="0">
                <a:solidFill>
                  <a:srgbClr val="000000"/>
                </a:solidFill>
              </a:rPr>
              <a:pPr marL="0" lvl="0" indent="0" algn="ctr">
                <a:spcBef>
                  <a:spcPct val="0"/>
                </a:spcBef>
                <a:spcAft>
                  <a:spcPct val="0"/>
                </a:spcAft>
                <a:buNone/>
                <a:defRPr/>
              </a:pPr>
              <a:t>2027F</a:t>
            </a:fld>
            <a:endParaRPr kumimoji="0" lang="en-US" sz="1400" b="0" i="0" strike="noStrike" kern="1200" cap="none" spc="0" normalizeH="0" baseline="0" noProof="0">
              <a:ln>
                <a:noFill/>
              </a:ln>
              <a:solidFill>
                <a:srgbClr val="000000"/>
              </a:solidFill>
              <a:effectLst/>
              <a:uLnTx/>
              <a:uFillTx/>
            </a:endParaRPr>
          </a:p>
        </p:txBody>
      </p:sp>
      <p:sp>
        <p:nvSpPr>
          <p:cNvPr id="231" name="Text Placeholder 2">
            <a:extLst>
              <a:ext uri="{FF2B5EF4-FFF2-40B4-BE49-F238E27FC236}">
                <a16:creationId xmlns:a16="http://schemas.microsoft.com/office/drawing/2014/main" id="{09E2A965-A607-115B-BB35-18D4016BFCC9}"/>
              </a:ext>
            </a:extLst>
          </p:cNvPr>
          <p:cNvSpPr>
            <a:spLocks/>
          </p:cNvSpPr>
          <p:nvPr>
            <p:custDataLst>
              <p:tags r:id="rId36"/>
            </p:custDataLst>
          </p:nvPr>
        </p:nvSpPr>
        <p:spPr bwMode="auto">
          <a:xfrm>
            <a:off x="10771188" y="60166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D33FE4A3-486E-47FC-A350-6C3EE74D6356}" type="datetime'''''''''''''''''''2''''0''2''''8F'''''''''''''''''''">
              <a:rPr lang="en-US" altLang="en-US" sz="1400" b="1" smtClean="0">
                <a:solidFill>
                  <a:srgbClr val="000000"/>
                </a:solidFill>
              </a:rPr>
              <a:pPr marL="0" lvl="0" indent="0" algn="ctr">
                <a:spcBef>
                  <a:spcPct val="0"/>
                </a:spcBef>
                <a:spcAft>
                  <a:spcPct val="0"/>
                </a:spcAft>
                <a:buNone/>
                <a:defRPr/>
              </a:pPr>
              <a:t>2028F</a:t>
            </a:fld>
            <a:endParaRPr kumimoji="0" lang="en-US" sz="1400" b="1" i="0" strike="noStrike" kern="1200" cap="none" spc="0" normalizeH="0" baseline="0" noProof="0">
              <a:ln>
                <a:noFill/>
              </a:ln>
              <a:solidFill>
                <a:srgbClr val="000000"/>
              </a:solidFill>
              <a:effectLst/>
              <a:uLnTx/>
              <a:uFillTx/>
            </a:endParaRPr>
          </a:p>
        </p:txBody>
      </p:sp>
      <p:sp>
        <p:nvSpPr>
          <p:cNvPr id="233" name="Text Placeholder 2">
            <a:extLst>
              <a:ext uri="{FF2B5EF4-FFF2-40B4-BE49-F238E27FC236}">
                <a16:creationId xmlns:a16="http://schemas.microsoft.com/office/drawing/2014/main" id="{1E42A21C-657B-162A-AD17-4CABCF74BBEB}"/>
              </a:ext>
            </a:extLst>
          </p:cNvPr>
          <p:cNvSpPr>
            <a:spLocks/>
          </p:cNvSpPr>
          <p:nvPr>
            <p:custDataLst>
              <p:tags r:id="rId37"/>
            </p:custDataLst>
          </p:nvPr>
        </p:nvSpPr>
        <p:spPr bwMode="auto">
          <a:xfrm>
            <a:off x="10164763" y="4421188"/>
            <a:ext cx="566738" cy="2730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462C9B92-A1A4-4ED8-9E76-81F18FFC8233}" type="datetime'''''''''''''''''''''+''''''''''7''''''''''6''''''''''%'''">
              <a:rPr lang="en-US" altLang="en-US" sz="1400" b="1" smtClean="0">
                <a:solidFill>
                  <a:srgbClr val="FFFFFF"/>
                </a:solidFill>
                <a:effectLst/>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+76%</a:t>
            </a:fld>
            <a:endParaRPr kumimoji="0" lang="en-US" sz="1400" b="1" i="0" strike="noStrike" kern="1200" cap="none" spc="0" normalizeH="0" baseline="0" noProof="0">
              <a:ln>
                <a:noFill/>
              </a:ln>
              <a:solidFill>
                <a:srgbClr val="FFFFFF"/>
              </a:solidFill>
              <a:effectLst/>
              <a:uLnTx/>
              <a:uFillTx/>
              <a:ea typeface="+mn-ea"/>
              <a:cs typeface="+mn-cs"/>
            </a:endParaRPr>
          </a:p>
        </p:txBody>
      </p:sp>
      <p:sp>
        <p:nvSpPr>
          <p:cNvPr id="4" name="2. Slide Title">
            <a:extLst>
              <a:ext uri="{FF2B5EF4-FFF2-40B4-BE49-F238E27FC236}">
                <a16:creationId xmlns:a16="http://schemas.microsoft.com/office/drawing/2014/main" id="{C2CD3957-2429-D852-01F7-E4D50FE6AE9E}"/>
              </a:ext>
            </a:extLst>
          </p:cNvPr>
          <p:cNvSpPr txBox="1">
            <a:spLocks/>
          </p:cNvSpPr>
          <p:nvPr>
            <p:custDataLst>
              <p:tags r:id="rId38"/>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dirty="0">
                <a:latin typeface="Georgia" panose="02040502050405020303" pitchFamily="18" charset="0"/>
                <a:cs typeface="Arial" panose="020B0604020202020204" pitchFamily="34" charset="0"/>
              </a:rPr>
              <a:t>As a result of incorporating these initiatives, </a:t>
            </a:r>
            <a:r>
              <a:rPr lang="en-US" sz="2600" dirty="0">
                <a:latin typeface="Georgia" panose="02040502050405020303" pitchFamily="18" charset="0"/>
                <a:cs typeface="Arial" panose="020B0604020202020204" pitchFamily="34" charset="0"/>
              </a:rPr>
              <a:t>profitability and cashflow metrics turn positive 2027 onward</a:t>
            </a:r>
          </a:p>
        </p:txBody>
      </p:sp>
      <p:grpSp>
        <p:nvGrpSpPr>
          <p:cNvPr id="10" name="Group 9">
            <a:extLst>
              <a:ext uri="{FF2B5EF4-FFF2-40B4-BE49-F238E27FC236}">
                <a16:creationId xmlns:a16="http://schemas.microsoft.com/office/drawing/2014/main" id="{B21C8894-3BE2-C59F-7179-38E3DBF0E873}"/>
              </a:ext>
            </a:extLst>
          </p:cNvPr>
          <p:cNvGrpSpPr/>
          <p:nvPr/>
        </p:nvGrpSpPr>
        <p:grpSpPr>
          <a:xfrm>
            <a:off x="-897410" y="279546"/>
            <a:ext cx="338328" cy="3872943"/>
            <a:chOff x="-460920" y="279546"/>
            <a:chExt cx="338328" cy="3872943"/>
          </a:xfrm>
        </p:grpSpPr>
        <p:sp>
          <p:nvSpPr>
            <p:cNvPr id="12" name="Google Shape;139;p2">
              <a:extLst>
                <a:ext uri="{FF2B5EF4-FFF2-40B4-BE49-F238E27FC236}">
                  <a16:creationId xmlns:a16="http://schemas.microsoft.com/office/drawing/2014/main" id="{F3F3E38F-74B2-E2B9-369D-B9B6B13026D8}"/>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 name="Google Shape;140;p2">
              <a:extLst>
                <a:ext uri="{FF2B5EF4-FFF2-40B4-BE49-F238E27FC236}">
                  <a16:creationId xmlns:a16="http://schemas.microsoft.com/office/drawing/2014/main" id="{3591B4BD-E63C-A072-92F9-916E76CC6BAA}"/>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4" name="Google Shape;141;p2">
              <a:extLst>
                <a:ext uri="{FF2B5EF4-FFF2-40B4-BE49-F238E27FC236}">
                  <a16:creationId xmlns:a16="http://schemas.microsoft.com/office/drawing/2014/main" id="{7528552A-106E-9259-6C5D-A6C51218A642}"/>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5" name="Google Shape;142;p2">
              <a:extLst>
                <a:ext uri="{FF2B5EF4-FFF2-40B4-BE49-F238E27FC236}">
                  <a16:creationId xmlns:a16="http://schemas.microsoft.com/office/drawing/2014/main" id="{599820F6-DF7B-BD3A-EE51-D7B5CBC91701}"/>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6" name="Google Shape;143;p2">
              <a:extLst>
                <a:ext uri="{FF2B5EF4-FFF2-40B4-BE49-F238E27FC236}">
                  <a16:creationId xmlns:a16="http://schemas.microsoft.com/office/drawing/2014/main" id="{8CB12312-B52A-1B1A-75FE-8F7B7FB0D91D}"/>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7" name="Google Shape;147;p2">
              <a:extLst>
                <a:ext uri="{FF2B5EF4-FFF2-40B4-BE49-F238E27FC236}">
                  <a16:creationId xmlns:a16="http://schemas.microsoft.com/office/drawing/2014/main" id="{8BFEA388-0863-ED5C-1720-7E156763CA86}"/>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1" name="Google Shape;151;p2">
              <a:extLst>
                <a:ext uri="{FF2B5EF4-FFF2-40B4-BE49-F238E27FC236}">
                  <a16:creationId xmlns:a16="http://schemas.microsoft.com/office/drawing/2014/main" id="{DE517F19-B3C4-F1A6-6DDE-058F4FB0C6B1}"/>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2" name="Google Shape;147;p2">
              <a:extLst>
                <a:ext uri="{FF2B5EF4-FFF2-40B4-BE49-F238E27FC236}">
                  <a16:creationId xmlns:a16="http://schemas.microsoft.com/office/drawing/2014/main" id="{7BCF8FF8-A890-1CA2-C7D4-F2A01729F7A3}"/>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84" name="Slide Number Placeholder 83">
            <a:extLst>
              <a:ext uri="{FF2B5EF4-FFF2-40B4-BE49-F238E27FC236}">
                <a16:creationId xmlns:a16="http://schemas.microsoft.com/office/drawing/2014/main" id="{01A637CE-444A-9D08-1416-172D9C4DE783}"/>
              </a:ext>
            </a:extLst>
          </p:cNvPr>
          <p:cNvSpPr>
            <a:spLocks noGrp="1"/>
          </p:cNvSpPr>
          <p:nvPr>
            <p:ph type="sldNum" sz="quarter" idx="12"/>
          </p:nvPr>
        </p:nvSpPr>
        <p:spPr/>
        <p:txBody>
          <a:bodyPr/>
          <a:lstStyle/>
          <a:p>
            <a:fld id="{8E1CF2E5-4A16-4FBD-9713-265FD1DAAE65}" type="slidenum">
              <a:rPr lang="en-US" smtClean="0"/>
              <a:t>25</a:t>
            </a:fld>
            <a:endParaRPr lang="en-US"/>
          </a:p>
        </p:txBody>
      </p:sp>
      <p:sp>
        <p:nvSpPr>
          <p:cNvPr id="5" name="TextBox 4">
            <a:extLst>
              <a:ext uri="{FF2B5EF4-FFF2-40B4-BE49-F238E27FC236}">
                <a16:creationId xmlns:a16="http://schemas.microsoft.com/office/drawing/2014/main" id="{509A3E29-119F-C5F8-1E63-E065E74448E2}"/>
              </a:ext>
            </a:extLst>
          </p:cNvPr>
          <p:cNvSpPr txBox="1"/>
          <p:nvPr/>
        </p:nvSpPr>
        <p:spPr>
          <a:xfrm>
            <a:off x="469088" y="6483866"/>
            <a:ext cx="10844519" cy="253916"/>
          </a:xfrm>
          <a:prstGeom prst="rect">
            <a:avLst/>
          </a:prstGeom>
          <a:noFill/>
        </p:spPr>
        <p:txBody>
          <a:bodyPr wrap="square">
            <a:spAutoFit/>
          </a:bodyPr>
          <a:lstStyle/>
          <a:p>
            <a:r>
              <a:rPr lang="en-US" sz="1050" dirty="0">
                <a:ea typeface="Calibri"/>
                <a:cs typeface="Calibri"/>
              </a:rPr>
              <a:t>Note: These values are provisional and are being updated through multiple workstreams and underlying assumptions </a:t>
            </a:r>
          </a:p>
        </p:txBody>
      </p:sp>
      <p:sp>
        <p:nvSpPr>
          <p:cNvPr id="2" name="Line 15">
            <a:extLst>
              <a:ext uri="{FF2B5EF4-FFF2-40B4-BE49-F238E27FC236}">
                <a16:creationId xmlns:a16="http://schemas.microsoft.com/office/drawing/2014/main" id="{CEE3A81B-1E4C-1C5B-9142-0EAB39D71837}"/>
              </a:ext>
            </a:extLst>
          </p:cNvPr>
          <p:cNvSpPr>
            <a:spLocks noChangeShapeType="1"/>
          </p:cNvSpPr>
          <p:nvPr>
            <p:custDataLst>
              <p:tags r:id="rId39"/>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008C6B43-FACE-4EF5-A78C-492D2496392B}"/>
              </a:ext>
            </a:extLst>
          </p:cNvPr>
          <p:cNvGrpSpPr/>
          <p:nvPr/>
        </p:nvGrpSpPr>
        <p:grpSpPr>
          <a:xfrm>
            <a:off x="15130" y="47516"/>
            <a:ext cx="171132" cy="228600"/>
            <a:chOff x="0" y="49329"/>
            <a:chExt cx="171132" cy="228600"/>
          </a:xfrm>
        </p:grpSpPr>
        <p:cxnSp>
          <p:nvCxnSpPr>
            <p:cNvPr id="11" name="Straight Connector 10">
              <a:extLst>
                <a:ext uri="{FF2B5EF4-FFF2-40B4-BE49-F238E27FC236}">
                  <a16:creationId xmlns:a16="http://schemas.microsoft.com/office/drawing/2014/main" id="{DC126BD2-3396-BF15-905D-F70667DD9204}"/>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 name="Rectangle: Rounded Corners 25">
              <a:extLst>
                <a:ext uri="{FF2B5EF4-FFF2-40B4-BE49-F238E27FC236}">
                  <a16:creationId xmlns:a16="http://schemas.microsoft.com/office/drawing/2014/main" id="{1E508399-7FA7-EF5A-828D-D65916C0518A}"/>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27" name="Google Shape;1129;p23">
            <a:extLst>
              <a:ext uri="{FF2B5EF4-FFF2-40B4-BE49-F238E27FC236}">
                <a16:creationId xmlns:a16="http://schemas.microsoft.com/office/drawing/2014/main" id="{6FA391BD-02C1-3B25-A4DF-FD5908E0BABB}"/>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Revised Business Case</a:t>
            </a:r>
            <a:endParaRPr lang="en-US">
              <a:solidFill>
                <a:schemeClr val="bg1"/>
              </a:solidFill>
              <a:latin typeface="Calibri"/>
              <a:ea typeface="Calibri"/>
              <a:cs typeface="Calibri"/>
            </a:endParaRPr>
          </a:p>
        </p:txBody>
      </p:sp>
      <p:sp>
        <p:nvSpPr>
          <p:cNvPr id="3" name="TextBox 2">
            <a:extLst>
              <a:ext uri="{FF2B5EF4-FFF2-40B4-BE49-F238E27FC236}">
                <a16:creationId xmlns:a16="http://schemas.microsoft.com/office/drawing/2014/main" id="{9B58CA2F-2FAD-AED8-3D8F-3F0FB686CD7B}"/>
              </a:ext>
            </a:extLst>
          </p:cNvPr>
          <p:cNvSpPr txBox="1"/>
          <p:nvPr/>
        </p:nvSpPr>
        <p:spPr>
          <a:xfrm>
            <a:off x="9962925" y="1160337"/>
            <a:ext cx="1784463" cy="261610"/>
          </a:xfrm>
          <a:prstGeom prst="rect">
            <a:avLst/>
          </a:prstGeom>
          <a:noFill/>
        </p:spPr>
        <p:txBody>
          <a:bodyPr wrap="square" rtlCol="0">
            <a:spAutoFit/>
          </a:bodyPr>
          <a:lstStyle/>
          <a:p>
            <a:r>
              <a:rPr lang="en-US" sz="1100"/>
              <a:t>Dated: 25</a:t>
            </a:r>
            <a:r>
              <a:rPr lang="en-US" sz="1100" baseline="30000"/>
              <a:t>th</a:t>
            </a:r>
            <a:r>
              <a:rPr lang="en-US" sz="1100"/>
              <a:t> November 2025</a:t>
            </a:r>
          </a:p>
        </p:txBody>
      </p:sp>
    </p:spTree>
    <p:extLst>
      <p:ext uri="{BB962C8B-B14F-4D97-AF65-F5344CB8AC3E}">
        <p14:creationId xmlns:p14="http://schemas.microsoft.com/office/powerpoint/2010/main" val="259094477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749827-D238-2393-0AD2-C76B599AB9E0}"/>
            </a:ext>
          </a:extLst>
        </p:cNvPr>
        <p:cNvGrpSpPr/>
        <p:nvPr/>
      </p:nvGrpSpPr>
      <p:grpSpPr>
        <a:xfrm>
          <a:off x="0" y="0"/>
          <a:ext cx="0" cy="0"/>
          <a:chOff x="0" y="0"/>
          <a:chExt cx="0" cy="0"/>
        </a:xfrm>
      </p:grpSpPr>
      <p:graphicFrame>
        <p:nvGraphicFramePr>
          <p:cNvPr id="56" name="think-cell data - do not delete" hidden="1">
            <a:extLst>
              <a:ext uri="{FF2B5EF4-FFF2-40B4-BE49-F238E27FC236}">
                <a16:creationId xmlns:a16="http://schemas.microsoft.com/office/drawing/2014/main" id="{98A73BFC-6DC1-9110-7E20-BBE5D3CEF6CC}"/>
              </a:ext>
            </a:extLst>
          </p:cNvPr>
          <p:cNvGraphicFramePr>
            <a:graphicFrameLocks/>
          </p:cNvGraphicFramePr>
          <p:nvPr>
            <p:custDataLst>
              <p:tags r:id="rId1"/>
            </p:custDataLst>
            <p:extLst>
              <p:ext uri="{D42A27DB-BD31-4B8C-83A1-F6EECF244321}">
                <p14:modId xmlns:p14="http://schemas.microsoft.com/office/powerpoint/2010/main" val="183226390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425" imgH="425" progId="TCLayout.ActiveDocument.1">
                  <p:embed/>
                </p:oleObj>
              </mc:Choice>
              <mc:Fallback>
                <p:oleObj name="think-cell Slide" r:id="rId24" imgW="425" imgH="425" progId="TCLayout.ActiveDocument.1">
                  <p:embed/>
                  <p:pic>
                    <p:nvPicPr>
                      <p:cNvPr id="56" name="think-cell data - do not delete" hidden="1">
                        <a:extLst>
                          <a:ext uri="{FF2B5EF4-FFF2-40B4-BE49-F238E27FC236}">
                            <a16:creationId xmlns:a16="http://schemas.microsoft.com/office/drawing/2014/main" id="{98A73BFC-6DC1-9110-7E20-BBE5D3CEF6CC}"/>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4" name="Line 15">
            <a:extLst>
              <a:ext uri="{FF2B5EF4-FFF2-40B4-BE49-F238E27FC236}">
                <a16:creationId xmlns:a16="http://schemas.microsoft.com/office/drawing/2014/main" id="{7C59713B-1760-C0BA-5E89-50BE433FEC24}"/>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2. Slide Title">
            <a:extLst>
              <a:ext uri="{FF2B5EF4-FFF2-40B4-BE49-F238E27FC236}">
                <a16:creationId xmlns:a16="http://schemas.microsoft.com/office/drawing/2014/main" id="{7A1FD177-4F9E-585E-D62A-CFCA9AD2F37D}"/>
              </a:ext>
            </a:extLst>
          </p:cNvPr>
          <p:cNvSpPr txBox="1">
            <a:spLocks/>
          </p:cNvSpPr>
          <p:nvPr>
            <p:custDataLst>
              <p:tags r:id="rId3"/>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dirty="0">
                <a:solidFill>
                  <a:srgbClr val="0A0A0A"/>
                </a:solidFill>
                <a:latin typeface="Georgia" panose="02040502050405020303" pitchFamily="18" charset="0"/>
                <a:cs typeface="Arial" panose="020B0604020202020204" pitchFamily="34" charset="0"/>
              </a:rPr>
              <a:t>With the projections reaching </a:t>
            </a:r>
            <a:r>
              <a:rPr lang="en-US" sz="2600" dirty="0">
                <a:solidFill>
                  <a:srgbClr val="0A0A0A"/>
                </a:solidFill>
                <a:latin typeface="Georgia" panose="02040502050405020303" pitchFamily="18" charset="0"/>
                <a:cs typeface="Arial" panose="020B0604020202020204" pitchFamily="34" charset="0"/>
              </a:rPr>
              <a:t>~4x gross revenue growth </a:t>
            </a:r>
            <a:r>
              <a:rPr lang="en-US" sz="2600" b="0" dirty="0">
                <a:solidFill>
                  <a:srgbClr val="0A0A0A"/>
                </a:solidFill>
                <a:latin typeface="Georgia" panose="02040502050405020303" pitchFamily="18" charset="0"/>
                <a:cs typeface="Arial" panose="020B0604020202020204" pitchFamily="34" charset="0"/>
              </a:rPr>
              <a:t>by 2028; oncology </a:t>
            </a:r>
            <a:r>
              <a:rPr lang="en-US" sz="2600" dirty="0">
                <a:solidFill>
                  <a:srgbClr val="0A0A0A"/>
                </a:solidFill>
                <a:latin typeface="Georgia" panose="02040502050405020303" pitchFamily="18" charset="0"/>
                <a:cs typeface="Arial" panose="020B0604020202020204" pitchFamily="34" charset="0"/>
              </a:rPr>
              <a:t>treatment making &gt;80% of the total growth</a:t>
            </a:r>
            <a:endPar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graphicFrame>
        <p:nvGraphicFramePr>
          <p:cNvPr id="59" name="Chart 58">
            <a:extLst>
              <a:ext uri="{FF2B5EF4-FFF2-40B4-BE49-F238E27FC236}">
                <a16:creationId xmlns:a16="http://schemas.microsoft.com/office/drawing/2014/main" id="{712785D8-698A-7E2B-1DB6-A5AF58EC7E9A}"/>
              </a:ext>
            </a:extLst>
          </p:cNvPr>
          <p:cNvGraphicFramePr/>
          <p:nvPr>
            <p:custDataLst>
              <p:tags r:id="rId4"/>
            </p:custDataLst>
            <p:extLst>
              <p:ext uri="{D42A27DB-BD31-4B8C-83A1-F6EECF244321}">
                <p14:modId xmlns:p14="http://schemas.microsoft.com/office/powerpoint/2010/main" val="3125663453"/>
              </p:ext>
            </p:extLst>
          </p:nvPr>
        </p:nvGraphicFramePr>
        <p:xfrm>
          <a:off x="463550" y="2098675"/>
          <a:ext cx="6964363" cy="3908425"/>
        </p:xfrm>
        <a:graphic>
          <a:graphicData uri="http://schemas.openxmlformats.org/drawingml/2006/chart">
            <c:chart xmlns:c="http://schemas.openxmlformats.org/drawingml/2006/chart" xmlns:r="http://schemas.openxmlformats.org/officeDocument/2006/relationships" r:id="rId26"/>
          </a:graphicData>
        </a:graphic>
      </p:graphicFrame>
      <p:cxnSp>
        <p:nvCxnSpPr>
          <p:cNvPr id="19" name="Straight Connector 18">
            <a:extLst>
              <a:ext uri="{FF2B5EF4-FFF2-40B4-BE49-F238E27FC236}">
                <a16:creationId xmlns:a16="http://schemas.microsoft.com/office/drawing/2014/main" id="{9EB47FA8-71BB-413A-F9C3-4A521B452781}"/>
              </a:ext>
            </a:extLst>
          </p:cNvPr>
          <p:cNvCxnSpPr/>
          <p:nvPr>
            <p:custDataLst>
              <p:tags r:id="rId5"/>
            </p:custDataLst>
          </p:nvPr>
        </p:nvCxnSpPr>
        <p:spPr bwMode="auto">
          <a:xfrm flipV="1">
            <a:off x="1679575" y="1641475"/>
            <a:ext cx="4532313" cy="227012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712162A3-3A58-B59F-DF91-427609B2AAD3}"/>
              </a:ext>
            </a:extLst>
          </p:cNvPr>
          <p:cNvCxnSpPr/>
          <p:nvPr>
            <p:custDataLst>
              <p:tags r:id="rId6"/>
            </p:custDataLst>
          </p:nvPr>
        </p:nvCxnSpPr>
        <p:spPr bwMode="auto">
          <a:xfrm flipH="1">
            <a:off x="2057400" y="4794250"/>
            <a:ext cx="104775" cy="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7" name="Straight Connector 56">
            <a:extLst>
              <a:ext uri="{FF2B5EF4-FFF2-40B4-BE49-F238E27FC236}">
                <a16:creationId xmlns:a16="http://schemas.microsoft.com/office/drawing/2014/main" id="{9C761DEB-066B-FB80-127D-8122C29DF78F}"/>
              </a:ext>
            </a:extLst>
          </p:cNvPr>
          <p:cNvCxnSpPr/>
          <p:nvPr>
            <p:custDataLst>
              <p:tags r:id="rId7"/>
            </p:custDataLst>
          </p:nvPr>
        </p:nvCxnSpPr>
        <p:spPr bwMode="auto">
          <a:xfrm flipH="1" flipV="1">
            <a:off x="6704013" y="3063875"/>
            <a:ext cx="119062" cy="144463"/>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5" name="Text Placeholder 2">
            <a:extLst>
              <a:ext uri="{FF2B5EF4-FFF2-40B4-BE49-F238E27FC236}">
                <a16:creationId xmlns:a16="http://schemas.microsoft.com/office/drawing/2014/main" id="{4CAA9639-346A-1706-E4E0-BBF9B4192211}"/>
              </a:ext>
            </a:extLst>
          </p:cNvPr>
          <p:cNvSpPr>
            <a:spLocks/>
          </p:cNvSpPr>
          <p:nvPr>
            <p:custDataLst>
              <p:tags r:id="rId8"/>
            </p:custDataLst>
          </p:nvPr>
        </p:nvSpPr>
        <p:spPr bwMode="gray">
          <a:xfrm>
            <a:off x="1757363" y="4768850"/>
            <a:ext cx="298450" cy="247650"/>
          </a:xfrm>
          <a:prstGeom prst="rect">
            <a:avLst/>
          </a:prstGeom>
          <a:solidFill>
            <a:srgbClr val="17B2AF"/>
          </a:solidFill>
          <a:ln>
            <a:noFill/>
          </a:ln>
          <a:effectLst/>
        </p:spPr>
        <p:txBody>
          <a:bodyPr vert="horz" wrap="none" lIns="33338" tIns="0" rIns="333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E65D658-F376-4CAE-91F6-392A118BBC26}" type="datetime'''''''''2''''''''''9'''''''''''">
              <a:rPr lang="en-US" altLang="en-US" sz="1800" smtClean="0">
                <a:solidFill>
                  <a:schemeClr val="bg1"/>
                </a:solidFill>
                <a:effectLst/>
              </a:rPr>
              <a:pPr marL="0" lvl="0" indent="0" algn="ctr">
                <a:spcBef>
                  <a:spcPct val="0"/>
                </a:spcBef>
                <a:spcAft>
                  <a:spcPct val="0"/>
                </a:spcAft>
                <a:buNone/>
              </a:pPr>
              <a:t>29</a:t>
            </a:fld>
            <a:endParaRPr lang="en-US" sz="1800">
              <a:solidFill>
                <a:schemeClr val="bg1"/>
              </a:solidFill>
            </a:endParaRPr>
          </a:p>
        </p:txBody>
      </p:sp>
      <p:sp>
        <p:nvSpPr>
          <p:cNvPr id="8" name="Text Placeholder 2">
            <a:extLst>
              <a:ext uri="{FF2B5EF4-FFF2-40B4-BE49-F238E27FC236}">
                <a16:creationId xmlns:a16="http://schemas.microsoft.com/office/drawing/2014/main" id="{FED6A3AC-1129-54EE-F1D2-E553473D7085}"/>
              </a:ext>
            </a:extLst>
          </p:cNvPr>
          <p:cNvSpPr>
            <a:spLocks/>
          </p:cNvSpPr>
          <p:nvPr>
            <p:custDataLst>
              <p:tags r:id="rId9"/>
            </p:custDataLst>
          </p:nvPr>
        </p:nvSpPr>
        <p:spPr bwMode="gray">
          <a:xfrm>
            <a:off x="1303338" y="4897438"/>
            <a:ext cx="298450" cy="247650"/>
          </a:xfrm>
          <a:prstGeom prst="rect">
            <a:avLst/>
          </a:prstGeom>
          <a:solidFill>
            <a:srgbClr val="D6D7D9"/>
          </a:solidFill>
          <a:ln>
            <a:noFill/>
          </a:ln>
          <a:effectLst/>
        </p:spPr>
        <p:txBody>
          <a:bodyPr vert="horz" wrap="none" lIns="33338" tIns="0" rIns="333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21F9344-C090-4BB2-B30B-ECAADECA303E}" type="datetime'''''''''''''''''''''''''''''''''''3''''''''''''2'''''''''''''">
              <a:rPr lang="en-US" altLang="en-US" sz="1800" smtClean="0">
                <a:effectLst/>
              </a:rPr>
              <a:pPr marL="0" lvl="0" indent="0" algn="ctr">
                <a:spcBef>
                  <a:spcPct val="0"/>
                </a:spcBef>
                <a:spcAft>
                  <a:spcPct val="0"/>
                </a:spcAft>
                <a:buNone/>
              </a:pPr>
              <a:t>32</a:t>
            </a:fld>
            <a:endParaRPr lang="en-US" sz="1800"/>
          </a:p>
        </p:txBody>
      </p:sp>
      <p:sp>
        <p:nvSpPr>
          <p:cNvPr id="30" name="Text Placeholder 2">
            <a:extLst>
              <a:ext uri="{FF2B5EF4-FFF2-40B4-BE49-F238E27FC236}">
                <a16:creationId xmlns:a16="http://schemas.microsoft.com/office/drawing/2014/main" id="{8D407CBB-BE13-DA00-E45C-FEE9804A1075}"/>
              </a:ext>
            </a:extLst>
          </p:cNvPr>
          <p:cNvSpPr>
            <a:spLocks/>
          </p:cNvSpPr>
          <p:nvPr>
            <p:custDataLst>
              <p:tags r:id="rId10"/>
            </p:custDataLst>
          </p:nvPr>
        </p:nvSpPr>
        <p:spPr bwMode="auto">
          <a:xfrm>
            <a:off x="1441450" y="5694363"/>
            <a:ext cx="4762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108D080-815F-455A-8A1C-5B8A39653BE6}" type="datetime'''''''''''''2''''''''''''''''''''02''''''''''''''''''6'''">
              <a:rPr lang="en-US" altLang="en-US" sz="1800" smtClean="0"/>
              <a:pPr marL="0" lvl="0" indent="0" algn="ctr">
                <a:spcBef>
                  <a:spcPct val="0"/>
                </a:spcBef>
                <a:spcAft>
                  <a:spcPct val="0"/>
                </a:spcAft>
                <a:buNone/>
              </a:pPr>
              <a:t>2026</a:t>
            </a:fld>
            <a:endParaRPr lang="en-US" sz="1800"/>
          </a:p>
        </p:txBody>
      </p:sp>
      <p:sp>
        <p:nvSpPr>
          <p:cNvPr id="27" name="Text Placeholder 2">
            <a:extLst>
              <a:ext uri="{FF2B5EF4-FFF2-40B4-BE49-F238E27FC236}">
                <a16:creationId xmlns:a16="http://schemas.microsoft.com/office/drawing/2014/main" id="{DAF0E1BF-B428-CD79-B865-613DF9F5E438}"/>
              </a:ext>
            </a:extLst>
          </p:cNvPr>
          <p:cNvSpPr>
            <a:spLocks/>
          </p:cNvSpPr>
          <p:nvPr>
            <p:custDataLst>
              <p:tags r:id="rId11"/>
            </p:custDataLst>
          </p:nvPr>
        </p:nvSpPr>
        <p:spPr bwMode="gray">
          <a:xfrm>
            <a:off x="4022725" y="3292475"/>
            <a:ext cx="298450" cy="247650"/>
          </a:xfrm>
          <a:prstGeom prst="rect">
            <a:avLst/>
          </a:prstGeom>
          <a:solidFill>
            <a:srgbClr val="04748A"/>
          </a:solidFill>
          <a:ln>
            <a:noFill/>
          </a:ln>
          <a:effectLst/>
        </p:spPr>
        <p:txBody>
          <a:bodyPr vert="horz" wrap="none" lIns="33338" tIns="0" rIns="33338"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90DE2C2-F3CF-4C05-936C-743E4685C1BB}" type="datetime'''''''3''''''''7'''''''''">
              <a:rPr lang="en-US" altLang="en-US" sz="1800" smtClean="0">
                <a:solidFill>
                  <a:schemeClr val="bg1"/>
                </a:solidFill>
                <a:effectLst/>
              </a:rPr>
              <a:pPr marL="0" lvl="0" indent="0" algn="ctr">
                <a:spcBef>
                  <a:spcPct val="0"/>
                </a:spcBef>
                <a:spcAft>
                  <a:spcPct val="0"/>
                </a:spcAft>
                <a:buNone/>
              </a:pPr>
              <a:t>37</a:t>
            </a:fld>
            <a:endParaRPr lang="en-US" sz="1800">
              <a:solidFill>
                <a:schemeClr val="bg1"/>
              </a:solidFill>
            </a:endParaRPr>
          </a:p>
        </p:txBody>
      </p:sp>
      <p:sp>
        <p:nvSpPr>
          <p:cNvPr id="907" name="Text Placeholder 2">
            <a:extLst>
              <a:ext uri="{FF2B5EF4-FFF2-40B4-BE49-F238E27FC236}">
                <a16:creationId xmlns:a16="http://schemas.microsoft.com/office/drawing/2014/main" id="{D2591C09-BFF8-1AAE-3DE1-9D085327D47D}"/>
              </a:ext>
            </a:extLst>
          </p:cNvPr>
          <p:cNvSpPr>
            <a:spLocks/>
          </p:cNvSpPr>
          <p:nvPr>
            <p:custDataLst>
              <p:tags r:id="rId12"/>
            </p:custDataLst>
          </p:nvPr>
        </p:nvSpPr>
        <p:spPr bwMode="auto">
          <a:xfrm>
            <a:off x="6848475" y="4289425"/>
            <a:ext cx="1762125"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93ABA654-2E23-4493-B47F-6C57CFED1174}" type="datetime'''''Onc''o''l''''''o''g''''y'' I''n''f''''u''sio''''''n''s'''">
              <a:rPr lang="en-US" altLang="en-US" sz="1800" smtClean="0">
                <a:effectLst/>
              </a:rPr>
              <a:pPr marL="0" lvl="0" indent="0">
                <a:spcBef>
                  <a:spcPct val="0"/>
                </a:spcBef>
                <a:spcAft>
                  <a:spcPct val="0"/>
                </a:spcAft>
                <a:buNone/>
              </a:pPr>
              <a:t>Oncology Infusions</a:t>
            </a:fld>
            <a:endParaRPr lang="en-US" sz="1800"/>
          </a:p>
        </p:txBody>
      </p:sp>
      <p:sp>
        <p:nvSpPr>
          <p:cNvPr id="909" name="Text Placeholder 2">
            <a:extLst>
              <a:ext uri="{FF2B5EF4-FFF2-40B4-BE49-F238E27FC236}">
                <a16:creationId xmlns:a16="http://schemas.microsoft.com/office/drawing/2014/main" id="{F589D421-89A1-BF72-1B61-BCAE388CC2FB}"/>
              </a:ext>
            </a:extLst>
          </p:cNvPr>
          <p:cNvSpPr>
            <a:spLocks/>
          </p:cNvSpPr>
          <p:nvPr>
            <p:custDataLst>
              <p:tags r:id="rId13"/>
            </p:custDataLst>
          </p:nvPr>
        </p:nvSpPr>
        <p:spPr bwMode="auto">
          <a:xfrm>
            <a:off x="6848475" y="2487613"/>
            <a:ext cx="124460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4E29817B-5499-4B54-BBE2-F8C2A0758C24}" type="datetime'''R''''a''''''''''d''''io''''''''''t''h''e''r''ap''''y'">
              <a:rPr lang="en-US" altLang="en-US" sz="1800" smtClean="0">
                <a:effectLst/>
              </a:rPr>
              <a:pPr marL="0" lvl="0" indent="0">
                <a:spcBef>
                  <a:spcPct val="0"/>
                </a:spcBef>
                <a:spcAft>
                  <a:spcPct val="0"/>
                </a:spcAft>
                <a:buNone/>
              </a:pPr>
              <a:t>Radiotherapy</a:t>
            </a:fld>
            <a:endParaRPr lang="en-US" sz="1800"/>
          </a:p>
        </p:txBody>
      </p:sp>
      <p:sp>
        <p:nvSpPr>
          <p:cNvPr id="910" name="Text Placeholder 2">
            <a:extLst>
              <a:ext uri="{FF2B5EF4-FFF2-40B4-BE49-F238E27FC236}">
                <a16:creationId xmlns:a16="http://schemas.microsoft.com/office/drawing/2014/main" id="{826FBA69-B988-3DDE-F355-F87D623B9DAC}"/>
              </a:ext>
            </a:extLst>
          </p:cNvPr>
          <p:cNvSpPr>
            <a:spLocks/>
          </p:cNvSpPr>
          <p:nvPr>
            <p:custDataLst>
              <p:tags r:id="rId14"/>
            </p:custDataLst>
          </p:nvPr>
        </p:nvSpPr>
        <p:spPr bwMode="auto">
          <a:xfrm>
            <a:off x="6848475" y="2786063"/>
            <a:ext cx="1976438"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4F7DBEFD-32DE-45D3-A54B-AFF0B86C662E}" type="datetime'''''''''''O''n''''''co''''lo''''gy Dia''''gno''''''st''ic''s'">
              <a:rPr lang="en-US" altLang="en-US" sz="1800" smtClean="0">
                <a:effectLst/>
              </a:rPr>
              <a:pPr marL="0" lvl="0" indent="0">
                <a:spcBef>
                  <a:spcPct val="0"/>
                </a:spcBef>
                <a:spcAft>
                  <a:spcPct val="0"/>
                </a:spcAft>
                <a:buNone/>
              </a:pPr>
              <a:t>Oncology Diagnostics</a:t>
            </a:fld>
            <a:endParaRPr lang="en-US" sz="1800"/>
          </a:p>
        </p:txBody>
      </p:sp>
      <p:sp>
        <p:nvSpPr>
          <p:cNvPr id="911" name="Text Placeholder 2">
            <a:extLst>
              <a:ext uri="{FF2B5EF4-FFF2-40B4-BE49-F238E27FC236}">
                <a16:creationId xmlns:a16="http://schemas.microsoft.com/office/drawing/2014/main" id="{C00FFC30-1BC2-3CB5-8193-D0D10277ABCF}"/>
              </a:ext>
            </a:extLst>
          </p:cNvPr>
          <p:cNvSpPr>
            <a:spLocks/>
          </p:cNvSpPr>
          <p:nvPr>
            <p:custDataLst>
              <p:tags r:id="rId15"/>
            </p:custDataLst>
          </p:nvPr>
        </p:nvSpPr>
        <p:spPr bwMode="auto">
          <a:xfrm>
            <a:off x="6848473" y="3084513"/>
            <a:ext cx="1443038"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CBC383A9-82D5-4B61-96A5-80C888BC8CED}" type="datetime'''''*O''t''''he''r'' ''''''''st''r''''e''a''''''''''ms'">
              <a:rPr lang="en-US" altLang="en-US" sz="1800" smtClean="0">
                <a:effectLst/>
              </a:rPr>
              <a:pPr marL="0" lvl="0" indent="0">
                <a:spcBef>
                  <a:spcPct val="0"/>
                </a:spcBef>
                <a:spcAft>
                  <a:spcPct val="0"/>
                </a:spcAft>
                <a:buNone/>
              </a:pPr>
              <a:t>*Other streams</a:t>
            </a:fld>
            <a:endParaRPr lang="en-US" sz="1050"/>
          </a:p>
        </p:txBody>
      </p:sp>
      <p:sp>
        <p:nvSpPr>
          <p:cNvPr id="36" name="Text Placeholder 2">
            <a:extLst>
              <a:ext uri="{FF2B5EF4-FFF2-40B4-BE49-F238E27FC236}">
                <a16:creationId xmlns:a16="http://schemas.microsoft.com/office/drawing/2014/main" id="{BFA3E08C-AD54-09A0-E877-066D8BA41237}"/>
              </a:ext>
            </a:extLst>
          </p:cNvPr>
          <p:cNvSpPr>
            <a:spLocks/>
          </p:cNvSpPr>
          <p:nvPr>
            <p:custDataLst>
              <p:tags r:id="rId16"/>
            </p:custDataLst>
          </p:nvPr>
        </p:nvSpPr>
        <p:spPr bwMode="gray">
          <a:xfrm>
            <a:off x="1473200" y="4484688"/>
            <a:ext cx="414338"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33338" tIns="0" rIns="33338"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C77E2BC-2725-4AA0-996C-910CCDA3BDA6}" type="datetime'''''''''''''''''''2''''''''''''''''''0''''''''''''5'''''">
              <a:rPr lang="en-US" altLang="en-US" sz="1800" smtClean="0"/>
              <a:pPr marL="0" lvl="0" indent="0" algn="ctr">
                <a:spcBef>
                  <a:spcPct val="0"/>
                </a:spcBef>
                <a:spcAft>
                  <a:spcPct val="0"/>
                </a:spcAft>
                <a:buNone/>
              </a:pPr>
              <a:t>205</a:t>
            </a:fld>
            <a:endParaRPr lang="en-US" sz="1800"/>
          </a:p>
        </p:txBody>
      </p:sp>
      <p:sp>
        <p:nvSpPr>
          <p:cNvPr id="37" name="Text Placeholder 2">
            <a:extLst>
              <a:ext uri="{FF2B5EF4-FFF2-40B4-BE49-F238E27FC236}">
                <a16:creationId xmlns:a16="http://schemas.microsoft.com/office/drawing/2014/main" id="{100B70DC-409C-93DD-A95F-D2C15DB38A5C}"/>
              </a:ext>
            </a:extLst>
          </p:cNvPr>
          <p:cNvSpPr>
            <a:spLocks/>
          </p:cNvSpPr>
          <p:nvPr>
            <p:custDataLst>
              <p:tags r:id="rId17"/>
            </p:custDataLst>
          </p:nvPr>
        </p:nvSpPr>
        <p:spPr bwMode="gray">
          <a:xfrm>
            <a:off x="3738563" y="3044825"/>
            <a:ext cx="414338"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33338" tIns="0" rIns="33338"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2D83B85-27E7-45B5-96D0-87AB2CF33D9A}" type="datetime'''5''4''''''''''''''''''''''''''3'''''''''''">
              <a:rPr lang="en-US" altLang="en-US" sz="1800" smtClean="0"/>
              <a:pPr marL="0" lvl="0" indent="0" algn="ctr">
                <a:spcBef>
                  <a:spcPct val="0"/>
                </a:spcBef>
                <a:spcAft>
                  <a:spcPct val="0"/>
                </a:spcAft>
                <a:buNone/>
              </a:pPr>
              <a:t>543</a:t>
            </a:fld>
            <a:endParaRPr lang="en-US" sz="1800"/>
          </a:p>
        </p:txBody>
      </p:sp>
      <p:sp>
        <p:nvSpPr>
          <p:cNvPr id="39" name="Text Placeholder 2">
            <a:extLst>
              <a:ext uri="{FF2B5EF4-FFF2-40B4-BE49-F238E27FC236}">
                <a16:creationId xmlns:a16="http://schemas.microsoft.com/office/drawing/2014/main" id="{7886C1B8-3D77-7268-401F-63303A8516B6}"/>
              </a:ext>
            </a:extLst>
          </p:cNvPr>
          <p:cNvSpPr>
            <a:spLocks/>
          </p:cNvSpPr>
          <p:nvPr>
            <p:custDataLst>
              <p:tags r:id="rId18"/>
            </p:custDataLst>
          </p:nvPr>
        </p:nvSpPr>
        <p:spPr bwMode="gray">
          <a:xfrm>
            <a:off x="6005513" y="2214563"/>
            <a:ext cx="414338"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33338" tIns="0" rIns="33338"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44800A8-6BE3-41A2-A0CD-D913257F5644}" type="datetime'''''74''''''''''''''''''6'''''''''''''''''''''">
              <a:rPr lang="en-US" altLang="en-US" sz="1800" smtClean="0"/>
              <a:pPr marL="0" lvl="0" indent="0" algn="ctr">
                <a:spcBef>
                  <a:spcPct val="0"/>
                </a:spcBef>
                <a:spcAft>
                  <a:spcPct val="0"/>
                </a:spcAft>
                <a:buNone/>
              </a:pPr>
              <a:t>746</a:t>
            </a:fld>
            <a:endParaRPr lang="en-US" sz="1800"/>
          </a:p>
        </p:txBody>
      </p:sp>
      <p:sp>
        <p:nvSpPr>
          <p:cNvPr id="25" name="Text Placeholder 2">
            <a:extLst>
              <a:ext uri="{FF2B5EF4-FFF2-40B4-BE49-F238E27FC236}">
                <a16:creationId xmlns:a16="http://schemas.microsoft.com/office/drawing/2014/main" id="{65E27D24-0ACD-C67B-DA6E-CEEC130B5551}"/>
              </a:ext>
            </a:extLst>
          </p:cNvPr>
          <p:cNvSpPr>
            <a:spLocks/>
          </p:cNvSpPr>
          <p:nvPr>
            <p:custDataLst>
              <p:tags r:id="rId19"/>
            </p:custDataLst>
          </p:nvPr>
        </p:nvSpPr>
        <p:spPr bwMode="auto">
          <a:xfrm>
            <a:off x="3706813" y="5694363"/>
            <a:ext cx="4762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89C0AD9-FDF3-4311-A225-819AC60732BC}" type="datetime'20''''''2''''7'''">
              <a:rPr lang="en-US" altLang="en-US" sz="1800" smtClean="0"/>
              <a:pPr marL="0" lvl="0" indent="0" algn="ctr">
                <a:spcBef>
                  <a:spcPct val="0"/>
                </a:spcBef>
                <a:spcAft>
                  <a:spcPct val="0"/>
                </a:spcAft>
                <a:buNone/>
              </a:pPr>
              <a:t>2027</a:t>
            </a:fld>
            <a:endParaRPr lang="en-US" sz="1800"/>
          </a:p>
        </p:txBody>
      </p:sp>
      <p:sp>
        <p:nvSpPr>
          <p:cNvPr id="26" name="Text Placeholder 2">
            <a:extLst>
              <a:ext uri="{FF2B5EF4-FFF2-40B4-BE49-F238E27FC236}">
                <a16:creationId xmlns:a16="http://schemas.microsoft.com/office/drawing/2014/main" id="{975B81F9-6F24-052E-C698-F555E781D697}"/>
              </a:ext>
            </a:extLst>
          </p:cNvPr>
          <p:cNvSpPr>
            <a:spLocks/>
          </p:cNvSpPr>
          <p:nvPr>
            <p:custDataLst>
              <p:tags r:id="rId20"/>
            </p:custDataLst>
          </p:nvPr>
        </p:nvSpPr>
        <p:spPr bwMode="auto">
          <a:xfrm>
            <a:off x="5973763" y="5694363"/>
            <a:ext cx="4762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32B8C7E-B179-4F93-8AFC-A3A2CAD46D39}" type="datetime'''20''''''''''''''''''''''''''2''''''8'''''">
              <a:rPr lang="en-US" altLang="en-US" sz="1800" smtClean="0"/>
              <a:pPr marL="0" lvl="0" indent="0" algn="ctr">
                <a:spcBef>
                  <a:spcPct val="0"/>
                </a:spcBef>
                <a:spcAft>
                  <a:spcPct val="0"/>
                </a:spcAft>
                <a:buNone/>
              </a:pPr>
              <a:t>2028</a:t>
            </a:fld>
            <a:endParaRPr lang="en-US" sz="1800"/>
          </a:p>
        </p:txBody>
      </p:sp>
      <p:sp>
        <p:nvSpPr>
          <p:cNvPr id="17" name="Text Placeholder 2">
            <a:extLst>
              <a:ext uri="{FF2B5EF4-FFF2-40B4-BE49-F238E27FC236}">
                <a16:creationId xmlns:a16="http://schemas.microsoft.com/office/drawing/2014/main" id="{9279BA87-7EA5-517E-5BBA-17A4F32BE839}"/>
              </a:ext>
            </a:extLst>
          </p:cNvPr>
          <p:cNvSpPr>
            <a:spLocks/>
          </p:cNvSpPr>
          <p:nvPr>
            <p:custDataLst>
              <p:tags r:id="rId21"/>
            </p:custDataLst>
          </p:nvPr>
        </p:nvSpPr>
        <p:spPr bwMode="auto">
          <a:xfrm>
            <a:off x="3779838" y="2611438"/>
            <a:ext cx="331788" cy="331788"/>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r>
              <a:rPr lang="en-US" altLang="en-US" sz="1800" b="1">
                <a:solidFill>
                  <a:schemeClr val="bg1"/>
                </a:solidFill>
                <a:effectLst/>
              </a:rPr>
              <a:t>4x</a:t>
            </a:r>
            <a:endParaRPr lang="en-US" sz="1800" b="1">
              <a:solidFill>
                <a:schemeClr val="bg1"/>
              </a:solidFill>
            </a:endParaRPr>
          </a:p>
        </p:txBody>
      </p:sp>
      <p:sp>
        <p:nvSpPr>
          <p:cNvPr id="212" name="Google Shape;2094;p21">
            <a:extLst>
              <a:ext uri="{FF2B5EF4-FFF2-40B4-BE49-F238E27FC236}">
                <a16:creationId xmlns:a16="http://schemas.microsoft.com/office/drawing/2014/main" id="{0A474FBB-12FD-E2F6-369C-9DDD97E4F0E5}"/>
              </a:ext>
            </a:extLst>
          </p:cNvPr>
          <p:cNvSpPr/>
          <p:nvPr/>
        </p:nvSpPr>
        <p:spPr>
          <a:xfrm flipH="1">
            <a:off x="491709" y="1345031"/>
            <a:ext cx="4169597" cy="422503"/>
          </a:xfrm>
          <a:prstGeom prst="rect">
            <a:avLst/>
          </a:prstGeom>
          <a:noFill/>
          <a:ln>
            <a:noFill/>
          </a:ln>
        </p:spPr>
        <p:txBody>
          <a:bodyPr spcFirstLastPara="1" wrap="square" lIns="91425" tIns="45700" rIns="91425" bIns="45700" anchor="ctr" anchorCtr="0">
            <a:noAutofit/>
          </a:bodyPr>
          <a:lstStyle/>
          <a:p>
            <a:pPr lvl="0">
              <a:buClr>
                <a:srgbClr val="000000"/>
              </a:buClr>
              <a:buSzPts val="1400"/>
            </a:pPr>
            <a:r>
              <a:rPr lang="en-US" sz="1600" b="1" err="1">
                <a:ea typeface="Arial"/>
                <a:cs typeface="Arial"/>
                <a:sym typeface="Arial"/>
              </a:rPr>
              <a:t>Oncoclinics</a:t>
            </a:r>
            <a:r>
              <a:rPr lang="en-US" sz="1600">
                <a:ea typeface="Arial"/>
                <a:cs typeface="Arial"/>
                <a:sym typeface="Arial"/>
              </a:rPr>
              <a:t>: </a:t>
            </a:r>
            <a:r>
              <a:rPr lang="en-US" sz="1600" b="1">
                <a:ea typeface="Arial"/>
                <a:cs typeface="Arial"/>
                <a:sym typeface="Arial"/>
              </a:rPr>
              <a:t>Revenue breakdown</a:t>
            </a:r>
          </a:p>
          <a:p>
            <a:pPr lvl="0">
              <a:buClr>
                <a:srgbClr val="000000"/>
              </a:buClr>
              <a:buSzPts val="1400"/>
            </a:pPr>
            <a:r>
              <a:rPr lang="en-US" sz="1600" i="1">
                <a:ea typeface="Arial"/>
                <a:cs typeface="Arial"/>
                <a:sym typeface="Arial"/>
              </a:rPr>
              <a:t>SAR Mn, 2026-2028</a:t>
            </a:r>
            <a:endParaRPr lang="en-US" sz="1200" i="1">
              <a:ea typeface="Arial"/>
              <a:cs typeface="Arial"/>
              <a:sym typeface="Arial"/>
            </a:endParaRPr>
          </a:p>
        </p:txBody>
      </p:sp>
      <p:grpSp>
        <p:nvGrpSpPr>
          <p:cNvPr id="235" name="Group 234">
            <a:extLst>
              <a:ext uri="{FF2B5EF4-FFF2-40B4-BE49-F238E27FC236}">
                <a16:creationId xmlns:a16="http://schemas.microsoft.com/office/drawing/2014/main" id="{373B6828-1C77-EEEC-BBFC-B3DA7A6A791D}"/>
              </a:ext>
            </a:extLst>
          </p:cNvPr>
          <p:cNvGrpSpPr/>
          <p:nvPr/>
        </p:nvGrpSpPr>
        <p:grpSpPr>
          <a:xfrm>
            <a:off x="-460920" y="230169"/>
            <a:ext cx="338328" cy="6397662"/>
            <a:chOff x="-460920" y="279546"/>
            <a:chExt cx="338328" cy="6397662"/>
          </a:xfrm>
        </p:grpSpPr>
        <p:sp>
          <p:nvSpPr>
            <p:cNvPr id="236" name="Google Shape;139;p2">
              <a:extLst>
                <a:ext uri="{FF2B5EF4-FFF2-40B4-BE49-F238E27FC236}">
                  <a16:creationId xmlns:a16="http://schemas.microsoft.com/office/drawing/2014/main" id="{1FA240F9-4FCE-8F87-F6BB-8B3B12DC25BF}"/>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37" name="Google Shape;140;p2">
              <a:extLst>
                <a:ext uri="{FF2B5EF4-FFF2-40B4-BE49-F238E27FC236}">
                  <a16:creationId xmlns:a16="http://schemas.microsoft.com/office/drawing/2014/main" id="{6E405CB0-0A21-1D5C-A8A0-E30B0121D94E}"/>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38" name="Google Shape;141;p2">
              <a:extLst>
                <a:ext uri="{FF2B5EF4-FFF2-40B4-BE49-F238E27FC236}">
                  <a16:creationId xmlns:a16="http://schemas.microsoft.com/office/drawing/2014/main" id="{7E671EAE-287B-CF26-7305-54367201577B}"/>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39" name="Google Shape;142;p2">
              <a:extLst>
                <a:ext uri="{FF2B5EF4-FFF2-40B4-BE49-F238E27FC236}">
                  <a16:creationId xmlns:a16="http://schemas.microsoft.com/office/drawing/2014/main" id="{7568DF93-F51D-AE0B-850B-0B14B1B4B4B0}"/>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0" name="Google Shape;143;p2">
              <a:extLst>
                <a:ext uri="{FF2B5EF4-FFF2-40B4-BE49-F238E27FC236}">
                  <a16:creationId xmlns:a16="http://schemas.microsoft.com/office/drawing/2014/main" id="{7C3C1438-2CFF-30BF-9DAD-B6F24812A0E3}"/>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1" name="Google Shape;144;p2">
              <a:extLst>
                <a:ext uri="{FF2B5EF4-FFF2-40B4-BE49-F238E27FC236}">
                  <a16:creationId xmlns:a16="http://schemas.microsoft.com/office/drawing/2014/main" id="{6746B286-1FF4-9A20-B6DF-7EE435C59816}"/>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2" name="Google Shape;145;p2">
              <a:extLst>
                <a:ext uri="{FF2B5EF4-FFF2-40B4-BE49-F238E27FC236}">
                  <a16:creationId xmlns:a16="http://schemas.microsoft.com/office/drawing/2014/main" id="{6DCDB721-4EEB-FFCB-7A1C-730EE74B877F}"/>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3" name="Google Shape;146;p2">
              <a:extLst>
                <a:ext uri="{FF2B5EF4-FFF2-40B4-BE49-F238E27FC236}">
                  <a16:creationId xmlns:a16="http://schemas.microsoft.com/office/drawing/2014/main" id="{18B04FCB-3C13-BD60-01DF-A2FB3B8F2036}"/>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4" name="Google Shape;147;p2">
              <a:extLst>
                <a:ext uri="{FF2B5EF4-FFF2-40B4-BE49-F238E27FC236}">
                  <a16:creationId xmlns:a16="http://schemas.microsoft.com/office/drawing/2014/main" id="{3832C326-6355-8775-A6B1-750E151457D5}"/>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5" name="Google Shape;148;p2">
              <a:extLst>
                <a:ext uri="{FF2B5EF4-FFF2-40B4-BE49-F238E27FC236}">
                  <a16:creationId xmlns:a16="http://schemas.microsoft.com/office/drawing/2014/main" id="{4E31E301-B2D4-32BF-DA68-E791B943CA28}"/>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7" name="Google Shape;149;p2">
              <a:extLst>
                <a:ext uri="{FF2B5EF4-FFF2-40B4-BE49-F238E27FC236}">
                  <a16:creationId xmlns:a16="http://schemas.microsoft.com/office/drawing/2014/main" id="{E73FFB17-9D02-6136-2EC3-3691BC0AE07C}"/>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8" name="Google Shape;151;p2">
              <a:extLst>
                <a:ext uri="{FF2B5EF4-FFF2-40B4-BE49-F238E27FC236}">
                  <a16:creationId xmlns:a16="http://schemas.microsoft.com/office/drawing/2014/main" id="{185BC79B-7C73-D2E5-3FA7-03F3A0AC89FC}"/>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9" name="Google Shape;147;p2">
              <a:extLst>
                <a:ext uri="{FF2B5EF4-FFF2-40B4-BE49-F238E27FC236}">
                  <a16:creationId xmlns:a16="http://schemas.microsoft.com/office/drawing/2014/main" id="{5821477D-2245-5B0C-5278-3DBD21F67429}"/>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grpSp>
      <p:sp>
        <p:nvSpPr>
          <p:cNvPr id="962" name="Google Shape;2494;p28">
            <a:extLst>
              <a:ext uri="{FF2B5EF4-FFF2-40B4-BE49-F238E27FC236}">
                <a16:creationId xmlns:a16="http://schemas.microsoft.com/office/drawing/2014/main" id="{4293CC29-A5FD-D757-DE8A-8649FE555FE5}"/>
              </a:ext>
            </a:extLst>
          </p:cNvPr>
          <p:cNvSpPr/>
          <p:nvPr/>
        </p:nvSpPr>
        <p:spPr>
          <a:xfrm>
            <a:off x="9112102" y="3567046"/>
            <a:ext cx="2435539" cy="2053155"/>
          </a:xfrm>
          <a:prstGeom prst="rect">
            <a:avLst/>
          </a:prstGeom>
          <a:solidFill>
            <a:schemeClr val="bg1">
              <a:lumMod val="95000"/>
            </a:schemeClr>
          </a:solidFill>
          <a:ln w="9525">
            <a:noFill/>
            <a:prstDash val="dash"/>
          </a:ln>
          <a:effectLst>
            <a:outerShdw blurRad="63500" sx="102000" sy="102000" algn="ctr" rotWithShape="0">
              <a:prstClr val="black">
                <a:alpha val="40000"/>
              </a:prstClr>
            </a:outerShdw>
          </a:effectLst>
        </p:spPr>
        <p:txBody>
          <a:bodyPr spcFirstLastPara="1" wrap="square" lIns="91440" tIns="36000" rIns="36000" bIns="36000" anchor="ctr" anchorCtr="0">
            <a:noAutofit/>
          </a:bodyPr>
          <a:lstStyle/>
          <a:p>
            <a:pPr marL="0" marR="0" lvl="0" indent="0" algn="ctr" rtl="0">
              <a:lnSpc>
                <a:spcPct val="100000"/>
              </a:lnSpc>
              <a:spcBef>
                <a:spcPts val="0"/>
              </a:spcBef>
              <a:spcAft>
                <a:spcPts val="0"/>
              </a:spcAft>
              <a:buClr>
                <a:schemeClr val="lt1"/>
              </a:buClr>
              <a:buSzPts val="1200"/>
              <a:buFont typeface="Arial"/>
              <a:buNone/>
            </a:pPr>
            <a:r>
              <a:rPr lang="en-US" sz="2000">
                <a:ea typeface="Arial"/>
                <a:cs typeface="Arial"/>
                <a:sym typeface="Arial"/>
              </a:rPr>
              <a:t>85-95% of revenue coming from Oncology infusions &amp; diagnostics, and radiotherapy</a:t>
            </a:r>
          </a:p>
        </p:txBody>
      </p:sp>
      <p:sp>
        <p:nvSpPr>
          <p:cNvPr id="2" name="Slide Number Placeholder 1">
            <a:extLst>
              <a:ext uri="{FF2B5EF4-FFF2-40B4-BE49-F238E27FC236}">
                <a16:creationId xmlns:a16="http://schemas.microsoft.com/office/drawing/2014/main" id="{1CD39506-BC4B-6E4D-5A95-269D63C2DDB3}"/>
              </a:ext>
            </a:extLst>
          </p:cNvPr>
          <p:cNvSpPr>
            <a:spLocks noGrp="1"/>
          </p:cNvSpPr>
          <p:nvPr>
            <p:ph type="sldNum" sz="quarter" idx="12"/>
          </p:nvPr>
        </p:nvSpPr>
        <p:spPr/>
        <p:txBody>
          <a:bodyPr/>
          <a:lstStyle/>
          <a:p>
            <a:fld id="{8E1CF2E5-4A16-4FBD-9713-265FD1DAAE65}" type="slidenum">
              <a:rPr lang="en-US" smtClean="0"/>
              <a:t>26</a:t>
            </a:fld>
            <a:endParaRPr lang="en-US"/>
          </a:p>
        </p:txBody>
      </p:sp>
      <p:sp>
        <p:nvSpPr>
          <p:cNvPr id="46" name="TextBox 45">
            <a:extLst>
              <a:ext uri="{FF2B5EF4-FFF2-40B4-BE49-F238E27FC236}">
                <a16:creationId xmlns:a16="http://schemas.microsoft.com/office/drawing/2014/main" id="{2868EF66-B763-799A-A7AB-1810BF1C97D8}"/>
              </a:ext>
            </a:extLst>
          </p:cNvPr>
          <p:cNvSpPr txBox="1"/>
          <p:nvPr/>
        </p:nvSpPr>
        <p:spPr>
          <a:xfrm>
            <a:off x="9112101" y="1778157"/>
            <a:ext cx="2353859" cy="1600438"/>
          </a:xfrm>
          <a:prstGeom prst="rect">
            <a:avLst/>
          </a:prstGeom>
          <a:noFill/>
          <a:ln>
            <a:solidFill>
              <a:schemeClr val="tx1"/>
            </a:solidFill>
            <a:prstDash val="dash"/>
          </a:ln>
        </p:spPr>
        <p:txBody>
          <a:bodyPr wrap="square">
            <a:spAutoFit/>
          </a:bodyPr>
          <a:lstStyle/>
          <a:p>
            <a:r>
              <a:rPr lang="en-US" altLang="en-US" sz="1400" b="1">
                <a:effectLst/>
              </a:rPr>
              <a:t>Includes</a:t>
            </a:r>
            <a:r>
              <a:rPr lang="en-US" altLang="en-US" sz="1400">
                <a:effectLst/>
              </a:rPr>
              <a:t>: non-</a:t>
            </a:r>
            <a:r>
              <a:rPr lang="en-US" altLang="en-US" sz="1400" err="1">
                <a:effectLst/>
              </a:rPr>
              <a:t>onco</a:t>
            </a:r>
            <a:r>
              <a:rPr lang="en-US" altLang="en-US" sz="1400">
                <a:effectLst/>
              </a:rPr>
              <a:t> diagnostics, non-oncology infusions, consultations, </a:t>
            </a:r>
          </a:p>
          <a:p>
            <a:r>
              <a:rPr lang="en-US" altLang="en-US" sz="1400">
                <a:effectLst/>
              </a:rPr>
              <a:t>genetic testing, referral fees, auxiliary revenue, corporate screenings, onco-fertility, Dana Farber consults</a:t>
            </a:r>
            <a:endParaRPr lang="en-US" sz="1400" u="sng"/>
          </a:p>
        </p:txBody>
      </p:sp>
      <p:cxnSp>
        <p:nvCxnSpPr>
          <p:cNvPr id="51" name="Straight Connector 50">
            <a:extLst>
              <a:ext uri="{FF2B5EF4-FFF2-40B4-BE49-F238E27FC236}">
                <a16:creationId xmlns:a16="http://schemas.microsoft.com/office/drawing/2014/main" id="{8257E37D-75B0-3AF6-0B48-60701DDF4A8A}"/>
              </a:ext>
            </a:extLst>
          </p:cNvPr>
          <p:cNvCxnSpPr>
            <a:cxnSpLocks/>
            <a:stCxn id="911" idx="3"/>
          </p:cNvCxnSpPr>
          <p:nvPr/>
        </p:nvCxnSpPr>
        <p:spPr>
          <a:xfrm flipV="1">
            <a:off x="8291511" y="3109108"/>
            <a:ext cx="820590" cy="99230"/>
          </a:xfrm>
          <a:prstGeom prst="line">
            <a:avLst/>
          </a:prstGeom>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4A74C90E-7DCC-3D32-5679-CB337C17C684}"/>
              </a:ext>
            </a:extLst>
          </p:cNvPr>
          <p:cNvSpPr txBox="1"/>
          <p:nvPr/>
        </p:nvSpPr>
        <p:spPr>
          <a:xfrm>
            <a:off x="469088" y="6483866"/>
            <a:ext cx="10844519" cy="253916"/>
          </a:xfrm>
          <a:prstGeom prst="rect">
            <a:avLst/>
          </a:prstGeom>
          <a:noFill/>
        </p:spPr>
        <p:txBody>
          <a:bodyPr wrap="square">
            <a:spAutoFit/>
          </a:bodyPr>
          <a:lstStyle/>
          <a:p>
            <a:r>
              <a:rPr lang="en-US" sz="1050">
                <a:ea typeface="Calibri"/>
                <a:cs typeface="Calibri"/>
              </a:rPr>
              <a:t>Note: These values are provisional and are being revised as part of AOP '26 discussions. Updated manpower plan has led to higher net loss than before but are being mitigated on by Finance</a:t>
            </a:r>
          </a:p>
        </p:txBody>
      </p:sp>
      <p:sp>
        <p:nvSpPr>
          <p:cNvPr id="3" name="TextBox 2">
            <a:extLst>
              <a:ext uri="{FF2B5EF4-FFF2-40B4-BE49-F238E27FC236}">
                <a16:creationId xmlns:a16="http://schemas.microsoft.com/office/drawing/2014/main" id="{16FDD825-F19E-A17E-5378-845E7DF1D33E}"/>
              </a:ext>
            </a:extLst>
          </p:cNvPr>
          <p:cNvSpPr txBox="1"/>
          <p:nvPr/>
        </p:nvSpPr>
        <p:spPr>
          <a:xfrm>
            <a:off x="457200" y="6229350"/>
            <a:ext cx="4778872" cy="261610"/>
          </a:xfrm>
          <a:prstGeom prst="rect">
            <a:avLst/>
          </a:prstGeom>
          <a:noFill/>
        </p:spPr>
        <p:txBody>
          <a:bodyPr wrap="none" rtlCol="0">
            <a:spAutoFit/>
          </a:bodyPr>
          <a:lstStyle/>
          <a:p>
            <a:r>
              <a:rPr lang="en-US" sz="1100"/>
              <a:t>Base case assumes phase-wise signing of insurance providers. See schedule </a:t>
            </a:r>
            <a:r>
              <a:rPr lang="en-US" sz="1100">
                <a:hlinkClick r:id="" action="ppaction://noaction"/>
              </a:rPr>
              <a:t>here</a:t>
            </a:r>
            <a:endParaRPr lang="en-US" sz="1100"/>
          </a:p>
        </p:txBody>
      </p:sp>
      <p:grpSp>
        <p:nvGrpSpPr>
          <p:cNvPr id="9" name="Group 8">
            <a:extLst>
              <a:ext uri="{FF2B5EF4-FFF2-40B4-BE49-F238E27FC236}">
                <a16:creationId xmlns:a16="http://schemas.microsoft.com/office/drawing/2014/main" id="{40E01B67-62EC-58D2-C871-3C06BE74A266}"/>
              </a:ext>
            </a:extLst>
          </p:cNvPr>
          <p:cNvGrpSpPr/>
          <p:nvPr/>
        </p:nvGrpSpPr>
        <p:grpSpPr>
          <a:xfrm>
            <a:off x="15130" y="47516"/>
            <a:ext cx="171132" cy="228600"/>
            <a:chOff x="0" y="49329"/>
            <a:chExt cx="171132" cy="228600"/>
          </a:xfrm>
        </p:grpSpPr>
        <p:cxnSp>
          <p:nvCxnSpPr>
            <p:cNvPr id="10" name="Straight Connector 9">
              <a:extLst>
                <a:ext uri="{FF2B5EF4-FFF2-40B4-BE49-F238E27FC236}">
                  <a16:creationId xmlns:a16="http://schemas.microsoft.com/office/drawing/2014/main" id="{1319E479-E598-2AC6-5CEC-CC26F6D98F97}"/>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 name="Rectangle: Rounded Corners 10">
              <a:extLst>
                <a:ext uri="{FF2B5EF4-FFF2-40B4-BE49-F238E27FC236}">
                  <a16:creationId xmlns:a16="http://schemas.microsoft.com/office/drawing/2014/main" id="{54C7BE43-AD72-7BEA-15EC-A16BA5570093}"/>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2" name="Google Shape;1129;p23">
            <a:extLst>
              <a:ext uri="{FF2B5EF4-FFF2-40B4-BE49-F238E27FC236}">
                <a16:creationId xmlns:a16="http://schemas.microsoft.com/office/drawing/2014/main" id="{CBC08838-7630-C67B-E304-932D628F68E4}"/>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Revised Business Case</a:t>
            </a:r>
            <a:endParaRPr lang="en-US">
              <a:solidFill>
                <a:schemeClr val="bg1"/>
              </a:solidFill>
              <a:latin typeface="Calibri"/>
              <a:ea typeface="Calibri"/>
              <a:cs typeface="Calibri"/>
            </a:endParaRPr>
          </a:p>
        </p:txBody>
      </p:sp>
      <p:sp>
        <p:nvSpPr>
          <p:cNvPr id="14" name="TextBox 13">
            <a:extLst>
              <a:ext uri="{FF2B5EF4-FFF2-40B4-BE49-F238E27FC236}">
                <a16:creationId xmlns:a16="http://schemas.microsoft.com/office/drawing/2014/main" id="{F1287BB6-2C99-2F93-7CB6-3DAC442CD45E}"/>
              </a:ext>
            </a:extLst>
          </p:cNvPr>
          <p:cNvSpPr txBox="1"/>
          <p:nvPr/>
        </p:nvSpPr>
        <p:spPr>
          <a:xfrm>
            <a:off x="9962925" y="1160337"/>
            <a:ext cx="1784463" cy="261610"/>
          </a:xfrm>
          <a:prstGeom prst="rect">
            <a:avLst/>
          </a:prstGeom>
          <a:noFill/>
        </p:spPr>
        <p:txBody>
          <a:bodyPr wrap="none" rtlCol="0">
            <a:spAutoFit/>
          </a:bodyPr>
          <a:lstStyle/>
          <a:p>
            <a:r>
              <a:rPr lang="en-US" sz="1100"/>
              <a:t>Dated: 25</a:t>
            </a:r>
            <a:r>
              <a:rPr lang="en-US" sz="1100" baseline="30000"/>
              <a:t>th</a:t>
            </a:r>
            <a:r>
              <a:rPr lang="en-US" sz="1100"/>
              <a:t> November 2025</a:t>
            </a:r>
          </a:p>
        </p:txBody>
      </p:sp>
      <p:sp>
        <p:nvSpPr>
          <p:cNvPr id="29" name="TextBox 28">
            <a:extLst>
              <a:ext uri="{FF2B5EF4-FFF2-40B4-BE49-F238E27FC236}">
                <a16:creationId xmlns:a16="http://schemas.microsoft.com/office/drawing/2014/main" id="{BE9A720C-6633-6FCC-A510-E148D45ABB22}"/>
              </a:ext>
            </a:extLst>
          </p:cNvPr>
          <p:cNvSpPr txBox="1"/>
          <p:nvPr/>
        </p:nvSpPr>
        <p:spPr>
          <a:xfrm>
            <a:off x="491709" y="1804046"/>
            <a:ext cx="2638508" cy="900246"/>
          </a:xfrm>
          <a:prstGeom prst="rect">
            <a:avLst/>
          </a:prstGeom>
          <a:noFill/>
        </p:spPr>
        <p:txBody>
          <a:bodyPr wrap="square" rtlCol="0">
            <a:spAutoFit/>
          </a:bodyPr>
          <a:lstStyle/>
          <a:p>
            <a:r>
              <a:rPr lang="en-US" sz="1050" i="1"/>
              <a:t>Currently, B2B corporate screenings are incorporated in the OC Op Co. model as a top-down assumption of 500 screenings in 2026. For detailed bottoms-up sizing, click </a:t>
            </a:r>
            <a:r>
              <a:rPr lang="en-US" sz="1050" i="1">
                <a:hlinkClick r:id="rId27"/>
              </a:rPr>
              <a:t>here</a:t>
            </a:r>
            <a:endParaRPr lang="en-US" sz="1050" i="1"/>
          </a:p>
        </p:txBody>
      </p:sp>
    </p:spTree>
    <p:extLst>
      <p:ext uri="{BB962C8B-B14F-4D97-AF65-F5344CB8AC3E}">
        <p14:creationId xmlns:p14="http://schemas.microsoft.com/office/powerpoint/2010/main" val="72907537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140980-8F15-8726-8883-EC906A0D6E3C}"/>
            </a:ext>
          </a:extLst>
        </p:cNvPr>
        <p:cNvGrpSpPr/>
        <p:nvPr/>
      </p:nvGrpSpPr>
      <p:grpSpPr>
        <a:xfrm>
          <a:off x="0" y="0"/>
          <a:ext cx="0" cy="0"/>
          <a:chOff x="0" y="0"/>
          <a:chExt cx="0" cy="0"/>
        </a:xfrm>
      </p:grpSpPr>
      <p:graphicFrame>
        <p:nvGraphicFramePr>
          <p:cNvPr id="56" name="think-cell data - do not delete" hidden="1">
            <a:extLst>
              <a:ext uri="{FF2B5EF4-FFF2-40B4-BE49-F238E27FC236}">
                <a16:creationId xmlns:a16="http://schemas.microsoft.com/office/drawing/2014/main" id="{AC50164A-979C-64B5-44F2-6E4723190D61}"/>
              </a:ext>
            </a:extLst>
          </p:cNvPr>
          <p:cNvGraphicFramePr>
            <a:graphicFrameLocks/>
          </p:cNvGraphicFramePr>
          <p:nvPr>
            <p:custDataLst>
              <p:tags r:id="rId1"/>
            </p:custDataLst>
            <p:extLst>
              <p:ext uri="{D42A27DB-BD31-4B8C-83A1-F6EECF244321}">
                <p14:modId xmlns:p14="http://schemas.microsoft.com/office/powerpoint/2010/main" val="201141821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3" imgW="425" imgH="425" progId="TCLayout.ActiveDocument.1">
                  <p:embed/>
                </p:oleObj>
              </mc:Choice>
              <mc:Fallback>
                <p:oleObj name="think-cell Slide" r:id="rId43" imgW="425" imgH="425" progId="TCLayout.ActiveDocument.1">
                  <p:embed/>
                  <p:pic>
                    <p:nvPicPr>
                      <p:cNvPr id="56" name="think-cell data - do not delete" hidden="1">
                        <a:extLst>
                          <a:ext uri="{FF2B5EF4-FFF2-40B4-BE49-F238E27FC236}">
                            <a16:creationId xmlns:a16="http://schemas.microsoft.com/office/drawing/2014/main" id="{AC50164A-979C-64B5-44F2-6E4723190D61}"/>
                          </a:ext>
                        </a:extLst>
                      </p:cNvPr>
                      <p:cNvPicPr/>
                      <p:nvPr/>
                    </p:nvPicPr>
                    <p:blipFill>
                      <a:blip r:embed="rId44"/>
                      <a:stretch>
                        <a:fillRect/>
                      </a:stretch>
                    </p:blipFill>
                    <p:spPr>
                      <a:xfrm>
                        <a:off x="1588" y="1588"/>
                        <a:ext cx="1588" cy="1588"/>
                      </a:xfrm>
                      <a:prstGeom prst="rect">
                        <a:avLst/>
                      </a:prstGeom>
                    </p:spPr>
                  </p:pic>
                </p:oleObj>
              </mc:Fallback>
            </mc:AlternateContent>
          </a:graphicData>
        </a:graphic>
      </p:graphicFrame>
      <p:sp>
        <p:nvSpPr>
          <p:cNvPr id="4" name="Line 15">
            <a:extLst>
              <a:ext uri="{FF2B5EF4-FFF2-40B4-BE49-F238E27FC236}">
                <a16:creationId xmlns:a16="http://schemas.microsoft.com/office/drawing/2014/main" id="{30C42271-72D1-A24D-7915-FA1FAC815E51}"/>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2. Slide Title">
            <a:extLst>
              <a:ext uri="{FF2B5EF4-FFF2-40B4-BE49-F238E27FC236}">
                <a16:creationId xmlns:a16="http://schemas.microsoft.com/office/drawing/2014/main" id="{97AC8214-81F6-1896-E69B-E83729470C2F}"/>
              </a:ext>
            </a:extLst>
          </p:cNvPr>
          <p:cNvSpPr txBox="1">
            <a:spLocks/>
          </p:cNvSpPr>
          <p:nvPr>
            <p:custDataLst>
              <p:tags r:id="rId3"/>
            </p:custDataLst>
          </p:nvPr>
        </p:nvSpPr>
        <p:spPr>
          <a:xfrm>
            <a:off x="546645" y="175925"/>
            <a:ext cx="10705886"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With this case, OC Riyadh registers a GP margin of </a:t>
            </a:r>
            <a:r>
              <a:rPr lang="en-US" sz="2600" dirty="0">
                <a:solidFill>
                  <a:srgbClr val="0A0A0A"/>
                </a:solidFill>
                <a:latin typeface="Georgia" panose="02040502050405020303" pitchFamily="18" charset="0"/>
                <a:cs typeface="Arial" panose="020B0604020202020204" pitchFamily="34" charset="0"/>
              </a:rPr>
              <a:t>34</a:t>
            </a:r>
            <a:r>
              <a:rPr kumimoji="0" lang="en-US" sz="2600" i="0" u="none" strike="noStrike" kern="1200" cap="none" spc="0" normalizeH="0" baseline="0" noProof="0" dirty="0">
                <a:ln w="6350" cap="flat">
                  <a:noFill/>
                  <a:miter lim="800000"/>
                </a:ln>
                <a:effectLst/>
                <a:uLnTx/>
                <a:uFillTx/>
                <a:latin typeface="Georgia" panose="02040502050405020303" pitchFamily="18" charset="0"/>
                <a:ea typeface="+mj-ea"/>
                <a:cs typeface="Arial" panose="020B0604020202020204" pitchFamily="34" charset="0"/>
              </a:rPr>
              <a:t>% in 2026 (and NP margin of </a:t>
            </a:r>
            <a:r>
              <a:rPr lang="en-US" sz="2600" dirty="0">
                <a:latin typeface="Georgia" panose="02040502050405020303" pitchFamily="18" charset="0"/>
                <a:cs typeface="Arial" panose="020B0604020202020204" pitchFamily="34" charset="0"/>
              </a:rPr>
              <a:t>-25</a:t>
            </a:r>
            <a:r>
              <a:rPr kumimoji="0" lang="en-US" sz="2600" i="0" u="none" strike="noStrike" kern="1200" cap="none" spc="0" normalizeH="0" baseline="0" noProof="0" dirty="0">
                <a:ln w="6350" cap="flat">
                  <a:noFill/>
                  <a:miter lim="800000"/>
                </a:ln>
                <a:effectLst/>
                <a:uLnTx/>
                <a:uFillTx/>
                <a:latin typeface="Georgia" panose="02040502050405020303" pitchFamily="18" charset="0"/>
                <a:ea typeface="+mj-ea"/>
                <a:cs typeface="Arial" panose="020B0604020202020204" pitchFamily="34" charset="0"/>
              </a:rPr>
              <a:t>%)</a:t>
            </a:r>
          </a:p>
        </p:txBody>
      </p:sp>
      <p:cxnSp>
        <p:nvCxnSpPr>
          <p:cNvPr id="129" name="Straight Connector 128">
            <a:extLst>
              <a:ext uri="{FF2B5EF4-FFF2-40B4-BE49-F238E27FC236}">
                <a16:creationId xmlns:a16="http://schemas.microsoft.com/office/drawing/2014/main" id="{72DD3163-A33E-DC90-D32A-F3F99B85EAAC}"/>
              </a:ext>
            </a:extLst>
          </p:cNvPr>
          <p:cNvCxnSpPr/>
          <p:nvPr>
            <p:custDataLst>
              <p:tags r:id="rId4"/>
            </p:custDataLst>
          </p:nvPr>
        </p:nvCxnSpPr>
        <p:spPr bwMode="auto">
          <a:xfrm>
            <a:off x="8034338" y="4699000"/>
            <a:ext cx="49371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28" name="Straight Connector 127">
            <a:extLst>
              <a:ext uri="{FF2B5EF4-FFF2-40B4-BE49-F238E27FC236}">
                <a16:creationId xmlns:a16="http://schemas.microsoft.com/office/drawing/2014/main" id="{9B2D2B1D-B800-DD20-CE91-9CD0A185AA4B}"/>
              </a:ext>
            </a:extLst>
          </p:cNvPr>
          <p:cNvCxnSpPr/>
          <p:nvPr>
            <p:custDataLst>
              <p:tags r:id="rId5"/>
            </p:custDataLst>
          </p:nvPr>
        </p:nvCxnSpPr>
        <p:spPr bwMode="auto">
          <a:xfrm>
            <a:off x="6921500" y="4191000"/>
            <a:ext cx="49371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29" name="Straight Connector 928">
            <a:extLst>
              <a:ext uri="{FF2B5EF4-FFF2-40B4-BE49-F238E27FC236}">
                <a16:creationId xmlns:a16="http://schemas.microsoft.com/office/drawing/2014/main" id="{6C21307B-39A9-1484-8ED7-89C9742355EE}"/>
              </a:ext>
            </a:extLst>
          </p:cNvPr>
          <p:cNvCxnSpPr/>
          <p:nvPr>
            <p:custDataLst>
              <p:tags r:id="rId6"/>
            </p:custDataLst>
          </p:nvPr>
        </p:nvCxnSpPr>
        <p:spPr bwMode="auto">
          <a:xfrm>
            <a:off x="5807075" y="4191000"/>
            <a:ext cx="495300"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59" name="Straight Connector 958">
            <a:extLst>
              <a:ext uri="{FF2B5EF4-FFF2-40B4-BE49-F238E27FC236}">
                <a16:creationId xmlns:a16="http://schemas.microsoft.com/office/drawing/2014/main" id="{2127F2BF-1CB5-9AA1-4A1B-F073DF23C35F}"/>
              </a:ext>
            </a:extLst>
          </p:cNvPr>
          <p:cNvCxnSpPr/>
          <p:nvPr>
            <p:custDataLst>
              <p:tags r:id="rId7"/>
            </p:custDataLst>
          </p:nvPr>
        </p:nvCxnSpPr>
        <p:spPr bwMode="auto">
          <a:xfrm>
            <a:off x="4694238" y="2930525"/>
            <a:ext cx="49371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30" name="Straight Connector 929">
            <a:extLst>
              <a:ext uri="{FF2B5EF4-FFF2-40B4-BE49-F238E27FC236}">
                <a16:creationId xmlns:a16="http://schemas.microsoft.com/office/drawing/2014/main" id="{0FA1C7C4-ADB5-BE5B-1B6A-33DA0F6419C5}"/>
              </a:ext>
            </a:extLst>
          </p:cNvPr>
          <p:cNvCxnSpPr/>
          <p:nvPr>
            <p:custDataLst>
              <p:tags r:id="rId8"/>
            </p:custDataLst>
          </p:nvPr>
        </p:nvCxnSpPr>
        <p:spPr bwMode="auto">
          <a:xfrm>
            <a:off x="2468563" y="2587625"/>
            <a:ext cx="49371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58" name="Straight Connector 957">
            <a:extLst>
              <a:ext uri="{FF2B5EF4-FFF2-40B4-BE49-F238E27FC236}">
                <a16:creationId xmlns:a16="http://schemas.microsoft.com/office/drawing/2014/main" id="{FE5B6DD9-47FA-91DE-6AC1-0FBC77F1EE3B}"/>
              </a:ext>
            </a:extLst>
          </p:cNvPr>
          <p:cNvCxnSpPr/>
          <p:nvPr>
            <p:custDataLst>
              <p:tags r:id="rId9"/>
            </p:custDataLst>
          </p:nvPr>
        </p:nvCxnSpPr>
        <p:spPr bwMode="auto">
          <a:xfrm>
            <a:off x="3581400" y="2930525"/>
            <a:ext cx="49371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31" name="Straight Connector 130">
            <a:extLst>
              <a:ext uri="{FF2B5EF4-FFF2-40B4-BE49-F238E27FC236}">
                <a16:creationId xmlns:a16="http://schemas.microsoft.com/office/drawing/2014/main" id="{A08F546C-23B7-73AC-64CB-4CAAAFDEA2B1}"/>
              </a:ext>
            </a:extLst>
          </p:cNvPr>
          <p:cNvCxnSpPr/>
          <p:nvPr>
            <p:custDataLst>
              <p:tags r:id="rId10"/>
            </p:custDataLst>
          </p:nvPr>
        </p:nvCxnSpPr>
        <p:spPr bwMode="auto">
          <a:xfrm>
            <a:off x="10260013" y="5216525"/>
            <a:ext cx="49371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30" name="Straight Connector 129">
            <a:extLst>
              <a:ext uri="{FF2B5EF4-FFF2-40B4-BE49-F238E27FC236}">
                <a16:creationId xmlns:a16="http://schemas.microsoft.com/office/drawing/2014/main" id="{D081A9AC-3017-100A-16A1-8C6FE88B20B5}"/>
              </a:ext>
            </a:extLst>
          </p:cNvPr>
          <p:cNvCxnSpPr/>
          <p:nvPr>
            <p:custDataLst>
              <p:tags r:id="rId11"/>
            </p:custDataLst>
          </p:nvPr>
        </p:nvCxnSpPr>
        <p:spPr bwMode="auto">
          <a:xfrm>
            <a:off x="9147175" y="5016500"/>
            <a:ext cx="49371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24" name="Chart 23">
            <a:extLst>
              <a:ext uri="{FF2B5EF4-FFF2-40B4-BE49-F238E27FC236}">
                <a16:creationId xmlns:a16="http://schemas.microsoft.com/office/drawing/2014/main" id="{7A54A442-2BAF-F1B1-BDC1-F5F2A3CBB39C}"/>
              </a:ext>
            </a:extLst>
          </p:cNvPr>
          <p:cNvGraphicFramePr/>
          <p:nvPr>
            <p:custDataLst>
              <p:tags r:id="rId12"/>
            </p:custDataLst>
            <p:extLst>
              <p:ext uri="{D42A27DB-BD31-4B8C-83A1-F6EECF244321}">
                <p14:modId xmlns:p14="http://schemas.microsoft.com/office/powerpoint/2010/main" val="1040161444"/>
              </p:ext>
            </p:extLst>
          </p:nvPr>
        </p:nvGraphicFramePr>
        <p:xfrm>
          <a:off x="1520825" y="2239963"/>
          <a:ext cx="10182225" cy="3452812"/>
        </p:xfrm>
        <a:graphic>
          <a:graphicData uri="http://schemas.openxmlformats.org/drawingml/2006/chart">
            <c:chart xmlns:c="http://schemas.openxmlformats.org/drawingml/2006/chart" xmlns:r="http://schemas.openxmlformats.org/officeDocument/2006/relationships" r:id="rId45"/>
          </a:graphicData>
        </a:graphic>
      </p:graphicFrame>
      <p:sp>
        <p:nvSpPr>
          <p:cNvPr id="17" name="Rectangle 16">
            <a:extLst>
              <a:ext uri="{FF2B5EF4-FFF2-40B4-BE49-F238E27FC236}">
                <a16:creationId xmlns:a16="http://schemas.microsoft.com/office/drawing/2014/main" id="{78FCE080-B2AC-51E6-7E46-19DECF62218D}"/>
              </a:ext>
            </a:extLst>
          </p:cNvPr>
          <p:cNvSpPr/>
          <p:nvPr>
            <p:custDataLst>
              <p:tags r:id="rId13"/>
            </p:custDataLst>
          </p:nvPr>
        </p:nvSpPr>
        <p:spPr bwMode="auto">
          <a:xfrm>
            <a:off x="8528050" y="4779963"/>
            <a:ext cx="619125" cy="34925"/>
          </a:xfrm>
          <a:prstGeom prst="rect">
            <a:avLst/>
          </a:prstGeom>
          <a:solidFill>
            <a:srgbClr val="BFBFBF"/>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 name="Straight Connector 41">
            <a:extLst>
              <a:ext uri="{FF2B5EF4-FFF2-40B4-BE49-F238E27FC236}">
                <a16:creationId xmlns:a16="http://schemas.microsoft.com/office/drawing/2014/main" id="{123A2AEA-9F53-DBC3-2334-5A73FF44E86E}"/>
              </a:ext>
            </a:extLst>
          </p:cNvPr>
          <p:cNvCxnSpPr/>
          <p:nvPr>
            <p:custDataLst>
              <p:tags r:id="rId14"/>
            </p:custDataLst>
          </p:nvPr>
        </p:nvCxnSpPr>
        <p:spPr bwMode="auto">
          <a:xfrm flipV="1">
            <a:off x="1712913" y="3281363"/>
            <a:ext cx="98425" cy="76517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3EA7ED06-B1DD-E87A-3844-5FCCED222EB9}"/>
              </a:ext>
            </a:extLst>
          </p:cNvPr>
          <p:cNvCxnSpPr/>
          <p:nvPr>
            <p:custDataLst>
              <p:tags r:id="rId15"/>
            </p:custDataLst>
          </p:nvPr>
        </p:nvCxnSpPr>
        <p:spPr bwMode="auto">
          <a:xfrm flipV="1">
            <a:off x="1712913" y="3028950"/>
            <a:ext cx="98425" cy="747713"/>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0D4E9BAA-A25F-51FE-C29A-5153D3B40895}"/>
              </a:ext>
            </a:extLst>
          </p:cNvPr>
          <p:cNvCxnSpPr/>
          <p:nvPr>
            <p:custDataLst>
              <p:tags r:id="rId16"/>
            </p:custDataLst>
          </p:nvPr>
        </p:nvCxnSpPr>
        <p:spPr bwMode="auto">
          <a:xfrm flipV="1">
            <a:off x="1712913" y="2695575"/>
            <a:ext cx="98425" cy="811213"/>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208D7466-DC5E-C4C6-1403-FB6D9BC29FBA}"/>
              </a:ext>
            </a:extLst>
          </p:cNvPr>
          <p:cNvCxnSpPr/>
          <p:nvPr>
            <p:custDataLst>
              <p:tags r:id="rId17"/>
            </p:custDataLst>
          </p:nvPr>
        </p:nvCxnSpPr>
        <p:spPr bwMode="auto">
          <a:xfrm flipV="1">
            <a:off x="1712913" y="2617788"/>
            <a:ext cx="98425" cy="61912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 name="Straight Connector 43">
            <a:extLst>
              <a:ext uri="{FF2B5EF4-FFF2-40B4-BE49-F238E27FC236}">
                <a16:creationId xmlns:a16="http://schemas.microsoft.com/office/drawing/2014/main" id="{411F38F7-B769-8636-9CD2-CE7D0A9D49E4}"/>
              </a:ext>
            </a:extLst>
          </p:cNvPr>
          <p:cNvCxnSpPr/>
          <p:nvPr>
            <p:custDataLst>
              <p:tags r:id="rId18"/>
            </p:custDataLst>
          </p:nvPr>
        </p:nvCxnSpPr>
        <p:spPr bwMode="auto">
          <a:xfrm flipV="1">
            <a:off x="1712913" y="2603500"/>
            <a:ext cx="98425" cy="363538"/>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48204120-5D61-D931-35D2-2871C1541963}"/>
              </a:ext>
            </a:extLst>
          </p:cNvPr>
          <p:cNvCxnSpPr/>
          <p:nvPr>
            <p:custDataLst>
              <p:tags r:id="rId19"/>
            </p:custDataLst>
          </p:nvPr>
        </p:nvCxnSpPr>
        <p:spPr bwMode="auto">
          <a:xfrm flipV="1">
            <a:off x="1712913" y="2587625"/>
            <a:ext cx="98425" cy="109538"/>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945" name="Text Placeholder 2">
            <a:extLst>
              <a:ext uri="{FF2B5EF4-FFF2-40B4-BE49-F238E27FC236}">
                <a16:creationId xmlns:a16="http://schemas.microsoft.com/office/drawing/2014/main" id="{7C0BB15D-97C0-34C2-37D6-A5A3129AC050}"/>
              </a:ext>
            </a:extLst>
          </p:cNvPr>
          <p:cNvSpPr>
            <a:spLocks/>
          </p:cNvSpPr>
          <p:nvPr>
            <p:custDataLst>
              <p:tags r:id="rId20"/>
            </p:custDataLst>
          </p:nvPr>
        </p:nvSpPr>
        <p:spPr bwMode="gray">
          <a:xfrm>
            <a:off x="3078163" y="2649538"/>
            <a:ext cx="387350"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025E437-CE84-4FB6-B642-EAD092FFC844}" type="datetime'''''''(''''''3''''''''''''''''2'''''''')'''''''''">
              <a:rPr lang="en-US" altLang="en-US" sz="1600" smtClean="0"/>
              <a:pPr marL="0" lvl="0" indent="0" algn="ctr">
                <a:spcBef>
                  <a:spcPct val="0"/>
                </a:spcBef>
                <a:spcAft>
                  <a:spcPct val="0"/>
                </a:spcAft>
                <a:buNone/>
              </a:pPr>
              <a:t>(32)</a:t>
            </a:fld>
            <a:endParaRPr lang="en-US" sz="1600"/>
          </a:p>
        </p:txBody>
      </p:sp>
      <p:sp>
        <p:nvSpPr>
          <p:cNvPr id="135" name="Text Placeholder 2">
            <a:extLst>
              <a:ext uri="{FF2B5EF4-FFF2-40B4-BE49-F238E27FC236}">
                <a16:creationId xmlns:a16="http://schemas.microsoft.com/office/drawing/2014/main" id="{132EBCEF-FA47-FAC0-3278-FE6956D6408F}"/>
              </a:ext>
            </a:extLst>
          </p:cNvPr>
          <p:cNvSpPr>
            <a:spLocks/>
          </p:cNvSpPr>
          <p:nvPr>
            <p:custDataLst>
              <p:tags r:id="rId21"/>
            </p:custDataLst>
          </p:nvPr>
        </p:nvSpPr>
        <p:spPr bwMode="auto">
          <a:xfrm>
            <a:off x="2827338" y="5524500"/>
            <a:ext cx="889000" cy="2063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717396C-373A-43E5-A0EF-3EBC2ED81FAA}" type="datetime'D''e''''''''''''d''''''u''c''''t''''''''''''''''ions'''''''">
              <a:rPr lang="en-US" altLang="en-US" sz="1500" smtClean="0"/>
              <a:pPr marL="0" lvl="0" indent="0" algn="ctr">
                <a:spcBef>
                  <a:spcPct val="0"/>
                </a:spcBef>
                <a:spcAft>
                  <a:spcPct val="0"/>
                </a:spcAft>
                <a:buNone/>
              </a:pPr>
              <a:t>Deductions</a:t>
            </a:fld>
            <a:endParaRPr lang="en-US" sz="1500"/>
          </a:p>
        </p:txBody>
      </p:sp>
      <p:sp>
        <p:nvSpPr>
          <p:cNvPr id="136" name="Text Placeholder 2">
            <a:extLst>
              <a:ext uri="{FF2B5EF4-FFF2-40B4-BE49-F238E27FC236}">
                <a16:creationId xmlns:a16="http://schemas.microsoft.com/office/drawing/2014/main" id="{DD521EA3-8DF6-A15F-63EC-990980436A63}"/>
              </a:ext>
            </a:extLst>
          </p:cNvPr>
          <p:cNvSpPr>
            <a:spLocks/>
          </p:cNvSpPr>
          <p:nvPr>
            <p:custDataLst>
              <p:tags r:id="rId22"/>
            </p:custDataLst>
          </p:nvPr>
        </p:nvSpPr>
        <p:spPr bwMode="auto">
          <a:xfrm>
            <a:off x="3873500" y="5524500"/>
            <a:ext cx="1023938" cy="2063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004DEA9-6B91-467E-A6A6-ED0C58A0ED88}" type="datetime'Net ''''''''''R''e''''''v''e''''''''''''n''''''''ue'''''''''">
              <a:rPr lang="en-US" altLang="en-US" sz="1500" b="1" smtClean="0"/>
              <a:pPr marL="0" lvl="0" indent="0" algn="ctr">
                <a:spcBef>
                  <a:spcPct val="0"/>
                </a:spcBef>
                <a:spcAft>
                  <a:spcPct val="0"/>
                </a:spcAft>
                <a:buNone/>
              </a:pPr>
              <a:t>Net Revenue</a:t>
            </a:fld>
            <a:endParaRPr lang="en-US" sz="1500" b="1"/>
          </a:p>
        </p:txBody>
      </p:sp>
      <p:sp>
        <p:nvSpPr>
          <p:cNvPr id="949" name="Text Placeholder 2">
            <a:extLst>
              <a:ext uri="{FF2B5EF4-FFF2-40B4-BE49-F238E27FC236}">
                <a16:creationId xmlns:a16="http://schemas.microsoft.com/office/drawing/2014/main" id="{D849D5F0-6913-1302-85B8-2404BEA6C24D}"/>
              </a:ext>
            </a:extLst>
          </p:cNvPr>
          <p:cNvSpPr>
            <a:spLocks/>
          </p:cNvSpPr>
          <p:nvPr>
            <p:custDataLst>
              <p:tags r:id="rId23"/>
            </p:custDataLst>
          </p:nvPr>
        </p:nvSpPr>
        <p:spPr bwMode="gray">
          <a:xfrm>
            <a:off x="5253038" y="3451225"/>
            <a:ext cx="490538"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8AE6C1D-E269-47C8-B148-520361E00B8E}" type="datetime'''(''''''''''1''''17'''''''''''''''''''''''''')'''''''''">
              <a:rPr lang="en-US" altLang="en-US" sz="1600" smtClean="0"/>
              <a:pPr marL="0" lvl="0" indent="0" algn="ctr">
                <a:spcBef>
                  <a:spcPct val="0"/>
                </a:spcBef>
                <a:spcAft>
                  <a:spcPct val="0"/>
                </a:spcAft>
                <a:buNone/>
              </a:pPr>
              <a:t>(117)</a:t>
            </a:fld>
            <a:endParaRPr lang="en-US" sz="1600"/>
          </a:p>
        </p:txBody>
      </p:sp>
      <p:sp>
        <p:nvSpPr>
          <p:cNvPr id="137" name="Text Placeholder 2">
            <a:extLst>
              <a:ext uri="{FF2B5EF4-FFF2-40B4-BE49-F238E27FC236}">
                <a16:creationId xmlns:a16="http://schemas.microsoft.com/office/drawing/2014/main" id="{9979883D-5C42-E450-8EB7-C3D3C76E5F28}"/>
              </a:ext>
            </a:extLst>
          </p:cNvPr>
          <p:cNvSpPr>
            <a:spLocks/>
          </p:cNvSpPr>
          <p:nvPr>
            <p:custDataLst>
              <p:tags r:id="rId24"/>
            </p:custDataLst>
          </p:nvPr>
        </p:nvSpPr>
        <p:spPr bwMode="auto">
          <a:xfrm>
            <a:off x="5056188" y="5524500"/>
            <a:ext cx="882650" cy="4127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8211D21-94AF-48E3-A1AD-EF843A944BEF}" type="datetime'''''''Cost'' o''f &#10;Go''o''''''''''''''''d''s ''So''''l''d'''">
              <a:rPr lang="en-US" altLang="en-US" sz="1500" smtClean="0"/>
              <a:pPr marL="0" lvl="0" indent="0" algn="ctr">
                <a:spcBef>
                  <a:spcPct val="0"/>
                </a:spcBef>
                <a:spcAft>
                  <a:spcPct val="0"/>
                </a:spcAft>
                <a:buNone/>
              </a:pPr>
              <a:t>Cost of 
Goods Sold</a:t>
            </a:fld>
            <a:endParaRPr lang="en-US" sz="1500"/>
          </a:p>
        </p:txBody>
      </p:sp>
      <p:sp>
        <p:nvSpPr>
          <p:cNvPr id="932" name="Text Placeholder 2">
            <a:extLst>
              <a:ext uri="{FF2B5EF4-FFF2-40B4-BE49-F238E27FC236}">
                <a16:creationId xmlns:a16="http://schemas.microsoft.com/office/drawing/2014/main" id="{91FDF1ED-93A8-5376-77ED-2B4409D89137}"/>
              </a:ext>
            </a:extLst>
          </p:cNvPr>
          <p:cNvSpPr>
            <a:spLocks/>
          </p:cNvSpPr>
          <p:nvPr>
            <p:custDataLst>
              <p:tags r:id="rId25"/>
            </p:custDataLst>
          </p:nvPr>
        </p:nvSpPr>
        <p:spPr bwMode="auto">
          <a:xfrm>
            <a:off x="6140450" y="5524500"/>
            <a:ext cx="942975" cy="2063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3BF6FB2-0C44-4899-A886-48A742FD4AA2}" type="datetime'''G''''ro''s''s'''' ''''''''P''r''o''''f''''''''''''i''t'''">
              <a:rPr lang="en-US" altLang="en-US" sz="1500" b="1" smtClean="0"/>
              <a:pPr marL="0" lvl="0" indent="0" algn="ctr">
                <a:spcBef>
                  <a:spcPct val="0"/>
                </a:spcBef>
                <a:spcAft>
                  <a:spcPct val="0"/>
                </a:spcAft>
                <a:buNone/>
              </a:pPr>
              <a:t>Gross Profit</a:t>
            </a:fld>
            <a:endParaRPr lang="en-US" sz="1500" b="1"/>
          </a:p>
        </p:txBody>
      </p:sp>
      <p:sp>
        <p:nvSpPr>
          <p:cNvPr id="34" name="Text Placeholder 2">
            <a:extLst>
              <a:ext uri="{FF2B5EF4-FFF2-40B4-BE49-F238E27FC236}">
                <a16:creationId xmlns:a16="http://schemas.microsoft.com/office/drawing/2014/main" id="{A5E9BEAD-830C-94CA-BE44-08CCEA4E6811}"/>
              </a:ext>
            </a:extLst>
          </p:cNvPr>
          <p:cNvSpPr>
            <a:spLocks/>
          </p:cNvSpPr>
          <p:nvPr>
            <p:custDataLst>
              <p:tags r:id="rId26"/>
            </p:custDataLst>
          </p:nvPr>
        </p:nvSpPr>
        <p:spPr bwMode="auto">
          <a:xfrm>
            <a:off x="679450" y="3127375"/>
            <a:ext cx="1008063"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E8B90B59-A71A-4036-A2F9-8C014D2254F0}" type="datetime'''''''''D''''an''a'''''''''''''' ''''''F''''ar''''ber'''''''''">
              <a:rPr lang="en-US" altLang="en-US" sz="1600" smtClean="0"/>
              <a:pPr marL="0" lvl="0" indent="0" algn="r">
                <a:spcBef>
                  <a:spcPct val="0"/>
                </a:spcBef>
                <a:spcAft>
                  <a:spcPct val="0"/>
                </a:spcAft>
                <a:buNone/>
              </a:pPr>
              <a:t>Dana Farber</a:t>
            </a:fld>
            <a:endParaRPr lang="en-US" sz="1600"/>
          </a:p>
        </p:txBody>
      </p:sp>
      <p:sp>
        <p:nvSpPr>
          <p:cNvPr id="46" name="Text Placeholder 2">
            <a:extLst>
              <a:ext uri="{FF2B5EF4-FFF2-40B4-BE49-F238E27FC236}">
                <a16:creationId xmlns:a16="http://schemas.microsoft.com/office/drawing/2014/main" id="{BFEA0498-91D4-D19D-89FB-D801A23C779F}"/>
              </a:ext>
            </a:extLst>
          </p:cNvPr>
          <p:cNvSpPr>
            <a:spLocks/>
          </p:cNvSpPr>
          <p:nvPr>
            <p:custDataLst>
              <p:tags r:id="rId27"/>
            </p:custDataLst>
          </p:nvPr>
        </p:nvSpPr>
        <p:spPr bwMode="auto">
          <a:xfrm>
            <a:off x="222250" y="2587625"/>
            <a:ext cx="1465263"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81910268-F0AF-4A8A-A031-BC1AFE35F8E7}" type="datetime'''''Onc''''o''''''''fe''''''''''rt'' ''''''referr''a''''ls'''">
              <a:rPr lang="en-US" altLang="en-US" sz="1600" smtClean="0"/>
              <a:pPr marL="0" lvl="0" indent="0" algn="r">
                <a:spcBef>
                  <a:spcPct val="0"/>
                </a:spcBef>
                <a:spcAft>
                  <a:spcPct val="0"/>
                </a:spcAft>
                <a:buNone/>
              </a:pPr>
              <a:t>Oncofert referrals</a:t>
            </a:fld>
            <a:endParaRPr lang="en-US" sz="1600"/>
          </a:p>
        </p:txBody>
      </p:sp>
      <p:sp>
        <p:nvSpPr>
          <p:cNvPr id="40" name="Text Placeholder 2">
            <a:extLst>
              <a:ext uri="{FF2B5EF4-FFF2-40B4-BE49-F238E27FC236}">
                <a16:creationId xmlns:a16="http://schemas.microsoft.com/office/drawing/2014/main" id="{A1361A32-E677-3153-5DE7-38A858D6CC4D}"/>
              </a:ext>
            </a:extLst>
          </p:cNvPr>
          <p:cNvSpPr>
            <a:spLocks/>
          </p:cNvSpPr>
          <p:nvPr>
            <p:custDataLst>
              <p:tags r:id="rId28"/>
            </p:custDataLst>
          </p:nvPr>
        </p:nvSpPr>
        <p:spPr bwMode="auto">
          <a:xfrm>
            <a:off x="176213" y="2857500"/>
            <a:ext cx="1511300"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7C3CB836-C13B-4B05-ACDB-265E3FD07676}" type="datetime'A''ux''i''l''''''''''i''a''''ry ''''r''ev''e''''nues'''''''">
              <a:rPr lang="en-US" altLang="en-US" sz="1600" smtClean="0"/>
              <a:pPr marL="0" lvl="0" indent="0" algn="r">
                <a:spcBef>
                  <a:spcPct val="0"/>
                </a:spcBef>
                <a:spcAft>
                  <a:spcPct val="0"/>
                </a:spcAft>
                <a:buNone/>
              </a:pPr>
              <a:t>Auxiliary revenues</a:t>
            </a:fld>
            <a:endParaRPr lang="en-US" sz="1600"/>
          </a:p>
        </p:txBody>
      </p:sp>
      <p:sp>
        <p:nvSpPr>
          <p:cNvPr id="29" name="Text Placeholder 2">
            <a:extLst>
              <a:ext uri="{FF2B5EF4-FFF2-40B4-BE49-F238E27FC236}">
                <a16:creationId xmlns:a16="http://schemas.microsoft.com/office/drawing/2014/main" id="{364903DB-5C6E-6A62-0552-0F2D562A5308}"/>
              </a:ext>
            </a:extLst>
          </p:cNvPr>
          <p:cNvSpPr>
            <a:spLocks/>
          </p:cNvSpPr>
          <p:nvPr>
            <p:custDataLst>
              <p:tags r:id="rId29"/>
            </p:custDataLst>
          </p:nvPr>
        </p:nvSpPr>
        <p:spPr bwMode="auto">
          <a:xfrm>
            <a:off x="104775" y="3397250"/>
            <a:ext cx="1582738"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AF3B21E5-05EA-47B7-BE38-7E7345FB7913}" type="datetime'Non'''' ''''''onc''''o'' i''n''f''u''si''''''o''''''n''''s'">
              <a:rPr lang="en-US" altLang="en-US" sz="1600" smtClean="0"/>
              <a:pPr marL="0" lvl="0" indent="0" algn="r">
                <a:spcBef>
                  <a:spcPct val="0"/>
                </a:spcBef>
                <a:spcAft>
                  <a:spcPct val="0"/>
                </a:spcAft>
                <a:buNone/>
              </a:pPr>
              <a:t>Non onco infusions</a:t>
            </a:fld>
            <a:endParaRPr lang="en-US" sz="1600"/>
          </a:p>
        </p:txBody>
      </p:sp>
      <p:sp>
        <p:nvSpPr>
          <p:cNvPr id="146" name="Text Placeholder 2">
            <a:extLst>
              <a:ext uri="{FF2B5EF4-FFF2-40B4-BE49-F238E27FC236}">
                <a16:creationId xmlns:a16="http://schemas.microsoft.com/office/drawing/2014/main" id="{4C630F79-174F-B422-B9FA-FDC45A575B00}"/>
              </a:ext>
            </a:extLst>
          </p:cNvPr>
          <p:cNvSpPr>
            <a:spLocks/>
          </p:cNvSpPr>
          <p:nvPr>
            <p:custDataLst>
              <p:tags r:id="rId30"/>
            </p:custDataLst>
          </p:nvPr>
        </p:nvSpPr>
        <p:spPr bwMode="auto">
          <a:xfrm>
            <a:off x="752475" y="3667125"/>
            <a:ext cx="935038"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E5E5008F-A5EB-4414-B28A-D3561BF7CB62}" type="datetime'D''''''''''ia''''g''''n''o''''''''''''st''''ic''s'''">
              <a:rPr lang="en-US" altLang="en-US" sz="1600" smtClean="0"/>
              <a:pPr marL="0" lvl="0" indent="0" algn="r">
                <a:spcBef>
                  <a:spcPct val="0"/>
                </a:spcBef>
                <a:spcAft>
                  <a:spcPct val="0"/>
                </a:spcAft>
                <a:buNone/>
              </a:pPr>
              <a:t>Diagnostics</a:t>
            </a:fld>
            <a:endParaRPr lang="en-US" sz="1600"/>
          </a:p>
        </p:txBody>
      </p:sp>
      <p:sp>
        <p:nvSpPr>
          <p:cNvPr id="145" name="Text Placeholder 2">
            <a:extLst>
              <a:ext uri="{FF2B5EF4-FFF2-40B4-BE49-F238E27FC236}">
                <a16:creationId xmlns:a16="http://schemas.microsoft.com/office/drawing/2014/main" id="{5723E5CC-0C82-AA52-5A28-E4351684DB2F}"/>
              </a:ext>
            </a:extLst>
          </p:cNvPr>
          <p:cNvSpPr>
            <a:spLocks/>
          </p:cNvSpPr>
          <p:nvPr>
            <p:custDataLst>
              <p:tags r:id="rId31"/>
            </p:custDataLst>
          </p:nvPr>
        </p:nvSpPr>
        <p:spPr bwMode="auto">
          <a:xfrm>
            <a:off x="581025" y="3937000"/>
            <a:ext cx="1106488"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F7F3FEF1-C8D9-4EA4-A835-D4F7C56AAD32}" type="datetime'''''''''''R''ad''i''''o''''''''''''th''''er''a''''''''py'">
              <a:rPr lang="en-US" altLang="en-US" sz="1600" smtClean="0"/>
              <a:pPr marL="0" lvl="0" indent="0" algn="r">
                <a:spcBef>
                  <a:spcPct val="0"/>
                </a:spcBef>
                <a:spcAft>
                  <a:spcPct val="0"/>
                </a:spcAft>
                <a:buNone/>
              </a:pPr>
              <a:t>Radiotherapy</a:t>
            </a:fld>
            <a:endParaRPr lang="en-US" sz="1600"/>
          </a:p>
        </p:txBody>
      </p:sp>
      <p:sp>
        <p:nvSpPr>
          <p:cNvPr id="144" name="Text Placeholder 2">
            <a:extLst>
              <a:ext uri="{FF2B5EF4-FFF2-40B4-BE49-F238E27FC236}">
                <a16:creationId xmlns:a16="http://schemas.microsoft.com/office/drawing/2014/main" id="{52B2566D-9136-93A1-D1D0-8569B2A01E6E}"/>
              </a:ext>
            </a:extLst>
          </p:cNvPr>
          <p:cNvSpPr>
            <a:spLocks/>
          </p:cNvSpPr>
          <p:nvPr>
            <p:custDataLst>
              <p:tags r:id="rId32"/>
            </p:custDataLst>
          </p:nvPr>
        </p:nvSpPr>
        <p:spPr bwMode="auto">
          <a:xfrm>
            <a:off x="944563" y="4206875"/>
            <a:ext cx="742950"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E8EB73C7-9E2A-422C-A5CC-DE5CE435A11D}" type="datetime'''''''''''''''I''''''nf''''''''''''u''s''''i''o''''n''s'''''''">
              <a:rPr lang="en-US" altLang="en-US" sz="1600" smtClean="0"/>
              <a:pPr marL="0" lvl="0" indent="0" algn="r">
                <a:spcBef>
                  <a:spcPct val="0"/>
                </a:spcBef>
                <a:spcAft>
                  <a:spcPct val="0"/>
                </a:spcAft>
                <a:buNone/>
              </a:pPr>
              <a:t>Infusions</a:t>
            </a:fld>
            <a:endParaRPr lang="en-US" sz="1600"/>
          </a:p>
        </p:txBody>
      </p:sp>
      <p:sp>
        <p:nvSpPr>
          <p:cNvPr id="143" name="Text Placeholder 2">
            <a:extLst>
              <a:ext uri="{FF2B5EF4-FFF2-40B4-BE49-F238E27FC236}">
                <a16:creationId xmlns:a16="http://schemas.microsoft.com/office/drawing/2014/main" id="{50EACADB-9C61-B20C-3166-FCE61D7B6FA4}"/>
              </a:ext>
            </a:extLst>
          </p:cNvPr>
          <p:cNvSpPr>
            <a:spLocks/>
          </p:cNvSpPr>
          <p:nvPr>
            <p:custDataLst>
              <p:tags r:id="rId33"/>
            </p:custDataLst>
          </p:nvPr>
        </p:nvSpPr>
        <p:spPr bwMode="auto">
          <a:xfrm>
            <a:off x="10601325" y="5524500"/>
            <a:ext cx="925513" cy="2063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3E9A311-B8AA-43D3-AFDF-A393A83DD466}" type="datetime'''''N''''''''e''''''''''''''''''''t I''n''com''''''e'''''">
              <a:rPr lang="en-US" altLang="en-US" sz="1500" b="1" smtClean="0"/>
              <a:pPr marL="0" lvl="0" indent="0" algn="ctr">
                <a:spcBef>
                  <a:spcPct val="0"/>
                </a:spcBef>
                <a:spcAft>
                  <a:spcPct val="0"/>
                </a:spcAft>
                <a:buNone/>
              </a:pPr>
              <a:t>Net Income</a:t>
            </a:fld>
            <a:endParaRPr lang="en-US" sz="1500" b="1"/>
          </a:p>
        </p:txBody>
      </p:sp>
      <p:sp>
        <p:nvSpPr>
          <p:cNvPr id="142" name="Text Placeholder 2">
            <a:extLst>
              <a:ext uri="{FF2B5EF4-FFF2-40B4-BE49-F238E27FC236}">
                <a16:creationId xmlns:a16="http://schemas.microsoft.com/office/drawing/2014/main" id="{04947274-4537-12C1-A877-EDD77715A12D}"/>
              </a:ext>
            </a:extLst>
          </p:cNvPr>
          <p:cNvSpPr>
            <a:spLocks/>
          </p:cNvSpPr>
          <p:nvPr>
            <p:custDataLst>
              <p:tags r:id="rId34"/>
            </p:custDataLst>
          </p:nvPr>
        </p:nvSpPr>
        <p:spPr bwMode="auto">
          <a:xfrm>
            <a:off x="9509125" y="5524500"/>
            <a:ext cx="882650" cy="2063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812CA14-AA29-48F7-AA9A-1B23E11695B8}" type="datetime'''''''''''''''O''th''e''rs, ''''''''n''''''''''''e''t'''''''''">
              <a:rPr lang="en-US" altLang="en-US" sz="1500" smtClean="0"/>
              <a:pPr marL="0" lvl="0" indent="0" algn="ctr">
                <a:spcBef>
                  <a:spcPct val="0"/>
                </a:spcBef>
                <a:spcAft>
                  <a:spcPct val="0"/>
                </a:spcAft>
                <a:buNone/>
              </a:pPr>
              <a:t>Others, net</a:t>
            </a:fld>
            <a:endParaRPr lang="en-US" sz="1500"/>
          </a:p>
        </p:txBody>
      </p:sp>
      <p:sp>
        <p:nvSpPr>
          <p:cNvPr id="140" name="Text Placeholder 2">
            <a:extLst>
              <a:ext uri="{FF2B5EF4-FFF2-40B4-BE49-F238E27FC236}">
                <a16:creationId xmlns:a16="http://schemas.microsoft.com/office/drawing/2014/main" id="{E0FDECFC-98CD-A15C-0361-983D1B312F51}"/>
              </a:ext>
            </a:extLst>
          </p:cNvPr>
          <p:cNvSpPr>
            <a:spLocks/>
          </p:cNvSpPr>
          <p:nvPr>
            <p:custDataLst>
              <p:tags r:id="rId35"/>
            </p:custDataLst>
          </p:nvPr>
        </p:nvSpPr>
        <p:spPr bwMode="auto">
          <a:xfrm>
            <a:off x="8382000" y="5524500"/>
            <a:ext cx="912813" cy="3841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1C9E11D-69F0-42AF-BB18-D81D90BDABD8}" type="datetime'De''''''p'' ''''&amp;''''''''''&#10;Amo''rtz''''''''''a''''t''i''o''n'">
              <a:rPr lang="en-US" altLang="en-US" sz="1400" smtClean="0"/>
              <a:pPr marL="0" lvl="0" indent="0" algn="ctr">
                <a:spcBef>
                  <a:spcPct val="0"/>
                </a:spcBef>
                <a:spcAft>
                  <a:spcPct val="0"/>
                </a:spcAft>
                <a:buNone/>
              </a:pPr>
              <a:t>Dep &amp;
Amortzation</a:t>
            </a:fld>
            <a:endParaRPr lang="en-US" sz="1400"/>
          </a:p>
        </p:txBody>
      </p:sp>
      <p:sp>
        <p:nvSpPr>
          <p:cNvPr id="138" name="Text Placeholder 2">
            <a:extLst>
              <a:ext uri="{FF2B5EF4-FFF2-40B4-BE49-F238E27FC236}">
                <a16:creationId xmlns:a16="http://schemas.microsoft.com/office/drawing/2014/main" id="{A178525D-D41E-F062-4328-B181767C5C70}"/>
              </a:ext>
            </a:extLst>
          </p:cNvPr>
          <p:cNvSpPr>
            <a:spLocks/>
          </p:cNvSpPr>
          <p:nvPr>
            <p:custDataLst>
              <p:tags r:id="rId36"/>
            </p:custDataLst>
          </p:nvPr>
        </p:nvSpPr>
        <p:spPr bwMode="auto">
          <a:xfrm>
            <a:off x="7334250" y="5524500"/>
            <a:ext cx="781050" cy="4127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61F5A17-85E0-4381-A9B0-93043FBFB6C9}" type="datetime'''''O''p''''''''''''''er''ati''ng''&#10;Ex''''''''p''''en''s''es'">
              <a:rPr lang="en-US" altLang="en-US" sz="1500" smtClean="0"/>
              <a:pPr marL="0" lvl="0" indent="0" algn="ctr">
                <a:spcBef>
                  <a:spcPct val="0"/>
                </a:spcBef>
                <a:spcAft>
                  <a:spcPct val="0"/>
                </a:spcAft>
                <a:buNone/>
              </a:pPr>
              <a:t>Operating
Expenses</a:t>
            </a:fld>
            <a:endParaRPr lang="en-US" sz="1500"/>
          </a:p>
        </p:txBody>
      </p:sp>
      <p:sp>
        <p:nvSpPr>
          <p:cNvPr id="148" name="Text Placeholder 2">
            <a:extLst>
              <a:ext uri="{FF2B5EF4-FFF2-40B4-BE49-F238E27FC236}">
                <a16:creationId xmlns:a16="http://schemas.microsoft.com/office/drawing/2014/main" id="{4B1C95B7-93F1-9946-82CB-61F47142B96E}"/>
              </a:ext>
            </a:extLst>
          </p:cNvPr>
          <p:cNvSpPr>
            <a:spLocks/>
          </p:cNvSpPr>
          <p:nvPr>
            <p:custDataLst>
              <p:tags r:id="rId37"/>
            </p:custDataLst>
          </p:nvPr>
        </p:nvSpPr>
        <p:spPr bwMode="gray">
          <a:xfrm>
            <a:off x="1976438" y="2343150"/>
            <a:ext cx="366713"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8575" tIns="0" rIns="2857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8B6618D-6537-44EE-BC63-9279F0F866AB}" type="datetime'''2''''''''''''''05'''''''''''''''''''''''''''''''''''''">
              <a:rPr lang="en-US" altLang="en-US" sz="1600" b="1" smtClean="0"/>
              <a:pPr marL="0" lvl="0" indent="0" algn="ctr">
                <a:spcBef>
                  <a:spcPct val="0"/>
                </a:spcBef>
                <a:spcAft>
                  <a:spcPct val="0"/>
                </a:spcAft>
                <a:buNone/>
              </a:pPr>
              <a:t>205</a:t>
            </a:fld>
            <a:endParaRPr lang="en-US" sz="1600" b="1"/>
          </a:p>
        </p:txBody>
      </p:sp>
      <p:sp>
        <p:nvSpPr>
          <p:cNvPr id="16" name="Text Placeholder 2">
            <a:extLst>
              <a:ext uri="{FF2B5EF4-FFF2-40B4-BE49-F238E27FC236}">
                <a16:creationId xmlns:a16="http://schemas.microsoft.com/office/drawing/2014/main" id="{87BB863F-9716-77B5-70B5-97E8A856AB8A}"/>
              </a:ext>
            </a:extLst>
          </p:cNvPr>
          <p:cNvSpPr>
            <a:spLocks/>
          </p:cNvSpPr>
          <p:nvPr>
            <p:custDataLst>
              <p:tags r:id="rId38"/>
            </p:custDataLst>
          </p:nvPr>
        </p:nvSpPr>
        <p:spPr bwMode="gray">
          <a:xfrm>
            <a:off x="8643938" y="4748213"/>
            <a:ext cx="387350"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072987C-103D-4BB4-AC7B-2B1261D0A4AD}" type="datetime'''''''''''''(''''''''''''''''''''''''''''''''''30'')'''">
              <a:rPr lang="en-US" altLang="en-US" sz="1600" smtClean="0">
                <a:effectLst/>
              </a:rPr>
              <a:pPr marL="0" lvl="0" indent="0" algn="ctr">
                <a:spcBef>
                  <a:spcPct val="0"/>
                </a:spcBef>
                <a:spcAft>
                  <a:spcPct val="0"/>
                </a:spcAft>
                <a:buNone/>
              </a:pPr>
              <a:t>(30)</a:t>
            </a:fld>
            <a:endParaRPr lang="en-US" sz="1600"/>
          </a:p>
        </p:txBody>
      </p:sp>
      <p:sp>
        <p:nvSpPr>
          <p:cNvPr id="7" name="Text Placeholder 2">
            <a:extLst>
              <a:ext uri="{FF2B5EF4-FFF2-40B4-BE49-F238E27FC236}">
                <a16:creationId xmlns:a16="http://schemas.microsoft.com/office/drawing/2014/main" id="{AC23916A-3209-60D3-6DCD-CEB1E4C9CBA3}"/>
              </a:ext>
            </a:extLst>
          </p:cNvPr>
          <p:cNvSpPr>
            <a:spLocks/>
          </p:cNvSpPr>
          <p:nvPr>
            <p:custDataLst>
              <p:tags r:id="rId39"/>
            </p:custDataLst>
          </p:nvPr>
        </p:nvSpPr>
        <p:spPr bwMode="gray">
          <a:xfrm>
            <a:off x="7531100" y="4335463"/>
            <a:ext cx="387350"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21A482C-4D1C-4C8C-844C-ADF5377D9B17}" type="datetime'''''(4''''''''''''''''''''''7'''')'''''''''''''">
              <a:rPr lang="en-US" altLang="en-US" sz="1600" smtClean="0"/>
              <a:pPr marL="0" lvl="0" indent="0" algn="ctr">
                <a:spcBef>
                  <a:spcPct val="0"/>
                </a:spcBef>
                <a:spcAft>
                  <a:spcPct val="0"/>
                </a:spcAft>
                <a:buNone/>
              </a:pPr>
              <a:t>(47)</a:t>
            </a:fld>
            <a:endParaRPr lang="en-US" sz="1600"/>
          </a:p>
        </p:txBody>
      </p:sp>
      <p:sp>
        <p:nvSpPr>
          <p:cNvPr id="134" name="Text Placeholder 2">
            <a:extLst>
              <a:ext uri="{FF2B5EF4-FFF2-40B4-BE49-F238E27FC236}">
                <a16:creationId xmlns:a16="http://schemas.microsoft.com/office/drawing/2014/main" id="{B7654D20-F530-E557-5068-09AF458CD316}"/>
              </a:ext>
            </a:extLst>
          </p:cNvPr>
          <p:cNvSpPr>
            <a:spLocks/>
          </p:cNvSpPr>
          <p:nvPr>
            <p:custDataLst>
              <p:tags r:id="rId40"/>
            </p:custDataLst>
          </p:nvPr>
        </p:nvSpPr>
        <p:spPr bwMode="auto">
          <a:xfrm>
            <a:off x="1811338" y="5524500"/>
            <a:ext cx="695325" cy="4127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3E0C6AC-D34A-4873-8685-DC2F982CD7D8}" type="datetime'Gr''''o''''''''''''''''''''s''s'''''''' ''Rev''e''n''''ue'''''">
              <a:rPr lang="en-US" altLang="en-US" sz="1500" b="1" smtClean="0"/>
              <a:pPr marL="0" lvl="0" indent="0" algn="ctr">
                <a:spcBef>
                  <a:spcPct val="0"/>
                </a:spcBef>
                <a:spcAft>
                  <a:spcPct val="0"/>
                </a:spcAft>
                <a:buNone/>
              </a:pPr>
              <a:t>Gross Revenue</a:t>
            </a:fld>
            <a:endParaRPr lang="en-US" sz="1500" b="1"/>
          </a:p>
        </p:txBody>
      </p:sp>
      <p:sp>
        <p:nvSpPr>
          <p:cNvPr id="159" name="Google Shape;2094;p21">
            <a:extLst>
              <a:ext uri="{FF2B5EF4-FFF2-40B4-BE49-F238E27FC236}">
                <a16:creationId xmlns:a16="http://schemas.microsoft.com/office/drawing/2014/main" id="{AB8B8391-050B-15BC-5B7B-F6217D8CB0F1}"/>
              </a:ext>
            </a:extLst>
          </p:cNvPr>
          <p:cNvSpPr/>
          <p:nvPr/>
        </p:nvSpPr>
        <p:spPr>
          <a:xfrm flipH="1">
            <a:off x="532195" y="1312138"/>
            <a:ext cx="4169597" cy="422503"/>
          </a:xfrm>
          <a:prstGeom prst="rect">
            <a:avLst/>
          </a:prstGeom>
          <a:noFill/>
          <a:ln>
            <a:noFill/>
          </a:ln>
        </p:spPr>
        <p:txBody>
          <a:bodyPr spcFirstLastPara="1" wrap="square" lIns="91425" tIns="45700" rIns="91425" bIns="45700" anchor="ctr" anchorCtr="0">
            <a:noAutofit/>
          </a:bodyPr>
          <a:lstStyle/>
          <a:p>
            <a:pPr lvl="0">
              <a:buClr>
                <a:srgbClr val="000000"/>
              </a:buClr>
              <a:buSzPts val="1400"/>
            </a:pPr>
            <a:r>
              <a:rPr lang="en-US" sz="1600" b="1" dirty="0" err="1">
                <a:ea typeface="Arial"/>
                <a:cs typeface="Arial"/>
                <a:sym typeface="Arial"/>
              </a:rPr>
              <a:t>Oncoclinics</a:t>
            </a:r>
            <a:r>
              <a:rPr lang="en-US" sz="1600">
                <a:ea typeface="Arial"/>
                <a:cs typeface="Arial"/>
                <a:sym typeface="Arial"/>
              </a:rPr>
              <a:t>: </a:t>
            </a:r>
            <a:r>
              <a:rPr lang="en-US" sz="1600" b="1">
                <a:ea typeface="Arial"/>
                <a:cs typeface="Arial"/>
                <a:sym typeface="Arial"/>
              </a:rPr>
              <a:t>P&amp;L Bridge</a:t>
            </a:r>
          </a:p>
          <a:p>
            <a:pPr lvl="0">
              <a:buClr>
                <a:srgbClr val="000000"/>
              </a:buClr>
              <a:buSzPts val="1400"/>
            </a:pPr>
            <a:r>
              <a:rPr lang="en-US" sz="1600" i="1">
                <a:ea typeface="Arial"/>
                <a:cs typeface="Arial"/>
                <a:sym typeface="Arial"/>
              </a:rPr>
              <a:t>SAR Mn, 2026</a:t>
            </a:r>
            <a:endParaRPr lang="en-US" sz="1200" i="1">
              <a:ea typeface="Arial"/>
              <a:cs typeface="Arial"/>
              <a:sym typeface="Arial"/>
            </a:endParaRPr>
          </a:p>
        </p:txBody>
      </p:sp>
      <p:sp>
        <p:nvSpPr>
          <p:cNvPr id="203" name="Google Shape;2094;p21">
            <a:extLst>
              <a:ext uri="{FF2B5EF4-FFF2-40B4-BE49-F238E27FC236}">
                <a16:creationId xmlns:a16="http://schemas.microsoft.com/office/drawing/2014/main" id="{EF8A1E32-9E1C-C69C-D340-675299B4BBFE}"/>
              </a:ext>
            </a:extLst>
          </p:cNvPr>
          <p:cNvSpPr/>
          <p:nvPr/>
        </p:nvSpPr>
        <p:spPr>
          <a:xfrm flipH="1">
            <a:off x="511056" y="6308754"/>
            <a:ext cx="6285031" cy="135105"/>
          </a:xfrm>
          <a:prstGeom prst="rect">
            <a:avLst/>
          </a:prstGeom>
          <a:noFill/>
          <a:ln>
            <a:noFill/>
          </a:ln>
        </p:spPr>
        <p:txBody>
          <a:bodyPr spcFirstLastPara="1" wrap="square" lIns="0" tIns="0" rIns="0" bIns="0" anchor="ctr" anchorCtr="0">
            <a:noAutofit/>
          </a:bodyPr>
          <a:lstStyle/>
          <a:p>
            <a:pPr fontAlgn="b"/>
            <a:r>
              <a:rPr lang="en-US" sz="1000" i="1">
                <a:latin typeface="Aptos Narrow" panose="020B0004020202020204" pitchFamily="34" charset="0"/>
              </a:rPr>
              <a:t>*Other streams: Non-onco diagnostics, consultations, referral fees, genetic testing, screenings</a:t>
            </a:r>
          </a:p>
        </p:txBody>
      </p:sp>
      <p:sp>
        <p:nvSpPr>
          <p:cNvPr id="920" name="Google Shape;2080;p21">
            <a:extLst>
              <a:ext uri="{FF2B5EF4-FFF2-40B4-BE49-F238E27FC236}">
                <a16:creationId xmlns:a16="http://schemas.microsoft.com/office/drawing/2014/main" id="{4A2134A9-82FF-79D2-B059-A4DBDD766E6B}"/>
              </a:ext>
            </a:extLst>
          </p:cNvPr>
          <p:cNvSpPr/>
          <p:nvPr/>
        </p:nvSpPr>
        <p:spPr>
          <a:xfrm flipH="1">
            <a:off x="5994016" y="1588069"/>
            <a:ext cx="1241803" cy="422595"/>
          </a:xfrm>
          <a:prstGeom prst="rect">
            <a:avLst/>
          </a:prstGeom>
          <a:noFill/>
          <a:ln>
            <a:noFill/>
          </a:ln>
          <a:effectLst/>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200" b="1">
                <a:ea typeface="Arial"/>
                <a:cs typeface="Arial"/>
                <a:sym typeface="Arial"/>
              </a:rPr>
              <a:t>GP margin </a:t>
            </a:r>
          </a:p>
          <a:p>
            <a:pPr marL="0" marR="0" lvl="0" indent="0" algn="ctr" rtl="0">
              <a:lnSpc>
                <a:spcPct val="100000"/>
              </a:lnSpc>
              <a:spcBef>
                <a:spcPts val="0"/>
              </a:spcBef>
              <a:spcAft>
                <a:spcPts val="0"/>
              </a:spcAft>
              <a:buClr>
                <a:srgbClr val="000000"/>
              </a:buClr>
              <a:buSzPts val="1200"/>
              <a:buFont typeface="Arial"/>
              <a:buNone/>
            </a:pPr>
            <a:r>
              <a:rPr lang="en-US" sz="1200" b="1">
                <a:ea typeface="Arial"/>
                <a:cs typeface="Arial"/>
                <a:sym typeface="Arial"/>
              </a:rPr>
              <a:t>on net revenue</a:t>
            </a:r>
            <a:endParaRPr lang="en-US" sz="1200" b="1" u="none" strike="noStrike" cap="none">
              <a:ea typeface="Arial"/>
              <a:cs typeface="Arial"/>
              <a:sym typeface="Arial"/>
            </a:endParaRPr>
          </a:p>
        </p:txBody>
      </p:sp>
      <p:sp>
        <p:nvSpPr>
          <p:cNvPr id="922" name="Google Shape;2494;p28">
            <a:extLst>
              <a:ext uri="{FF2B5EF4-FFF2-40B4-BE49-F238E27FC236}">
                <a16:creationId xmlns:a16="http://schemas.microsoft.com/office/drawing/2014/main" id="{3D6E3858-48E9-27BB-0A85-04BA9E6D86C7}"/>
              </a:ext>
            </a:extLst>
          </p:cNvPr>
          <p:cNvSpPr/>
          <p:nvPr/>
        </p:nvSpPr>
        <p:spPr>
          <a:xfrm>
            <a:off x="6141890" y="2049645"/>
            <a:ext cx="998819" cy="349175"/>
          </a:xfrm>
          <a:prstGeom prst="roundRect">
            <a:avLst>
              <a:gd name="adj" fmla="val 16667"/>
            </a:avLst>
          </a:prstGeom>
          <a:solidFill>
            <a:srgbClr val="055D7A"/>
          </a:solidFill>
          <a:ln>
            <a:noFill/>
          </a:ln>
          <a:effectLst>
            <a:outerShdw blurRad="63500" algn="ctr" rotWithShape="0">
              <a:prstClr val="black">
                <a:alpha val="40000"/>
              </a:prstClr>
            </a:outerShdw>
          </a:effectLst>
        </p:spPr>
        <p:txBody>
          <a:bodyPr spcFirstLastPara="1" wrap="square" lIns="36000" tIns="36000" rIns="36000" bIns="36000" anchor="ctr" anchorCtr="0">
            <a:noAutofit/>
          </a:bodyPr>
          <a:lstStyle/>
          <a:p>
            <a:pPr marL="0" marR="0" lvl="0" indent="0" algn="ctr" rtl="0">
              <a:lnSpc>
                <a:spcPct val="100000"/>
              </a:lnSpc>
              <a:spcBef>
                <a:spcPts val="0"/>
              </a:spcBef>
              <a:spcAft>
                <a:spcPts val="0"/>
              </a:spcAft>
              <a:buClr>
                <a:schemeClr val="lt1"/>
              </a:buClr>
              <a:buSzPts val="1200"/>
              <a:buFont typeface="Arial"/>
              <a:buNone/>
            </a:pPr>
            <a:r>
              <a:rPr lang="en-US" sz="2000" b="1">
                <a:solidFill>
                  <a:schemeClr val="lt1"/>
                </a:solidFill>
                <a:latin typeface="Arial"/>
                <a:ea typeface="Arial"/>
                <a:cs typeface="Arial"/>
                <a:sym typeface="Arial"/>
              </a:rPr>
              <a:t>34</a:t>
            </a:r>
            <a:r>
              <a:rPr lang="en-US" sz="2000" b="1" i="0" u="none" strike="noStrike" cap="none">
                <a:solidFill>
                  <a:schemeClr val="lt1"/>
                </a:solidFill>
                <a:latin typeface="Arial"/>
                <a:ea typeface="Arial"/>
                <a:cs typeface="Arial"/>
                <a:sym typeface="Arial"/>
              </a:rPr>
              <a:t>%</a:t>
            </a:r>
            <a:endParaRPr lang="en-US" sz="2400" b="1" i="0" u="none" strike="noStrike" cap="none">
              <a:solidFill>
                <a:srgbClr val="000000"/>
              </a:solidFill>
              <a:latin typeface="Arial"/>
              <a:ea typeface="Arial"/>
              <a:cs typeface="Arial"/>
              <a:sym typeface="Arial"/>
            </a:endParaRPr>
          </a:p>
        </p:txBody>
      </p:sp>
      <p:sp>
        <p:nvSpPr>
          <p:cNvPr id="926" name="Google Shape;2080;p21">
            <a:extLst>
              <a:ext uri="{FF2B5EF4-FFF2-40B4-BE49-F238E27FC236}">
                <a16:creationId xmlns:a16="http://schemas.microsoft.com/office/drawing/2014/main" id="{A0022D84-C63F-2B03-1A78-4E0F0F539292}"/>
              </a:ext>
            </a:extLst>
          </p:cNvPr>
          <p:cNvSpPr/>
          <p:nvPr/>
        </p:nvSpPr>
        <p:spPr>
          <a:xfrm flipH="1">
            <a:off x="10475122" y="2228659"/>
            <a:ext cx="1241803" cy="422595"/>
          </a:xfrm>
          <a:prstGeom prst="rect">
            <a:avLst/>
          </a:prstGeom>
          <a:noFill/>
          <a:ln>
            <a:noFill/>
          </a:ln>
          <a:effectLst/>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US" sz="1200" b="1">
                <a:ea typeface="Arial"/>
                <a:cs typeface="Arial"/>
                <a:sym typeface="Arial"/>
              </a:rPr>
              <a:t>NP margin </a:t>
            </a:r>
          </a:p>
          <a:p>
            <a:pPr marL="0" marR="0" lvl="0" indent="0" algn="ctr" rtl="0">
              <a:lnSpc>
                <a:spcPct val="100000"/>
              </a:lnSpc>
              <a:spcBef>
                <a:spcPts val="0"/>
              </a:spcBef>
              <a:spcAft>
                <a:spcPts val="0"/>
              </a:spcAft>
              <a:buClr>
                <a:srgbClr val="000000"/>
              </a:buClr>
              <a:buSzPts val="1200"/>
              <a:buFont typeface="Arial"/>
              <a:buNone/>
            </a:pPr>
            <a:r>
              <a:rPr lang="en-US" sz="1200" b="1">
                <a:ea typeface="Arial"/>
                <a:cs typeface="Arial"/>
                <a:sym typeface="Arial"/>
              </a:rPr>
              <a:t>on net revenue</a:t>
            </a:r>
            <a:endParaRPr lang="en-US" sz="1200" b="1" u="none" strike="noStrike" cap="none">
              <a:ea typeface="Arial"/>
              <a:cs typeface="Arial"/>
              <a:sym typeface="Arial"/>
            </a:endParaRPr>
          </a:p>
        </p:txBody>
      </p:sp>
      <p:sp>
        <p:nvSpPr>
          <p:cNvPr id="927" name="Google Shape;2494;p28">
            <a:extLst>
              <a:ext uri="{FF2B5EF4-FFF2-40B4-BE49-F238E27FC236}">
                <a16:creationId xmlns:a16="http://schemas.microsoft.com/office/drawing/2014/main" id="{6218097C-3EE4-F1C2-93AB-77E3E5052A8F}"/>
              </a:ext>
            </a:extLst>
          </p:cNvPr>
          <p:cNvSpPr/>
          <p:nvPr/>
        </p:nvSpPr>
        <p:spPr>
          <a:xfrm>
            <a:off x="10622996" y="2690235"/>
            <a:ext cx="998819" cy="349175"/>
          </a:xfrm>
          <a:prstGeom prst="roundRect">
            <a:avLst>
              <a:gd name="adj" fmla="val 16667"/>
            </a:avLst>
          </a:prstGeom>
          <a:solidFill>
            <a:srgbClr val="C30C3E"/>
          </a:solidFill>
          <a:ln>
            <a:noFill/>
          </a:ln>
          <a:effectLst>
            <a:outerShdw blurRad="63500" algn="ctr" rotWithShape="0">
              <a:prstClr val="black">
                <a:alpha val="40000"/>
              </a:prstClr>
            </a:outerShdw>
          </a:effectLst>
        </p:spPr>
        <p:txBody>
          <a:bodyPr spcFirstLastPara="1" wrap="square" lIns="36000" tIns="36000" rIns="36000" bIns="36000" anchor="ctr" anchorCtr="0">
            <a:noAutofit/>
          </a:bodyPr>
          <a:lstStyle/>
          <a:p>
            <a:pPr marL="0" marR="0" lvl="0" indent="0" algn="ctr" rtl="0">
              <a:lnSpc>
                <a:spcPct val="100000"/>
              </a:lnSpc>
              <a:spcBef>
                <a:spcPts val="0"/>
              </a:spcBef>
              <a:spcAft>
                <a:spcPts val="0"/>
              </a:spcAft>
              <a:buClr>
                <a:schemeClr val="lt1"/>
              </a:buClr>
              <a:buSzPts val="1200"/>
              <a:buFont typeface="Arial"/>
              <a:buNone/>
            </a:pPr>
            <a:r>
              <a:rPr lang="en-US" sz="2000" b="1">
                <a:solidFill>
                  <a:schemeClr val="lt1"/>
                </a:solidFill>
                <a:latin typeface="Arial"/>
                <a:ea typeface="Arial"/>
                <a:cs typeface="Arial"/>
                <a:sym typeface="Arial"/>
              </a:rPr>
              <a:t>(22</a:t>
            </a:r>
            <a:r>
              <a:rPr lang="en-US" sz="2000" b="1" i="0" u="none" strike="noStrike" cap="none">
                <a:solidFill>
                  <a:schemeClr val="lt1"/>
                </a:solidFill>
                <a:latin typeface="Arial"/>
                <a:ea typeface="Arial"/>
                <a:cs typeface="Arial"/>
                <a:sym typeface="Arial"/>
              </a:rPr>
              <a:t>%)</a:t>
            </a:r>
            <a:endParaRPr lang="en-US" sz="2400" b="1" i="0" u="none" strike="noStrike" cap="none">
              <a:solidFill>
                <a:srgbClr val="000000"/>
              </a:solidFill>
              <a:latin typeface="Arial"/>
              <a:ea typeface="Arial"/>
              <a:cs typeface="Arial"/>
              <a:sym typeface="Arial"/>
            </a:endParaRPr>
          </a:p>
        </p:txBody>
      </p:sp>
      <p:grpSp>
        <p:nvGrpSpPr>
          <p:cNvPr id="235" name="Group 234">
            <a:extLst>
              <a:ext uri="{FF2B5EF4-FFF2-40B4-BE49-F238E27FC236}">
                <a16:creationId xmlns:a16="http://schemas.microsoft.com/office/drawing/2014/main" id="{A38FE30C-10E2-3B73-07CD-E2501613D8CE}"/>
              </a:ext>
            </a:extLst>
          </p:cNvPr>
          <p:cNvGrpSpPr/>
          <p:nvPr/>
        </p:nvGrpSpPr>
        <p:grpSpPr>
          <a:xfrm>
            <a:off x="-460920" y="230169"/>
            <a:ext cx="338328" cy="6397662"/>
            <a:chOff x="-460920" y="279546"/>
            <a:chExt cx="338328" cy="6397662"/>
          </a:xfrm>
        </p:grpSpPr>
        <p:sp>
          <p:nvSpPr>
            <p:cNvPr id="236" name="Google Shape;139;p2">
              <a:extLst>
                <a:ext uri="{FF2B5EF4-FFF2-40B4-BE49-F238E27FC236}">
                  <a16:creationId xmlns:a16="http://schemas.microsoft.com/office/drawing/2014/main" id="{38974DA2-27D3-2CEC-6BD6-12423820361E}"/>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37" name="Google Shape;140;p2">
              <a:extLst>
                <a:ext uri="{FF2B5EF4-FFF2-40B4-BE49-F238E27FC236}">
                  <a16:creationId xmlns:a16="http://schemas.microsoft.com/office/drawing/2014/main" id="{94258892-1ED8-C37A-6CE1-2ADAE34B0D44}"/>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38" name="Google Shape;141;p2">
              <a:extLst>
                <a:ext uri="{FF2B5EF4-FFF2-40B4-BE49-F238E27FC236}">
                  <a16:creationId xmlns:a16="http://schemas.microsoft.com/office/drawing/2014/main" id="{9293318C-791E-3A5D-04FD-0EC504C2EC9D}"/>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39" name="Google Shape;142;p2">
              <a:extLst>
                <a:ext uri="{FF2B5EF4-FFF2-40B4-BE49-F238E27FC236}">
                  <a16:creationId xmlns:a16="http://schemas.microsoft.com/office/drawing/2014/main" id="{FE2158A3-F6F0-A204-2CE6-3BF1EF9BC020}"/>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0" name="Google Shape;143;p2">
              <a:extLst>
                <a:ext uri="{FF2B5EF4-FFF2-40B4-BE49-F238E27FC236}">
                  <a16:creationId xmlns:a16="http://schemas.microsoft.com/office/drawing/2014/main" id="{3B66F4C0-D83B-E220-BF00-13EF731BDDAE}"/>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1" name="Google Shape;144;p2">
              <a:extLst>
                <a:ext uri="{FF2B5EF4-FFF2-40B4-BE49-F238E27FC236}">
                  <a16:creationId xmlns:a16="http://schemas.microsoft.com/office/drawing/2014/main" id="{9E867FBD-B190-479D-F185-28A18E49EE8F}"/>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2" name="Google Shape;145;p2">
              <a:extLst>
                <a:ext uri="{FF2B5EF4-FFF2-40B4-BE49-F238E27FC236}">
                  <a16:creationId xmlns:a16="http://schemas.microsoft.com/office/drawing/2014/main" id="{EFE8AA9F-8713-1066-1C20-0C48D11C67D3}"/>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3" name="Google Shape;146;p2">
              <a:extLst>
                <a:ext uri="{FF2B5EF4-FFF2-40B4-BE49-F238E27FC236}">
                  <a16:creationId xmlns:a16="http://schemas.microsoft.com/office/drawing/2014/main" id="{E9D7B9E6-089E-3193-6A63-87F6B8108080}"/>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4" name="Google Shape;147;p2">
              <a:extLst>
                <a:ext uri="{FF2B5EF4-FFF2-40B4-BE49-F238E27FC236}">
                  <a16:creationId xmlns:a16="http://schemas.microsoft.com/office/drawing/2014/main" id="{0F33D9A1-4FEE-925A-CD27-C5272EBDA45B}"/>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5" name="Google Shape;148;p2">
              <a:extLst>
                <a:ext uri="{FF2B5EF4-FFF2-40B4-BE49-F238E27FC236}">
                  <a16:creationId xmlns:a16="http://schemas.microsoft.com/office/drawing/2014/main" id="{1C4C9BAC-8DA8-67B9-2667-7AD8789C7181}"/>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7" name="Google Shape;149;p2">
              <a:extLst>
                <a:ext uri="{FF2B5EF4-FFF2-40B4-BE49-F238E27FC236}">
                  <a16:creationId xmlns:a16="http://schemas.microsoft.com/office/drawing/2014/main" id="{C21D2139-91EE-FEA9-C44B-419ED1B6DBF7}"/>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8" name="Google Shape;151;p2">
              <a:extLst>
                <a:ext uri="{FF2B5EF4-FFF2-40B4-BE49-F238E27FC236}">
                  <a16:creationId xmlns:a16="http://schemas.microsoft.com/office/drawing/2014/main" id="{4D6F41A3-9F77-0B6A-5AC4-F2E7EF5CBD16}"/>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sp>
          <p:nvSpPr>
            <p:cNvPr id="249" name="Google Shape;147;p2">
              <a:extLst>
                <a:ext uri="{FF2B5EF4-FFF2-40B4-BE49-F238E27FC236}">
                  <a16:creationId xmlns:a16="http://schemas.microsoft.com/office/drawing/2014/main" id="{502AACCD-B551-B437-33B7-1260180BAE5A}"/>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Arial"/>
                <a:ea typeface="Arial"/>
                <a:cs typeface="Arial"/>
                <a:sym typeface="Arial"/>
              </a:endParaRPr>
            </a:p>
          </p:txBody>
        </p:sp>
      </p:grpSp>
      <p:sp>
        <p:nvSpPr>
          <p:cNvPr id="2" name="Slide Number Placeholder 1">
            <a:extLst>
              <a:ext uri="{FF2B5EF4-FFF2-40B4-BE49-F238E27FC236}">
                <a16:creationId xmlns:a16="http://schemas.microsoft.com/office/drawing/2014/main" id="{ECAA697D-F4AD-A113-9906-FC2C03A8E8D1}"/>
              </a:ext>
            </a:extLst>
          </p:cNvPr>
          <p:cNvSpPr>
            <a:spLocks noGrp="1"/>
          </p:cNvSpPr>
          <p:nvPr>
            <p:ph type="sldNum" sz="quarter" idx="12"/>
          </p:nvPr>
        </p:nvSpPr>
        <p:spPr/>
        <p:txBody>
          <a:bodyPr/>
          <a:lstStyle/>
          <a:p>
            <a:fld id="{8E1CF2E5-4A16-4FBD-9713-265FD1DAAE65}" type="slidenum">
              <a:rPr lang="en-US" smtClean="0"/>
              <a:t>27</a:t>
            </a:fld>
            <a:endParaRPr lang="en-US"/>
          </a:p>
        </p:txBody>
      </p:sp>
      <p:sp>
        <p:nvSpPr>
          <p:cNvPr id="9" name="TextBox 8">
            <a:extLst>
              <a:ext uri="{FF2B5EF4-FFF2-40B4-BE49-F238E27FC236}">
                <a16:creationId xmlns:a16="http://schemas.microsoft.com/office/drawing/2014/main" id="{C2986C9E-C57C-2796-A8D5-6B67E9603E8C}"/>
              </a:ext>
            </a:extLst>
          </p:cNvPr>
          <p:cNvSpPr txBox="1"/>
          <p:nvPr/>
        </p:nvSpPr>
        <p:spPr>
          <a:xfrm>
            <a:off x="469088" y="6483866"/>
            <a:ext cx="10844519" cy="253916"/>
          </a:xfrm>
          <a:prstGeom prst="rect">
            <a:avLst/>
          </a:prstGeom>
          <a:noFill/>
        </p:spPr>
        <p:txBody>
          <a:bodyPr wrap="square">
            <a:spAutoFit/>
          </a:bodyPr>
          <a:lstStyle/>
          <a:p>
            <a:r>
              <a:rPr lang="en-US" sz="1050">
                <a:ea typeface="Calibri"/>
                <a:cs typeface="Calibri"/>
              </a:rPr>
              <a:t>Note: These values are provisional and are being revised as part of AOP '26 discussions. Updated manpower plan has led to higher net loss than before but are being mitigated on by Finance</a:t>
            </a:r>
          </a:p>
        </p:txBody>
      </p:sp>
      <p:sp>
        <p:nvSpPr>
          <p:cNvPr id="3" name="TextBox 2">
            <a:extLst>
              <a:ext uri="{FF2B5EF4-FFF2-40B4-BE49-F238E27FC236}">
                <a16:creationId xmlns:a16="http://schemas.microsoft.com/office/drawing/2014/main" id="{32C56D04-F42B-C4A8-A35A-218A332A1A64}"/>
              </a:ext>
            </a:extLst>
          </p:cNvPr>
          <p:cNvSpPr txBox="1"/>
          <p:nvPr/>
        </p:nvSpPr>
        <p:spPr>
          <a:xfrm>
            <a:off x="509281" y="6042982"/>
            <a:ext cx="4778872" cy="261610"/>
          </a:xfrm>
          <a:prstGeom prst="rect">
            <a:avLst/>
          </a:prstGeom>
          <a:noFill/>
        </p:spPr>
        <p:txBody>
          <a:bodyPr wrap="square" rtlCol="0">
            <a:spAutoFit/>
          </a:bodyPr>
          <a:lstStyle/>
          <a:p>
            <a:r>
              <a:rPr lang="en-US" sz="1100"/>
              <a:t>Base case assumes phase-wise signing of insurance providers. See schedule </a:t>
            </a:r>
            <a:r>
              <a:rPr lang="en-US" sz="1100">
                <a:hlinkClick r:id="" action="ppaction://noaction"/>
              </a:rPr>
              <a:t>here</a:t>
            </a:r>
            <a:endParaRPr lang="en-US" sz="1100"/>
          </a:p>
        </p:txBody>
      </p:sp>
      <p:grpSp>
        <p:nvGrpSpPr>
          <p:cNvPr id="10" name="Group 9">
            <a:extLst>
              <a:ext uri="{FF2B5EF4-FFF2-40B4-BE49-F238E27FC236}">
                <a16:creationId xmlns:a16="http://schemas.microsoft.com/office/drawing/2014/main" id="{720AD6C3-E9E4-2788-469F-904E00A8B30C}"/>
              </a:ext>
            </a:extLst>
          </p:cNvPr>
          <p:cNvGrpSpPr/>
          <p:nvPr/>
        </p:nvGrpSpPr>
        <p:grpSpPr>
          <a:xfrm>
            <a:off x="15130" y="47516"/>
            <a:ext cx="171132" cy="228600"/>
            <a:chOff x="0" y="49329"/>
            <a:chExt cx="171132" cy="228600"/>
          </a:xfrm>
        </p:grpSpPr>
        <p:cxnSp>
          <p:nvCxnSpPr>
            <p:cNvPr id="11" name="Straight Connector 10">
              <a:extLst>
                <a:ext uri="{FF2B5EF4-FFF2-40B4-BE49-F238E27FC236}">
                  <a16:creationId xmlns:a16="http://schemas.microsoft.com/office/drawing/2014/main" id="{7B1558BD-A0D2-9BDF-B926-519BEA82D36E}"/>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8230AB7F-1981-0604-49E8-E35FA654F29D}"/>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3" name="Google Shape;1129;p23">
            <a:extLst>
              <a:ext uri="{FF2B5EF4-FFF2-40B4-BE49-F238E27FC236}">
                <a16:creationId xmlns:a16="http://schemas.microsoft.com/office/drawing/2014/main" id="{23A0FE2D-CA47-AB77-A43C-0696A8668E3D}"/>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Revised Business Case</a:t>
            </a:r>
            <a:endParaRPr lang="en-US">
              <a:solidFill>
                <a:schemeClr val="bg1"/>
              </a:solidFill>
              <a:latin typeface="Calibri"/>
              <a:ea typeface="Calibri"/>
              <a:cs typeface="Calibri"/>
            </a:endParaRPr>
          </a:p>
        </p:txBody>
      </p:sp>
      <p:sp>
        <p:nvSpPr>
          <p:cNvPr id="5" name="TextBox 4">
            <a:extLst>
              <a:ext uri="{FF2B5EF4-FFF2-40B4-BE49-F238E27FC236}">
                <a16:creationId xmlns:a16="http://schemas.microsoft.com/office/drawing/2014/main" id="{0E45E624-36E9-E7DE-A71B-DB385E8751B1}"/>
              </a:ext>
            </a:extLst>
          </p:cNvPr>
          <p:cNvSpPr txBox="1"/>
          <p:nvPr/>
        </p:nvSpPr>
        <p:spPr>
          <a:xfrm>
            <a:off x="9962925" y="1160337"/>
            <a:ext cx="1784463" cy="261610"/>
          </a:xfrm>
          <a:prstGeom prst="rect">
            <a:avLst/>
          </a:prstGeom>
          <a:noFill/>
        </p:spPr>
        <p:txBody>
          <a:bodyPr wrap="none" rtlCol="0">
            <a:spAutoFit/>
          </a:bodyPr>
          <a:lstStyle/>
          <a:p>
            <a:r>
              <a:rPr lang="en-US" sz="1100"/>
              <a:t>Dated: 25</a:t>
            </a:r>
            <a:r>
              <a:rPr lang="en-US" sz="1100" baseline="30000"/>
              <a:t>th</a:t>
            </a:r>
            <a:r>
              <a:rPr lang="en-US" sz="1100"/>
              <a:t> November 2025</a:t>
            </a:r>
          </a:p>
        </p:txBody>
      </p:sp>
      <p:sp>
        <p:nvSpPr>
          <p:cNvPr id="6" name="TextBox 5">
            <a:extLst>
              <a:ext uri="{FF2B5EF4-FFF2-40B4-BE49-F238E27FC236}">
                <a16:creationId xmlns:a16="http://schemas.microsoft.com/office/drawing/2014/main" id="{4FFCE539-AE2F-6DC3-9FC7-3A1B812E8BA6}"/>
              </a:ext>
            </a:extLst>
          </p:cNvPr>
          <p:cNvSpPr txBox="1"/>
          <p:nvPr/>
        </p:nvSpPr>
        <p:spPr>
          <a:xfrm>
            <a:off x="2729993" y="1739417"/>
            <a:ext cx="2794124" cy="707886"/>
          </a:xfrm>
          <a:prstGeom prst="rect">
            <a:avLst/>
          </a:prstGeom>
          <a:noFill/>
        </p:spPr>
        <p:txBody>
          <a:bodyPr wrap="square" rtlCol="0">
            <a:spAutoFit/>
          </a:bodyPr>
          <a:lstStyle/>
          <a:p>
            <a:r>
              <a:rPr lang="en-US" sz="1000" i="1"/>
              <a:t>Currently, B2B corporate screenings are incorporated in the OC Op Co. model as a top-down assumption of 500 screenings in 2026. For detailed bottoms-up sizing, click </a:t>
            </a:r>
            <a:r>
              <a:rPr lang="en-US" sz="1000" i="1">
                <a:hlinkClick r:id="rId46"/>
              </a:rPr>
              <a:t>here</a:t>
            </a:r>
            <a:endParaRPr lang="en-US" sz="1000" i="1"/>
          </a:p>
        </p:txBody>
      </p:sp>
      <p:cxnSp>
        <p:nvCxnSpPr>
          <p:cNvPr id="14" name="Straight Arrow Connector 13">
            <a:extLst>
              <a:ext uri="{FF2B5EF4-FFF2-40B4-BE49-F238E27FC236}">
                <a16:creationId xmlns:a16="http://schemas.microsoft.com/office/drawing/2014/main" id="{A85F6C8D-1567-7D36-BF8B-46BBEE6FE2D8}"/>
              </a:ext>
            </a:extLst>
          </p:cNvPr>
          <p:cNvCxnSpPr>
            <a:cxnSpLocks/>
          </p:cNvCxnSpPr>
          <p:nvPr/>
        </p:nvCxnSpPr>
        <p:spPr>
          <a:xfrm flipV="1">
            <a:off x="2348706" y="2171719"/>
            <a:ext cx="366713" cy="21907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73161867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4E26A1-11D3-598B-5399-38D6B813E5AA}"/>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22110ECD-1132-1AB2-FC94-A5887AAD9617}"/>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84" imgH="486" progId="TCLayout.ActiveDocument.1">
                  <p:embed/>
                </p:oleObj>
              </mc:Choice>
              <mc:Fallback>
                <p:oleObj name="think-cell Slide" r:id="rId4" imgW="484" imgH="486" progId="TCLayout.ActiveDocument.1">
                  <p:embed/>
                  <p:pic>
                    <p:nvPicPr>
                      <p:cNvPr id="4" name="think-cell data - do not delete" hidden="1">
                        <a:extLst>
                          <a:ext uri="{FF2B5EF4-FFF2-40B4-BE49-F238E27FC236}">
                            <a16:creationId xmlns:a16="http://schemas.microsoft.com/office/drawing/2014/main" id="{22110ECD-1132-1AB2-FC94-A5887AAD961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0" name="Rectangle 9">
            <a:extLst>
              <a:ext uri="{FF2B5EF4-FFF2-40B4-BE49-F238E27FC236}">
                <a16:creationId xmlns:a16="http://schemas.microsoft.com/office/drawing/2014/main" id="{A78883D9-4103-FAC2-83AB-AEDF213B3EDD}"/>
              </a:ext>
            </a:extLst>
          </p:cNvPr>
          <p:cNvSpPr/>
          <p:nvPr/>
        </p:nvSpPr>
        <p:spPr>
          <a:xfrm>
            <a:off x="3788229" y="0"/>
            <a:ext cx="8403771" cy="6858000"/>
          </a:xfrm>
          <a:prstGeom prst="rect">
            <a:avLst/>
          </a:prstGeom>
          <a:solidFill>
            <a:srgbClr val="D8EAEA"/>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8" name="Table 18">
            <a:extLst>
              <a:ext uri="{FF2B5EF4-FFF2-40B4-BE49-F238E27FC236}">
                <a16:creationId xmlns:a16="http://schemas.microsoft.com/office/drawing/2014/main" id="{9197889C-7F2D-9429-5A60-F4AA4FEFCCD6}"/>
              </a:ext>
            </a:extLst>
          </p:cNvPr>
          <p:cNvGraphicFramePr>
            <a:graphicFrameLocks noGrp="1"/>
          </p:cNvGraphicFramePr>
          <p:nvPr>
            <p:extLst>
              <p:ext uri="{D42A27DB-BD31-4B8C-83A1-F6EECF244321}">
                <p14:modId xmlns:p14="http://schemas.microsoft.com/office/powerpoint/2010/main" val="1841432259"/>
              </p:ext>
            </p:extLst>
          </p:nvPr>
        </p:nvGraphicFramePr>
        <p:xfrm>
          <a:off x="4259210" y="2129960"/>
          <a:ext cx="7088060" cy="3188959"/>
        </p:xfrm>
        <a:graphic>
          <a:graphicData uri="http://schemas.openxmlformats.org/drawingml/2006/table">
            <a:tbl>
              <a:tblPr firstRow="1" bandRow="1">
                <a:tableStyleId>{5C22544A-7EE6-4342-B048-85BDC9FD1C3A}</a:tableStyleId>
              </a:tblPr>
              <a:tblGrid>
                <a:gridCol w="609851">
                  <a:extLst>
                    <a:ext uri="{9D8B030D-6E8A-4147-A177-3AD203B41FA5}">
                      <a16:colId xmlns:a16="http://schemas.microsoft.com/office/drawing/2014/main" val="2119018486"/>
                    </a:ext>
                  </a:extLst>
                </a:gridCol>
                <a:gridCol w="6478209">
                  <a:extLst>
                    <a:ext uri="{9D8B030D-6E8A-4147-A177-3AD203B41FA5}">
                      <a16:colId xmlns:a16="http://schemas.microsoft.com/office/drawing/2014/main" val="1725796595"/>
                    </a:ext>
                  </a:extLst>
                </a:gridCol>
              </a:tblGrid>
              <a:tr h="599364">
                <a:tc gridSpan="2">
                  <a:txBody>
                    <a:bodyPr/>
                    <a:lstStyle/>
                    <a:p>
                      <a:pPr rtl="0"/>
                      <a:r>
                        <a:rPr lang="en-US" sz="1600">
                          <a:solidFill>
                            <a:srgbClr val="39BFC3"/>
                          </a:solidFill>
                          <a:latin typeface="Calibri"/>
                          <a:cs typeface="Calibri"/>
                        </a:rPr>
                        <a:t>Topic</a:t>
                      </a:r>
                    </a:p>
                  </a:txBody>
                  <a:tcPr anchor="b">
                    <a:lnL w="12700" cmpd="sng">
                      <a:noFill/>
                    </a:lnL>
                    <a:lnR w="12700" cmpd="sng">
                      <a:noFill/>
                    </a:lnR>
                    <a:lnT w="12700" cmpd="sng">
                      <a:noFill/>
                    </a:lnT>
                    <a:lnB w="28575" cap="flat" cmpd="sng" algn="ctr">
                      <a:solidFill>
                        <a:srgbClr val="39BFC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075572317"/>
                  </a:ext>
                </a:extLst>
              </a:tr>
              <a:tr h="517919">
                <a:tc>
                  <a:txBody>
                    <a:bodyPr/>
                    <a:lstStyle/>
                    <a:p>
                      <a:pPr marL="0" indent="0" algn="ctr" rtl="0">
                        <a:buFont typeface="+mj-lt"/>
                        <a:buNone/>
                      </a:pPr>
                      <a:r>
                        <a:rPr lang="en-US" sz="1600" b="0">
                          <a:solidFill>
                            <a:schemeClr val="accent6">
                              <a:lumMod val="10000"/>
                            </a:schemeClr>
                          </a:solidFill>
                          <a:latin typeface="Calibri"/>
                          <a:cs typeface="Calibri"/>
                        </a:rPr>
                        <a:t>I.</a:t>
                      </a:r>
                    </a:p>
                  </a:txBody>
                  <a:tcPr anchor="ctr">
                    <a:lnL w="12700" cmpd="sng">
                      <a:noFill/>
                    </a:lnL>
                    <a:lnR w="12700" cmpd="sng">
                      <a:noFill/>
                    </a:lnR>
                    <a:lnT w="28575" cap="flat" cmpd="sng" algn="ctr">
                      <a:solidFill>
                        <a:srgbClr val="39BFC3"/>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b="0">
                          <a:solidFill>
                            <a:schemeClr val="accent6">
                              <a:lumMod val="10000"/>
                            </a:schemeClr>
                          </a:solidFill>
                          <a:latin typeface="Calibri"/>
                          <a:cs typeface="Calibri"/>
                        </a:rPr>
                        <a:t>Market and Business Context</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8857473"/>
                  </a:ext>
                </a:extLst>
              </a:tr>
              <a:tr h="517919">
                <a:tc>
                  <a:txBody>
                    <a:bodyPr/>
                    <a:lstStyle/>
                    <a:p>
                      <a:pPr marL="0" indent="0" algn="ctr" rtl="0">
                        <a:buFont typeface="+mj-lt"/>
                        <a:buNone/>
                      </a:pPr>
                      <a:r>
                        <a:rPr lang="en-US" sz="1600" b="0">
                          <a:solidFill>
                            <a:schemeClr val="accent6">
                              <a:lumMod val="10000"/>
                            </a:schemeClr>
                          </a:solidFill>
                          <a:latin typeface="Calibri"/>
                          <a:cs typeface="Calibri"/>
                        </a:rPr>
                        <a:t>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 typeface="+mj-lt"/>
                        <a:buNone/>
                        <a:tabLst/>
                        <a:defRPr/>
                      </a:pPr>
                      <a:r>
                        <a:rPr lang="en-US" sz="1600" kern="1200">
                          <a:solidFill>
                            <a:schemeClr val="accent6">
                              <a:lumMod val="10000"/>
                            </a:schemeClr>
                          </a:solidFill>
                          <a:latin typeface="+mn-lt"/>
                          <a:ea typeface="+mn-ea"/>
                          <a:cs typeface="Calibri"/>
                        </a:rPr>
                        <a:t>Value Creation Plan</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9563607"/>
                  </a:ext>
                </a:extLst>
              </a:tr>
              <a:tr h="517919">
                <a:tc>
                  <a:txBody>
                    <a:bodyPr/>
                    <a:lstStyle/>
                    <a:p>
                      <a:pPr marL="0" marR="0" lvl="0" indent="0" algn="ctr"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Calibri"/>
                          <a:ea typeface="+mn-ea"/>
                          <a:cs typeface="Calibri"/>
                          <a:sym typeface="Calibri" panose="020F0502020204030204" pitchFamily="34" charset="0"/>
                        </a:rPr>
                        <a:t>III.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mn-lt"/>
                          <a:ea typeface="+mn-ea"/>
                          <a:cs typeface="Calibri"/>
                        </a:rPr>
                        <a:t>Revised Business Case</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0638839"/>
                  </a:ext>
                </a:extLst>
              </a:tr>
              <a:tr h="517919">
                <a:tc>
                  <a:txBody>
                    <a:bodyPr/>
                    <a:lstStyle/>
                    <a:p>
                      <a:pPr marL="0" indent="0" algn="ctr" rtl="0">
                        <a:buFont typeface="+mj-lt"/>
                        <a:buNone/>
                      </a:pPr>
                      <a:r>
                        <a:rPr lang="en-US" sz="1600">
                          <a:solidFill>
                            <a:schemeClr val="accent6">
                              <a:lumMod val="10000"/>
                            </a:schemeClr>
                          </a:solidFill>
                          <a:latin typeface="Calibri"/>
                          <a:cs typeface="Calibri"/>
                        </a:rPr>
                        <a:t>IV.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0" indent="0" rtl="0">
                        <a:buFont typeface="+mj-lt"/>
                        <a:buNone/>
                      </a:pPr>
                      <a:r>
                        <a:rPr lang="en-US" sz="1600">
                          <a:solidFill>
                            <a:schemeClr val="accent6">
                              <a:lumMod val="10000"/>
                            </a:schemeClr>
                          </a:solidFill>
                          <a:latin typeface="+mn-lt"/>
                          <a:cs typeface="Calibri"/>
                        </a:rPr>
                        <a:t>Initiatives – Deep Dives</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2603471669"/>
                  </a:ext>
                </a:extLst>
              </a:tr>
              <a:tr h="517919">
                <a:tc>
                  <a:txBody>
                    <a:bodyPr/>
                    <a:lstStyle/>
                    <a:p>
                      <a:pPr marL="0" indent="0" algn="ctr" rtl="0">
                        <a:buFont typeface="+mj-lt"/>
                        <a:buNone/>
                      </a:pPr>
                      <a:r>
                        <a:rPr lang="en-US" sz="1600">
                          <a:solidFill>
                            <a:schemeClr val="accent6">
                              <a:lumMod val="10000"/>
                            </a:schemeClr>
                          </a:solidFill>
                          <a:latin typeface="Calibri"/>
                          <a:cs typeface="Calibri"/>
                        </a:rPr>
                        <a:t>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a:solidFill>
                            <a:schemeClr val="bg1">
                              <a:lumMod val="75000"/>
                            </a:schemeClr>
                          </a:solidFill>
                          <a:latin typeface="+mn-lt"/>
                          <a:cs typeface="Calibri"/>
                        </a:rPr>
                        <a:t>Supplementary Material</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2242176"/>
                  </a:ext>
                </a:extLst>
              </a:tr>
            </a:tbl>
          </a:graphicData>
        </a:graphic>
      </p:graphicFrame>
      <p:sp>
        <p:nvSpPr>
          <p:cNvPr id="5" name="Rectangle 4">
            <a:extLst>
              <a:ext uri="{FF2B5EF4-FFF2-40B4-BE49-F238E27FC236}">
                <a16:creationId xmlns:a16="http://schemas.microsoft.com/office/drawing/2014/main" id="{A29AE62D-9C3E-41C8-ED31-561F91C5ADD3}"/>
              </a:ext>
            </a:extLst>
          </p:cNvPr>
          <p:cNvSpPr/>
          <p:nvPr/>
        </p:nvSpPr>
        <p:spPr>
          <a:xfrm>
            <a:off x="547688" y="1539082"/>
            <a:ext cx="3033712" cy="377983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200"/>
              </a:spcBef>
              <a:spcAft>
                <a:spcPts val="200"/>
              </a:spcAft>
              <a:buClrTx/>
              <a:buSzTx/>
              <a:buFontTx/>
              <a:buNone/>
              <a:tabLst/>
              <a:defRPr/>
            </a:pPr>
            <a:r>
              <a:rPr kumimoji="0" lang="en-US" sz="5400" b="1" i="0" u="none" strike="noStrike" kern="1200" cap="none" spc="0" normalizeH="0" baseline="0" noProof="0">
                <a:ln>
                  <a:noFill/>
                </a:ln>
                <a:solidFill>
                  <a:srgbClr val="39BFC3"/>
                </a:solidFill>
                <a:effectLst/>
                <a:uLnTx/>
                <a:uFillTx/>
                <a:latin typeface="Calibri"/>
                <a:ea typeface="Calibri"/>
                <a:cs typeface="Calibri"/>
              </a:rPr>
              <a:t>Agenda</a:t>
            </a:r>
            <a:endParaRPr lang="en-US" sz="5400" b="1" i="0" u="none" strike="noStrike" kern="1200" cap="none" spc="0" normalizeH="0" baseline="0" noProof="0">
              <a:ln>
                <a:noFill/>
              </a:ln>
              <a:solidFill>
                <a:srgbClr val="DDDDDD">
                  <a:lumMod val="10000"/>
                </a:srgbClr>
              </a:solidFill>
              <a:effectLst/>
              <a:uLnTx/>
              <a:uFillTx/>
              <a:latin typeface="Calibri"/>
              <a:ea typeface="Calibri"/>
              <a:cs typeface="Calibri"/>
            </a:endParaRPr>
          </a:p>
        </p:txBody>
      </p:sp>
      <p:pic>
        <p:nvPicPr>
          <p:cNvPr id="6" name="Picture 5" descr="A black background with white text&#10;&#10;AI-generated content may be incorrect.">
            <a:extLst>
              <a:ext uri="{FF2B5EF4-FFF2-40B4-BE49-F238E27FC236}">
                <a16:creationId xmlns:a16="http://schemas.microsoft.com/office/drawing/2014/main" id="{3A600D1B-1A4A-FEDE-9623-D31756065672}"/>
              </a:ext>
            </a:extLst>
          </p:cNvPr>
          <p:cNvPicPr>
            <a:picLocks noChangeAspect="1"/>
          </p:cNvPicPr>
          <p:nvPr/>
        </p:nvPicPr>
        <p:blipFill>
          <a:blip r:embed="rId6">
            <a:extLst>
              <a:ext uri="{28A0092B-C50C-407E-A947-70E740481C1C}">
                <a14:useLocalDpi xmlns:a14="http://schemas.microsoft.com/office/drawing/2010/main" val="0"/>
              </a:ext>
            </a:extLst>
          </a:blip>
          <a:srcRect b="17751"/>
          <a:stretch>
            <a:fillRect/>
          </a:stretch>
        </p:blipFill>
        <p:spPr>
          <a:xfrm>
            <a:off x="844731" y="4303059"/>
            <a:ext cx="2340263" cy="594742"/>
          </a:xfrm>
          <a:prstGeom prst="rect">
            <a:avLst/>
          </a:prstGeom>
        </p:spPr>
      </p:pic>
    </p:spTree>
    <p:extLst>
      <p:ext uri="{BB962C8B-B14F-4D97-AF65-F5344CB8AC3E}">
        <p14:creationId xmlns:p14="http://schemas.microsoft.com/office/powerpoint/2010/main" val="168227182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05286E-415D-3293-1B00-7211E3E89B54}"/>
            </a:ext>
          </a:extLst>
        </p:cNvPr>
        <p:cNvGrpSpPr/>
        <p:nvPr/>
      </p:nvGrpSpPr>
      <p:grpSpPr>
        <a:xfrm>
          <a:off x="0" y="0"/>
          <a:ext cx="0" cy="0"/>
          <a:chOff x="0" y="0"/>
          <a:chExt cx="0" cy="0"/>
        </a:xfrm>
      </p:grpSpPr>
      <p:graphicFrame>
        <p:nvGraphicFramePr>
          <p:cNvPr id="73" name="think-cell data - do not delete" hidden="1">
            <a:extLst>
              <a:ext uri="{FF2B5EF4-FFF2-40B4-BE49-F238E27FC236}">
                <a16:creationId xmlns:a16="http://schemas.microsoft.com/office/drawing/2014/main" id="{D2D74818-E138-A07E-B407-F6D56EB06680}"/>
              </a:ext>
            </a:extLst>
          </p:cNvPr>
          <p:cNvGraphicFramePr>
            <a:graphicFrameLocks/>
          </p:cNvGraphicFramePr>
          <p:nvPr>
            <p:custDataLst>
              <p:tags r:id="rId1"/>
            </p:custDataLst>
            <p:extLst>
              <p:ext uri="{D42A27DB-BD31-4B8C-83A1-F6EECF244321}">
                <p14:modId xmlns:p14="http://schemas.microsoft.com/office/powerpoint/2010/main" val="241382794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425" imgH="425" progId="TCLayout.ActiveDocument.1">
                  <p:embed/>
                </p:oleObj>
              </mc:Choice>
              <mc:Fallback>
                <p:oleObj name="think-cell Slide" r:id="rId24" imgW="425" imgH="425" progId="TCLayout.ActiveDocument.1">
                  <p:embed/>
                  <p:pic>
                    <p:nvPicPr>
                      <p:cNvPr id="73" name="think-cell data - do not delete" hidden="1">
                        <a:extLst>
                          <a:ext uri="{FF2B5EF4-FFF2-40B4-BE49-F238E27FC236}">
                            <a16:creationId xmlns:a16="http://schemas.microsoft.com/office/drawing/2014/main" id="{D2D74818-E138-A07E-B407-F6D56EB06680}"/>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3" name="Line 15">
            <a:extLst>
              <a:ext uri="{FF2B5EF4-FFF2-40B4-BE49-F238E27FC236}">
                <a16:creationId xmlns:a16="http://schemas.microsoft.com/office/drawing/2014/main" id="{AC7C6094-E0F2-0945-6E3F-D6162C6E6C02}"/>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606E0200-B7C9-7604-F0B6-3F25C982B96C}"/>
              </a:ext>
            </a:extLst>
          </p:cNvPr>
          <p:cNvGrpSpPr/>
          <p:nvPr/>
        </p:nvGrpSpPr>
        <p:grpSpPr>
          <a:xfrm>
            <a:off x="-897410" y="279546"/>
            <a:ext cx="338328" cy="3872943"/>
            <a:chOff x="-460920" y="279546"/>
            <a:chExt cx="338328" cy="3872943"/>
          </a:xfrm>
        </p:grpSpPr>
        <p:sp>
          <p:nvSpPr>
            <p:cNvPr id="20" name="Google Shape;139;p2">
              <a:extLst>
                <a:ext uri="{FF2B5EF4-FFF2-40B4-BE49-F238E27FC236}">
                  <a16:creationId xmlns:a16="http://schemas.microsoft.com/office/drawing/2014/main" id="{141CA79A-123F-21B0-3909-77732D17AF52}"/>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1" name="Google Shape;140;p2">
              <a:extLst>
                <a:ext uri="{FF2B5EF4-FFF2-40B4-BE49-F238E27FC236}">
                  <a16:creationId xmlns:a16="http://schemas.microsoft.com/office/drawing/2014/main" id="{BAE9A726-4A03-76AD-FED8-8C21F48D6F18}"/>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2" name="Google Shape;141;p2">
              <a:extLst>
                <a:ext uri="{FF2B5EF4-FFF2-40B4-BE49-F238E27FC236}">
                  <a16:creationId xmlns:a16="http://schemas.microsoft.com/office/drawing/2014/main" id="{C4CF458B-DB5B-743F-E6BE-8C7B6CF4EF82}"/>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3" name="Google Shape;142;p2">
              <a:extLst>
                <a:ext uri="{FF2B5EF4-FFF2-40B4-BE49-F238E27FC236}">
                  <a16:creationId xmlns:a16="http://schemas.microsoft.com/office/drawing/2014/main" id="{E9C37591-819D-469B-CA71-804B4863D969}"/>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4" name="Google Shape;143;p2">
              <a:extLst>
                <a:ext uri="{FF2B5EF4-FFF2-40B4-BE49-F238E27FC236}">
                  <a16:creationId xmlns:a16="http://schemas.microsoft.com/office/drawing/2014/main" id="{24578164-C8FD-72BD-9C32-851213506659}"/>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5" name="Google Shape;147;p2">
              <a:extLst>
                <a:ext uri="{FF2B5EF4-FFF2-40B4-BE49-F238E27FC236}">
                  <a16:creationId xmlns:a16="http://schemas.microsoft.com/office/drawing/2014/main" id="{4A8B3672-7FF7-7B2F-2EBE-F741846D9B7D}"/>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6" name="Google Shape;151;p2">
              <a:extLst>
                <a:ext uri="{FF2B5EF4-FFF2-40B4-BE49-F238E27FC236}">
                  <a16:creationId xmlns:a16="http://schemas.microsoft.com/office/drawing/2014/main" id="{2BD39FA9-D682-AC34-82CF-441D28339C8E}"/>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7" name="Google Shape;147;p2">
              <a:extLst>
                <a:ext uri="{FF2B5EF4-FFF2-40B4-BE49-F238E27FC236}">
                  <a16:creationId xmlns:a16="http://schemas.microsoft.com/office/drawing/2014/main" id="{CFC0D790-B4C4-41B4-DCB5-A30F42B38DB2}"/>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4" name="2. Slide Title">
            <a:extLst>
              <a:ext uri="{FF2B5EF4-FFF2-40B4-BE49-F238E27FC236}">
                <a16:creationId xmlns:a16="http://schemas.microsoft.com/office/drawing/2014/main" id="{EBDEF00F-25A6-F3BD-B60D-B71B1BC7AEDA}"/>
              </a:ext>
            </a:extLst>
          </p:cNvPr>
          <p:cNvSpPr txBox="1">
            <a:spLocks/>
          </p:cNvSpPr>
          <p:nvPr>
            <p:custDataLst>
              <p:tags r:id="rId3"/>
            </p:custDataLst>
          </p:nvPr>
        </p:nvSpPr>
        <p:spPr>
          <a:xfrm>
            <a:off x="546644" y="175925"/>
            <a:ext cx="11124350"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b="0" dirty="0">
                <a:solidFill>
                  <a:srgbClr val="0A0A0A"/>
                </a:solidFill>
                <a:latin typeface="Georgia" panose="02040502050405020303" pitchFamily="18" charset="0"/>
                <a:cs typeface="Arial" panose="020B0604020202020204" pitchFamily="34" charset="0"/>
              </a:rPr>
              <a:t>In infusions, the upside in </a:t>
            </a:r>
            <a:r>
              <a:rPr lang="en-US" sz="2600" dirty="0">
                <a:solidFill>
                  <a:srgbClr val="0A0A0A"/>
                </a:solidFill>
                <a:latin typeface="Georgia" panose="02040502050405020303" pitchFamily="18" charset="0"/>
                <a:cs typeface="Arial" panose="020B0604020202020204" pitchFamily="34" charset="0"/>
              </a:rPr>
              <a:t>revenue could go as high as 14.3 Mn SAR </a:t>
            </a:r>
            <a:r>
              <a:rPr lang="en-US" sz="2600" b="0" dirty="0">
                <a:solidFill>
                  <a:srgbClr val="0A0A0A"/>
                </a:solidFill>
                <a:latin typeface="Georgia" panose="02040502050405020303" pitchFamily="18" charset="0"/>
                <a:cs typeface="Arial" panose="020B0604020202020204" pitchFamily="34" charset="0"/>
              </a:rPr>
              <a:t>in 2026, with </a:t>
            </a:r>
            <a:r>
              <a:rPr lang="en-US" sz="2600" dirty="0">
                <a:solidFill>
                  <a:srgbClr val="0A0A0A"/>
                </a:solidFill>
                <a:latin typeface="Georgia" panose="02040502050405020303" pitchFamily="18" charset="0"/>
                <a:cs typeface="Arial" panose="020B0604020202020204" pitchFamily="34" charset="0"/>
              </a:rPr>
              <a:t>no additional investment in infusion chairs</a:t>
            </a:r>
          </a:p>
        </p:txBody>
      </p:sp>
      <p:sp>
        <p:nvSpPr>
          <p:cNvPr id="14" name="Slide Number Placeholder 13">
            <a:extLst>
              <a:ext uri="{FF2B5EF4-FFF2-40B4-BE49-F238E27FC236}">
                <a16:creationId xmlns:a16="http://schemas.microsoft.com/office/drawing/2014/main" id="{8D21EBC3-C93E-E6EC-5AA7-E2366B442B80}"/>
              </a:ext>
            </a:extLst>
          </p:cNvPr>
          <p:cNvSpPr>
            <a:spLocks noGrp="1"/>
          </p:cNvSpPr>
          <p:nvPr>
            <p:ph type="sldNum" sz="quarter" idx="12"/>
          </p:nvPr>
        </p:nvSpPr>
        <p:spPr/>
        <p:txBody>
          <a:bodyPr/>
          <a:lstStyle/>
          <a:p>
            <a:fld id="{8E1CF2E5-4A16-4FBD-9713-265FD1DAAE65}" type="slidenum">
              <a:rPr lang="en-US" smtClean="0"/>
              <a:t>29</a:t>
            </a:fld>
            <a:endParaRPr lang="en-US"/>
          </a:p>
        </p:txBody>
      </p:sp>
      <p:sp>
        <p:nvSpPr>
          <p:cNvPr id="2" name="TextBox 1">
            <a:extLst>
              <a:ext uri="{FF2B5EF4-FFF2-40B4-BE49-F238E27FC236}">
                <a16:creationId xmlns:a16="http://schemas.microsoft.com/office/drawing/2014/main" id="{3C43D3DA-96C6-1F40-5F10-338280478952}"/>
              </a:ext>
            </a:extLst>
          </p:cNvPr>
          <p:cNvSpPr txBox="1"/>
          <p:nvPr/>
        </p:nvSpPr>
        <p:spPr>
          <a:xfrm>
            <a:off x="664381" y="3081382"/>
            <a:ext cx="3183885" cy="261610"/>
          </a:xfrm>
          <a:prstGeom prst="rect">
            <a:avLst/>
          </a:prstGeom>
          <a:noFill/>
        </p:spPr>
        <p:txBody>
          <a:bodyPr wrap="square" rtlCol="0">
            <a:spAutoFit/>
          </a:bodyPr>
          <a:lstStyle/>
          <a:p>
            <a:r>
              <a:rPr lang="en-GB" sz="1100"/>
              <a:t>*Market sizes shown are for private segment in KSA </a:t>
            </a:r>
          </a:p>
        </p:txBody>
      </p:sp>
      <p:grpSp>
        <p:nvGrpSpPr>
          <p:cNvPr id="7" name="Group 6">
            <a:extLst>
              <a:ext uri="{FF2B5EF4-FFF2-40B4-BE49-F238E27FC236}">
                <a16:creationId xmlns:a16="http://schemas.microsoft.com/office/drawing/2014/main" id="{15DF011F-1D73-DAC3-11BC-9C15B0ED0189}"/>
              </a:ext>
            </a:extLst>
          </p:cNvPr>
          <p:cNvGrpSpPr/>
          <p:nvPr/>
        </p:nvGrpSpPr>
        <p:grpSpPr>
          <a:xfrm>
            <a:off x="15130" y="47516"/>
            <a:ext cx="171132" cy="228600"/>
            <a:chOff x="0" y="49329"/>
            <a:chExt cx="171132" cy="228600"/>
          </a:xfrm>
        </p:grpSpPr>
        <p:cxnSp>
          <p:nvCxnSpPr>
            <p:cNvPr id="9" name="Straight Connector 8">
              <a:extLst>
                <a:ext uri="{FF2B5EF4-FFF2-40B4-BE49-F238E27FC236}">
                  <a16:creationId xmlns:a16="http://schemas.microsoft.com/office/drawing/2014/main" id="{899AC9EF-9973-748D-18E9-3462476BABB8}"/>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6C81E79C-F3C1-CBAB-CA62-1D7CFC3A8952}"/>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1" name="Google Shape;1129;p23">
            <a:extLst>
              <a:ext uri="{FF2B5EF4-FFF2-40B4-BE49-F238E27FC236}">
                <a16:creationId xmlns:a16="http://schemas.microsoft.com/office/drawing/2014/main" id="{449C7C03-CF29-C361-1680-8DDF35A192CB}"/>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Non-Oncology Infusions</a:t>
            </a:r>
            <a:endParaRPr lang="en-US">
              <a:solidFill>
                <a:schemeClr val="bg1"/>
              </a:solidFill>
              <a:latin typeface="Calibri"/>
              <a:ea typeface="Calibri"/>
              <a:cs typeface="Calibri"/>
            </a:endParaRPr>
          </a:p>
        </p:txBody>
      </p:sp>
      <p:sp>
        <p:nvSpPr>
          <p:cNvPr id="91" name="Isosceles Triangle 90">
            <a:extLst>
              <a:ext uri="{FF2B5EF4-FFF2-40B4-BE49-F238E27FC236}">
                <a16:creationId xmlns:a16="http://schemas.microsoft.com/office/drawing/2014/main" id="{2DD2E728-8F13-D78A-A30C-15619413C34D}"/>
              </a:ext>
            </a:extLst>
          </p:cNvPr>
          <p:cNvSpPr/>
          <p:nvPr/>
        </p:nvSpPr>
        <p:spPr>
          <a:xfrm rot="5400000">
            <a:off x="6599588" y="5006802"/>
            <a:ext cx="849746" cy="278937"/>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9" name="Group 38">
            <a:extLst>
              <a:ext uri="{FF2B5EF4-FFF2-40B4-BE49-F238E27FC236}">
                <a16:creationId xmlns:a16="http://schemas.microsoft.com/office/drawing/2014/main" id="{3652ABE2-F3D4-9D2A-1D29-9CE42A083309}"/>
              </a:ext>
            </a:extLst>
          </p:cNvPr>
          <p:cNvGrpSpPr/>
          <p:nvPr/>
        </p:nvGrpSpPr>
        <p:grpSpPr>
          <a:xfrm>
            <a:off x="606773" y="3769027"/>
            <a:ext cx="5872538" cy="46038"/>
            <a:chOff x="552451" y="1573126"/>
            <a:chExt cx="5964186" cy="46038"/>
          </a:xfrm>
        </p:grpSpPr>
        <p:cxnSp>
          <p:nvCxnSpPr>
            <p:cNvPr id="40" name="Straight Connector 39">
              <a:extLst>
                <a:ext uri="{FF2B5EF4-FFF2-40B4-BE49-F238E27FC236}">
                  <a16:creationId xmlns:a16="http://schemas.microsoft.com/office/drawing/2014/main" id="{25A43B94-FDE8-950E-661D-6BF4EA08278A}"/>
                </a:ext>
              </a:extLst>
            </p:cNvPr>
            <p:cNvCxnSpPr>
              <a:cxnSpLocks/>
            </p:cNvCxnSpPr>
            <p:nvPr/>
          </p:nvCxnSpPr>
          <p:spPr>
            <a:xfrm>
              <a:off x="589266" y="1604800"/>
              <a:ext cx="5927371"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a16:creationId xmlns:a16="http://schemas.microsoft.com/office/drawing/2014/main" id="{11D2AB74-1F73-DAB2-6E9D-057B3E359929}"/>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42" name="TextBox 41">
            <a:extLst>
              <a:ext uri="{FF2B5EF4-FFF2-40B4-BE49-F238E27FC236}">
                <a16:creationId xmlns:a16="http://schemas.microsoft.com/office/drawing/2014/main" id="{6CA87A32-2F33-2804-E6E8-37A7BE8F0DB6}"/>
              </a:ext>
            </a:extLst>
          </p:cNvPr>
          <p:cNvSpPr txBox="1"/>
          <p:nvPr/>
        </p:nvSpPr>
        <p:spPr>
          <a:xfrm>
            <a:off x="605246" y="3450772"/>
            <a:ext cx="3856541" cy="276999"/>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lang="en-US" sz="1800" b="1">
                <a:solidFill>
                  <a:srgbClr val="17B2AF"/>
                </a:solidFill>
                <a:latin typeface="+mn-lt"/>
                <a:ea typeface="Calibri" panose="020F0502020204030204" pitchFamily="34" charset="0"/>
                <a:cs typeface="Calibri" panose="020F0502020204030204" pitchFamily="34" charset="0"/>
                <a:sym typeface="Calibri" panose="020F0502020204030204" pitchFamily="34" charset="0"/>
              </a:rPr>
              <a:t>Market Access Levers</a:t>
            </a:r>
            <a:endParaRPr kumimoji="0" lang="en-GB" sz="1800" b="0" i="0" u="none" strike="noStrike" kern="1200" cap="none" spc="0" normalizeH="0" baseline="30000" noProof="0">
              <a:ln>
                <a:noFill/>
              </a:ln>
              <a:solidFill>
                <a:srgbClr val="17B2AF"/>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65" name="Rectangle 64">
            <a:extLst>
              <a:ext uri="{FF2B5EF4-FFF2-40B4-BE49-F238E27FC236}">
                <a16:creationId xmlns:a16="http://schemas.microsoft.com/office/drawing/2014/main" id="{E1295DB5-BD4F-7067-E551-664884D9071C}"/>
              </a:ext>
            </a:extLst>
          </p:cNvPr>
          <p:cNvSpPr/>
          <p:nvPr/>
        </p:nvSpPr>
        <p:spPr>
          <a:xfrm>
            <a:off x="546099" y="1286858"/>
            <a:ext cx="11161713" cy="2064348"/>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6" name="Rectangle 65">
            <a:extLst>
              <a:ext uri="{FF2B5EF4-FFF2-40B4-BE49-F238E27FC236}">
                <a16:creationId xmlns:a16="http://schemas.microsoft.com/office/drawing/2014/main" id="{CB3E33A5-2582-B411-91EB-3072A0F41B7E}"/>
              </a:ext>
            </a:extLst>
          </p:cNvPr>
          <p:cNvSpPr/>
          <p:nvPr>
            <p:custDataLst>
              <p:tags r:id="rId4"/>
            </p:custDataLst>
          </p:nvPr>
        </p:nvSpPr>
        <p:spPr>
          <a:xfrm>
            <a:off x="650898" y="1366873"/>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a:solidFill>
                  <a:schemeClr val="tx1"/>
                </a:solidFill>
                <a:latin typeface="Calibri" panose="020F0502020204030204"/>
                <a:ea typeface="Calibri" panose="020F0502020204030204" pitchFamily="34" charset="0"/>
                <a:cs typeface="Calibri" panose="020F0502020204030204" pitchFamily="34" charset="0"/>
              </a:rPr>
              <a:t>KSA Addressable Market</a:t>
            </a:r>
            <a:r>
              <a:rPr lang="en-US" sz="1600">
                <a:solidFill>
                  <a:schemeClr val="tx1"/>
                </a:solidFill>
                <a:latin typeface="Calibri" panose="020F0502020204030204"/>
                <a:ea typeface="Calibri" panose="020F0502020204030204" pitchFamily="34" charset="0"/>
                <a:cs typeface="Calibri" panose="020F0502020204030204" pitchFamily="34" charset="0"/>
              </a:rPr>
              <a:t>*</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67" name="Rectangle 66">
            <a:extLst>
              <a:ext uri="{FF2B5EF4-FFF2-40B4-BE49-F238E27FC236}">
                <a16:creationId xmlns:a16="http://schemas.microsoft.com/office/drawing/2014/main" id="{C9BA3AD4-478E-51D7-BD99-5D18CA192BF5}"/>
              </a:ext>
            </a:extLst>
          </p:cNvPr>
          <p:cNvSpPr/>
          <p:nvPr>
            <p:custDataLst>
              <p:tags r:id="rId5"/>
            </p:custDataLst>
          </p:nvPr>
        </p:nvSpPr>
        <p:spPr>
          <a:xfrm>
            <a:off x="650875" y="1635125"/>
            <a:ext cx="3182938"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200" dirty="0">
                <a:solidFill>
                  <a:srgbClr val="DDDDDD">
                    <a:lumMod val="10000"/>
                  </a:srgbClr>
                </a:solidFill>
                <a:ea typeface="Calibri" panose="020F0502020204030204" pitchFamily="34" charset="0"/>
                <a:cs typeface="Calibri" panose="020F0502020204030204" pitchFamily="34" charset="0"/>
              </a:rPr>
              <a:t>SAR Mn, 2026-2028F</a:t>
            </a:r>
          </a:p>
        </p:txBody>
      </p:sp>
      <p:sp>
        <p:nvSpPr>
          <p:cNvPr id="122" name="TextBox 121">
            <a:extLst>
              <a:ext uri="{FF2B5EF4-FFF2-40B4-BE49-F238E27FC236}">
                <a16:creationId xmlns:a16="http://schemas.microsoft.com/office/drawing/2014/main" id="{124C5641-4B24-F796-623E-A6B59C662C56}"/>
              </a:ext>
            </a:extLst>
          </p:cNvPr>
          <p:cNvSpPr txBox="1"/>
          <p:nvPr/>
        </p:nvSpPr>
        <p:spPr>
          <a:xfrm>
            <a:off x="8944491" y="1738817"/>
            <a:ext cx="2491859" cy="1901948"/>
          </a:xfrm>
          <a:prstGeom prst="rect">
            <a:avLst/>
          </a:prstGeom>
          <a:noFill/>
        </p:spPr>
        <p:txBody>
          <a:bodyPr wrap="square" lIns="457200" rIns="91440" rtlCol="0">
            <a:noAutofit/>
          </a:bodyPr>
          <a:lstStyle/>
          <a:p>
            <a:pPr marL="9525" lvl="0">
              <a:spcBef>
                <a:spcPts val="100"/>
              </a:spcBef>
              <a:spcAft>
                <a:spcPts val="100"/>
              </a:spcAft>
              <a:defRPr/>
            </a:pPr>
            <a:r>
              <a:rPr kumimoji="0" lang="en-US" sz="1200" b="1" i="0" u="none" strike="noStrike" kern="1200" cap="none" spc="0" normalizeH="0" baseline="0" noProof="0">
                <a:ln>
                  <a:noFill/>
                </a:ln>
                <a:solidFill>
                  <a:srgbClr val="17B2AF"/>
                </a:solidFill>
                <a:effectLst/>
                <a:uLnTx/>
                <a:uFillTx/>
                <a:latin typeface="Calibri" panose="020F0502020204030204"/>
                <a:ea typeface="+mn-ea"/>
                <a:cs typeface="+mn-cs"/>
              </a:rPr>
              <a:t>Addressable Market (Riyadh)</a:t>
            </a:r>
            <a:endParaRPr lang="en-US" sz="1200" b="1">
              <a:solidFill>
                <a:srgbClr val="17B2AF"/>
              </a:solidFill>
              <a:latin typeface="Calibri" panose="020F0502020204030204"/>
            </a:endParaRPr>
          </a:p>
          <a:p>
            <a:pPr marL="9525" lvl="0">
              <a:spcBef>
                <a:spcPts val="100"/>
              </a:spcBef>
              <a:spcAft>
                <a:spcPts val="100"/>
              </a:spcAft>
              <a:defRPr/>
            </a:pPr>
            <a:r>
              <a:rPr lang="en-US" sz="1200"/>
              <a:t>SAR 1.1 Bn</a:t>
            </a:r>
          </a:p>
          <a:p>
            <a:pPr marL="9525" lvl="0">
              <a:spcBef>
                <a:spcPts val="100"/>
              </a:spcBef>
              <a:spcAft>
                <a:spcPts val="100"/>
              </a:spcAft>
              <a:defRPr/>
            </a:pPr>
            <a:endParaRPr lang="en-US" sz="600"/>
          </a:p>
          <a:p>
            <a:pPr marL="9525" lvl="0">
              <a:spcBef>
                <a:spcPts val="100"/>
              </a:spcBef>
              <a:spcAft>
                <a:spcPts val="100"/>
              </a:spcAft>
              <a:defRPr/>
            </a:pPr>
            <a:r>
              <a:rPr lang="en-US" sz="1200" b="1">
                <a:solidFill>
                  <a:srgbClr val="17B2AF"/>
                </a:solidFill>
              </a:rPr>
              <a:t>OC Attainable Market (Riyadh)</a:t>
            </a:r>
          </a:p>
          <a:p>
            <a:pPr marL="9525" lvl="0">
              <a:spcBef>
                <a:spcPts val="100"/>
              </a:spcBef>
              <a:spcAft>
                <a:spcPts val="100"/>
              </a:spcAft>
              <a:defRPr/>
            </a:pPr>
            <a:r>
              <a:rPr lang="en-US" sz="1200"/>
              <a:t>2.5%</a:t>
            </a:r>
          </a:p>
          <a:p>
            <a:pPr marL="9525" lvl="0">
              <a:spcBef>
                <a:spcPts val="100"/>
              </a:spcBef>
              <a:spcAft>
                <a:spcPts val="100"/>
              </a:spcAft>
              <a:defRPr/>
            </a:pPr>
            <a:endParaRPr lang="en-US" sz="600"/>
          </a:p>
          <a:p>
            <a:pPr marL="9525" lvl="0">
              <a:spcBef>
                <a:spcPts val="100"/>
              </a:spcBef>
              <a:spcAft>
                <a:spcPts val="100"/>
              </a:spcAft>
              <a:defRPr/>
            </a:pPr>
            <a:r>
              <a:rPr lang="en-US" sz="1200" b="1">
                <a:solidFill>
                  <a:srgbClr val="17B2AF"/>
                </a:solidFill>
              </a:rPr>
              <a:t>Unutilized Capacity</a:t>
            </a:r>
          </a:p>
          <a:p>
            <a:pPr marL="9525" lvl="0">
              <a:spcBef>
                <a:spcPts val="100"/>
              </a:spcBef>
              <a:spcAft>
                <a:spcPts val="100"/>
              </a:spcAft>
              <a:defRPr/>
            </a:pPr>
            <a:r>
              <a:rPr lang="en-US" sz="1200"/>
              <a:t>&gt;55%</a:t>
            </a:r>
          </a:p>
          <a:p>
            <a:pPr marL="9525" lvl="0">
              <a:spcBef>
                <a:spcPts val="100"/>
              </a:spcBef>
              <a:spcAft>
                <a:spcPts val="100"/>
              </a:spcAft>
              <a:defRPr/>
            </a:pPr>
            <a:endParaRPr lang="en-US" sz="1200"/>
          </a:p>
          <a:p>
            <a:pPr marL="9525" lvl="0">
              <a:spcBef>
                <a:spcPts val="100"/>
              </a:spcBef>
              <a:spcAft>
                <a:spcPts val="100"/>
              </a:spcAft>
              <a:defRPr/>
            </a:pPr>
            <a:endParaRPr lang="en-US" sz="1200"/>
          </a:p>
          <a:p>
            <a:pPr marL="9525" lvl="0">
              <a:spcBef>
                <a:spcPts val="100"/>
              </a:spcBef>
              <a:spcAft>
                <a:spcPts val="100"/>
              </a:spcAft>
              <a:defRPr/>
            </a:pPr>
            <a:endParaRPr lang="en-US" sz="1200"/>
          </a:p>
        </p:txBody>
      </p:sp>
      <p:sp>
        <p:nvSpPr>
          <p:cNvPr id="123" name="Rectangle 122">
            <a:extLst>
              <a:ext uri="{FF2B5EF4-FFF2-40B4-BE49-F238E27FC236}">
                <a16:creationId xmlns:a16="http://schemas.microsoft.com/office/drawing/2014/main" id="{A1FD605B-470D-6B6F-2846-A11B30E9A583}"/>
              </a:ext>
            </a:extLst>
          </p:cNvPr>
          <p:cNvSpPr/>
          <p:nvPr>
            <p:custDataLst>
              <p:tags r:id="rId6"/>
            </p:custDataLst>
          </p:nvPr>
        </p:nvSpPr>
        <p:spPr>
          <a:xfrm>
            <a:off x="9389967" y="1385527"/>
            <a:ext cx="1963833" cy="189638"/>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Key Assumptions, </a:t>
            </a:r>
            <a:r>
              <a:rPr kumimoji="0" lang="en-US" sz="160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2026</a:t>
            </a:r>
            <a:endPar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12" name="Rectangle 11">
            <a:extLst>
              <a:ext uri="{FF2B5EF4-FFF2-40B4-BE49-F238E27FC236}">
                <a16:creationId xmlns:a16="http://schemas.microsoft.com/office/drawing/2014/main" id="{10B33620-9B3D-7244-3795-0D40110559B6}"/>
              </a:ext>
            </a:extLst>
          </p:cNvPr>
          <p:cNvSpPr/>
          <p:nvPr>
            <p:custDataLst>
              <p:tags r:id="rId7"/>
            </p:custDataLst>
          </p:nvPr>
        </p:nvSpPr>
        <p:spPr>
          <a:xfrm>
            <a:off x="4950107" y="1353691"/>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chemeClr val="tx1"/>
                </a:solidFill>
                <a:latin typeface="Calibri" panose="020F0502020204030204"/>
                <a:ea typeface="Calibri" panose="020F0502020204030204" pitchFamily="34" charset="0"/>
                <a:cs typeface="Calibri" panose="020F0502020204030204" pitchFamily="34" charset="0"/>
              </a:rPr>
              <a:t>Revenue for OC</a:t>
            </a:r>
            <a:endParaRPr kumimoji="0" lang="en-US" sz="1600" b="0"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140" name="Rectangle 139">
            <a:extLst>
              <a:ext uri="{FF2B5EF4-FFF2-40B4-BE49-F238E27FC236}">
                <a16:creationId xmlns:a16="http://schemas.microsoft.com/office/drawing/2014/main" id="{CEE9578F-00CE-C0E8-BF79-72095737F97C}"/>
              </a:ext>
            </a:extLst>
          </p:cNvPr>
          <p:cNvSpPr/>
          <p:nvPr>
            <p:custDataLst>
              <p:tags r:id="rId8"/>
            </p:custDataLst>
          </p:nvPr>
        </p:nvSpPr>
        <p:spPr>
          <a:xfrm>
            <a:off x="4950107" y="1635125"/>
            <a:ext cx="3182938"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200" dirty="0">
                <a:solidFill>
                  <a:srgbClr val="DDDDDD">
                    <a:lumMod val="10000"/>
                  </a:srgbClr>
                </a:solidFill>
                <a:ea typeface="Calibri" panose="020F0502020204030204" pitchFamily="34" charset="0"/>
                <a:cs typeface="Calibri" panose="020F0502020204030204" pitchFamily="34" charset="0"/>
              </a:rPr>
              <a:t>SAR Mn, 2026-2028F</a:t>
            </a:r>
          </a:p>
        </p:txBody>
      </p:sp>
      <p:grpSp>
        <p:nvGrpSpPr>
          <p:cNvPr id="141" name="Group 140">
            <a:extLst>
              <a:ext uri="{FF2B5EF4-FFF2-40B4-BE49-F238E27FC236}">
                <a16:creationId xmlns:a16="http://schemas.microsoft.com/office/drawing/2014/main" id="{14BDCC2C-B63D-C942-4C95-7D638307F1C0}"/>
              </a:ext>
            </a:extLst>
          </p:cNvPr>
          <p:cNvGrpSpPr/>
          <p:nvPr/>
        </p:nvGrpSpPr>
        <p:grpSpPr>
          <a:xfrm>
            <a:off x="7453610" y="3769027"/>
            <a:ext cx="4254202" cy="46038"/>
            <a:chOff x="552451" y="1573126"/>
            <a:chExt cx="5964186" cy="46038"/>
          </a:xfrm>
        </p:grpSpPr>
        <p:cxnSp>
          <p:nvCxnSpPr>
            <p:cNvPr id="142" name="Straight Connector 141">
              <a:extLst>
                <a:ext uri="{FF2B5EF4-FFF2-40B4-BE49-F238E27FC236}">
                  <a16:creationId xmlns:a16="http://schemas.microsoft.com/office/drawing/2014/main" id="{8459A1EA-EFFE-EFD2-B214-95477903C292}"/>
                </a:ext>
              </a:extLst>
            </p:cNvPr>
            <p:cNvCxnSpPr>
              <a:cxnSpLocks/>
            </p:cNvCxnSpPr>
            <p:nvPr/>
          </p:nvCxnSpPr>
          <p:spPr>
            <a:xfrm>
              <a:off x="589266" y="1604800"/>
              <a:ext cx="5927371"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2E2A87DB-B777-7B65-B5F8-DE0F00EBD0EB}"/>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144" name="TextBox 143">
            <a:extLst>
              <a:ext uri="{FF2B5EF4-FFF2-40B4-BE49-F238E27FC236}">
                <a16:creationId xmlns:a16="http://schemas.microsoft.com/office/drawing/2014/main" id="{450B35AA-08A5-4DF0-162A-8E0C4A1A5C2C}"/>
              </a:ext>
            </a:extLst>
          </p:cNvPr>
          <p:cNvSpPr txBox="1"/>
          <p:nvPr/>
        </p:nvSpPr>
        <p:spPr>
          <a:xfrm>
            <a:off x="7453610" y="3450772"/>
            <a:ext cx="3856541" cy="276999"/>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lang="en-US" sz="1800" b="1">
                <a:solidFill>
                  <a:srgbClr val="17B2AF"/>
                </a:solidFill>
                <a:latin typeface="+mn-lt"/>
                <a:ea typeface="Calibri" panose="020F0502020204030204" pitchFamily="34" charset="0"/>
                <a:cs typeface="Calibri" panose="020F0502020204030204" pitchFamily="34" charset="0"/>
                <a:sym typeface="Calibri" panose="020F0502020204030204" pitchFamily="34" charset="0"/>
              </a:rPr>
              <a:t>Patient Pool Segments</a:t>
            </a:r>
            <a:endParaRPr kumimoji="0" lang="en-GB" sz="1800" b="0" i="0" u="none" strike="noStrike" kern="1200" cap="none" spc="0" normalizeH="0" baseline="30000" noProof="0">
              <a:ln>
                <a:noFill/>
              </a:ln>
              <a:solidFill>
                <a:srgbClr val="17B2AF"/>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149" name="Oval 148">
            <a:extLst>
              <a:ext uri="{FF2B5EF4-FFF2-40B4-BE49-F238E27FC236}">
                <a16:creationId xmlns:a16="http://schemas.microsoft.com/office/drawing/2014/main" id="{9282E5A5-6A09-AC54-6A51-6B4D96A81980}"/>
              </a:ext>
            </a:extLst>
          </p:cNvPr>
          <p:cNvSpPr/>
          <p:nvPr/>
        </p:nvSpPr>
        <p:spPr>
          <a:xfrm>
            <a:off x="7424361" y="4098075"/>
            <a:ext cx="531678" cy="517292"/>
          </a:xfrm>
          <a:prstGeom prst="ellipse">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149">
            <a:extLst>
              <a:ext uri="{FF2B5EF4-FFF2-40B4-BE49-F238E27FC236}">
                <a16:creationId xmlns:a16="http://schemas.microsoft.com/office/drawing/2014/main" id="{078AECEC-3B95-C808-2192-37C169DD8079}"/>
              </a:ext>
            </a:extLst>
          </p:cNvPr>
          <p:cNvSpPr/>
          <p:nvPr/>
        </p:nvSpPr>
        <p:spPr>
          <a:xfrm>
            <a:off x="7424361" y="4868949"/>
            <a:ext cx="531678" cy="517292"/>
          </a:xfrm>
          <a:prstGeom prst="ellipse">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TextBox 152">
            <a:extLst>
              <a:ext uri="{FF2B5EF4-FFF2-40B4-BE49-F238E27FC236}">
                <a16:creationId xmlns:a16="http://schemas.microsoft.com/office/drawing/2014/main" id="{F43CD5FF-B0CF-12F8-233B-07926406716F}"/>
              </a:ext>
            </a:extLst>
          </p:cNvPr>
          <p:cNvSpPr txBox="1"/>
          <p:nvPr/>
        </p:nvSpPr>
        <p:spPr>
          <a:xfrm>
            <a:off x="8050685" y="4868949"/>
            <a:ext cx="3920000" cy="539853"/>
          </a:xfrm>
          <a:prstGeom prst="rect">
            <a:avLst/>
          </a:prstGeom>
          <a:noFill/>
        </p:spPr>
        <p:txBody>
          <a:bodyPr wrap="square" lIns="91440" rIns="91440" rtlCol="0" anchor="t">
            <a:noAutofit/>
          </a:bodyPr>
          <a:lstStyle/>
          <a:p>
            <a:pPr lvl="0">
              <a:spcBef>
                <a:spcPts val="100"/>
              </a:spcBef>
              <a:spcAft>
                <a:spcPts val="100"/>
              </a:spcAft>
              <a:defRPr/>
            </a:pPr>
            <a:r>
              <a:rPr lang="en-US" sz="1600" b="1">
                <a:solidFill>
                  <a:srgbClr val="17B2AF"/>
                </a:solidFill>
              </a:rPr>
              <a:t>Longevity Support</a:t>
            </a:r>
          </a:p>
          <a:p>
            <a:pPr lvl="0">
              <a:spcBef>
                <a:spcPts val="100"/>
              </a:spcBef>
              <a:spcAft>
                <a:spcPts val="100"/>
              </a:spcAft>
              <a:defRPr/>
            </a:pPr>
            <a:r>
              <a:rPr lang="en-US" sz="1200">
                <a:solidFill>
                  <a:prstClr val="black"/>
                </a:solidFill>
              </a:rPr>
              <a:t>Therapy to manage side effects for cancer patients</a:t>
            </a:r>
          </a:p>
          <a:p>
            <a:pPr lvl="0">
              <a:spcBef>
                <a:spcPts val="100"/>
              </a:spcBef>
              <a:spcAft>
                <a:spcPts val="100"/>
              </a:spcAft>
              <a:defRPr/>
            </a:pPr>
            <a:endParaRPr lang="en-US" sz="1200"/>
          </a:p>
          <a:p>
            <a:pPr lvl="0">
              <a:spcBef>
                <a:spcPts val="100"/>
              </a:spcBef>
              <a:spcAft>
                <a:spcPts val="100"/>
              </a:spcAft>
              <a:defRPr/>
            </a:pPr>
            <a:endParaRPr lang="en-US" sz="1200"/>
          </a:p>
          <a:p>
            <a:pPr lvl="0">
              <a:spcBef>
                <a:spcPts val="100"/>
              </a:spcBef>
              <a:spcAft>
                <a:spcPts val="100"/>
              </a:spcAft>
              <a:defRPr/>
            </a:pPr>
            <a:endParaRPr lang="en-US" sz="1200"/>
          </a:p>
        </p:txBody>
      </p:sp>
      <p:sp>
        <p:nvSpPr>
          <p:cNvPr id="154" name="TextBox 153">
            <a:extLst>
              <a:ext uri="{FF2B5EF4-FFF2-40B4-BE49-F238E27FC236}">
                <a16:creationId xmlns:a16="http://schemas.microsoft.com/office/drawing/2014/main" id="{EA8B91D5-68D0-D0BC-8898-020BEB13ED0D}"/>
              </a:ext>
            </a:extLst>
          </p:cNvPr>
          <p:cNvSpPr txBox="1"/>
          <p:nvPr/>
        </p:nvSpPr>
        <p:spPr>
          <a:xfrm>
            <a:off x="8050685" y="4098075"/>
            <a:ext cx="3920000" cy="539853"/>
          </a:xfrm>
          <a:prstGeom prst="rect">
            <a:avLst/>
          </a:prstGeom>
          <a:noFill/>
        </p:spPr>
        <p:txBody>
          <a:bodyPr wrap="square" lIns="91440" rIns="91440" rtlCol="0" anchor="t">
            <a:noAutofit/>
          </a:bodyPr>
          <a:lstStyle/>
          <a:p>
            <a:pPr lvl="0">
              <a:spcBef>
                <a:spcPts val="100"/>
              </a:spcBef>
              <a:spcAft>
                <a:spcPts val="100"/>
              </a:spcAft>
              <a:defRPr/>
            </a:pPr>
            <a:r>
              <a:rPr lang="en-US" sz="1600" b="1">
                <a:solidFill>
                  <a:srgbClr val="17B2AF"/>
                </a:solidFill>
              </a:rPr>
              <a:t>Chronic Diseases Infusion</a:t>
            </a:r>
          </a:p>
          <a:p>
            <a:pPr lvl="0">
              <a:spcBef>
                <a:spcPts val="100"/>
              </a:spcBef>
              <a:spcAft>
                <a:spcPts val="100"/>
              </a:spcAft>
              <a:defRPr/>
            </a:pPr>
            <a:r>
              <a:rPr lang="en-US" sz="1200"/>
              <a:t>Therapy for high prevailing chronic &amp; autoimmune diseases</a:t>
            </a:r>
            <a:endParaRPr lang="en-US" sz="600"/>
          </a:p>
          <a:p>
            <a:pPr lvl="0">
              <a:spcBef>
                <a:spcPts val="100"/>
              </a:spcBef>
              <a:spcAft>
                <a:spcPts val="100"/>
              </a:spcAft>
              <a:defRPr/>
            </a:pPr>
            <a:endParaRPr lang="en-US" sz="1200"/>
          </a:p>
          <a:p>
            <a:pPr lvl="0">
              <a:spcBef>
                <a:spcPts val="100"/>
              </a:spcBef>
              <a:spcAft>
                <a:spcPts val="100"/>
              </a:spcAft>
              <a:defRPr/>
            </a:pPr>
            <a:endParaRPr lang="en-US" sz="1200"/>
          </a:p>
          <a:p>
            <a:pPr lvl="0">
              <a:spcBef>
                <a:spcPts val="100"/>
              </a:spcBef>
              <a:spcAft>
                <a:spcPts val="100"/>
              </a:spcAft>
              <a:defRPr/>
            </a:pPr>
            <a:endParaRPr lang="en-US" sz="1200"/>
          </a:p>
        </p:txBody>
      </p:sp>
      <p:graphicFrame>
        <p:nvGraphicFramePr>
          <p:cNvPr id="48" name="Chart 47">
            <a:extLst>
              <a:ext uri="{FF2B5EF4-FFF2-40B4-BE49-F238E27FC236}">
                <a16:creationId xmlns:a16="http://schemas.microsoft.com/office/drawing/2014/main" id="{E32D941F-BE0E-41E1-FA04-DF890887C521}"/>
              </a:ext>
            </a:extLst>
          </p:cNvPr>
          <p:cNvGraphicFramePr/>
          <p:nvPr>
            <p:custDataLst>
              <p:tags r:id="rId9"/>
            </p:custDataLst>
            <p:extLst>
              <p:ext uri="{D42A27DB-BD31-4B8C-83A1-F6EECF244321}">
                <p14:modId xmlns:p14="http://schemas.microsoft.com/office/powerpoint/2010/main" val="1318937927"/>
              </p:ext>
            </p:extLst>
          </p:nvPr>
        </p:nvGraphicFramePr>
        <p:xfrm>
          <a:off x="595313" y="2286000"/>
          <a:ext cx="3808412" cy="639763"/>
        </p:xfrm>
        <a:graphic>
          <a:graphicData uri="http://schemas.openxmlformats.org/drawingml/2006/chart">
            <c:chart xmlns:c="http://schemas.openxmlformats.org/drawingml/2006/chart" xmlns:r="http://schemas.openxmlformats.org/officeDocument/2006/relationships" r:id="rId26"/>
          </a:graphicData>
        </a:graphic>
      </p:graphicFrame>
      <p:cxnSp>
        <p:nvCxnSpPr>
          <p:cNvPr id="15" name="Straight Connector 14">
            <a:extLst>
              <a:ext uri="{FF2B5EF4-FFF2-40B4-BE49-F238E27FC236}">
                <a16:creationId xmlns:a16="http://schemas.microsoft.com/office/drawing/2014/main" id="{AC08EA4C-4F1D-6DEF-D6B8-6C36F70CF56F}"/>
              </a:ext>
            </a:extLst>
          </p:cNvPr>
          <p:cNvCxnSpPr>
            <a:cxnSpLocks/>
          </p:cNvCxnSpPr>
          <p:nvPr>
            <p:custDataLst>
              <p:tags r:id="rId10"/>
            </p:custDataLst>
          </p:nvPr>
        </p:nvCxnSpPr>
        <p:spPr bwMode="gray">
          <a:xfrm flipV="1">
            <a:off x="1589088" y="2054225"/>
            <a:ext cx="1820863" cy="38100"/>
          </a:xfrm>
          <a:prstGeom prst="line">
            <a:avLst/>
          </a:prstGeom>
          <a:ln w="38100" cap="flat" cmpd="sng" algn="ctr">
            <a:solidFill>
              <a:srgbClr val="000000"/>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7" name="Text Placeholder 4">
            <a:extLst>
              <a:ext uri="{FF2B5EF4-FFF2-40B4-BE49-F238E27FC236}">
                <a16:creationId xmlns:a16="http://schemas.microsoft.com/office/drawing/2014/main" id="{2767B29E-1CCD-1241-24DE-0DC326B62425}"/>
              </a:ext>
            </a:extLst>
          </p:cNvPr>
          <p:cNvSpPr>
            <a:spLocks/>
          </p:cNvSpPr>
          <p:nvPr>
            <p:custDataLst>
              <p:tags r:id="rId11"/>
            </p:custDataLst>
          </p:nvPr>
        </p:nvSpPr>
        <p:spPr bwMode="auto">
          <a:xfrm>
            <a:off x="1427163" y="2894013"/>
            <a:ext cx="323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19FCDFA5-1C73-4927-9422-5E93C31C4E3F}" type="datetime'''''2''''0''''''''''''2''6'''''''''''''''''''''''''''''''''">
              <a:rPr lang="en-GB" altLang="en-US" sz="1200" smtClean="0">
                <a:solidFill>
                  <a:srgbClr val="000000"/>
                </a:solidFill>
                <a:latin typeface="+mn-lt"/>
              </a:rPr>
              <a:pPr lvl="0" algn="ctr">
                <a:spcBef>
                  <a:spcPct val="0"/>
                </a:spcBef>
                <a:spcAft>
                  <a:spcPct val="0"/>
                </a:spcAft>
                <a:buClr>
                  <a:prstClr val="black"/>
                </a:buClr>
                <a:defRPr/>
              </a:pPr>
              <a:t>2026</a:t>
            </a:fld>
            <a:endParaRPr kumimoji="0" lang="en-US" sz="1200" b="0" i="0" strike="noStrike" kern="1200" cap="none" spc="0" normalizeH="0" baseline="0" noProof="0">
              <a:ln>
                <a:noFill/>
              </a:ln>
              <a:solidFill>
                <a:srgbClr val="000000"/>
              </a:solidFill>
              <a:effectLst/>
              <a:uLnTx/>
              <a:uFillTx/>
              <a:latin typeface="+mn-lt"/>
            </a:endParaRPr>
          </a:p>
        </p:txBody>
      </p:sp>
      <p:sp>
        <p:nvSpPr>
          <p:cNvPr id="18" name="Text Placeholder 4">
            <a:extLst>
              <a:ext uri="{FF2B5EF4-FFF2-40B4-BE49-F238E27FC236}">
                <a16:creationId xmlns:a16="http://schemas.microsoft.com/office/drawing/2014/main" id="{9E480B46-B98A-447C-D657-E3B5ABF8742E}"/>
              </a:ext>
            </a:extLst>
          </p:cNvPr>
          <p:cNvSpPr>
            <a:spLocks/>
          </p:cNvSpPr>
          <p:nvPr>
            <p:custDataLst>
              <p:tags r:id="rId12"/>
            </p:custDataLst>
          </p:nvPr>
        </p:nvSpPr>
        <p:spPr bwMode="auto">
          <a:xfrm>
            <a:off x="3248025" y="2894013"/>
            <a:ext cx="323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97E852B2-DB77-4D34-B18E-109BAE0A2047}" type="datetime'''''''''''''''''''2''''''''''''''''''''''''0''''28'''''''''''">
              <a:rPr lang="en-GB" altLang="en-US" sz="1200" smtClean="0">
                <a:solidFill>
                  <a:srgbClr val="000000"/>
                </a:solidFill>
                <a:latin typeface="+mn-lt"/>
              </a:rPr>
              <a:pPr lvl="0" algn="ctr">
                <a:spcBef>
                  <a:spcPct val="0"/>
                </a:spcBef>
                <a:spcAft>
                  <a:spcPct val="0"/>
                </a:spcAft>
                <a:buClr>
                  <a:prstClr val="black"/>
                </a:buClr>
                <a:defRPr/>
              </a:pPr>
              <a:t>2028</a:t>
            </a:fld>
            <a:endParaRPr kumimoji="0" lang="en-US" sz="1200" b="0" i="0" strike="noStrike" kern="1200" cap="none" spc="0" normalizeH="0" baseline="0" noProof="0">
              <a:ln>
                <a:noFill/>
              </a:ln>
              <a:solidFill>
                <a:srgbClr val="000000"/>
              </a:solidFill>
              <a:effectLst/>
              <a:uLnTx/>
              <a:uFillTx/>
              <a:latin typeface="+mn-lt"/>
            </a:endParaRPr>
          </a:p>
        </p:txBody>
      </p:sp>
      <p:sp>
        <p:nvSpPr>
          <p:cNvPr id="28" name="Text Placeholder 4">
            <a:extLst>
              <a:ext uri="{FF2B5EF4-FFF2-40B4-BE49-F238E27FC236}">
                <a16:creationId xmlns:a16="http://schemas.microsoft.com/office/drawing/2014/main" id="{246B9CB2-B508-4542-644C-BB712FEF6A19}"/>
              </a:ext>
            </a:extLst>
          </p:cNvPr>
          <p:cNvSpPr>
            <a:spLocks/>
          </p:cNvSpPr>
          <p:nvPr>
            <p:custDataLst>
              <p:tags r:id="rId13"/>
            </p:custDataLst>
          </p:nvPr>
        </p:nvSpPr>
        <p:spPr bwMode="gray">
          <a:xfrm>
            <a:off x="1392238" y="21986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42555A49-9975-4A43-A83B-8DC7B8DCE2E0}" type="datetime'''''''''5'',''1''''''''''''''''''''''''7''''''''''''2'''''''">
              <a:rPr lang="en-GB" altLang="en-US" sz="1200" smtClean="0">
                <a:solidFill>
                  <a:srgbClr val="000000"/>
                </a:solidFill>
                <a:latin typeface="+mn-lt"/>
              </a:rPr>
              <a:pPr lvl="0" algn="ctr">
                <a:spcBef>
                  <a:spcPct val="0"/>
                </a:spcBef>
                <a:spcAft>
                  <a:spcPct val="0"/>
                </a:spcAft>
                <a:buClr>
                  <a:prstClr val="black"/>
                </a:buClr>
                <a:defRPr/>
              </a:pPr>
              <a:t>5,172</a:t>
            </a:fld>
            <a:endParaRPr kumimoji="0" lang="en-US" sz="1200" b="0" i="0" strike="noStrike" kern="1200" cap="none" spc="0" normalizeH="0" baseline="0" noProof="0">
              <a:ln>
                <a:noFill/>
              </a:ln>
              <a:solidFill>
                <a:srgbClr val="000000"/>
              </a:solidFill>
              <a:effectLst/>
              <a:uLnTx/>
              <a:uFillTx/>
              <a:latin typeface="+mn-lt"/>
            </a:endParaRPr>
          </a:p>
        </p:txBody>
      </p:sp>
      <p:sp>
        <p:nvSpPr>
          <p:cNvPr id="29" name="Text Placeholder 4">
            <a:extLst>
              <a:ext uri="{FF2B5EF4-FFF2-40B4-BE49-F238E27FC236}">
                <a16:creationId xmlns:a16="http://schemas.microsoft.com/office/drawing/2014/main" id="{C4F02FFF-8AD4-AF96-A85B-9F558992471C}"/>
              </a:ext>
            </a:extLst>
          </p:cNvPr>
          <p:cNvSpPr>
            <a:spLocks/>
          </p:cNvSpPr>
          <p:nvPr>
            <p:custDataLst>
              <p:tags r:id="rId14"/>
            </p:custDataLst>
          </p:nvPr>
        </p:nvSpPr>
        <p:spPr bwMode="gray">
          <a:xfrm>
            <a:off x="3213100" y="21605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A039244D-2171-49B1-B5E6-388D6FE423E7}" type="datetime'''5'',''''''''''''''''''''''6''''''''''''3''''''''''7'''''">
              <a:rPr lang="en-GB" altLang="en-US" sz="1200" smtClean="0">
                <a:solidFill>
                  <a:srgbClr val="000000"/>
                </a:solidFill>
                <a:latin typeface="+mn-lt"/>
              </a:rPr>
              <a:pPr lvl="0" algn="ctr">
                <a:spcBef>
                  <a:spcPct val="0"/>
                </a:spcBef>
                <a:spcAft>
                  <a:spcPct val="0"/>
                </a:spcAft>
                <a:buClr>
                  <a:prstClr val="black"/>
                </a:buClr>
                <a:defRPr/>
              </a:pPr>
              <a:t>5,637</a:t>
            </a:fld>
            <a:endParaRPr kumimoji="0" lang="en-US" sz="1200" b="0" i="0" strike="noStrike" kern="1200" cap="none" spc="0" normalizeH="0" baseline="0" noProof="0">
              <a:ln>
                <a:noFill/>
              </a:ln>
              <a:solidFill>
                <a:srgbClr val="000000"/>
              </a:solidFill>
              <a:effectLst/>
              <a:uLnTx/>
              <a:uFillTx/>
              <a:latin typeface="+mn-lt"/>
            </a:endParaRPr>
          </a:p>
        </p:txBody>
      </p:sp>
      <p:sp>
        <p:nvSpPr>
          <p:cNvPr id="30" name="Text Placeholder 4">
            <a:extLst>
              <a:ext uri="{FF2B5EF4-FFF2-40B4-BE49-F238E27FC236}">
                <a16:creationId xmlns:a16="http://schemas.microsoft.com/office/drawing/2014/main" id="{E213ADF3-02AB-988C-16E0-4139066105B5}"/>
              </a:ext>
            </a:extLst>
          </p:cNvPr>
          <p:cNvSpPr>
            <a:spLocks/>
          </p:cNvSpPr>
          <p:nvPr>
            <p:custDataLst>
              <p:tags r:id="rId15"/>
            </p:custDataLst>
          </p:nvPr>
        </p:nvSpPr>
        <p:spPr bwMode="auto">
          <a:xfrm>
            <a:off x="2311400" y="1944688"/>
            <a:ext cx="376238" cy="258763"/>
          </a:xfrm>
          <a:prstGeom prst="ellipse">
            <a:avLst/>
          </a:prstGeom>
          <a:solidFill>
            <a:schemeClr val="accent6"/>
          </a:solidFill>
          <a:ln w="9525" cmpd="sng" algn="ctr">
            <a:solidFill>
              <a:srgbClr val="000000"/>
            </a:solidFill>
          </a:ln>
          <a:effec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
                <a:prstClr val="black"/>
              </a:buClr>
              <a:buSzPct val="100000"/>
              <a:buFont typeface="Segoe UI" panose="020B0502040204020203" pitchFamily="34" charset="0"/>
              <a:buChar char="​"/>
              <a:tabLst/>
              <a:defRPr/>
            </a:pPr>
            <a:fld id="{B8F8D39D-C883-43CF-A319-9CCFC82F4FD2}" type="datetime'''''''''''''''''''''''''''''''''''''''+''''''''''''''''4''%'">
              <a:rPr lang="en-US" altLang="en-US" sz="1200" b="1" smtClean="0">
                <a:solidFill>
                  <a:schemeClr val="bg1"/>
                </a:solidFill>
                <a:effectLst/>
                <a:latin typeface="+mn-lt"/>
              </a:rPr>
              <a:pPr marL="0" marR="0" lvl="0" indent="0" algn="ctr" defTabSz="914400" rtl="0" eaLnBrk="1" fontAlgn="auto" latinLnBrk="0" hangingPunct="1">
                <a:lnSpc>
                  <a:spcPct val="100000"/>
                </a:lnSpc>
                <a:spcBef>
                  <a:spcPct val="0"/>
                </a:spcBef>
                <a:spcAft>
                  <a:spcPct val="0"/>
                </a:spcAft>
                <a:buClr>
                  <a:prstClr val="black"/>
                </a:buClr>
                <a:buSzPct val="100000"/>
                <a:buFont typeface="Segoe UI" panose="020B0502040204020203" pitchFamily="34" charset="0"/>
                <a:buChar char="​"/>
                <a:tabLst/>
                <a:defRPr/>
              </a:pPr>
              <a:t>+4%</a:t>
            </a:fld>
            <a:endParaRPr kumimoji="0" lang="en-US" sz="1200" b="1" i="0" strike="noStrike" kern="1200" cap="none" spc="0" normalizeH="0" baseline="0" noProof="0">
              <a:ln>
                <a:noFill/>
              </a:ln>
              <a:solidFill>
                <a:schemeClr val="bg1"/>
              </a:solidFill>
              <a:effectLst/>
              <a:uLnTx/>
              <a:uFillTx/>
              <a:latin typeface="+mn-lt"/>
              <a:ea typeface="+mn-ea"/>
              <a:cs typeface="Calibri" panose="020F0502020204030204" pitchFamily="34" charset="0"/>
            </a:endParaRPr>
          </a:p>
        </p:txBody>
      </p:sp>
      <p:graphicFrame>
        <p:nvGraphicFramePr>
          <p:cNvPr id="49" name="Chart 48">
            <a:extLst>
              <a:ext uri="{FF2B5EF4-FFF2-40B4-BE49-F238E27FC236}">
                <a16:creationId xmlns:a16="http://schemas.microsoft.com/office/drawing/2014/main" id="{D562EA27-DFE2-97FB-E75D-E33C09AE84D2}"/>
              </a:ext>
            </a:extLst>
          </p:cNvPr>
          <p:cNvGraphicFramePr/>
          <p:nvPr>
            <p:custDataLst>
              <p:tags r:id="rId16"/>
            </p:custDataLst>
            <p:extLst>
              <p:ext uri="{D42A27DB-BD31-4B8C-83A1-F6EECF244321}">
                <p14:modId xmlns:p14="http://schemas.microsoft.com/office/powerpoint/2010/main" val="1626342080"/>
              </p:ext>
            </p:extLst>
          </p:nvPr>
        </p:nvGraphicFramePr>
        <p:xfrm>
          <a:off x="4867275" y="1920875"/>
          <a:ext cx="4187825" cy="1189038"/>
        </p:xfrm>
        <a:graphic>
          <a:graphicData uri="http://schemas.openxmlformats.org/drawingml/2006/chart">
            <c:chart xmlns:c="http://schemas.openxmlformats.org/drawingml/2006/chart" xmlns:r="http://schemas.openxmlformats.org/officeDocument/2006/relationships" r:id="rId27"/>
          </a:graphicData>
        </a:graphic>
      </p:graphicFrame>
      <p:cxnSp>
        <p:nvCxnSpPr>
          <p:cNvPr id="38" name="Straight Connector 37">
            <a:extLst>
              <a:ext uri="{FF2B5EF4-FFF2-40B4-BE49-F238E27FC236}">
                <a16:creationId xmlns:a16="http://schemas.microsoft.com/office/drawing/2014/main" id="{E02EBFB3-940E-8AA1-1989-BBD960E3FC49}"/>
              </a:ext>
            </a:extLst>
          </p:cNvPr>
          <p:cNvCxnSpPr>
            <a:cxnSpLocks/>
          </p:cNvCxnSpPr>
          <p:nvPr>
            <p:custDataLst>
              <p:tags r:id="rId17"/>
            </p:custDataLst>
          </p:nvPr>
        </p:nvCxnSpPr>
        <p:spPr bwMode="auto">
          <a:xfrm flipV="1">
            <a:off x="5619750" y="1836738"/>
            <a:ext cx="2681287" cy="16351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3" name="Text Placeholder 4">
            <a:extLst>
              <a:ext uri="{FF2B5EF4-FFF2-40B4-BE49-F238E27FC236}">
                <a16:creationId xmlns:a16="http://schemas.microsoft.com/office/drawing/2014/main" id="{E2DA63EE-B976-D609-695A-3F98E52D0774}"/>
              </a:ext>
            </a:extLst>
          </p:cNvPr>
          <p:cNvSpPr>
            <a:spLocks/>
          </p:cNvSpPr>
          <p:nvPr>
            <p:custDataLst>
              <p:tags r:id="rId18"/>
            </p:custDataLst>
          </p:nvPr>
        </p:nvSpPr>
        <p:spPr bwMode="auto">
          <a:xfrm>
            <a:off x="5457825" y="2894013"/>
            <a:ext cx="323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82CC6BEF-D059-4ED9-9696-882BA27DAA30}" type="datetime'''''''''''''''''''''2''''''0''''''''''''2''6'''''''''">
              <a:rPr lang="en-GB" altLang="en-US" sz="1200" smtClean="0">
                <a:solidFill>
                  <a:srgbClr val="000000"/>
                </a:solidFill>
                <a:latin typeface="+mn-lt"/>
              </a:rPr>
              <a:pPr lvl="0" algn="ctr">
                <a:spcBef>
                  <a:spcPct val="0"/>
                </a:spcBef>
                <a:spcAft>
                  <a:spcPct val="0"/>
                </a:spcAft>
                <a:buClr>
                  <a:prstClr val="black"/>
                </a:buClr>
                <a:defRPr/>
              </a:pPr>
              <a:t>2026</a:t>
            </a:fld>
            <a:endParaRPr kumimoji="0" lang="en-US" sz="1200" b="0" i="0" strike="noStrike" kern="1200" cap="none" spc="0" normalizeH="0" baseline="0" noProof="0">
              <a:ln>
                <a:noFill/>
              </a:ln>
              <a:solidFill>
                <a:srgbClr val="000000"/>
              </a:solidFill>
              <a:effectLst/>
              <a:uLnTx/>
              <a:uFillTx/>
              <a:latin typeface="+mn-lt"/>
            </a:endParaRPr>
          </a:p>
        </p:txBody>
      </p:sp>
      <p:sp>
        <p:nvSpPr>
          <p:cNvPr id="44" name="Text Placeholder 4">
            <a:extLst>
              <a:ext uri="{FF2B5EF4-FFF2-40B4-BE49-F238E27FC236}">
                <a16:creationId xmlns:a16="http://schemas.microsoft.com/office/drawing/2014/main" id="{4347EC66-69F2-724F-2AA4-328D024C44CD}"/>
              </a:ext>
            </a:extLst>
          </p:cNvPr>
          <p:cNvSpPr>
            <a:spLocks/>
          </p:cNvSpPr>
          <p:nvPr>
            <p:custDataLst>
              <p:tags r:id="rId19"/>
            </p:custDataLst>
          </p:nvPr>
        </p:nvSpPr>
        <p:spPr bwMode="auto">
          <a:xfrm>
            <a:off x="6797675" y="2894013"/>
            <a:ext cx="323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F6FF87CE-13DF-42B6-AE2A-B0CCEB09F67F}" type="datetime'''''''''''''''''''''20''''''2''''''''''''7'''''''''''">
              <a:rPr lang="en-GB" altLang="en-US" sz="1200" smtClean="0">
                <a:solidFill>
                  <a:srgbClr val="000000"/>
                </a:solidFill>
                <a:latin typeface="+mn-lt"/>
              </a:rPr>
              <a:pPr lvl="0" algn="ctr">
                <a:spcBef>
                  <a:spcPct val="0"/>
                </a:spcBef>
                <a:spcAft>
                  <a:spcPct val="0"/>
                </a:spcAft>
                <a:buClr>
                  <a:prstClr val="black"/>
                </a:buClr>
                <a:defRPr/>
              </a:pPr>
              <a:t>2027</a:t>
            </a:fld>
            <a:endParaRPr kumimoji="0" lang="en-US" sz="1200" b="0" i="0" strike="noStrike" kern="1200" cap="none" spc="0" normalizeH="0" baseline="0" noProof="0">
              <a:ln>
                <a:noFill/>
              </a:ln>
              <a:solidFill>
                <a:srgbClr val="000000"/>
              </a:solidFill>
              <a:effectLst/>
              <a:uLnTx/>
              <a:uFillTx/>
              <a:latin typeface="+mn-lt"/>
            </a:endParaRPr>
          </a:p>
        </p:txBody>
      </p:sp>
      <p:sp>
        <p:nvSpPr>
          <p:cNvPr id="45" name="Text Placeholder 4">
            <a:extLst>
              <a:ext uri="{FF2B5EF4-FFF2-40B4-BE49-F238E27FC236}">
                <a16:creationId xmlns:a16="http://schemas.microsoft.com/office/drawing/2014/main" id="{2416D437-8B7C-EC49-EAEB-31ED5ED3B7FA}"/>
              </a:ext>
            </a:extLst>
          </p:cNvPr>
          <p:cNvSpPr>
            <a:spLocks/>
          </p:cNvSpPr>
          <p:nvPr>
            <p:custDataLst>
              <p:tags r:id="rId20"/>
            </p:custDataLst>
          </p:nvPr>
        </p:nvSpPr>
        <p:spPr bwMode="auto">
          <a:xfrm>
            <a:off x="8139113" y="2894013"/>
            <a:ext cx="323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3C7D9D76-0461-42AC-AD55-19D70D37F08A}" type="datetime'''''''''''''''''''''2''''''0''''''2''''''''8'''">
              <a:rPr lang="en-GB" altLang="en-US" sz="1200" smtClean="0">
                <a:solidFill>
                  <a:srgbClr val="000000"/>
                </a:solidFill>
                <a:latin typeface="+mn-lt"/>
              </a:rPr>
              <a:pPr lvl="0" algn="ctr">
                <a:spcBef>
                  <a:spcPct val="0"/>
                </a:spcBef>
                <a:spcAft>
                  <a:spcPct val="0"/>
                </a:spcAft>
                <a:buClr>
                  <a:prstClr val="black"/>
                </a:buClr>
                <a:defRPr/>
              </a:pPr>
              <a:t>2028</a:t>
            </a:fld>
            <a:endParaRPr kumimoji="0" lang="en-US" sz="1200" b="0" i="0" strike="noStrike" kern="1200" cap="none" spc="0" normalizeH="0" baseline="0" noProof="0">
              <a:ln>
                <a:noFill/>
              </a:ln>
              <a:solidFill>
                <a:srgbClr val="000000"/>
              </a:solidFill>
              <a:effectLst/>
              <a:uLnTx/>
              <a:uFillTx/>
              <a:latin typeface="+mn-lt"/>
            </a:endParaRPr>
          </a:p>
        </p:txBody>
      </p:sp>
      <p:sp>
        <p:nvSpPr>
          <p:cNvPr id="46" name="Text Placeholder 2">
            <a:extLst>
              <a:ext uri="{FF2B5EF4-FFF2-40B4-BE49-F238E27FC236}">
                <a16:creationId xmlns:a16="http://schemas.microsoft.com/office/drawing/2014/main" id="{A2D46DDA-C7A7-653D-939B-66C3366CCB5B}"/>
              </a:ext>
            </a:extLst>
          </p:cNvPr>
          <p:cNvSpPr>
            <a:spLocks/>
          </p:cNvSpPr>
          <p:nvPr>
            <p:custDataLst>
              <p:tags r:id="rId21"/>
            </p:custDataLst>
          </p:nvPr>
        </p:nvSpPr>
        <p:spPr bwMode="auto">
          <a:xfrm>
            <a:off x="6523038" y="1800225"/>
            <a:ext cx="874713"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A719102-4559-4491-B5E6-F3AD3C0D00EC}" type="datetime'''+''''''2''0''%'''''''''''''''''''''''''''''''">
              <a:rPr lang="en-GB" altLang="en-US" sz="1200" b="1" smtClean="0">
                <a:solidFill>
                  <a:schemeClr val="bg1"/>
                </a:solidFill>
                <a:effectLst/>
                <a:cs typeface="Calibri" panose="020F0502020204030204" pitchFamily="34" charset="0"/>
              </a:rPr>
              <a:pPr marL="0" lvl="0" indent="0" algn="ctr">
                <a:spcBef>
                  <a:spcPct val="0"/>
                </a:spcBef>
                <a:spcAft>
                  <a:spcPct val="0"/>
                </a:spcAft>
                <a:buNone/>
              </a:pPr>
              <a:t>+20%</a:t>
            </a:fld>
            <a:r>
              <a:rPr lang="en-GB" sz="1200" b="1">
                <a:solidFill>
                  <a:schemeClr val="bg1"/>
                </a:solidFill>
                <a:latin typeface="Calibri" panose="020F0502020204030204" pitchFamily="34" charset="0"/>
                <a:cs typeface="Calibri" panose="020F0502020204030204" pitchFamily="34" charset="0"/>
              </a:rPr>
              <a:t> p.a.</a:t>
            </a:r>
          </a:p>
        </p:txBody>
      </p:sp>
      <p:sp>
        <p:nvSpPr>
          <p:cNvPr id="50" name="Isosceles Triangle 49">
            <a:extLst>
              <a:ext uri="{FF2B5EF4-FFF2-40B4-BE49-F238E27FC236}">
                <a16:creationId xmlns:a16="http://schemas.microsoft.com/office/drawing/2014/main" id="{6EA1C43B-749D-420E-380E-421E4197CF70}"/>
              </a:ext>
            </a:extLst>
          </p:cNvPr>
          <p:cNvSpPr/>
          <p:nvPr/>
        </p:nvSpPr>
        <p:spPr>
          <a:xfrm rot="5400000">
            <a:off x="4249108" y="2089337"/>
            <a:ext cx="733332" cy="278937"/>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8" name="Group 57">
            <a:extLst>
              <a:ext uri="{FF2B5EF4-FFF2-40B4-BE49-F238E27FC236}">
                <a16:creationId xmlns:a16="http://schemas.microsoft.com/office/drawing/2014/main" id="{35FC7E86-BE26-2BA3-6C3C-27CB822E9CF3}"/>
              </a:ext>
            </a:extLst>
          </p:cNvPr>
          <p:cNvGrpSpPr/>
          <p:nvPr/>
        </p:nvGrpSpPr>
        <p:grpSpPr>
          <a:xfrm>
            <a:off x="7424361" y="5617262"/>
            <a:ext cx="4546324" cy="553974"/>
            <a:chOff x="7424361" y="4076995"/>
            <a:chExt cx="4546324" cy="553974"/>
          </a:xfrm>
        </p:grpSpPr>
        <p:sp>
          <p:nvSpPr>
            <p:cNvPr id="148" name="Oval 147">
              <a:extLst>
                <a:ext uri="{FF2B5EF4-FFF2-40B4-BE49-F238E27FC236}">
                  <a16:creationId xmlns:a16="http://schemas.microsoft.com/office/drawing/2014/main" id="{5673490B-98C2-5228-740A-408BDE8B9A4B}"/>
                </a:ext>
              </a:extLst>
            </p:cNvPr>
            <p:cNvSpPr/>
            <p:nvPr/>
          </p:nvSpPr>
          <p:spPr>
            <a:xfrm>
              <a:off x="7424361" y="4113677"/>
              <a:ext cx="531678" cy="517292"/>
            </a:xfrm>
            <a:prstGeom prst="ellipse">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TextBox 150">
              <a:extLst>
                <a:ext uri="{FF2B5EF4-FFF2-40B4-BE49-F238E27FC236}">
                  <a16:creationId xmlns:a16="http://schemas.microsoft.com/office/drawing/2014/main" id="{D55E0E8A-87A1-42C1-096B-A48938AFABC0}"/>
                </a:ext>
              </a:extLst>
            </p:cNvPr>
            <p:cNvSpPr txBox="1"/>
            <p:nvPr/>
          </p:nvSpPr>
          <p:spPr>
            <a:xfrm>
              <a:off x="8050685" y="4076995"/>
              <a:ext cx="3920000" cy="539853"/>
            </a:xfrm>
            <a:prstGeom prst="rect">
              <a:avLst/>
            </a:prstGeom>
            <a:noFill/>
          </p:spPr>
          <p:txBody>
            <a:bodyPr wrap="square" lIns="91440" rIns="91440" rtlCol="0" anchor="t">
              <a:noAutofit/>
            </a:bodyPr>
            <a:lstStyle/>
            <a:p>
              <a:pPr lvl="0">
                <a:spcBef>
                  <a:spcPts val="100"/>
                </a:spcBef>
                <a:spcAft>
                  <a:spcPts val="100"/>
                </a:spcAft>
                <a:defRPr/>
              </a:pPr>
              <a:r>
                <a:rPr kumimoji="0" lang="en-US" sz="1600" b="1" i="0" u="none" strike="noStrike" kern="1200" cap="none" spc="0" normalizeH="0" baseline="0" noProof="0">
                  <a:ln>
                    <a:noFill/>
                  </a:ln>
                  <a:solidFill>
                    <a:srgbClr val="17B2AF"/>
                  </a:solidFill>
                  <a:effectLst/>
                  <a:uLnTx/>
                  <a:uFillTx/>
                  <a:latin typeface="Calibri" panose="020F0502020204030204"/>
                  <a:ea typeface="+mn-ea"/>
                  <a:cs typeface="+mn-cs"/>
                </a:rPr>
                <a:t>Hematology</a:t>
              </a:r>
              <a:endParaRPr lang="en-US" sz="1600" b="1">
                <a:solidFill>
                  <a:srgbClr val="17B2AF"/>
                </a:solidFill>
                <a:latin typeface="Calibri" panose="020F0502020204030204"/>
              </a:endParaRPr>
            </a:p>
            <a:p>
              <a:pPr lvl="0">
                <a:spcBef>
                  <a:spcPts val="100"/>
                </a:spcBef>
                <a:spcAft>
                  <a:spcPts val="100"/>
                </a:spcAft>
                <a:defRPr/>
              </a:pPr>
              <a:r>
                <a:rPr lang="en-US" sz="1200"/>
                <a:t>Current capabilities for treatment of rare blood disorders</a:t>
              </a:r>
            </a:p>
            <a:p>
              <a:pPr lvl="0">
                <a:spcBef>
                  <a:spcPts val="100"/>
                </a:spcBef>
                <a:spcAft>
                  <a:spcPts val="100"/>
                </a:spcAft>
                <a:defRPr/>
              </a:pPr>
              <a:endParaRPr lang="en-US" sz="600"/>
            </a:p>
            <a:p>
              <a:pPr lvl="0">
                <a:spcBef>
                  <a:spcPts val="100"/>
                </a:spcBef>
                <a:spcAft>
                  <a:spcPts val="100"/>
                </a:spcAft>
                <a:defRPr/>
              </a:pPr>
              <a:endParaRPr lang="en-US" sz="1200"/>
            </a:p>
            <a:p>
              <a:pPr lvl="0">
                <a:spcBef>
                  <a:spcPts val="100"/>
                </a:spcBef>
                <a:spcAft>
                  <a:spcPts val="100"/>
                </a:spcAft>
                <a:defRPr/>
              </a:pPr>
              <a:endParaRPr lang="en-US" sz="1200"/>
            </a:p>
            <a:p>
              <a:pPr lvl="0">
                <a:spcBef>
                  <a:spcPts val="100"/>
                </a:spcBef>
                <a:spcAft>
                  <a:spcPts val="100"/>
                </a:spcAft>
                <a:defRPr/>
              </a:pPr>
              <a:endParaRPr lang="en-US" sz="1200"/>
            </a:p>
          </p:txBody>
        </p:sp>
        <p:pic>
          <p:nvPicPr>
            <p:cNvPr id="53" name="Graphic 52">
              <a:extLst>
                <a:ext uri="{FF2B5EF4-FFF2-40B4-BE49-F238E27FC236}">
                  <a16:creationId xmlns:a16="http://schemas.microsoft.com/office/drawing/2014/main" id="{EFB04905-0089-3156-C9E1-E75E79776EF4}"/>
                </a:ext>
              </a:extLst>
            </p:cNvPr>
            <p:cNvPicPr>
              <a:picLocks noChangeAspect="1"/>
            </p:cNvPicPr>
            <p:nvPr/>
          </p:nvPicPr>
          <p:blipFill>
            <a:blip r:embed="rId28">
              <a:extLst>
                <a:ext uri="{96DAC541-7B7A-43D3-8B79-37D633B846F1}">
                  <asvg:svgBlip xmlns:asvg="http://schemas.microsoft.com/office/drawing/2016/SVG/main" r:embed="rId29"/>
                </a:ext>
              </a:extLst>
            </a:blip>
            <a:srcRect b="11245"/>
            <a:stretch>
              <a:fillRect/>
            </a:stretch>
          </p:blipFill>
          <p:spPr>
            <a:xfrm>
              <a:off x="7482169" y="4145723"/>
              <a:ext cx="416062" cy="453200"/>
            </a:xfrm>
            <a:prstGeom prst="rect">
              <a:avLst/>
            </a:prstGeom>
          </p:spPr>
        </p:pic>
      </p:grpSp>
      <p:pic>
        <p:nvPicPr>
          <p:cNvPr id="55" name="Graphic 54">
            <a:extLst>
              <a:ext uri="{FF2B5EF4-FFF2-40B4-BE49-F238E27FC236}">
                <a16:creationId xmlns:a16="http://schemas.microsoft.com/office/drawing/2014/main" id="{496ED8DC-94F1-97C1-D5B8-F815F0028610}"/>
              </a:ext>
            </a:extLst>
          </p:cNvPr>
          <p:cNvPicPr>
            <a:picLocks noChangeAspect="1"/>
          </p:cNvPicPr>
          <p:nvPr/>
        </p:nvPicPr>
        <p:blipFill>
          <a:blip r:embed="rId30">
            <a:extLst>
              <a:ext uri="{96DAC541-7B7A-43D3-8B79-37D633B846F1}">
                <asvg:svgBlip xmlns:asvg="http://schemas.microsoft.com/office/drawing/2016/SVG/main" r:embed="rId31"/>
              </a:ext>
            </a:extLst>
          </a:blip>
          <a:srcRect b="13777"/>
          <a:stretch>
            <a:fillRect/>
          </a:stretch>
        </p:blipFill>
        <p:spPr>
          <a:xfrm>
            <a:off x="7502395" y="4928862"/>
            <a:ext cx="375610" cy="397467"/>
          </a:xfrm>
          <a:prstGeom prst="rect">
            <a:avLst/>
          </a:prstGeom>
        </p:spPr>
      </p:pic>
      <p:pic>
        <p:nvPicPr>
          <p:cNvPr id="57" name="Graphic 56">
            <a:extLst>
              <a:ext uri="{FF2B5EF4-FFF2-40B4-BE49-F238E27FC236}">
                <a16:creationId xmlns:a16="http://schemas.microsoft.com/office/drawing/2014/main" id="{F2C2DE5A-33C9-5AC1-B232-B39B2592868D}"/>
              </a:ext>
            </a:extLst>
          </p:cNvPr>
          <p:cNvPicPr>
            <a:picLocks noChangeAspect="1"/>
          </p:cNvPicPr>
          <p:nvPr/>
        </p:nvPicPr>
        <p:blipFill>
          <a:blip r:embed="rId32">
            <a:extLst>
              <a:ext uri="{96DAC541-7B7A-43D3-8B79-37D633B846F1}">
                <asvg:svgBlip xmlns:asvg="http://schemas.microsoft.com/office/drawing/2016/SVG/main" r:embed="rId33"/>
              </a:ext>
            </a:extLst>
          </a:blip>
          <a:srcRect b="8983"/>
          <a:stretch>
            <a:fillRect/>
          </a:stretch>
        </p:blipFill>
        <p:spPr>
          <a:xfrm>
            <a:off x="7529735" y="4193211"/>
            <a:ext cx="320931" cy="365125"/>
          </a:xfrm>
          <a:prstGeom prst="rect">
            <a:avLst/>
          </a:prstGeom>
        </p:spPr>
      </p:pic>
      <p:sp>
        <p:nvSpPr>
          <p:cNvPr id="59" name="Rectangle 58">
            <a:extLst>
              <a:ext uri="{FF2B5EF4-FFF2-40B4-BE49-F238E27FC236}">
                <a16:creationId xmlns:a16="http://schemas.microsoft.com/office/drawing/2014/main" id="{A3340BE3-F512-C180-9853-B94BDEE5B9A7}"/>
              </a:ext>
            </a:extLst>
          </p:cNvPr>
          <p:cNvSpPr/>
          <p:nvPr/>
        </p:nvSpPr>
        <p:spPr>
          <a:xfrm>
            <a:off x="605246" y="4152489"/>
            <a:ext cx="1433866" cy="568907"/>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400" b="1"/>
              <a:t>Patient Driver</a:t>
            </a:r>
          </a:p>
        </p:txBody>
      </p:sp>
      <p:sp>
        <p:nvSpPr>
          <p:cNvPr id="60" name="Rectangle 59">
            <a:extLst>
              <a:ext uri="{FF2B5EF4-FFF2-40B4-BE49-F238E27FC236}">
                <a16:creationId xmlns:a16="http://schemas.microsoft.com/office/drawing/2014/main" id="{DF0CFA05-E183-12C7-5E58-BEA4F9B4F49A}"/>
              </a:ext>
            </a:extLst>
          </p:cNvPr>
          <p:cNvSpPr/>
          <p:nvPr/>
        </p:nvSpPr>
        <p:spPr>
          <a:xfrm>
            <a:off x="605246" y="4922220"/>
            <a:ext cx="1433866" cy="568907"/>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400" b="1"/>
              <a:t>Enablers</a:t>
            </a:r>
          </a:p>
        </p:txBody>
      </p:sp>
      <p:sp>
        <p:nvSpPr>
          <p:cNvPr id="61" name="Rectangle 60">
            <a:extLst>
              <a:ext uri="{FF2B5EF4-FFF2-40B4-BE49-F238E27FC236}">
                <a16:creationId xmlns:a16="http://schemas.microsoft.com/office/drawing/2014/main" id="{65FB105C-96D1-7209-62FB-E0C140F88A90}"/>
              </a:ext>
            </a:extLst>
          </p:cNvPr>
          <p:cNvSpPr/>
          <p:nvPr/>
        </p:nvSpPr>
        <p:spPr>
          <a:xfrm>
            <a:off x="605246" y="5787443"/>
            <a:ext cx="1433866" cy="568907"/>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400" b="1"/>
              <a:t>Growth &amp; Scale</a:t>
            </a:r>
          </a:p>
        </p:txBody>
      </p:sp>
      <p:sp>
        <p:nvSpPr>
          <p:cNvPr id="62" name="Rectangle 61">
            <a:extLst>
              <a:ext uri="{FF2B5EF4-FFF2-40B4-BE49-F238E27FC236}">
                <a16:creationId xmlns:a16="http://schemas.microsoft.com/office/drawing/2014/main" id="{E03FE21E-3F17-071A-3DE2-C3731BB26871}"/>
              </a:ext>
            </a:extLst>
          </p:cNvPr>
          <p:cNvSpPr/>
          <p:nvPr/>
        </p:nvSpPr>
        <p:spPr>
          <a:xfrm>
            <a:off x="2144485" y="4152489"/>
            <a:ext cx="4378551" cy="568907"/>
          </a:xfrm>
          <a:prstGeom prst="rect">
            <a:avLst/>
          </a:prstGeom>
          <a:solidFill>
            <a:schemeClr val="bg1"/>
          </a:solidFill>
          <a:ln>
            <a:noFill/>
          </a:ln>
          <a:effectLst>
            <a:outerShdw blurRad="63500" sx="99000" sy="99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GB" sz="1400">
                <a:solidFill>
                  <a:schemeClr val="tx1"/>
                </a:solidFill>
              </a:rPr>
              <a:t>Doctor referrals through private and government partnerships</a:t>
            </a:r>
          </a:p>
        </p:txBody>
      </p:sp>
      <p:sp>
        <p:nvSpPr>
          <p:cNvPr id="89" name="Rectangle 88">
            <a:extLst>
              <a:ext uri="{FF2B5EF4-FFF2-40B4-BE49-F238E27FC236}">
                <a16:creationId xmlns:a16="http://schemas.microsoft.com/office/drawing/2014/main" id="{31F330BF-2277-C18F-C96F-F3BCC40CC3B2}"/>
              </a:ext>
            </a:extLst>
          </p:cNvPr>
          <p:cNvSpPr/>
          <p:nvPr/>
        </p:nvSpPr>
        <p:spPr>
          <a:xfrm>
            <a:off x="2144485" y="4922219"/>
            <a:ext cx="4378551" cy="568907"/>
          </a:xfrm>
          <a:prstGeom prst="rect">
            <a:avLst/>
          </a:prstGeom>
          <a:solidFill>
            <a:schemeClr val="bg1"/>
          </a:solidFill>
          <a:ln>
            <a:noFill/>
          </a:ln>
          <a:effectLst>
            <a:outerShdw blurRad="63500" sx="99000" sy="99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GB" sz="1400">
                <a:solidFill>
                  <a:schemeClr val="tx1"/>
                </a:solidFill>
              </a:rPr>
              <a:t>Efficient resource management (nurses &amp; chairs)</a:t>
            </a:r>
          </a:p>
          <a:p>
            <a:pPr marL="285750" indent="-285750">
              <a:buFont typeface="Arial" panose="020B0604020202020204" pitchFamily="34" charset="0"/>
              <a:buChar char="•"/>
            </a:pPr>
            <a:r>
              <a:rPr lang="en-GB" sz="1400">
                <a:solidFill>
                  <a:schemeClr val="tx1"/>
                </a:solidFill>
              </a:rPr>
              <a:t>Marketing and enablement programs</a:t>
            </a:r>
          </a:p>
        </p:txBody>
      </p:sp>
      <p:sp>
        <p:nvSpPr>
          <p:cNvPr id="92" name="Rectangle 91">
            <a:extLst>
              <a:ext uri="{FF2B5EF4-FFF2-40B4-BE49-F238E27FC236}">
                <a16:creationId xmlns:a16="http://schemas.microsoft.com/office/drawing/2014/main" id="{904E5E09-3981-A771-125D-7AD5B572A689}"/>
              </a:ext>
            </a:extLst>
          </p:cNvPr>
          <p:cNvSpPr/>
          <p:nvPr/>
        </p:nvSpPr>
        <p:spPr>
          <a:xfrm>
            <a:off x="2144485" y="5787443"/>
            <a:ext cx="4378551" cy="568907"/>
          </a:xfrm>
          <a:prstGeom prst="rect">
            <a:avLst/>
          </a:prstGeom>
          <a:solidFill>
            <a:schemeClr val="bg1"/>
          </a:solidFill>
          <a:ln>
            <a:noFill/>
          </a:ln>
          <a:effectLst>
            <a:outerShdw blurRad="63500" sx="99000" sy="99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GB" sz="1400">
                <a:solidFill>
                  <a:schemeClr val="tx1"/>
                </a:solidFill>
              </a:rPr>
              <a:t>B2B sales pipeline via in-house drug compounding</a:t>
            </a:r>
          </a:p>
          <a:p>
            <a:pPr marL="285750" indent="-285750">
              <a:buFont typeface="Arial" panose="020B0604020202020204" pitchFamily="34" charset="0"/>
              <a:buChar char="•"/>
            </a:pPr>
            <a:r>
              <a:rPr lang="en-GB" sz="1400">
                <a:solidFill>
                  <a:schemeClr val="tx1"/>
                </a:solidFill>
              </a:rPr>
              <a:t>Capacity building to meet excess demand</a:t>
            </a:r>
          </a:p>
        </p:txBody>
      </p:sp>
      <p:sp>
        <p:nvSpPr>
          <p:cNvPr id="5" name="Rectangle 4">
            <a:extLst>
              <a:ext uri="{FF2B5EF4-FFF2-40B4-BE49-F238E27FC236}">
                <a16:creationId xmlns:a16="http://schemas.microsoft.com/office/drawing/2014/main" id="{1F5486B8-A5E2-F9AE-EB31-313279F9F727}"/>
              </a:ext>
            </a:extLst>
          </p:cNvPr>
          <p:cNvSpPr/>
          <p:nvPr/>
        </p:nvSpPr>
        <p:spPr>
          <a:xfrm>
            <a:off x="9277350" y="2848412"/>
            <a:ext cx="1622941" cy="419184"/>
          </a:xfrm>
          <a:prstGeom prst="rect">
            <a:avLst/>
          </a:prstGeom>
          <a:noFill/>
          <a:ln w="6350">
            <a:solidFill>
              <a:srgbClr val="FF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C60DA016-840A-F758-FC9E-879C8984D172}"/>
              </a:ext>
            </a:extLst>
          </p:cNvPr>
          <p:cNvSpPr txBox="1"/>
          <p:nvPr/>
        </p:nvSpPr>
        <p:spPr>
          <a:xfrm>
            <a:off x="517712" y="6471029"/>
            <a:ext cx="3502274" cy="267547"/>
          </a:xfrm>
          <a:prstGeom prst="rect">
            <a:avLst/>
          </a:prstGeom>
          <a:noFill/>
        </p:spPr>
        <p:txBody>
          <a:bodyPr wrap="square" rtlCol="0">
            <a:spAutoFit/>
          </a:bodyPr>
          <a:lstStyle/>
          <a:p>
            <a:r>
              <a:rPr lang="en-GB" sz="1100" i="1"/>
              <a:t>Note: Estimated revenue through sizing can be found </a:t>
            </a:r>
            <a:r>
              <a:rPr lang="en-GB" sz="1100" i="1">
                <a:hlinkClick r:id="rId34"/>
              </a:rPr>
              <a:t>here</a:t>
            </a:r>
            <a:endParaRPr lang="en-GB" sz="1100" i="1"/>
          </a:p>
        </p:txBody>
      </p:sp>
    </p:spTree>
    <p:extLst>
      <p:ext uri="{BB962C8B-B14F-4D97-AF65-F5344CB8AC3E}">
        <p14:creationId xmlns:p14="http://schemas.microsoft.com/office/powerpoint/2010/main" val="46420116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C0DBF-8C1C-EE08-D1D1-8C27F1C8F1DF}"/>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B44ACBCB-F8EC-FC8E-AA4F-7B40E2D78B44}"/>
              </a:ext>
            </a:extLst>
          </p:cNvPr>
          <p:cNvGraphicFramePr>
            <a:graphicFrameLocks/>
          </p:cNvGraphicFramePr>
          <p:nvPr>
            <p:custDataLst>
              <p:tags r:id="rId1"/>
            </p:custDataLst>
            <p:extLst>
              <p:ext uri="{D42A27DB-BD31-4B8C-83A1-F6EECF244321}">
                <p14:modId xmlns:p14="http://schemas.microsoft.com/office/powerpoint/2010/main" val="127505070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4" imgW="306" imgH="306" progId="TCLayout.ActiveDocument.1">
                  <p:embed/>
                </p:oleObj>
              </mc:Choice>
              <mc:Fallback>
                <p:oleObj name="think-cell Slide" r:id="rId34" imgW="306" imgH="306" progId="TCLayout.ActiveDocument.1">
                  <p:embed/>
                  <p:pic>
                    <p:nvPicPr>
                      <p:cNvPr id="9" name="Object 8" hidden="1">
                        <a:extLst>
                          <a:ext uri="{FF2B5EF4-FFF2-40B4-BE49-F238E27FC236}">
                            <a16:creationId xmlns:a16="http://schemas.microsoft.com/office/drawing/2014/main" id="{B44ACBCB-F8EC-FC8E-AA4F-7B40E2D78B44}"/>
                          </a:ext>
                        </a:extLst>
                      </p:cNvPr>
                      <p:cNvPicPr/>
                      <p:nvPr/>
                    </p:nvPicPr>
                    <p:blipFill>
                      <a:blip r:embed="rId35"/>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79019183-7382-3F7B-6721-11435029D7CE}"/>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600" b="0" i="0" u="none" strike="noStrike" kern="1200" cap="none" spc="0" normalizeH="0" baseline="0" noProof="0">
                <a:ln w="6350" cap="flat">
                  <a:noFill/>
                  <a:miter lim="800000"/>
                </a:ln>
                <a:effectLst/>
                <a:uLnTx/>
                <a:uFillTx/>
                <a:latin typeface="Georgia" panose="02040502050405020303" pitchFamily="18" charset="0"/>
                <a:ea typeface="+mj-ea"/>
                <a:cs typeface="Arial" panose="020B0604020202020204" pitchFamily="34" charset="0"/>
              </a:rPr>
              <a:t>Hematology market in KSA to grow at </a:t>
            </a:r>
            <a:r>
              <a:rPr kumimoji="0" lang="en-US" sz="2600" i="0" u="none" strike="noStrike" kern="1200" cap="none" spc="0" normalizeH="0" baseline="0" noProof="0">
                <a:ln w="6350" cap="flat">
                  <a:noFill/>
                  <a:miter lim="800000"/>
                </a:ln>
                <a:effectLst/>
                <a:uLnTx/>
                <a:uFillTx/>
                <a:latin typeface="Georgia" panose="02040502050405020303" pitchFamily="18" charset="0"/>
                <a:ea typeface="+mj-ea"/>
                <a:cs typeface="Arial" panose="020B0604020202020204" pitchFamily="34" charset="0"/>
              </a:rPr>
              <a:t>12.3% CAGR</a:t>
            </a:r>
            <a:r>
              <a:rPr kumimoji="0" lang="en-US" sz="2600" b="0" i="0" u="none" strike="noStrike" kern="1200" cap="none" spc="0" normalizeH="0" baseline="0" noProof="0">
                <a:ln w="6350" cap="flat">
                  <a:noFill/>
                  <a:miter lim="800000"/>
                </a:ln>
                <a:effectLst/>
                <a:uLnTx/>
                <a:uFillTx/>
                <a:latin typeface="Georgia" panose="02040502050405020303" pitchFamily="18" charset="0"/>
                <a:ea typeface="+mj-ea"/>
                <a:cs typeface="Arial" panose="020B0604020202020204" pitchFamily="34" charset="0"/>
              </a:rPr>
              <a:t>, with routine tests dominating and opportunities in specialized diagnostics</a:t>
            </a:r>
          </a:p>
        </p:txBody>
      </p:sp>
      <p:sp>
        <p:nvSpPr>
          <p:cNvPr id="4" name="Slide Number Placeholder 3">
            <a:extLst>
              <a:ext uri="{FF2B5EF4-FFF2-40B4-BE49-F238E27FC236}">
                <a16:creationId xmlns:a16="http://schemas.microsoft.com/office/drawing/2014/main" id="{220B2C7F-5791-5627-DA44-A8370ED26B27}"/>
              </a:ext>
            </a:extLst>
          </p:cNvPr>
          <p:cNvSpPr>
            <a:spLocks noGrp="1"/>
          </p:cNvSpPr>
          <p:nvPr>
            <p:ph type="sldNum" sz="quarter" idx="12"/>
          </p:nvPr>
        </p:nvSpPr>
        <p:spPr/>
        <p:txBody>
          <a:bodyPr/>
          <a:lstStyle/>
          <a:p>
            <a:fld id="{8E1CF2E5-4A16-4FBD-9713-265FD1DAAE65}" type="slidenum">
              <a:rPr lang="en-US" smtClean="0"/>
              <a:t>30</a:t>
            </a:fld>
            <a:endParaRPr lang="en-US"/>
          </a:p>
        </p:txBody>
      </p:sp>
      <p:sp>
        <p:nvSpPr>
          <p:cNvPr id="5" name="Rectangle 4">
            <a:extLst>
              <a:ext uri="{FF2B5EF4-FFF2-40B4-BE49-F238E27FC236}">
                <a16:creationId xmlns:a16="http://schemas.microsoft.com/office/drawing/2014/main" id="{081A40FD-F064-CD5F-8FAF-B782F43483B9}"/>
              </a:ext>
            </a:extLst>
          </p:cNvPr>
          <p:cNvSpPr/>
          <p:nvPr/>
        </p:nvSpPr>
        <p:spPr>
          <a:xfrm>
            <a:off x="7145868" y="1286858"/>
            <a:ext cx="4503207" cy="506949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01D68BE3-023A-A7CB-307D-4D6C2A9A6298}"/>
              </a:ext>
            </a:extLst>
          </p:cNvPr>
          <p:cNvSpPr/>
          <p:nvPr/>
        </p:nvSpPr>
        <p:spPr>
          <a:xfrm>
            <a:off x="546099" y="1286857"/>
            <a:ext cx="6388553" cy="5066401"/>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7" name="Straight Connector 6">
            <a:extLst>
              <a:ext uri="{FF2B5EF4-FFF2-40B4-BE49-F238E27FC236}">
                <a16:creationId xmlns:a16="http://schemas.microsoft.com/office/drawing/2014/main" id="{7316F79F-EAAB-E71C-FFE5-35E37741888A}"/>
              </a:ext>
            </a:extLst>
          </p:cNvPr>
          <p:cNvCxnSpPr>
            <a:cxnSpLocks/>
          </p:cNvCxnSpPr>
          <p:nvPr/>
        </p:nvCxnSpPr>
        <p:spPr>
          <a:xfrm>
            <a:off x="614363" y="1636450"/>
            <a:ext cx="527526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F0FAEB82-44E1-25C2-1881-CDE61CCE0A00}"/>
              </a:ext>
            </a:extLst>
          </p:cNvPr>
          <p:cNvSpPr/>
          <p:nvPr>
            <p:custDataLst>
              <p:tags r:id="rId3"/>
            </p:custDataLst>
          </p:nvPr>
        </p:nvSpPr>
        <p:spPr>
          <a:xfrm>
            <a:off x="650898" y="1366873"/>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chemeClr val="tx1"/>
                </a:solidFill>
                <a:latin typeface="Calibri" panose="020F0502020204030204"/>
                <a:ea typeface="Calibri" panose="020F0502020204030204" pitchFamily="34" charset="0"/>
                <a:cs typeface="Calibri" panose="020F0502020204030204" pitchFamily="34" charset="0"/>
              </a:rPr>
              <a:t>Hematology Market – KSA</a:t>
            </a:r>
            <a:endParaRPr kumimoji="0" lang="en-US" sz="1600" b="0"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11" name="Rectangle 10">
            <a:extLst>
              <a:ext uri="{FF2B5EF4-FFF2-40B4-BE49-F238E27FC236}">
                <a16:creationId xmlns:a16="http://schemas.microsoft.com/office/drawing/2014/main" id="{73602B48-7AB0-E93D-C195-2996A4232943}"/>
              </a:ext>
            </a:extLst>
          </p:cNvPr>
          <p:cNvSpPr/>
          <p:nvPr>
            <p:custDataLst>
              <p:tags r:id="rId4"/>
            </p:custDataLst>
          </p:nvPr>
        </p:nvSpPr>
        <p:spPr>
          <a:xfrm>
            <a:off x="650875" y="1635125"/>
            <a:ext cx="3182938"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400">
                <a:solidFill>
                  <a:srgbClr val="DDDDDD">
                    <a:lumMod val="10000"/>
                  </a:srgbClr>
                </a:solidFill>
                <a:ea typeface="Calibri" panose="020F0502020204030204" pitchFamily="34" charset="0"/>
                <a:cs typeface="Calibri" panose="020F0502020204030204" pitchFamily="34" charset="0"/>
              </a:rPr>
              <a:t>Market size, SAR Mn, 2026-2028F</a:t>
            </a:r>
          </a:p>
        </p:txBody>
      </p:sp>
      <p:grpSp>
        <p:nvGrpSpPr>
          <p:cNvPr id="21" name="Group 20">
            <a:extLst>
              <a:ext uri="{FF2B5EF4-FFF2-40B4-BE49-F238E27FC236}">
                <a16:creationId xmlns:a16="http://schemas.microsoft.com/office/drawing/2014/main" id="{D3AE0B03-8A7B-85AF-A481-F037EE679707}"/>
              </a:ext>
            </a:extLst>
          </p:cNvPr>
          <p:cNvGrpSpPr/>
          <p:nvPr/>
        </p:nvGrpSpPr>
        <p:grpSpPr>
          <a:xfrm>
            <a:off x="609600" y="4157663"/>
            <a:ext cx="5280025" cy="266548"/>
            <a:chOff x="609600" y="4029484"/>
            <a:chExt cx="5280025" cy="266548"/>
          </a:xfrm>
        </p:grpSpPr>
        <p:sp>
          <p:nvSpPr>
            <p:cNvPr id="22" name="Rectangle 21">
              <a:extLst>
                <a:ext uri="{FF2B5EF4-FFF2-40B4-BE49-F238E27FC236}">
                  <a16:creationId xmlns:a16="http://schemas.microsoft.com/office/drawing/2014/main" id="{312D4054-07F2-6A17-ACF2-6B4352653C33}"/>
                </a:ext>
              </a:extLst>
            </p:cNvPr>
            <p:cNvSpPr/>
            <p:nvPr>
              <p:custDataLst>
                <p:tags r:id="rId31"/>
              </p:custDataLst>
            </p:nvPr>
          </p:nvSpPr>
          <p:spPr>
            <a:xfrm>
              <a:off x="650875" y="4029484"/>
              <a:ext cx="523875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Volume Segmentation of Hematology Tests, </a:t>
              </a:r>
              <a:r>
                <a:rPr kumimoji="0" lang="en-US" sz="120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 2025</a:t>
              </a:r>
              <a:endPar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23" name="Straight Connector 22">
              <a:extLst>
                <a:ext uri="{FF2B5EF4-FFF2-40B4-BE49-F238E27FC236}">
                  <a16:creationId xmlns:a16="http://schemas.microsoft.com/office/drawing/2014/main" id="{6F6B57C8-10AA-A3AB-1409-14EEA3929A57}"/>
                </a:ext>
              </a:extLst>
            </p:cNvPr>
            <p:cNvCxnSpPr>
              <a:cxnSpLocks/>
            </p:cNvCxnSpPr>
            <p:nvPr/>
          </p:nvCxnSpPr>
          <p:spPr>
            <a:xfrm>
              <a:off x="609600" y="4296032"/>
              <a:ext cx="527526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33" name="Straight Connector 32">
            <a:extLst>
              <a:ext uri="{FF2B5EF4-FFF2-40B4-BE49-F238E27FC236}">
                <a16:creationId xmlns:a16="http://schemas.microsoft.com/office/drawing/2014/main" id="{7ABBB7F0-CDED-1E14-986D-3B14FF5D59DC}"/>
              </a:ext>
            </a:extLst>
          </p:cNvPr>
          <p:cNvCxnSpPr>
            <a:cxnSpLocks/>
          </p:cNvCxnSpPr>
          <p:nvPr/>
        </p:nvCxnSpPr>
        <p:spPr>
          <a:xfrm>
            <a:off x="7296558" y="1627188"/>
            <a:ext cx="4253291"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E5C69A06-7446-EBD5-88B1-0F653AAE62FC}"/>
              </a:ext>
            </a:extLst>
          </p:cNvPr>
          <p:cNvSpPr/>
          <p:nvPr>
            <p:custDataLst>
              <p:tags r:id="rId5"/>
            </p:custDataLst>
          </p:nvPr>
        </p:nvSpPr>
        <p:spPr>
          <a:xfrm>
            <a:off x="7328355" y="1363236"/>
            <a:ext cx="3058128" cy="27188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Hematology investigations in KSA </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12" name="Rectangle 11">
            <a:extLst>
              <a:ext uri="{FF2B5EF4-FFF2-40B4-BE49-F238E27FC236}">
                <a16:creationId xmlns:a16="http://schemas.microsoft.com/office/drawing/2014/main" id="{187BA390-FF1C-C567-3115-11EAE02633DB}"/>
              </a:ext>
            </a:extLst>
          </p:cNvPr>
          <p:cNvSpPr/>
          <p:nvPr/>
        </p:nvSpPr>
        <p:spPr>
          <a:xfrm>
            <a:off x="6837364" y="1731051"/>
            <a:ext cx="4516436" cy="1843088"/>
          </a:xfrm>
          <a:prstGeom prst="rect">
            <a:avLst/>
          </a:prstGeom>
          <a:noFill/>
          <a:ln>
            <a:solidFill>
              <a:schemeClr val="bg1"/>
            </a:solidFill>
            <a:prstDash val="dash"/>
          </a:ln>
        </p:spPr>
        <p:txBody>
          <a:bodyPr wrap="square" lIns="36000" tIns="36000" rIns="36000" bIns="36000" rtlCol="0" anchor="t">
            <a:noAutofit/>
          </a:bodyPr>
          <a:lstStyle/>
          <a:p>
            <a:pPr marL="9525" algn="just">
              <a:spcBef>
                <a:spcPts val="400"/>
              </a:spcBef>
              <a:spcAft>
                <a:spcPts val="400"/>
              </a:spcAft>
            </a:pPr>
            <a:endParaRPr lang="en-US" sz="1200">
              <a:solidFill>
                <a:prstClr val="black"/>
              </a:solidFill>
              <a:latin typeface="Calibri" panose="020F0502020204030204"/>
            </a:endParaRPr>
          </a:p>
        </p:txBody>
      </p:sp>
      <p:grpSp>
        <p:nvGrpSpPr>
          <p:cNvPr id="126" name="Group 125">
            <a:extLst>
              <a:ext uri="{FF2B5EF4-FFF2-40B4-BE49-F238E27FC236}">
                <a16:creationId xmlns:a16="http://schemas.microsoft.com/office/drawing/2014/main" id="{255DDEE5-5C65-91B6-4795-712031354FB4}"/>
              </a:ext>
            </a:extLst>
          </p:cNvPr>
          <p:cNvGrpSpPr/>
          <p:nvPr/>
        </p:nvGrpSpPr>
        <p:grpSpPr>
          <a:xfrm>
            <a:off x="-497078" y="360245"/>
            <a:ext cx="338328" cy="4390101"/>
            <a:chOff x="-460920" y="279546"/>
            <a:chExt cx="338328" cy="4390101"/>
          </a:xfrm>
        </p:grpSpPr>
        <p:sp>
          <p:nvSpPr>
            <p:cNvPr id="127" name="Google Shape;139;p2">
              <a:extLst>
                <a:ext uri="{FF2B5EF4-FFF2-40B4-BE49-F238E27FC236}">
                  <a16:creationId xmlns:a16="http://schemas.microsoft.com/office/drawing/2014/main" id="{BE96C271-46EA-FE4B-098B-3F00B76028E7}"/>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28" name="Google Shape;140;p2">
              <a:extLst>
                <a:ext uri="{FF2B5EF4-FFF2-40B4-BE49-F238E27FC236}">
                  <a16:creationId xmlns:a16="http://schemas.microsoft.com/office/drawing/2014/main" id="{5D6823B4-9584-C627-6594-883C68EA350C}"/>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29" name="Google Shape;141;p2">
              <a:extLst>
                <a:ext uri="{FF2B5EF4-FFF2-40B4-BE49-F238E27FC236}">
                  <a16:creationId xmlns:a16="http://schemas.microsoft.com/office/drawing/2014/main" id="{2EA6E559-0B3D-3D81-CEF8-5894F9377EB4}"/>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0" name="Google Shape;142;p2">
              <a:extLst>
                <a:ext uri="{FF2B5EF4-FFF2-40B4-BE49-F238E27FC236}">
                  <a16:creationId xmlns:a16="http://schemas.microsoft.com/office/drawing/2014/main" id="{75E99D12-5170-5222-BE28-2E6CBBB3CEFC}"/>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1" name="Google Shape;143;p2">
              <a:extLst>
                <a:ext uri="{FF2B5EF4-FFF2-40B4-BE49-F238E27FC236}">
                  <a16:creationId xmlns:a16="http://schemas.microsoft.com/office/drawing/2014/main" id="{E7A63710-1BAB-394E-67BC-AB84494FC6A7}"/>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2" name="Google Shape;147;p2">
              <a:extLst>
                <a:ext uri="{FF2B5EF4-FFF2-40B4-BE49-F238E27FC236}">
                  <a16:creationId xmlns:a16="http://schemas.microsoft.com/office/drawing/2014/main" id="{63F945F8-8D03-6348-9A63-8D69DDFF433E}"/>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3" name="Google Shape;151;p2">
              <a:extLst>
                <a:ext uri="{FF2B5EF4-FFF2-40B4-BE49-F238E27FC236}">
                  <a16:creationId xmlns:a16="http://schemas.microsoft.com/office/drawing/2014/main" id="{6358FCD2-48A8-979C-26E3-3DE6FE367912}"/>
                </a:ext>
              </a:extLst>
            </p:cNvPr>
            <p:cNvSpPr/>
            <p:nvPr/>
          </p:nvSpPr>
          <p:spPr>
            <a:xfrm>
              <a:off x="-460920" y="3814161"/>
              <a:ext cx="338328" cy="338328"/>
            </a:xfrm>
            <a:prstGeom prst="ellipse">
              <a:avLst/>
            </a:prstGeom>
            <a:solidFill>
              <a:schemeClr val="bg2">
                <a:lumMod val="50000"/>
              </a:scheme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4" name="Google Shape;147;p2">
              <a:extLst>
                <a:ext uri="{FF2B5EF4-FFF2-40B4-BE49-F238E27FC236}">
                  <a16:creationId xmlns:a16="http://schemas.microsoft.com/office/drawing/2014/main" id="{AA48FF92-02BB-BFC0-3387-EF2621A917F6}"/>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9" name="Google Shape;151;p2">
              <a:extLst>
                <a:ext uri="{FF2B5EF4-FFF2-40B4-BE49-F238E27FC236}">
                  <a16:creationId xmlns:a16="http://schemas.microsoft.com/office/drawing/2014/main" id="{27053A5F-A3CD-94FF-1551-B2F1F459F112}"/>
                </a:ext>
              </a:extLst>
            </p:cNvPr>
            <p:cNvSpPr/>
            <p:nvPr/>
          </p:nvSpPr>
          <p:spPr>
            <a:xfrm>
              <a:off x="-460920" y="4331319"/>
              <a:ext cx="338328" cy="338328"/>
            </a:xfrm>
            <a:prstGeom prst="ellipse">
              <a:avLst/>
            </a:prstGeom>
            <a:solidFill>
              <a:schemeClr val="bg1">
                <a:lumMod val="85000"/>
              </a:scheme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graphicFrame>
        <p:nvGraphicFramePr>
          <p:cNvPr id="24" name="Chart 23">
            <a:extLst>
              <a:ext uri="{FF2B5EF4-FFF2-40B4-BE49-F238E27FC236}">
                <a16:creationId xmlns:a16="http://schemas.microsoft.com/office/drawing/2014/main" id="{7155C5B6-8DB8-153A-1B40-00F41C089F33}"/>
              </a:ext>
            </a:extLst>
          </p:cNvPr>
          <p:cNvGraphicFramePr/>
          <p:nvPr>
            <p:custDataLst>
              <p:tags r:id="rId6"/>
            </p:custDataLst>
            <p:extLst>
              <p:ext uri="{D42A27DB-BD31-4B8C-83A1-F6EECF244321}">
                <p14:modId xmlns:p14="http://schemas.microsoft.com/office/powerpoint/2010/main" val="3923662415"/>
              </p:ext>
            </p:extLst>
          </p:nvPr>
        </p:nvGraphicFramePr>
        <p:xfrm>
          <a:off x="568325" y="2155825"/>
          <a:ext cx="3787775" cy="1762125"/>
        </p:xfrm>
        <a:graphic>
          <a:graphicData uri="http://schemas.openxmlformats.org/drawingml/2006/chart">
            <c:chart xmlns:c="http://schemas.openxmlformats.org/drawingml/2006/chart" xmlns:r="http://schemas.openxmlformats.org/officeDocument/2006/relationships" r:id="rId36"/>
          </a:graphicData>
        </a:graphic>
      </p:graphicFrame>
      <p:cxnSp>
        <p:nvCxnSpPr>
          <p:cNvPr id="15" name="Straight Connector 14">
            <a:extLst>
              <a:ext uri="{FF2B5EF4-FFF2-40B4-BE49-F238E27FC236}">
                <a16:creationId xmlns:a16="http://schemas.microsoft.com/office/drawing/2014/main" id="{07C18272-2908-F0F9-D168-32083BEC43E7}"/>
              </a:ext>
            </a:extLst>
          </p:cNvPr>
          <p:cNvCxnSpPr>
            <a:cxnSpLocks/>
          </p:cNvCxnSpPr>
          <p:nvPr>
            <p:custDataLst>
              <p:tags r:id="rId7"/>
            </p:custDataLst>
          </p:nvPr>
        </p:nvCxnSpPr>
        <p:spPr bwMode="auto">
          <a:xfrm flipV="1">
            <a:off x="1254125" y="2130425"/>
            <a:ext cx="2414588" cy="23177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6" name="Text Placeholder 4">
            <a:extLst>
              <a:ext uri="{FF2B5EF4-FFF2-40B4-BE49-F238E27FC236}">
                <a16:creationId xmlns:a16="http://schemas.microsoft.com/office/drawing/2014/main" id="{153B311C-2DBA-A942-0776-32A455FD9AFE}"/>
              </a:ext>
            </a:extLst>
          </p:cNvPr>
          <p:cNvSpPr>
            <a:spLocks/>
          </p:cNvSpPr>
          <p:nvPr>
            <p:custDataLst>
              <p:tags r:id="rId8"/>
            </p:custDataLst>
          </p:nvPr>
        </p:nvSpPr>
        <p:spPr bwMode="auto">
          <a:xfrm>
            <a:off x="1057275" y="370205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AD2A4BAE-7FA0-4757-A24A-C5274A0BEDE4}"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17" name="Text Placeholder 4">
            <a:extLst>
              <a:ext uri="{FF2B5EF4-FFF2-40B4-BE49-F238E27FC236}">
                <a16:creationId xmlns:a16="http://schemas.microsoft.com/office/drawing/2014/main" id="{9E798C31-1CDB-4560-117E-064C5168619C}"/>
              </a:ext>
            </a:extLst>
          </p:cNvPr>
          <p:cNvSpPr>
            <a:spLocks/>
          </p:cNvSpPr>
          <p:nvPr>
            <p:custDataLst>
              <p:tags r:id="rId9"/>
            </p:custDataLst>
          </p:nvPr>
        </p:nvSpPr>
        <p:spPr bwMode="auto">
          <a:xfrm>
            <a:off x="2263775" y="370205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7F921720-5239-4B30-844B-AD85F28A16BA}"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18" name="Text Placeholder 4">
            <a:extLst>
              <a:ext uri="{FF2B5EF4-FFF2-40B4-BE49-F238E27FC236}">
                <a16:creationId xmlns:a16="http://schemas.microsoft.com/office/drawing/2014/main" id="{2B3E433C-666B-10B8-4625-B520E93BBF20}"/>
              </a:ext>
            </a:extLst>
          </p:cNvPr>
          <p:cNvSpPr>
            <a:spLocks/>
          </p:cNvSpPr>
          <p:nvPr>
            <p:custDataLst>
              <p:tags r:id="rId10"/>
            </p:custDataLst>
          </p:nvPr>
        </p:nvSpPr>
        <p:spPr bwMode="auto">
          <a:xfrm>
            <a:off x="3471863" y="370205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CDE5D117-7DDF-4C10-94DF-9309D6109A16}"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20" name="Text Placeholder 2">
            <a:extLst>
              <a:ext uri="{FF2B5EF4-FFF2-40B4-BE49-F238E27FC236}">
                <a16:creationId xmlns:a16="http://schemas.microsoft.com/office/drawing/2014/main" id="{31437894-8ED8-4229-155B-1CB1EC9579AE}"/>
              </a:ext>
            </a:extLst>
          </p:cNvPr>
          <p:cNvSpPr>
            <a:spLocks/>
          </p:cNvSpPr>
          <p:nvPr>
            <p:custDataLst>
              <p:tags r:id="rId11"/>
            </p:custDataLst>
          </p:nvPr>
        </p:nvSpPr>
        <p:spPr bwMode="auto">
          <a:xfrm>
            <a:off x="2187575" y="2128838"/>
            <a:ext cx="546100"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C08B924-EE44-4B9F-8AD9-E40C52FE1D5D}" type="datetime'1''''''''''''2''''''''''''''.''''3''%'''''''''''''''''''''''">
              <a:rPr lang="en-US" altLang="en-US" sz="1200" b="1" smtClean="0">
                <a:solidFill>
                  <a:schemeClr val="bg1"/>
                </a:solidFill>
                <a:effectLst/>
              </a:rPr>
              <a:pPr marL="0" lvl="0" indent="0" algn="ctr">
                <a:spcBef>
                  <a:spcPct val="0"/>
                </a:spcBef>
                <a:spcAft>
                  <a:spcPct val="0"/>
                </a:spcAft>
                <a:buNone/>
              </a:pPr>
              <a:t>12.3%</a:t>
            </a:fld>
            <a:endParaRPr lang="en-US" sz="1200" b="1">
              <a:solidFill>
                <a:schemeClr val="bg1"/>
              </a:solidFill>
              <a:sym typeface="Arial\"/>
            </a:endParaRPr>
          </a:p>
        </p:txBody>
      </p:sp>
      <p:graphicFrame>
        <p:nvGraphicFramePr>
          <p:cNvPr id="101" name="Chart 100">
            <a:extLst>
              <a:ext uri="{FF2B5EF4-FFF2-40B4-BE49-F238E27FC236}">
                <a16:creationId xmlns:a16="http://schemas.microsoft.com/office/drawing/2014/main" id="{42ECD86A-1529-F4B4-1496-9B418B76E831}"/>
              </a:ext>
            </a:extLst>
          </p:cNvPr>
          <p:cNvGraphicFramePr/>
          <p:nvPr>
            <p:custDataLst>
              <p:tags r:id="rId12"/>
            </p:custDataLst>
            <p:extLst>
              <p:ext uri="{D42A27DB-BD31-4B8C-83A1-F6EECF244321}">
                <p14:modId xmlns:p14="http://schemas.microsoft.com/office/powerpoint/2010/main" val="3116082188"/>
              </p:ext>
            </p:extLst>
          </p:nvPr>
        </p:nvGraphicFramePr>
        <p:xfrm>
          <a:off x="7213600" y="2428875"/>
          <a:ext cx="3951288" cy="3621088"/>
        </p:xfrm>
        <a:graphic>
          <a:graphicData uri="http://schemas.openxmlformats.org/drawingml/2006/chart">
            <c:chart xmlns:c="http://schemas.openxmlformats.org/drawingml/2006/chart" xmlns:r="http://schemas.openxmlformats.org/officeDocument/2006/relationships" r:id="rId37"/>
          </a:graphicData>
        </a:graphic>
      </p:graphicFrame>
      <p:cxnSp>
        <p:nvCxnSpPr>
          <p:cNvPr id="30" name="Straight Connector 29">
            <a:extLst>
              <a:ext uri="{FF2B5EF4-FFF2-40B4-BE49-F238E27FC236}">
                <a16:creationId xmlns:a16="http://schemas.microsoft.com/office/drawing/2014/main" id="{69B0F4EA-C0F4-CE39-5F96-7FEFF6C8DFAB}"/>
              </a:ext>
            </a:extLst>
          </p:cNvPr>
          <p:cNvCxnSpPr>
            <a:cxnSpLocks/>
          </p:cNvCxnSpPr>
          <p:nvPr>
            <p:custDataLst>
              <p:tags r:id="rId13"/>
            </p:custDataLst>
          </p:nvPr>
        </p:nvCxnSpPr>
        <p:spPr bwMode="auto">
          <a:xfrm flipV="1">
            <a:off x="7926388" y="2276475"/>
            <a:ext cx="2524125" cy="25558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5109F57C-251C-7F61-A5C1-145E0A5894DF}"/>
              </a:ext>
            </a:extLst>
          </p:cNvPr>
          <p:cNvCxnSpPr/>
          <p:nvPr>
            <p:custDataLst>
              <p:tags r:id="rId14"/>
            </p:custDataLst>
          </p:nvPr>
        </p:nvCxnSpPr>
        <p:spPr bwMode="auto">
          <a:xfrm flipH="1" flipV="1">
            <a:off x="10904538" y="2741613"/>
            <a:ext cx="42862" cy="119062"/>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1" name="Text Placeholder 4">
            <a:extLst>
              <a:ext uri="{FF2B5EF4-FFF2-40B4-BE49-F238E27FC236}">
                <a16:creationId xmlns:a16="http://schemas.microsoft.com/office/drawing/2014/main" id="{1B24374A-A357-FCD0-90D2-F7B431683068}"/>
              </a:ext>
            </a:extLst>
          </p:cNvPr>
          <p:cNvSpPr>
            <a:spLocks/>
          </p:cNvSpPr>
          <p:nvPr>
            <p:custDataLst>
              <p:tags r:id="rId15"/>
            </p:custDataLst>
          </p:nvPr>
        </p:nvSpPr>
        <p:spPr bwMode="auto">
          <a:xfrm>
            <a:off x="7729538" y="58340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F612FA4E-0407-4490-BA0C-7F2761188B3E}"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2" name="Text Placeholder 4">
            <a:extLst>
              <a:ext uri="{FF2B5EF4-FFF2-40B4-BE49-F238E27FC236}">
                <a16:creationId xmlns:a16="http://schemas.microsoft.com/office/drawing/2014/main" id="{C1A6FEB9-591F-B270-79C2-0F622332AB88}"/>
              </a:ext>
            </a:extLst>
          </p:cNvPr>
          <p:cNvSpPr>
            <a:spLocks/>
          </p:cNvSpPr>
          <p:nvPr>
            <p:custDataLst>
              <p:tags r:id="rId16"/>
            </p:custDataLst>
          </p:nvPr>
        </p:nvSpPr>
        <p:spPr bwMode="auto">
          <a:xfrm>
            <a:off x="8991600" y="58340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C03CF585-C147-4F85-872B-CB5362E6D929}"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4" name="Text Placeholder 4">
            <a:extLst>
              <a:ext uri="{FF2B5EF4-FFF2-40B4-BE49-F238E27FC236}">
                <a16:creationId xmlns:a16="http://schemas.microsoft.com/office/drawing/2014/main" id="{AE79A609-6C2D-6FA4-4ED4-08C83E4ADAB8}"/>
              </a:ext>
            </a:extLst>
          </p:cNvPr>
          <p:cNvSpPr>
            <a:spLocks/>
          </p:cNvSpPr>
          <p:nvPr>
            <p:custDataLst>
              <p:tags r:id="rId17"/>
            </p:custDataLst>
          </p:nvPr>
        </p:nvSpPr>
        <p:spPr bwMode="auto">
          <a:xfrm>
            <a:off x="10253663" y="58340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6619B54F-E9F2-4393-B520-963E69641616}"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50" name="Text Placeholder 2">
            <a:extLst>
              <a:ext uri="{FF2B5EF4-FFF2-40B4-BE49-F238E27FC236}">
                <a16:creationId xmlns:a16="http://schemas.microsoft.com/office/drawing/2014/main" id="{87BB863F-9716-77B5-70B5-97E8A856AB8A}"/>
              </a:ext>
            </a:extLst>
          </p:cNvPr>
          <p:cNvSpPr>
            <a:spLocks/>
          </p:cNvSpPr>
          <p:nvPr>
            <p:custDataLst>
              <p:tags r:id="rId18"/>
            </p:custDataLst>
          </p:nvPr>
        </p:nvSpPr>
        <p:spPr bwMode="auto">
          <a:xfrm>
            <a:off x="10972800" y="4383088"/>
            <a:ext cx="568325"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8D07A908-F320-457A-83CC-986BF6E9D797}" type="datetime'Mo''H'' ''''&#10;H''''o''''s''''''''''''p''''ita''''''l''s'">
              <a:rPr lang="en-US" altLang="en-US" sz="1200" smtClean="0"/>
              <a:pPr marL="0" lvl="0" indent="0">
                <a:spcBef>
                  <a:spcPct val="0"/>
                </a:spcBef>
                <a:spcAft>
                  <a:spcPct val="0"/>
                </a:spcAft>
                <a:buNone/>
              </a:pPr>
              <a:t>MoH 
Hospitals</a:t>
            </a:fld>
            <a:endParaRPr lang="en-US" sz="1200">
              <a:sym typeface="Arial\"/>
            </a:endParaRPr>
          </a:p>
        </p:txBody>
      </p:sp>
      <p:sp>
        <p:nvSpPr>
          <p:cNvPr id="64" name="Text Placeholder 2">
            <a:extLst>
              <a:ext uri="{FF2B5EF4-FFF2-40B4-BE49-F238E27FC236}">
                <a16:creationId xmlns:a16="http://schemas.microsoft.com/office/drawing/2014/main" id="{39BDA31F-C292-75DA-8E59-F9E6512578B7}"/>
              </a:ext>
            </a:extLst>
          </p:cNvPr>
          <p:cNvSpPr>
            <a:spLocks/>
          </p:cNvSpPr>
          <p:nvPr>
            <p:custDataLst>
              <p:tags r:id="rId19"/>
            </p:custDataLst>
          </p:nvPr>
        </p:nvSpPr>
        <p:spPr bwMode="auto">
          <a:xfrm>
            <a:off x="10972800" y="3076575"/>
            <a:ext cx="465138"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9678A994-0255-470D-909C-EA5292E33D31}" type="datetime'P''r''i''''''vate &#10;S''''e''''c''''t''''''''''or'''''''''''">
              <a:rPr lang="en-US" altLang="en-US" sz="1200" smtClean="0"/>
              <a:pPr marL="0" lvl="0" indent="0">
                <a:spcBef>
                  <a:spcPct val="0"/>
                </a:spcBef>
                <a:spcAft>
                  <a:spcPct val="0"/>
                </a:spcAft>
                <a:buNone/>
              </a:pPr>
              <a:t>Private 
Sector</a:t>
            </a:fld>
            <a:endParaRPr lang="en-US" sz="1200">
              <a:sym typeface="Arial\"/>
            </a:endParaRPr>
          </a:p>
        </p:txBody>
      </p:sp>
      <p:sp>
        <p:nvSpPr>
          <p:cNvPr id="157" name="Text Placeholder 2">
            <a:extLst>
              <a:ext uri="{FF2B5EF4-FFF2-40B4-BE49-F238E27FC236}">
                <a16:creationId xmlns:a16="http://schemas.microsoft.com/office/drawing/2014/main" id="{E7ABA793-1DE5-F608-09BF-4B7264EE7147}"/>
              </a:ext>
            </a:extLst>
          </p:cNvPr>
          <p:cNvSpPr>
            <a:spLocks/>
          </p:cNvSpPr>
          <p:nvPr>
            <p:custDataLst>
              <p:tags r:id="rId20"/>
            </p:custDataLst>
          </p:nvPr>
        </p:nvSpPr>
        <p:spPr bwMode="auto">
          <a:xfrm>
            <a:off x="10972800" y="2695575"/>
            <a:ext cx="341313"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5BB38FDD-8EAE-48BF-A347-F77BE95667CC}" type="datetime'''M''''''''''''o''''''H'''''' ''''''''&#10;L''''''a''''''''b''''s'">
              <a:rPr lang="en-US" altLang="en-US" sz="1200" smtClean="0"/>
              <a:pPr marL="0" lvl="0" indent="0">
                <a:spcBef>
                  <a:spcPct val="0"/>
                </a:spcBef>
                <a:spcAft>
                  <a:spcPct val="0"/>
                </a:spcAft>
                <a:buNone/>
              </a:pPr>
              <a:t>MoH 
Labs</a:t>
            </a:fld>
            <a:endParaRPr lang="en-US" sz="1200">
              <a:sym typeface="Arial\"/>
            </a:endParaRPr>
          </a:p>
        </p:txBody>
      </p:sp>
      <p:sp>
        <p:nvSpPr>
          <p:cNvPr id="44" name="Text Placeholder 2">
            <a:extLst>
              <a:ext uri="{FF2B5EF4-FFF2-40B4-BE49-F238E27FC236}">
                <a16:creationId xmlns:a16="http://schemas.microsoft.com/office/drawing/2014/main" id="{87BB863F-9716-77B5-70B5-97E8A856AB8A}"/>
              </a:ext>
            </a:extLst>
          </p:cNvPr>
          <p:cNvSpPr>
            <a:spLocks/>
          </p:cNvSpPr>
          <p:nvPr>
            <p:custDataLst>
              <p:tags r:id="rId21"/>
            </p:custDataLst>
          </p:nvPr>
        </p:nvSpPr>
        <p:spPr bwMode="gray">
          <a:xfrm>
            <a:off x="7826375" y="2744788"/>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4C6CED0-2ED9-4239-8E00-6F22BE639AA0}" type="datetime'''6''''''''''''''''''''''''''3'''''''''''''''''''''''''''''''">
              <a:rPr lang="en-US" altLang="en-US" sz="1200" b="1" smtClean="0">
                <a:solidFill>
                  <a:srgbClr val="000000"/>
                </a:solidFill>
              </a:rPr>
              <a:pPr marL="0" lvl="0" indent="0" algn="ctr">
                <a:spcBef>
                  <a:spcPct val="0"/>
                </a:spcBef>
                <a:spcAft>
                  <a:spcPct val="0"/>
                </a:spcAft>
                <a:buNone/>
              </a:pPr>
              <a:t>63</a:t>
            </a:fld>
            <a:endParaRPr lang="en-US" sz="1200" b="1">
              <a:solidFill>
                <a:srgbClr val="000000"/>
              </a:solidFill>
              <a:sym typeface="Arial\"/>
            </a:endParaRPr>
          </a:p>
        </p:txBody>
      </p:sp>
      <p:sp>
        <p:nvSpPr>
          <p:cNvPr id="47" name="Text Placeholder 2">
            <a:extLst>
              <a:ext uri="{FF2B5EF4-FFF2-40B4-BE49-F238E27FC236}">
                <a16:creationId xmlns:a16="http://schemas.microsoft.com/office/drawing/2014/main" id="{87BB863F-9716-77B5-70B5-97E8A856AB8A}"/>
              </a:ext>
            </a:extLst>
          </p:cNvPr>
          <p:cNvSpPr>
            <a:spLocks/>
          </p:cNvSpPr>
          <p:nvPr>
            <p:custDataLst>
              <p:tags r:id="rId22"/>
            </p:custDataLst>
          </p:nvPr>
        </p:nvSpPr>
        <p:spPr bwMode="gray">
          <a:xfrm>
            <a:off x="9088438" y="2622550"/>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9C327CD-F13A-4FB0-8FB7-5ECF9EF50067}" type="datetime'''''''''''''''''6''''6'''''''">
              <a:rPr lang="en-US" altLang="en-US" sz="1200" b="1" smtClean="0">
                <a:solidFill>
                  <a:srgbClr val="000000"/>
                </a:solidFill>
              </a:rPr>
              <a:pPr marL="0" lvl="0" indent="0" algn="ctr">
                <a:spcBef>
                  <a:spcPct val="0"/>
                </a:spcBef>
                <a:spcAft>
                  <a:spcPct val="0"/>
                </a:spcAft>
                <a:buNone/>
              </a:pPr>
              <a:t>66</a:t>
            </a:fld>
            <a:endParaRPr lang="en-US" sz="1200" b="1">
              <a:solidFill>
                <a:srgbClr val="000000"/>
              </a:solidFill>
              <a:sym typeface="Arial\"/>
            </a:endParaRPr>
          </a:p>
        </p:txBody>
      </p:sp>
      <p:sp>
        <p:nvSpPr>
          <p:cNvPr id="48" name="Text Placeholder 2">
            <a:extLst>
              <a:ext uri="{FF2B5EF4-FFF2-40B4-BE49-F238E27FC236}">
                <a16:creationId xmlns:a16="http://schemas.microsoft.com/office/drawing/2014/main" id="{87BB863F-9716-77B5-70B5-97E8A856AB8A}"/>
              </a:ext>
            </a:extLst>
          </p:cNvPr>
          <p:cNvSpPr>
            <a:spLocks/>
          </p:cNvSpPr>
          <p:nvPr>
            <p:custDataLst>
              <p:tags r:id="rId23"/>
            </p:custDataLst>
          </p:nvPr>
        </p:nvSpPr>
        <p:spPr bwMode="gray">
          <a:xfrm>
            <a:off x="10350500" y="2493963"/>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FCF4B2F-72A8-4DD3-A2A7-88D41EB4514B}" type="datetime'''6''''''''''''9'''''''''''''''''''''''''''''''''''''''''">
              <a:rPr lang="en-US" altLang="en-US" sz="1200" b="1" smtClean="0">
                <a:solidFill>
                  <a:srgbClr val="000000"/>
                </a:solidFill>
              </a:rPr>
              <a:pPr marL="0" lvl="0" indent="0" algn="ctr">
                <a:spcBef>
                  <a:spcPct val="0"/>
                </a:spcBef>
                <a:spcAft>
                  <a:spcPct val="0"/>
                </a:spcAft>
                <a:buNone/>
              </a:pPr>
              <a:t>69</a:t>
            </a:fld>
            <a:endParaRPr lang="en-US" sz="1200" b="1">
              <a:solidFill>
                <a:srgbClr val="000000"/>
              </a:solidFill>
              <a:sym typeface="Arial\"/>
            </a:endParaRPr>
          </a:p>
        </p:txBody>
      </p:sp>
      <p:sp>
        <p:nvSpPr>
          <p:cNvPr id="96" name="Text Placeholder 2">
            <a:extLst>
              <a:ext uri="{FF2B5EF4-FFF2-40B4-BE49-F238E27FC236}">
                <a16:creationId xmlns:a16="http://schemas.microsoft.com/office/drawing/2014/main" id="{87BB863F-9716-77B5-70B5-97E8A856AB8A}"/>
              </a:ext>
            </a:extLst>
          </p:cNvPr>
          <p:cNvSpPr>
            <a:spLocks/>
          </p:cNvSpPr>
          <p:nvPr>
            <p:custDataLst>
              <p:tags r:id="rId24"/>
            </p:custDataLst>
          </p:nvPr>
        </p:nvSpPr>
        <p:spPr bwMode="gray">
          <a:xfrm>
            <a:off x="7866063" y="2909888"/>
            <a:ext cx="122238" cy="165100"/>
          </a:xfrm>
          <a:prstGeom prst="rect">
            <a:avLst/>
          </a:prstGeom>
          <a:solidFill>
            <a:srgbClr val="BFBFB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E7E61CA-A2FF-482D-85C0-487E1E9F65C6}" type="datetime'''''2'''''">
              <a:rPr lang="en-US" altLang="en-US" sz="1200" smtClean="0">
                <a:effectLst/>
                <a:sym typeface="Arial\"/>
              </a:rPr>
              <a:pPr marL="0" lvl="0" indent="0" algn="ctr">
                <a:spcBef>
                  <a:spcPct val="0"/>
                </a:spcBef>
                <a:spcAft>
                  <a:spcPct val="0"/>
                </a:spcAft>
                <a:buNone/>
              </a:pPr>
              <a:t>2</a:t>
            </a:fld>
            <a:endParaRPr lang="en-US" sz="1200" dirty="0">
              <a:sym typeface="Arial\"/>
            </a:endParaRPr>
          </a:p>
        </p:txBody>
      </p:sp>
      <p:sp>
        <p:nvSpPr>
          <p:cNvPr id="98" name="Text Placeholder 2">
            <a:extLst>
              <a:ext uri="{FF2B5EF4-FFF2-40B4-BE49-F238E27FC236}">
                <a16:creationId xmlns:a16="http://schemas.microsoft.com/office/drawing/2014/main" id="{87BB863F-9716-77B5-70B5-97E8A856AB8A}"/>
              </a:ext>
            </a:extLst>
          </p:cNvPr>
          <p:cNvSpPr>
            <a:spLocks/>
          </p:cNvSpPr>
          <p:nvPr>
            <p:custDataLst>
              <p:tags r:id="rId25"/>
            </p:custDataLst>
          </p:nvPr>
        </p:nvSpPr>
        <p:spPr bwMode="gray">
          <a:xfrm>
            <a:off x="9128125" y="2787650"/>
            <a:ext cx="122238" cy="165100"/>
          </a:xfrm>
          <a:prstGeom prst="rect">
            <a:avLst/>
          </a:prstGeom>
          <a:solidFill>
            <a:srgbClr val="BFBFB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5BF85C8-A5CE-485E-92F6-4CE999CDBA7C}" type="datetime'''''''''2'''''''''''''''''''''''''''''''''''''">
              <a:rPr lang="en-US" altLang="en-US" sz="1200" smtClean="0">
                <a:effectLst/>
                <a:sym typeface="Arial\"/>
              </a:rPr>
              <a:pPr marL="0" lvl="0" indent="0" algn="ctr">
                <a:spcBef>
                  <a:spcPct val="0"/>
                </a:spcBef>
                <a:spcAft>
                  <a:spcPct val="0"/>
                </a:spcAft>
                <a:buNone/>
              </a:pPr>
              <a:t>2</a:t>
            </a:fld>
            <a:endParaRPr lang="en-US" sz="1200" dirty="0">
              <a:sym typeface="Arial\"/>
            </a:endParaRPr>
          </a:p>
        </p:txBody>
      </p:sp>
      <p:sp>
        <p:nvSpPr>
          <p:cNvPr id="99" name="Text Placeholder 2">
            <a:extLst>
              <a:ext uri="{FF2B5EF4-FFF2-40B4-BE49-F238E27FC236}">
                <a16:creationId xmlns:a16="http://schemas.microsoft.com/office/drawing/2014/main" id="{87BB863F-9716-77B5-70B5-97E8A856AB8A}"/>
              </a:ext>
            </a:extLst>
          </p:cNvPr>
          <p:cNvSpPr>
            <a:spLocks/>
          </p:cNvSpPr>
          <p:nvPr>
            <p:custDataLst>
              <p:tags r:id="rId26"/>
            </p:custDataLst>
          </p:nvPr>
        </p:nvSpPr>
        <p:spPr bwMode="gray">
          <a:xfrm>
            <a:off x="10390188" y="2659063"/>
            <a:ext cx="122238" cy="165100"/>
          </a:xfrm>
          <a:prstGeom prst="rect">
            <a:avLst/>
          </a:prstGeom>
          <a:solidFill>
            <a:srgbClr val="BFBFB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9C3BB69-DD1C-4FCB-83DA-6BAA6DCAACF7}" type="datetime'''''''2'''''''''''''''''''''''''''''''''''">
              <a:rPr lang="en-US" altLang="en-US" sz="1200" smtClean="0">
                <a:effectLst/>
                <a:sym typeface="Arial\"/>
              </a:rPr>
              <a:pPr marL="0" lvl="0" indent="0" algn="ctr">
                <a:spcBef>
                  <a:spcPct val="0"/>
                </a:spcBef>
                <a:spcAft>
                  <a:spcPct val="0"/>
                </a:spcAft>
                <a:buNone/>
              </a:pPr>
              <a:t>2</a:t>
            </a:fld>
            <a:endParaRPr lang="en-US" sz="1200" dirty="0">
              <a:sym typeface="Arial\"/>
            </a:endParaRPr>
          </a:p>
        </p:txBody>
      </p:sp>
      <p:sp>
        <p:nvSpPr>
          <p:cNvPr id="35" name="Text Placeholder 2">
            <a:extLst>
              <a:ext uri="{FF2B5EF4-FFF2-40B4-BE49-F238E27FC236}">
                <a16:creationId xmlns:a16="http://schemas.microsoft.com/office/drawing/2014/main" id="{610D1382-5F5F-3290-D58E-2B726FB1AAB0}"/>
              </a:ext>
            </a:extLst>
          </p:cNvPr>
          <p:cNvSpPr>
            <a:spLocks/>
          </p:cNvSpPr>
          <p:nvPr>
            <p:custDataLst>
              <p:tags r:id="rId27"/>
            </p:custDataLst>
          </p:nvPr>
        </p:nvSpPr>
        <p:spPr bwMode="auto">
          <a:xfrm>
            <a:off x="8974138" y="2286000"/>
            <a:ext cx="430213"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1832F31-7D72-4424-A7A8-3309121FF6BD}" type="datetime'''''4''''''''''''''''''.''4''''''''''%'''''''">
              <a:rPr lang="en-US" altLang="en-US" sz="1200" smtClean="0">
                <a:solidFill>
                  <a:schemeClr val="bg1"/>
                </a:solidFill>
                <a:effectLst/>
              </a:rPr>
              <a:pPr marL="0" lvl="0" indent="0" algn="ctr">
                <a:spcBef>
                  <a:spcPct val="0"/>
                </a:spcBef>
                <a:spcAft>
                  <a:spcPct val="0"/>
                </a:spcAft>
                <a:buNone/>
              </a:pPr>
              <a:t>4.4%</a:t>
            </a:fld>
            <a:endParaRPr lang="en-US" sz="1200">
              <a:solidFill>
                <a:schemeClr val="bg1"/>
              </a:solidFill>
              <a:sym typeface="Arial\"/>
            </a:endParaRPr>
          </a:p>
        </p:txBody>
      </p:sp>
      <p:sp>
        <p:nvSpPr>
          <p:cNvPr id="40" name="Rectangle 39">
            <a:extLst>
              <a:ext uri="{FF2B5EF4-FFF2-40B4-BE49-F238E27FC236}">
                <a16:creationId xmlns:a16="http://schemas.microsoft.com/office/drawing/2014/main" id="{6A010966-9BB0-75E9-3A4B-C36B1A99903E}"/>
              </a:ext>
            </a:extLst>
          </p:cNvPr>
          <p:cNvSpPr/>
          <p:nvPr>
            <p:custDataLst>
              <p:tags r:id="rId28"/>
            </p:custDataLst>
          </p:nvPr>
        </p:nvSpPr>
        <p:spPr>
          <a:xfrm>
            <a:off x="7325177" y="1626503"/>
            <a:ext cx="3320598" cy="25287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spcBef>
                <a:spcPts val="300"/>
              </a:spcBef>
              <a:spcAft>
                <a:spcPts val="300"/>
              </a:spcAft>
              <a:defRPr/>
            </a:pPr>
            <a:r>
              <a:rPr lang="en-US" sz="1400">
                <a:solidFill>
                  <a:srgbClr val="DDDDDD">
                    <a:lumMod val="10000"/>
                  </a:srgbClr>
                </a:solidFill>
                <a:ea typeface="Calibri" panose="020F0502020204030204" pitchFamily="34" charset="0"/>
                <a:cs typeface="Calibri" panose="020F0502020204030204" pitchFamily="34" charset="0"/>
              </a:rPr>
              <a:t>By type of facility (# in Mn), 2026-2028F</a:t>
            </a:r>
          </a:p>
        </p:txBody>
      </p:sp>
      <p:graphicFrame>
        <p:nvGraphicFramePr>
          <p:cNvPr id="117" name="Chart 116">
            <a:extLst>
              <a:ext uri="{FF2B5EF4-FFF2-40B4-BE49-F238E27FC236}">
                <a16:creationId xmlns:a16="http://schemas.microsoft.com/office/drawing/2014/main" id="{3BBD03EB-CA82-DE7C-0D23-504DE2617363}"/>
              </a:ext>
            </a:extLst>
          </p:cNvPr>
          <p:cNvGraphicFramePr/>
          <p:nvPr>
            <p:custDataLst>
              <p:tags r:id="rId29"/>
            </p:custDataLst>
            <p:extLst>
              <p:ext uri="{D42A27DB-BD31-4B8C-83A1-F6EECF244321}">
                <p14:modId xmlns:p14="http://schemas.microsoft.com/office/powerpoint/2010/main" val="1066080873"/>
              </p:ext>
            </p:extLst>
          </p:nvPr>
        </p:nvGraphicFramePr>
        <p:xfrm>
          <a:off x="2295525" y="4421188"/>
          <a:ext cx="2228850" cy="1879600"/>
        </p:xfrm>
        <a:graphic>
          <a:graphicData uri="http://schemas.openxmlformats.org/drawingml/2006/chart">
            <c:chart xmlns:c="http://schemas.openxmlformats.org/drawingml/2006/chart" xmlns:r="http://schemas.openxmlformats.org/officeDocument/2006/relationships" r:id="rId38"/>
          </a:graphicData>
        </a:graphic>
      </p:graphicFrame>
      <p:sp>
        <p:nvSpPr>
          <p:cNvPr id="27" name="Line 15">
            <a:extLst>
              <a:ext uri="{FF2B5EF4-FFF2-40B4-BE49-F238E27FC236}">
                <a16:creationId xmlns:a16="http://schemas.microsoft.com/office/drawing/2014/main" id="{70BAD79A-3535-6DD6-789F-8696BE2453D5}"/>
              </a:ext>
            </a:extLst>
          </p:cNvPr>
          <p:cNvSpPr>
            <a:spLocks noChangeShapeType="1"/>
          </p:cNvSpPr>
          <p:nvPr>
            <p:custDataLst>
              <p:tags r:id="rId30"/>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CA951D59-63BA-EDE1-0BDF-22D0E48EC681}"/>
              </a:ext>
            </a:extLst>
          </p:cNvPr>
          <p:cNvGrpSpPr/>
          <p:nvPr/>
        </p:nvGrpSpPr>
        <p:grpSpPr>
          <a:xfrm>
            <a:off x="15130" y="47516"/>
            <a:ext cx="171132" cy="228600"/>
            <a:chOff x="0" y="49329"/>
            <a:chExt cx="171132" cy="228600"/>
          </a:xfrm>
        </p:grpSpPr>
        <p:cxnSp>
          <p:nvCxnSpPr>
            <p:cNvPr id="29" name="Straight Connector 28">
              <a:extLst>
                <a:ext uri="{FF2B5EF4-FFF2-40B4-BE49-F238E27FC236}">
                  <a16:creationId xmlns:a16="http://schemas.microsoft.com/office/drawing/2014/main" id="{96E2B4E0-DDC3-653E-8A94-B2ADF83C6636}"/>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7" name="Rectangle: Rounded Corners 36">
              <a:extLst>
                <a:ext uri="{FF2B5EF4-FFF2-40B4-BE49-F238E27FC236}">
                  <a16:creationId xmlns:a16="http://schemas.microsoft.com/office/drawing/2014/main" id="{6F9F8769-F8E8-B6ED-F277-D2EA33457876}"/>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38" name="Google Shape;1129;p23">
            <a:extLst>
              <a:ext uri="{FF2B5EF4-FFF2-40B4-BE49-F238E27FC236}">
                <a16:creationId xmlns:a16="http://schemas.microsoft.com/office/drawing/2014/main" id="{464A1291-11BA-A650-D02A-EE3127C88691}"/>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a:t>
            </a:r>
            <a:r>
              <a:rPr lang="en-US" sz="1200" b="1">
                <a:solidFill>
                  <a:schemeClr val="bg1"/>
                </a:solidFill>
                <a:ea typeface="Calibri"/>
                <a:cs typeface="Calibri"/>
              </a:rPr>
              <a:t>Non-Oncology Infusions</a:t>
            </a:r>
            <a:endParaRPr lang="en-US">
              <a:solidFill>
                <a:schemeClr val="bg1"/>
              </a:solidFill>
              <a:latin typeface="Calibri"/>
              <a:ea typeface="Calibri"/>
              <a:cs typeface="Calibri"/>
            </a:endParaRPr>
          </a:p>
        </p:txBody>
      </p:sp>
      <p:sp>
        <p:nvSpPr>
          <p:cNvPr id="75" name="Rectangle 74">
            <a:extLst>
              <a:ext uri="{FF2B5EF4-FFF2-40B4-BE49-F238E27FC236}">
                <a16:creationId xmlns:a16="http://schemas.microsoft.com/office/drawing/2014/main" id="{5D368C66-66F1-3F58-B31A-E1C2493C6CD5}"/>
              </a:ext>
            </a:extLst>
          </p:cNvPr>
          <p:cNvSpPr/>
          <p:nvPr/>
        </p:nvSpPr>
        <p:spPr>
          <a:xfrm>
            <a:off x="4478661" y="1860823"/>
            <a:ext cx="2430035" cy="2034037"/>
          </a:xfrm>
          <a:prstGeom prst="rect">
            <a:avLst/>
          </a:prstGeom>
          <a:noFill/>
        </p:spPr>
        <p:txBody>
          <a:bodyPr wrap="square" lIns="36000" tIns="36000" rIns="36000" bIns="36000" rtlCol="0" anchor="t">
            <a:noAutofit/>
          </a:bodyPr>
          <a:lstStyle/>
          <a:p>
            <a:pPr marL="9525">
              <a:spcBef>
                <a:spcPts val="400"/>
              </a:spcBef>
              <a:spcAft>
                <a:spcPts val="400"/>
              </a:spcAft>
            </a:pPr>
            <a:r>
              <a:rPr lang="en-US" sz="1200" b="1" i="1">
                <a:solidFill>
                  <a:prstClr val="black"/>
                </a:solidFill>
                <a:latin typeface="Calibri" panose="020F0502020204030204"/>
              </a:rPr>
              <a:t>Drivers of growth</a:t>
            </a:r>
          </a:p>
          <a:p>
            <a:pPr marL="180975" indent="-171450">
              <a:spcBef>
                <a:spcPts val="400"/>
              </a:spcBef>
              <a:spcAft>
                <a:spcPts val="400"/>
              </a:spcAft>
              <a:buFont typeface="Arial" panose="020B0604020202020204" pitchFamily="34" charset="0"/>
              <a:buChar char="•"/>
            </a:pPr>
            <a:r>
              <a:rPr lang="en-US" sz="1200"/>
              <a:t>Rising prevalence of blood disorders like Anemia and Thalassemia</a:t>
            </a:r>
          </a:p>
          <a:p>
            <a:pPr marL="180975" indent="-171450">
              <a:spcBef>
                <a:spcPts val="400"/>
              </a:spcBef>
              <a:spcAft>
                <a:spcPts val="400"/>
              </a:spcAft>
              <a:buFont typeface="Arial" panose="020B0604020202020204" pitchFamily="34" charset="0"/>
              <a:buChar char="•"/>
            </a:pPr>
            <a:r>
              <a:rPr lang="en-US" sz="1200">
                <a:solidFill>
                  <a:prstClr val="black"/>
                </a:solidFill>
                <a:latin typeface="Calibri" panose="020F0502020204030204"/>
                <a:ea typeface="Calibri"/>
                <a:cs typeface="Calibri"/>
              </a:rPr>
              <a:t>Investments in healthcare infrastructure and technology</a:t>
            </a:r>
          </a:p>
          <a:p>
            <a:pPr marL="180975" indent="-171450">
              <a:spcBef>
                <a:spcPts val="400"/>
              </a:spcBef>
              <a:spcAft>
                <a:spcPts val="400"/>
              </a:spcAft>
              <a:buFont typeface="Arial" panose="020B0604020202020204" pitchFamily="34" charset="0"/>
              <a:buChar char="•"/>
            </a:pPr>
            <a:r>
              <a:rPr lang="en-US" sz="1200">
                <a:solidFill>
                  <a:prstClr val="black"/>
                </a:solidFill>
                <a:latin typeface="Calibri" panose="020F0502020204030204"/>
                <a:ea typeface="Calibri"/>
                <a:cs typeface="Calibri"/>
              </a:rPr>
              <a:t>Adoption of advanced diagnostic technologies e.g., flow cytometry, AI analyzers</a:t>
            </a:r>
          </a:p>
        </p:txBody>
      </p:sp>
      <p:grpSp>
        <p:nvGrpSpPr>
          <p:cNvPr id="166" name="Group 165">
            <a:extLst>
              <a:ext uri="{FF2B5EF4-FFF2-40B4-BE49-F238E27FC236}">
                <a16:creationId xmlns:a16="http://schemas.microsoft.com/office/drawing/2014/main" id="{C98822AF-EBEA-57D7-563A-67D05BB91628}"/>
              </a:ext>
            </a:extLst>
          </p:cNvPr>
          <p:cNvGrpSpPr/>
          <p:nvPr/>
        </p:nvGrpSpPr>
        <p:grpSpPr>
          <a:xfrm>
            <a:off x="1947285" y="4672013"/>
            <a:ext cx="872115" cy="310604"/>
            <a:chOff x="2805374" y="4750346"/>
            <a:chExt cx="779463" cy="310604"/>
          </a:xfrm>
        </p:grpSpPr>
        <p:cxnSp>
          <p:nvCxnSpPr>
            <p:cNvPr id="162" name="Straight Connector 161">
              <a:extLst>
                <a:ext uri="{FF2B5EF4-FFF2-40B4-BE49-F238E27FC236}">
                  <a16:creationId xmlns:a16="http://schemas.microsoft.com/office/drawing/2014/main" id="{A0D29D8F-B403-1639-111C-EEF86361DF55}"/>
                </a:ext>
              </a:extLst>
            </p:cNvPr>
            <p:cNvCxnSpPr>
              <a:cxnSpLocks/>
            </p:cNvCxnSpPr>
            <p:nvPr/>
          </p:nvCxnSpPr>
          <p:spPr>
            <a:xfrm flipH="1" flipV="1">
              <a:off x="3202249" y="4750346"/>
              <a:ext cx="382588" cy="310604"/>
            </a:xfrm>
            <a:prstGeom prst="line">
              <a:avLst/>
            </a:prstGeom>
            <a:ln w="9525">
              <a:solidFill>
                <a:srgbClr val="04748A"/>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7DFF34F7-318C-0FE1-75E7-1768C53388B5}"/>
                </a:ext>
              </a:extLst>
            </p:cNvPr>
            <p:cNvCxnSpPr>
              <a:cxnSpLocks/>
            </p:cNvCxnSpPr>
            <p:nvPr/>
          </p:nvCxnSpPr>
          <p:spPr>
            <a:xfrm flipH="1">
              <a:off x="2805374" y="4750346"/>
              <a:ext cx="396875" cy="0"/>
            </a:xfrm>
            <a:prstGeom prst="line">
              <a:avLst/>
            </a:prstGeom>
            <a:ln w="9525">
              <a:solidFill>
                <a:srgbClr val="04748A"/>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4CE49609-3795-CF0C-714B-02D7BD638D21}"/>
              </a:ext>
            </a:extLst>
          </p:cNvPr>
          <p:cNvGrpSpPr/>
          <p:nvPr/>
        </p:nvGrpSpPr>
        <p:grpSpPr>
          <a:xfrm rot="19256402">
            <a:off x="3923558" y="4561791"/>
            <a:ext cx="779463" cy="310604"/>
            <a:chOff x="2805374" y="4750346"/>
            <a:chExt cx="779463" cy="310604"/>
          </a:xfrm>
        </p:grpSpPr>
        <p:cxnSp>
          <p:nvCxnSpPr>
            <p:cNvPr id="168" name="Straight Connector 167">
              <a:extLst>
                <a:ext uri="{FF2B5EF4-FFF2-40B4-BE49-F238E27FC236}">
                  <a16:creationId xmlns:a16="http://schemas.microsoft.com/office/drawing/2014/main" id="{34383A69-F545-2FCA-497B-BE97CD0A9BCA}"/>
                </a:ext>
              </a:extLst>
            </p:cNvPr>
            <p:cNvCxnSpPr>
              <a:cxnSpLocks/>
            </p:cNvCxnSpPr>
            <p:nvPr/>
          </p:nvCxnSpPr>
          <p:spPr>
            <a:xfrm flipH="1" flipV="1">
              <a:off x="3202249" y="4750346"/>
              <a:ext cx="382588" cy="310604"/>
            </a:xfrm>
            <a:prstGeom prst="line">
              <a:avLst/>
            </a:prstGeom>
            <a:ln w="9525">
              <a:solidFill>
                <a:srgbClr val="17B2AF"/>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47BDA474-90C0-F85B-90AE-5CE3F6DEDFE9}"/>
                </a:ext>
              </a:extLst>
            </p:cNvPr>
            <p:cNvCxnSpPr>
              <a:cxnSpLocks/>
            </p:cNvCxnSpPr>
            <p:nvPr/>
          </p:nvCxnSpPr>
          <p:spPr>
            <a:xfrm flipH="1">
              <a:off x="2805374" y="4750346"/>
              <a:ext cx="396875" cy="0"/>
            </a:xfrm>
            <a:prstGeom prst="line">
              <a:avLst/>
            </a:prstGeom>
            <a:ln w="9525">
              <a:solidFill>
                <a:srgbClr val="17B2AF"/>
              </a:solidFill>
            </a:ln>
          </p:spPr>
          <p:style>
            <a:lnRef idx="1">
              <a:schemeClr val="accent1"/>
            </a:lnRef>
            <a:fillRef idx="0">
              <a:schemeClr val="accent1"/>
            </a:fillRef>
            <a:effectRef idx="0">
              <a:schemeClr val="accent1"/>
            </a:effectRef>
            <a:fontRef idx="minor">
              <a:schemeClr val="tx1"/>
            </a:fontRef>
          </p:style>
        </p:cxnSp>
      </p:grpSp>
      <p:sp>
        <p:nvSpPr>
          <p:cNvPr id="218" name="Rectangle 217">
            <a:extLst>
              <a:ext uri="{FF2B5EF4-FFF2-40B4-BE49-F238E27FC236}">
                <a16:creationId xmlns:a16="http://schemas.microsoft.com/office/drawing/2014/main" id="{2C215F19-AAC4-C64D-3109-67617E3AF307}"/>
              </a:ext>
            </a:extLst>
          </p:cNvPr>
          <p:cNvSpPr/>
          <p:nvPr/>
        </p:nvSpPr>
        <p:spPr>
          <a:xfrm>
            <a:off x="856907" y="5420334"/>
            <a:ext cx="2728207" cy="623736"/>
          </a:xfrm>
          <a:prstGeom prst="rect">
            <a:avLst/>
          </a:prstGeom>
          <a:noFill/>
        </p:spPr>
        <p:txBody>
          <a:bodyPr wrap="square" lIns="36000" tIns="36000" rIns="36000" bIns="36000" rtlCol="0" anchor="t">
            <a:noAutofit/>
          </a:bodyPr>
          <a:lstStyle/>
          <a:p>
            <a:pPr marL="180975" indent="-171450">
              <a:buFont typeface="Arial" panose="020B0604020202020204" pitchFamily="34" charset="0"/>
              <a:buChar char="•"/>
            </a:pPr>
            <a:r>
              <a:rPr lang="en-US" sz="1050"/>
              <a:t>Bone Marrow</a:t>
            </a:r>
          </a:p>
          <a:p>
            <a:pPr marL="180975" indent="-171450">
              <a:buFont typeface="Arial" panose="020B0604020202020204" pitchFamily="34" charset="0"/>
              <a:buChar char="•"/>
            </a:pPr>
            <a:r>
              <a:rPr lang="en-US" sz="1050"/>
              <a:t>Genetic Testing</a:t>
            </a:r>
          </a:p>
          <a:p>
            <a:pPr marL="180975" indent="-171450">
              <a:buFont typeface="Arial" panose="020B0604020202020204" pitchFamily="34" charset="0"/>
              <a:buChar char="•"/>
            </a:pPr>
            <a:r>
              <a:rPr lang="en-US" sz="1050"/>
              <a:t>Flow cytometry</a:t>
            </a:r>
          </a:p>
        </p:txBody>
      </p:sp>
      <p:sp>
        <p:nvSpPr>
          <p:cNvPr id="219" name="Rectangle 218">
            <a:extLst>
              <a:ext uri="{FF2B5EF4-FFF2-40B4-BE49-F238E27FC236}">
                <a16:creationId xmlns:a16="http://schemas.microsoft.com/office/drawing/2014/main" id="{88206DC9-18B9-F54B-2A68-3C0E9CC73254}"/>
              </a:ext>
            </a:extLst>
          </p:cNvPr>
          <p:cNvSpPr/>
          <p:nvPr/>
        </p:nvSpPr>
        <p:spPr>
          <a:xfrm>
            <a:off x="4872036" y="5360988"/>
            <a:ext cx="1776415" cy="473075"/>
          </a:xfrm>
          <a:prstGeom prst="rect">
            <a:avLst/>
          </a:prstGeom>
          <a:noFill/>
        </p:spPr>
        <p:txBody>
          <a:bodyPr wrap="square" lIns="36000" tIns="36000" rIns="36000" bIns="36000" rtlCol="0" anchor="t">
            <a:noAutofit/>
          </a:bodyPr>
          <a:lstStyle/>
          <a:p>
            <a:pPr marL="171450" indent="-171450">
              <a:buFont typeface="Arial" panose="020B0604020202020204" pitchFamily="34" charset="0"/>
              <a:buChar char="•"/>
            </a:pPr>
            <a:r>
              <a:rPr lang="en-US" sz="1050"/>
              <a:t>CBC (with Automated Diff)</a:t>
            </a:r>
          </a:p>
          <a:p>
            <a:pPr marL="171450" indent="-171450">
              <a:buFont typeface="Arial" panose="020B0604020202020204" pitchFamily="34" charset="0"/>
              <a:buChar char="•"/>
            </a:pPr>
            <a:r>
              <a:rPr lang="en-US" sz="1050"/>
              <a:t>Basic Coagulation Screens</a:t>
            </a:r>
          </a:p>
        </p:txBody>
      </p:sp>
      <p:sp>
        <p:nvSpPr>
          <p:cNvPr id="13" name="TextBox 12">
            <a:extLst>
              <a:ext uri="{FF2B5EF4-FFF2-40B4-BE49-F238E27FC236}">
                <a16:creationId xmlns:a16="http://schemas.microsoft.com/office/drawing/2014/main" id="{16AD75E6-F953-93A5-38A5-859EF1F2C210}"/>
              </a:ext>
            </a:extLst>
          </p:cNvPr>
          <p:cNvSpPr txBox="1"/>
          <p:nvPr/>
        </p:nvSpPr>
        <p:spPr>
          <a:xfrm>
            <a:off x="2517065" y="5978741"/>
            <a:ext cx="2130135" cy="276999"/>
          </a:xfrm>
          <a:prstGeom prst="rect">
            <a:avLst/>
          </a:prstGeom>
          <a:noFill/>
        </p:spPr>
        <p:txBody>
          <a:bodyPr wrap="none" rtlCol="0">
            <a:spAutoFit/>
          </a:bodyPr>
          <a:lstStyle/>
          <a:p>
            <a:r>
              <a:rPr lang="en-US" sz="1200" b="1">
                <a:solidFill>
                  <a:srgbClr val="04748A"/>
                </a:solidFill>
              </a:rPr>
              <a:t>price </a:t>
            </a:r>
            <a:r>
              <a:rPr lang="en-US" sz="1200" b="1" i="1">
                <a:solidFill>
                  <a:srgbClr val="04748A"/>
                </a:solidFill>
              </a:rPr>
              <a:t>x5</a:t>
            </a:r>
            <a:r>
              <a:rPr lang="en-US" sz="1200" b="1">
                <a:solidFill>
                  <a:srgbClr val="04748A"/>
                </a:solidFill>
              </a:rPr>
              <a:t> greater for specialized</a:t>
            </a:r>
          </a:p>
        </p:txBody>
      </p:sp>
      <p:sp>
        <p:nvSpPr>
          <p:cNvPr id="14" name="TextBox 13">
            <a:extLst>
              <a:ext uri="{FF2B5EF4-FFF2-40B4-BE49-F238E27FC236}">
                <a16:creationId xmlns:a16="http://schemas.microsoft.com/office/drawing/2014/main" id="{8A00FC14-887B-8893-7CDA-FF53CA7C745B}"/>
              </a:ext>
            </a:extLst>
          </p:cNvPr>
          <p:cNvSpPr txBox="1"/>
          <p:nvPr/>
        </p:nvSpPr>
        <p:spPr>
          <a:xfrm>
            <a:off x="4762454" y="4400309"/>
            <a:ext cx="1218219" cy="369332"/>
          </a:xfrm>
          <a:prstGeom prst="rect">
            <a:avLst/>
          </a:prstGeom>
          <a:noFill/>
        </p:spPr>
        <p:txBody>
          <a:bodyPr wrap="none" rtlCol="0">
            <a:spAutoFit/>
          </a:bodyPr>
          <a:lstStyle/>
          <a:p>
            <a:r>
              <a:rPr lang="en-US">
                <a:solidFill>
                  <a:srgbClr val="17B2AF"/>
                </a:solidFill>
              </a:rPr>
              <a:t>Specialized</a:t>
            </a:r>
          </a:p>
        </p:txBody>
      </p:sp>
      <p:sp>
        <p:nvSpPr>
          <p:cNvPr id="19" name="TextBox 18">
            <a:extLst>
              <a:ext uri="{FF2B5EF4-FFF2-40B4-BE49-F238E27FC236}">
                <a16:creationId xmlns:a16="http://schemas.microsoft.com/office/drawing/2014/main" id="{216CAA7D-331D-21A2-523F-1EACD500BD85}"/>
              </a:ext>
            </a:extLst>
          </p:cNvPr>
          <p:cNvSpPr txBox="1"/>
          <p:nvPr/>
        </p:nvSpPr>
        <p:spPr>
          <a:xfrm>
            <a:off x="784586" y="4487347"/>
            <a:ext cx="915700" cy="369332"/>
          </a:xfrm>
          <a:prstGeom prst="rect">
            <a:avLst/>
          </a:prstGeom>
          <a:noFill/>
        </p:spPr>
        <p:txBody>
          <a:bodyPr wrap="none" rtlCol="0">
            <a:spAutoFit/>
          </a:bodyPr>
          <a:lstStyle/>
          <a:p>
            <a:r>
              <a:rPr lang="en-US">
                <a:solidFill>
                  <a:srgbClr val="04748A"/>
                </a:solidFill>
              </a:rPr>
              <a:t>Routine</a:t>
            </a:r>
          </a:p>
        </p:txBody>
      </p:sp>
      <p:sp>
        <p:nvSpPr>
          <p:cNvPr id="74" name="TextBox 73">
            <a:extLst>
              <a:ext uri="{FF2B5EF4-FFF2-40B4-BE49-F238E27FC236}">
                <a16:creationId xmlns:a16="http://schemas.microsoft.com/office/drawing/2014/main" id="{812F779A-9C5C-07ED-F205-BA348E9F5EB7}"/>
              </a:ext>
            </a:extLst>
          </p:cNvPr>
          <p:cNvSpPr txBox="1"/>
          <p:nvPr/>
        </p:nvSpPr>
        <p:spPr>
          <a:xfrm>
            <a:off x="4772883" y="4722535"/>
            <a:ext cx="943079" cy="276999"/>
          </a:xfrm>
          <a:prstGeom prst="rect">
            <a:avLst/>
          </a:prstGeom>
          <a:noFill/>
        </p:spPr>
        <p:txBody>
          <a:bodyPr wrap="none" rtlCol="0">
            <a:spAutoFit/>
          </a:bodyPr>
          <a:lstStyle/>
          <a:p>
            <a:r>
              <a:rPr lang="en-US" sz="1200" b="1"/>
              <a:t>Price driven</a:t>
            </a:r>
          </a:p>
        </p:txBody>
      </p:sp>
      <p:sp>
        <p:nvSpPr>
          <p:cNvPr id="76" name="TextBox 75">
            <a:extLst>
              <a:ext uri="{FF2B5EF4-FFF2-40B4-BE49-F238E27FC236}">
                <a16:creationId xmlns:a16="http://schemas.microsoft.com/office/drawing/2014/main" id="{5C82AD62-9D97-813D-C207-970A754B8AE0}"/>
              </a:ext>
            </a:extLst>
          </p:cNvPr>
          <p:cNvSpPr txBox="1"/>
          <p:nvPr/>
        </p:nvSpPr>
        <p:spPr>
          <a:xfrm>
            <a:off x="793770" y="4826904"/>
            <a:ext cx="1118704" cy="276999"/>
          </a:xfrm>
          <a:prstGeom prst="rect">
            <a:avLst/>
          </a:prstGeom>
          <a:noFill/>
        </p:spPr>
        <p:txBody>
          <a:bodyPr wrap="none" rtlCol="0">
            <a:spAutoFit/>
          </a:bodyPr>
          <a:lstStyle/>
          <a:p>
            <a:r>
              <a:rPr lang="en-US" sz="1200" b="1"/>
              <a:t>Volume driven</a:t>
            </a:r>
          </a:p>
        </p:txBody>
      </p:sp>
      <p:sp>
        <p:nvSpPr>
          <p:cNvPr id="77" name="TextBox 76">
            <a:extLst>
              <a:ext uri="{FF2B5EF4-FFF2-40B4-BE49-F238E27FC236}">
                <a16:creationId xmlns:a16="http://schemas.microsoft.com/office/drawing/2014/main" id="{0F1B7058-0067-3C9F-B5C3-C710A403F09B}"/>
              </a:ext>
            </a:extLst>
          </p:cNvPr>
          <p:cNvSpPr txBox="1"/>
          <p:nvPr/>
        </p:nvSpPr>
        <p:spPr>
          <a:xfrm>
            <a:off x="804846" y="5178425"/>
            <a:ext cx="775020" cy="276999"/>
          </a:xfrm>
          <a:prstGeom prst="rect">
            <a:avLst/>
          </a:prstGeom>
          <a:noFill/>
        </p:spPr>
        <p:txBody>
          <a:bodyPr wrap="none" rtlCol="0">
            <a:spAutoFit/>
          </a:bodyPr>
          <a:lstStyle/>
          <a:p>
            <a:r>
              <a:rPr lang="en-US" sz="1200" i="1" u="sng"/>
              <a:t>Examples</a:t>
            </a:r>
          </a:p>
        </p:txBody>
      </p:sp>
      <p:sp>
        <p:nvSpPr>
          <p:cNvPr id="80" name="TextBox 79">
            <a:extLst>
              <a:ext uri="{FF2B5EF4-FFF2-40B4-BE49-F238E27FC236}">
                <a16:creationId xmlns:a16="http://schemas.microsoft.com/office/drawing/2014/main" id="{535386FB-A913-1B1A-B05D-1921E9388B4F}"/>
              </a:ext>
            </a:extLst>
          </p:cNvPr>
          <p:cNvSpPr txBox="1"/>
          <p:nvPr/>
        </p:nvSpPr>
        <p:spPr>
          <a:xfrm>
            <a:off x="4784411" y="5107006"/>
            <a:ext cx="775020" cy="276999"/>
          </a:xfrm>
          <a:prstGeom prst="rect">
            <a:avLst/>
          </a:prstGeom>
          <a:noFill/>
        </p:spPr>
        <p:txBody>
          <a:bodyPr wrap="none" rtlCol="0">
            <a:spAutoFit/>
          </a:bodyPr>
          <a:lstStyle/>
          <a:p>
            <a:r>
              <a:rPr lang="en-US" sz="1200" i="1" u="sng"/>
              <a:t>Examples</a:t>
            </a:r>
          </a:p>
        </p:txBody>
      </p:sp>
      <p:pic>
        <p:nvPicPr>
          <p:cNvPr id="115" name="Graphic 114">
            <a:extLst>
              <a:ext uri="{FF2B5EF4-FFF2-40B4-BE49-F238E27FC236}">
                <a16:creationId xmlns:a16="http://schemas.microsoft.com/office/drawing/2014/main" id="{B2685FB3-FD40-B92C-E713-191E901D3213}"/>
              </a:ext>
            </a:extLst>
          </p:cNvPr>
          <p:cNvPicPr>
            <a:picLocks noChangeAspect="1"/>
          </p:cNvPicPr>
          <p:nvPr/>
        </p:nvPicPr>
        <p:blipFill>
          <a:blip r:embed="rId39">
            <a:extLst>
              <a:ext uri="{96DAC541-7B7A-43D3-8B79-37D633B846F1}">
                <asvg:svgBlip xmlns:asvg="http://schemas.microsoft.com/office/drawing/2016/SVG/main" r:embed="rId40"/>
              </a:ext>
            </a:extLst>
          </a:blip>
          <a:srcRect b="18514"/>
          <a:stretch>
            <a:fillRect/>
          </a:stretch>
        </p:blipFill>
        <p:spPr>
          <a:xfrm>
            <a:off x="1861908" y="4818967"/>
            <a:ext cx="320813" cy="328106"/>
          </a:xfrm>
          <a:prstGeom prst="rect">
            <a:avLst/>
          </a:prstGeom>
        </p:spPr>
      </p:pic>
      <p:pic>
        <p:nvPicPr>
          <p:cNvPr id="119" name="Graphic 118">
            <a:extLst>
              <a:ext uri="{FF2B5EF4-FFF2-40B4-BE49-F238E27FC236}">
                <a16:creationId xmlns:a16="http://schemas.microsoft.com/office/drawing/2014/main" id="{34E87738-9341-1799-FED5-9A5023F902F6}"/>
              </a:ext>
            </a:extLst>
          </p:cNvPr>
          <p:cNvPicPr>
            <a:picLocks noChangeAspect="1"/>
          </p:cNvPicPr>
          <p:nvPr/>
        </p:nvPicPr>
        <p:blipFill>
          <a:blip r:embed="rId41">
            <a:extLst>
              <a:ext uri="{96DAC541-7B7A-43D3-8B79-37D633B846F1}">
                <asvg:svgBlip xmlns:asvg="http://schemas.microsoft.com/office/drawing/2016/SVG/main" r:embed="rId42"/>
              </a:ext>
            </a:extLst>
          </a:blip>
          <a:srcRect b="18133"/>
          <a:stretch>
            <a:fillRect/>
          </a:stretch>
        </p:blipFill>
        <p:spPr>
          <a:xfrm>
            <a:off x="5675254" y="4722535"/>
            <a:ext cx="270683" cy="276999"/>
          </a:xfrm>
          <a:prstGeom prst="rect">
            <a:avLst/>
          </a:prstGeom>
        </p:spPr>
      </p:pic>
      <p:sp>
        <p:nvSpPr>
          <p:cNvPr id="122" name="Right Bracket 121">
            <a:extLst>
              <a:ext uri="{FF2B5EF4-FFF2-40B4-BE49-F238E27FC236}">
                <a16:creationId xmlns:a16="http://schemas.microsoft.com/office/drawing/2014/main" id="{F8441F59-C1D8-58AD-25DF-0E132C9BA60C}"/>
              </a:ext>
            </a:extLst>
          </p:cNvPr>
          <p:cNvSpPr/>
          <p:nvPr/>
        </p:nvSpPr>
        <p:spPr>
          <a:xfrm rot="5400000">
            <a:off x="3394708" y="4349645"/>
            <a:ext cx="250080" cy="3552299"/>
          </a:xfrm>
          <a:prstGeom prst="rightBracket">
            <a:avLst/>
          </a:prstGeom>
          <a:ln>
            <a:solidFill>
              <a:srgbClr val="04748A"/>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pic>
        <p:nvPicPr>
          <p:cNvPr id="124" name="Graphic 123">
            <a:extLst>
              <a:ext uri="{FF2B5EF4-FFF2-40B4-BE49-F238E27FC236}">
                <a16:creationId xmlns:a16="http://schemas.microsoft.com/office/drawing/2014/main" id="{C8F0FB57-2899-6DBA-E95E-4429A9354090}"/>
              </a:ext>
            </a:extLst>
          </p:cNvPr>
          <p:cNvPicPr>
            <a:picLocks noChangeAspect="1"/>
          </p:cNvPicPr>
          <p:nvPr/>
        </p:nvPicPr>
        <p:blipFill>
          <a:blip r:embed="rId43">
            <a:extLst>
              <a:ext uri="{96DAC541-7B7A-43D3-8B79-37D633B846F1}">
                <asvg:svgBlip xmlns:asvg="http://schemas.microsoft.com/office/drawing/2016/SVG/main" r:embed="rId44"/>
              </a:ext>
            </a:extLst>
          </a:blip>
          <a:srcRect r="2813" b="22191"/>
          <a:stretch>
            <a:fillRect/>
          </a:stretch>
        </p:blipFill>
        <p:spPr>
          <a:xfrm>
            <a:off x="2348915" y="5970783"/>
            <a:ext cx="224449" cy="219628"/>
          </a:xfrm>
          <a:prstGeom prst="rect">
            <a:avLst/>
          </a:prstGeom>
        </p:spPr>
      </p:pic>
    </p:spTree>
    <p:extLst>
      <p:ext uri="{BB962C8B-B14F-4D97-AF65-F5344CB8AC3E}">
        <p14:creationId xmlns:p14="http://schemas.microsoft.com/office/powerpoint/2010/main" val="179083572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FC8247-5F6A-A589-43B5-A9E6D226CDA9}"/>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ED492E8E-2127-D0F0-2D3E-1511B35EAA01}"/>
              </a:ext>
            </a:extLst>
          </p:cNvPr>
          <p:cNvGraphicFramePr>
            <a:graphicFrameLocks/>
          </p:cNvGraphicFramePr>
          <p:nvPr>
            <p:custDataLst>
              <p:tags r:id="rId1"/>
            </p:custDataLst>
            <p:extLst>
              <p:ext uri="{D42A27DB-BD31-4B8C-83A1-F6EECF244321}">
                <p14:modId xmlns:p14="http://schemas.microsoft.com/office/powerpoint/2010/main" val="111045011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0" imgW="306" imgH="306" progId="TCLayout.ActiveDocument.1">
                  <p:embed/>
                </p:oleObj>
              </mc:Choice>
              <mc:Fallback>
                <p:oleObj name="think-cell Slide" r:id="rId20" imgW="306" imgH="306" progId="TCLayout.ActiveDocument.1">
                  <p:embed/>
                  <p:pic>
                    <p:nvPicPr>
                      <p:cNvPr id="9" name="Object 8" hidden="1">
                        <a:extLst>
                          <a:ext uri="{FF2B5EF4-FFF2-40B4-BE49-F238E27FC236}">
                            <a16:creationId xmlns:a16="http://schemas.microsoft.com/office/drawing/2014/main" id="{ED492E8E-2127-D0F0-2D3E-1511B35EAA01}"/>
                          </a:ext>
                        </a:extLst>
                      </p:cNvPr>
                      <p:cNvPicPr/>
                      <p:nvPr/>
                    </p:nvPicPr>
                    <p:blipFill>
                      <a:blip r:embed="rId21"/>
                      <a:stretch>
                        <a:fillRect/>
                      </a:stretch>
                    </p:blipFill>
                    <p:spPr>
                      <a:xfrm>
                        <a:off x="1588" y="1588"/>
                        <a:ext cx="1588" cy="1588"/>
                      </a:xfrm>
                      <a:prstGeom prst="rect">
                        <a:avLst/>
                      </a:prstGeom>
                    </p:spPr>
                  </p:pic>
                </p:oleObj>
              </mc:Fallback>
            </mc:AlternateContent>
          </a:graphicData>
        </a:graphic>
      </p:graphicFrame>
      <p:sp>
        <p:nvSpPr>
          <p:cNvPr id="27" name="Rectangle 26">
            <a:extLst>
              <a:ext uri="{FF2B5EF4-FFF2-40B4-BE49-F238E27FC236}">
                <a16:creationId xmlns:a16="http://schemas.microsoft.com/office/drawing/2014/main" id="{60D989AE-F5A2-EBFE-C136-BF3EAFBF51EB}"/>
              </a:ext>
            </a:extLst>
          </p:cNvPr>
          <p:cNvSpPr/>
          <p:nvPr/>
        </p:nvSpPr>
        <p:spPr>
          <a:xfrm>
            <a:off x="9291639" y="2455935"/>
            <a:ext cx="2386804" cy="3857531"/>
          </a:xfrm>
          <a:prstGeom prst="rect">
            <a:avLst/>
          </a:prstGeom>
          <a:solidFill>
            <a:schemeClr val="bg1"/>
          </a:solidFill>
          <a:ln>
            <a:noFill/>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9525" lvl="0">
              <a:defRPr/>
            </a:pPr>
            <a:r>
              <a:rPr lang="en-US" sz="1200" b="1">
                <a:solidFill>
                  <a:srgbClr val="17B2AF"/>
                </a:solidFill>
              </a:rPr>
              <a:t>Scope of Market</a:t>
            </a:r>
          </a:p>
          <a:p>
            <a:pPr marL="9525" lvl="0">
              <a:defRPr/>
            </a:pPr>
            <a:r>
              <a:rPr lang="en-US" sz="1200">
                <a:solidFill>
                  <a:schemeClr val="tx1"/>
                </a:solidFill>
              </a:rPr>
              <a:t>Basic blood tests (e.g. CBC, WBC count) have been excluded</a:t>
            </a:r>
          </a:p>
          <a:p>
            <a:pPr marL="9525" lvl="0">
              <a:defRPr/>
            </a:pPr>
            <a:r>
              <a:rPr lang="en-US" sz="1200">
                <a:solidFill>
                  <a:schemeClr val="tx1"/>
                </a:solidFill>
              </a:rPr>
              <a:t> </a:t>
            </a:r>
          </a:p>
          <a:p>
            <a:pPr marL="9525" lvl="0">
              <a:defRPr/>
            </a:pPr>
            <a:r>
              <a:rPr lang="en-US" sz="1200" b="1">
                <a:solidFill>
                  <a:srgbClr val="17B2AF"/>
                </a:solidFill>
              </a:rPr>
              <a:t>Hematologist Salary (Annual)</a:t>
            </a:r>
          </a:p>
          <a:p>
            <a:pPr marL="9525" lvl="0">
              <a:defRPr/>
            </a:pPr>
            <a:r>
              <a:rPr lang="en-US" sz="1200">
                <a:solidFill>
                  <a:schemeClr val="tx1"/>
                </a:solidFill>
              </a:rPr>
              <a:t>SAR 570,000</a:t>
            </a:r>
          </a:p>
          <a:p>
            <a:pPr marL="9525" lvl="0">
              <a:defRPr/>
            </a:pPr>
            <a:endParaRPr lang="en-US" sz="1200">
              <a:solidFill>
                <a:schemeClr val="tx1"/>
              </a:solidFill>
            </a:endParaRPr>
          </a:p>
          <a:p>
            <a:pPr marL="9525" lvl="0">
              <a:defRPr/>
            </a:pPr>
            <a:r>
              <a:rPr lang="en-US" sz="1200" b="1">
                <a:solidFill>
                  <a:srgbClr val="17B2AF"/>
                </a:solidFill>
              </a:rPr>
              <a:t>Working Days</a:t>
            </a:r>
          </a:p>
          <a:p>
            <a:pPr marL="9525" lvl="0">
              <a:defRPr/>
            </a:pPr>
            <a:r>
              <a:rPr lang="en-US" sz="1200">
                <a:solidFill>
                  <a:schemeClr val="tx1"/>
                </a:solidFill>
              </a:rPr>
              <a:t>22 days in a month</a:t>
            </a:r>
          </a:p>
          <a:p>
            <a:pPr marL="9525" lvl="0">
              <a:defRPr/>
            </a:pPr>
            <a:endParaRPr lang="en-US" sz="1200">
              <a:solidFill>
                <a:schemeClr val="tx1"/>
              </a:solidFill>
            </a:endParaRPr>
          </a:p>
          <a:p>
            <a:pPr marL="9525" lvl="0">
              <a:defRPr/>
            </a:pPr>
            <a:r>
              <a:rPr lang="en-US" sz="1200" b="1">
                <a:solidFill>
                  <a:srgbClr val="17B2AF"/>
                </a:solidFill>
              </a:rPr>
              <a:t>Consultations per Day</a:t>
            </a:r>
          </a:p>
          <a:p>
            <a:pPr marL="9525" lvl="0">
              <a:spcBef>
                <a:spcPts val="400"/>
              </a:spcBef>
              <a:spcAft>
                <a:spcPts val="400"/>
              </a:spcAft>
              <a:defRPr/>
            </a:pPr>
            <a:r>
              <a:rPr lang="en-US" sz="1200" b="1">
                <a:solidFill>
                  <a:schemeClr val="tx1"/>
                </a:solidFill>
              </a:rPr>
              <a:t>10</a:t>
            </a:r>
            <a:r>
              <a:rPr lang="en-US" sz="1200">
                <a:solidFill>
                  <a:schemeClr val="tx1"/>
                </a:solidFill>
              </a:rPr>
              <a:t> consultation sessions per day in the first year</a:t>
            </a:r>
          </a:p>
        </p:txBody>
      </p:sp>
      <p:sp>
        <p:nvSpPr>
          <p:cNvPr id="54" name="Rectangle 53">
            <a:extLst>
              <a:ext uri="{FF2B5EF4-FFF2-40B4-BE49-F238E27FC236}">
                <a16:creationId xmlns:a16="http://schemas.microsoft.com/office/drawing/2014/main" id="{D261638F-AA7B-F24A-9F29-2EFD6A870B5A}"/>
              </a:ext>
            </a:extLst>
          </p:cNvPr>
          <p:cNvSpPr/>
          <p:nvPr/>
        </p:nvSpPr>
        <p:spPr>
          <a:xfrm>
            <a:off x="4733949" y="2455935"/>
            <a:ext cx="4387558" cy="3857532"/>
          </a:xfrm>
          <a:prstGeom prst="rect">
            <a:avLst/>
          </a:prstGeom>
          <a:solidFill>
            <a:schemeClr val="bg1"/>
          </a:solidFill>
          <a:ln>
            <a:noFill/>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9525" lvl="0">
              <a:spcBef>
                <a:spcPts val="800"/>
              </a:spcBef>
              <a:spcAft>
                <a:spcPts val="800"/>
              </a:spcAft>
              <a:defRPr/>
            </a:pPr>
            <a:endParaRPr lang="en-US" sz="1200">
              <a:solidFill>
                <a:schemeClr val="tx1"/>
              </a:solidFill>
            </a:endParaRPr>
          </a:p>
        </p:txBody>
      </p:sp>
      <p:sp>
        <p:nvSpPr>
          <p:cNvPr id="28" name="Rectangle 27">
            <a:extLst>
              <a:ext uri="{FF2B5EF4-FFF2-40B4-BE49-F238E27FC236}">
                <a16:creationId xmlns:a16="http://schemas.microsoft.com/office/drawing/2014/main" id="{DD785625-7CAD-1BF0-6240-3CB15CCAFEF2}"/>
              </a:ext>
            </a:extLst>
          </p:cNvPr>
          <p:cNvSpPr/>
          <p:nvPr/>
        </p:nvSpPr>
        <p:spPr>
          <a:xfrm>
            <a:off x="509282" y="2455935"/>
            <a:ext cx="4049690" cy="3857532"/>
          </a:xfrm>
          <a:prstGeom prst="rect">
            <a:avLst/>
          </a:prstGeom>
          <a:solidFill>
            <a:schemeClr val="bg1"/>
          </a:solidFill>
          <a:ln>
            <a:noFill/>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9525" lvl="0">
              <a:spcBef>
                <a:spcPts val="800"/>
              </a:spcBef>
              <a:spcAft>
                <a:spcPts val="800"/>
              </a:spcAft>
              <a:defRPr/>
            </a:pPr>
            <a:endParaRPr lang="en-US" sz="1200">
              <a:solidFill>
                <a:schemeClr val="tx1"/>
              </a:solidFill>
            </a:endParaRPr>
          </a:p>
        </p:txBody>
      </p:sp>
      <p:sp>
        <p:nvSpPr>
          <p:cNvPr id="2" name="2. Slide Title">
            <a:extLst>
              <a:ext uri="{FF2B5EF4-FFF2-40B4-BE49-F238E27FC236}">
                <a16:creationId xmlns:a16="http://schemas.microsoft.com/office/drawing/2014/main" id="{8AAC4264-631E-5DF9-235C-CB250714B97B}"/>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b="0" dirty="0">
                <a:solidFill>
                  <a:srgbClr val="0A0A0A"/>
                </a:solidFill>
                <a:latin typeface="Georgia" panose="02040502050405020303" pitchFamily="18" charset="0"/>
                <a:cs typeface="Arial" panose="020B0604020202020204" pitchFamily="34" charset="0"/>
              </a:rPr>
              <a:t>Hematology consultations alone </a:t>
            </a:r>
            <a:r>
              <a:rPr lang="en-US" sz="2600" dirty="0">
                <a:solidFill>
                  <a:srgbClr val="0A0A0A"/>
                </a:solidFill>
                <a:latin typeface="Georgia" panose="02040502050405020303" pitchFamily="18" charset="0"/>
                <a:cs typeface="Arial" panose="020B0604020202020204" pitchFamily="34" charset="0"/>
              </a:rPr>
              <a:t>represent an upside of 790K SAR </a:t>
            </a:r>
            <a:r>
              <a:rPr lang="en-US" sz="2600" b="0" dirty="0">
                <a:solidFill>
                  <a:srgbClr val="0A0A0A"/>
                </a:solidFill>
                <a:latin typeface="Georgia" panose="02040502050405020303" pitchFamily="18" charset="0"/>
                <a:cs typeface="Arial" panose="020B0604020202020204" pitchFamily="34" charset="0"/>
              </a:rPr>
              <a:t>in revenue, using integrated collaboration with the oncology team</a:t>
            </a:r>
            <a:endPar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14" name="AutoShape 10" descr="King Faisal Specialist Hospital &amp; Research Center Logo PNG Vector (AI) Free  Download">
            <a:extLst>
              <a:ext uri="{FF2B5EF4-FFF2-40B4-BE49-F238E27FC236}">
                <a16:creationId xmlns:a16="http://schemas.microsoft.com/office/drawing/2014/main" id="{35461952-0C24-FD1C-2D84-07C4FDBFFD90}"/>
              </a:ext>
            </a:extLst>
          </p:cNvPr>
          <p:cNvSpPr>
            <a:spLocks noChangeAspect="1" noChangeArrowheads="1"/>
          </p:cNvSpPr>
          <p:nvPr/>
        </p:nvSpPr>
        <p:spPr bwMode="auto">
          <a:xfrm>
            <a:off x="5943600" y="44291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 name="Slide Number Placeholder 2">
            <a:extLst>
              <a:ext uri="{FF2B5EF4-FFF2-40B4-BE49-F238E27FC236}">
                <a16:creationId xmlns:a16="http://schemas.microsoft.com/office/drawing/2014/main" id="{66F622C0-6E54-C0D5-EEA2-26D92E9498CC}"/>
              </a:ext>
            </a:extLst>
          </p:cNvPr>
          <p:cNvSpPr>
            <a:spLocks noGrp="1"/>
          </p:cNvSpPr>
          <p:nvPr>
            <p:ph type="sldNum" sz="quarter" idx="12"/>
          </p:nvPr>
        </p:nvSpPr>
        <p:spPr/>
        <p:txBody>
          <a:bodyPr/>
          <a:lstStyle/>
          <a:p>
            <a:fld id="{8E1CF2E5-4A16-4FBD-9713-265FD1DAAE65}" type="slidenum">
              <a:rPr lang="en-US" smtClean="0"/>
              <a:t>31</a:t>
            </a:fld>
            <a:endParaRPr lang="en-US"/>
          </a:p>
        </p:txBody>
      </p:sp>
      <p:sp>
        <p:nvSpPr>
          <p:cNvPr id="3193" name="Rectangle 3192">
            <a:extLst>
              <a:ext uri="{FF2B5EF4-FFF2-40B4-BE49-F238E27FC236}">
                <a16:creationId xmlns:a16="http://schemas.microsoft.com/office/drawing/2014/main" id="{813C8263-38BB-566E-B8D4-82046F7B53C7}"/>
              </a:ext>
            </a:extLst>
          </p:cNvPr>
          <p:cNvSpPr/>
          <p:nvPr>
            <p:custDataLst>
              <p:tags r:id="rId3"/>
            </p:custDataLst>
          </p:nvPr>
        </p:nvSpPr>
        <p:spPr>
          <a:xfrm>
            <a:off x="820171" y="2555615"/>
            <a:ext cx="3439409" cy="338554"/>
          </a:xfrm>
          <a:prstGeom prst="rect">
            <a:avLst/>
          </a:prstGeom>
          <a:solidFill>
            <a:schemeClr val="bg1"/>
          </a:solidFill>
          <a:effectLst/>
        </p:spPr>
        <p:txBody>
          <a:bodyPr wrap="square" rtlCol="0">
            <a:spAutoFit/>
          </a:bodyPr>
          <a:lstStyle/>
          <a:p>
            <a:r>
              <a:rPr lang="en-US" sz="1600" b="1" dirty="0">
                <a:solidFill>
                  <a:schemeClr val="tx1"/>
                </a:solidFill>
              </a:rPr>
              <a:t>Revenue for OC – </a:t>
            </a:r>
            <a:r>
              <a:rPr lang="en-US" sz="1200" b="1" dirty="0">
                <a:solidFill>
                  <a:schemeClr val="tx1"/>
                </a:solidFill>
              </a:rPr>
              <a:t>Hematology Consultations</a:t>
            </a:r>
          </a:p>
        </p:txBody>
      </p:sp>
      <p:sp>
        <p:nvSpPr>
          <p:cNvPr id="3195" name="Rectangle 3194">
            <a:extLst>
              <a:ext uri="{FF2B5EF4-FFF2-40B4-BE49-F238E27FC236}">
                <a16:creationId xmlns:a16="http://schemas.microsoft.com/office/drawing/2014/main" id="{28F6B59A-B098-7722-9BCC-E822304678D3}"/>
              </a:ext>
            </a:extLst>
          </p:cNvPr>
          <p:cNvSpPr/>
          <p:nvPr/>
        </p:nvSpPr>
        <p:spPr>
          <a:xfrm>
            <a:off x="912736" y="2946675"/>
            <a:ext cx="2916314" cy="22699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i="1">
                <a:solidFill>
                  <a:schemeClr val="tx1"/>
                </a:solidFill>
                <a:latin typeface="Calibri" panose="020F0502020204030204" pitchFamily="34" charset="0"/>
                <a:cs typeface="Calibri" panose="020F0502020204030204" pitchFamily="34" charset="0"/>
              </a:rPr>
              <a:t>SAR Mn</a:t>
            </a:r>
            <a:r>
              <a:rPr kumimoji="0" lang="en-US" sz="1400" b="0" i="1" u="none" strike="noStrike" kern="120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 202</a:t>
            </a:r>
            <a:r>
              <a:rPr lang="en-US" sz="1400" i="1">
                <a:solidFill>
                  <a:schemeClr val="tx1"/>
                </a:solidFill>
                <a:latin typeface="Calibri" panose="020F0502020204030204" pitchFamily="34" charset="0"/>
                <a:cs typeface="Calibri" panose="020F0502020204030204" pitchFamily="34" charset="0"/>
              </a:rPr>
              <a:t>6</a:t>
            </a:r>
            <a:r>
              <a:rPr kumimoji="0" lang="en-US" sz="1400" b="0" i="1" u="none" strike="noStrike" kern="120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-2028F</a:t>
            </a:r>
          </a:p>
        </p:txBody>
      </p:sp>
      <p:graphicFrame>
        <p:nvGraphicFramePr>
          <p:cNvPr id="49" name="Chart 48">
            <a:extLst>
              <a:ext uri="{FF2B5EF4-FFF2-40B4-BE49-F238E27FC236}">
                <a16:creationId xmlns:a16="http://schemas.microsoft.com/office/drawing/2014/main" id="{64E72D3E-6ADF-2922-0773-822B64D901C2}"/>
              </a:ext>
            </a:extLst>
          </p:cNvPr>
          <p:cNvGraphicFramePr/>
          <p:nvPr>
            <p:custDataLst>
              <p:tags r:id="rId4"/>
            </p:custDataLst>
            <p:extLst>
              <p:ext uri="{D42A27DB-BD31-4B8C-83A1-F6EECF244321}">
                <p14:modId xmlns:p14="http://schemas.microsoft.com/office/powerpoint/2010/main" val="924568763"/>
              </p:ext>
            </p:extLst>
          </p:nvPr>
        </p:nvGraphicFramePr>
        <p:xfrm>
          <a:off x="596900" y="3908425"/>
          <a:ext cx="4081463" cy="1173163"/>
        </p:xfrm>
        <a:graphic>
          <a:graphicData uri="http://schemas.openxmlformats.org/drawingml/2006/chart">
            <c:chart xmlns:c="http://schemas.openxmlformats.org/drawingml/2006/chart" xmlns:r="http://schemas.openxmlformats.org/officeDocument/2006/relationships" r:id="rId22"/>
          </a:graphicData>
        </a:graphic>
      </p:graphicFrame>
      <p:cxnSp>
        <p:nvCxnSpPr>
          <p:cNvPr id="3155" name="Straight Connector 3154">
            <a:extLst>
              <a:ext uri="{FF2B5EF4-FFF2-40B4-BE49-F238E27FC236}">
                <a16:creationId xmlns:a16="http://schemas.microsoft.com/office/drawing/2014/main" id="{1C189C2C-FEAB-8051-8725-B3CA94035176}"/>
              </a:ext>
            </a:extLst>
          </p:cNvPr>
          <p:cNvCxnSpPr/>
          <p:nvPr>
            <p:custDataLst>
              <p:tags r:id="rId5"/>
            </p:custDataLst>
          </p:nvPr>
        </p:nvCxnSpPr>
        <p:spPr bwMode="auto">
          <a:xfrm flipV="1">
            <a:off x="1330325" y="3554413"/>
            <a:ext cx="2611438" cy="16827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7" name="Text Placeholder 2">
            <a:extLst>
              <a:ext uri="{FF2B5EF4-FFF2-40B4-BE49-F238E27FC236}">
                <a16:creationId xmlns:a16="http://schemas.microsoft.com/office/drawing/2014/main" id="{BF60EC34-1377-501D-E348-49F448677D49}"/>
              </a:ext>
            </a:extLst>
          </p:cNvPr>
          <p:cNvSpPr>
            <a:spLocks/>
          </p:cNvSpPr>
          <p:nvPr>
            <p:custDataLst>
              <p:tags r:id="rId6"/>
            </p:custDataLst>
          </p:nvPr>
        </p:nvSpPr>
        <p:spPr bwMode="auto">
          <a:xfrm>
            <a:off x="1103313" y="505777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9E4CCD6-4C93-4E25-9412-3A954C48BDD7}" type="datetime'''''''''''2''''''''''''''''02''''''''''''6''''''F'">
              <a:rPr lang="en-US" altLang="en-US" sz="1400" smtClean="0"/>
              <a:pPr marL="0" lvl="0" indent="0" algn="ctr">
                <a:spcBef>
                  <a:spcPct val="0"/>
                </a:spcBef>
                <a:spcAft>
                  <a:spcPct val="0"/>
                </a:spcAft>
                <a:buNone/>
              </a:pPr>
              <a:t>2026F</a:t>
            </a:fld>
            <a:endParaRPr lang="en-US" sz="1400"/>
          </a:p>
        </p:txBody>
      </p:sp>
      <p:sp>
        <p:nvSpPr>
          <p:cNvPr id="41" name="Text Placeholder 2">
            <a:extLst>
              <a:ext uri="{FF2B5EF4-FFF2-40B4-BE49-F238E27FC236}">
                <a16:creationId xmlns:a16="http://schemas.microsoft.com/office/drawing/2014/main" id="{E06C6473-2331-1357-D3F3-61F36AD5CCE5}"/>
              </a:ext>
            </a:extLst>
          </p:cNvPr>
          <p:cNvSpPr>
            <a:spLocks/>
          </p:cNvSpPr>
          <p:nvPr>
            <p:custDataLst>
              <p:tags r:id="rId7"/>
            </p:custDataLst>
          </p:nvPr>
        </p:nvSpPr>
        <p:spPr bwMode="auto">
          <a:xfrm>
            <a:off x="2409825" y="505777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2792A55-AB12-4BF8-B126-2ABA80B2F891}" type="datetime'''''''''''''''''''''''2''''''02''''7''''''''''''''F'''">
              <a:rPr lang="en-US" altLang="en-US" sz="1400" smtClean="0"/>
              <a:pPr marL="0" lvl="0" indent="0" algn="ctr">
                <a:spcBef>
                  <a:spcPct val="0"/>
                </a:spcBef>
                <a:spcAft>
                  <a:spcPct val="0"/>
                </a:spcAft>
                <a:buNone/>
              </a:pPr>
              <a:t>2027F</a:t>
            </a:fld>
            <a:endParaRPr lang="en-US" sz="1400"/>
          </a:p>
        </p:txBody>
      </p:sp>
      <p:sp>
        <p:nvSpPr>
          <p:cNvPr id="55" name="Text Placeholder 2">
            <a:extLst>
              <a:ext uri="{FF2B5EF4-FFF2-40B4-BE49-F238E27FC236}">
                <a16:creationId xmlns:a16="http://schemas.microsoft.com/office/drawing/2014/main" id="{C382E5EF-EC14-A4C5-E8DA-51EC3055049E}"/>
              </a:ext>
            </a:extLst>
          </p:cNvPr>
          <p:cNvSpPr>
            <a:spLocks/>
          </p:cNvSpPr>
          <p:nvPr>
            <p:custDataLst>
              <p:tags r:id="rId8"/>
            </p:custDataLst>
          </p:nvPr>
        </p:nvSpPr>
        <p:spPr bwMode="auto">
          <a:xfrm>
            <a:off x="3714750" y="505777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C3B194E-F4A1-4943-90F6-22AAE728B0A3}" type="datetime'''''''''''''''2''''''02''''''''''''''''''8''''''''''''''F'">
              <a:rPr lang="en-US" altLang="en-US" sz="1400" smtClean="0"/>
              <a:pPr marL="0" lvl="0" indent="0" algn="ctr">
                <a:spcBef>
                  <a:spcPct val="0"/>
                </a:spcBef>
                <a:spcAft>
                  <a:spcPct val="0"/>
                </a:spcAft>
                <a:buNone/>
              </a:pPr>
              <a:t>2028F</a:t>
            </a:fld>
            <a:endParaRPr lang="en-US" sz="1400"/>
          </a:p>
        </p:txBody>
      </p:sp>
      <p:sp>
        <p:nvSpPr>
          <p:cNvPr id="3140" name="Text Placeholder 2">
            <a:extLst>
              <a:ext uri="{FF2B5EF4-FFF2-40B4-BE49-F238E27FC236}">
                <a16:creationId xmlns:a16="http://schemas.microsoft.com/office/drawing/2014/main" id="{B5150EAB-1FB8-0B9C-CDFF-05E2D8FE71CE}"/>
              </a:ext>
            </a:extLst>
          </p:cNvPr>
          <p:cNvSpPr>
            <a:spLocks/>
          </p:cNvSpPr>
          <p:nvPr>
            <p:custDataLst>
              <p:tags r:id="rId9"/>
            </p:custDataLst>
          </p:nvPr>
        </p:nvSpPr>
        <p:spPr bwMode="gray">
          <a:xfrm>
            <a:off x="1147763" y="3941763"/>
            <a:ext cx="366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EA7140E-3F90-443E-961F-6CF2533A5194}" type="datetime'''0''''''''''''''''''.''''''7''''''''''''''''''9'''''''''''">
              <a:rPr lang="en-US" altLang="en-US" sz="1400" smtClean="0"/>
              <a:pPr marL="0" lvl="0" indent="0" algn="ctr">
                <a:spcBef>
                  <a:spcPct val="0"/>
                </a:spcBef>
                <a:spcAft>
                  <a:spcPct val="0"/>
                </a:spcAft>
                <a:buNone/>
              </a:pPr>
              <a:t>0.79</a:t>
            </a:fld>
            <a:endParaRPr lang="en-US" sz="1400"/>
          </a:p>
        </p:txBody>
      </p:sp>
      <p:sp>
        <p:nvSpPr>
          <p:cNvPr id="3141" name="Text Placeholder 2">
            <a:extLst>
              <a:ext uri="{FF2B5EF4-FFF2-40B4-BE49-F238E27FC236}">
                <a16:creationId xmlns:a16="http://schemas.microsoft.com/office/drawing/2014/main" id="{432B3B87-E6C4-2AFF-CD3E-6CD28D282040}"/>
              </a:ext>
            </a:extLst>
          </p:cNvPr>
          <p:cNvSpPr>
            <a:spLocks/>
          </p:cNvSpPr>
          <p:nvPr>
            <p:custDataLst>
              <p:tags r:id="rId10"/>
            </p:custDataLst>
          </p:nvPr>
        </p:nvSpPr>
        <p:spPr bwMode="gray">
          <a:xfrm>
            <a:off x="2454275" y="3857625"/>
            <a:ext cx="366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3DEDFA8-DFE9-4796-876C-23B15E601CAA}" type="datetime'''''''''''0''.''''''''''''''''''''''''''''''8''''''''7'">
              <a:rPr lang="en-US" altLang="en-US" sz="1400" smtClean="0"/>
              <a:pPr marL="0" lvl="0" indent="0" algn="ctr">
                <a:spcBef>
                  <a:spcPct val="0"/>
                </a:spcBef>
                <a:spcAft>
                  <a:spcPct val="0"/>
                </a:spcAft>
                <a:buNone/>
              </a:pPr>
              <a:t>0.87</a:t>
            </a:fld>
            <a:endParaRPr lang="en-US" sz="1400"/>
          </a:p>
        </p:txBody>
      </p:sp>
      <p:sp>
        <p:nvSpPr>
          <p:cNvPr id="3142" name="Text Placeholder 2">
            <a:extLst>
              <a:ext uri="{FF2B5EF4-FFF2-40B4-BE49-F238E27FC236}">
                <a16:creationId xmlns:a16="http://schemas.microsoft.com/office/drawing/2014/main" id="{EE2DAD33-47F2-077A-1D86-EFE8674A6FF6}"/>
              </a:ext>
            </a:extLst>
          </p:cNvPr>
          <p:cNvSpPr>
            <a:spLocks/>
          </p:cNvSpPr>
          <p:nvPr>
            <p:custDataLst>
              <p:tags r:id="rId11"/>
            </p:custDataLst>
          </p:nvPr>
        </p:nvSpPr>
        <p:spPr bwMode="gray">
          <a:xfrm>
            <a:off x="3759200" y="3773488"/>
            <a:ext cx="366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A21DA4A-1EBA-4FC2-B5EE-94B780C5DD11}" type="datetime'''''''''0''''''''.''''''''''''''''9''''''''''''''''5'''''''''">
              <a:rPr lang="en-US" altLang="en-US" sz="1400" smtClean="0"/>
              <a:pPr marL="0" lvl="0" indent="0" algn="ctr">
                <a:spcBef>
                  <a:spcPct val="0"/>
                </a:spcBef>
                <a:spcAft>
                  <a:spcPct val="0"/>
                </a:spcAft>
                <a:buNone/>
              </a:pPr>
              <a:t>0.95</a:t>
            </a:fld>
            <a:endParaRPr lang="en-US" sz="1400"/>
          </a:p>
        </p:txBody>
      </p:sp>
      <p:sp>
        <p:nvSpPr>
          <p:cNvPr id="3153" name="Text Placeholder 2">
            <a:extLst>
              <a:ext uri="{FF2B5EF4-FFF2-40B4-BE49-F238E27FC236}">
                <a16:creationId xmlns:a16="http://schemas.microsoft.com/office/drawing/2014/main" id="{2A49994C-6885-94B9-2120-C64D85B4F2C3}"/>
              </a:ext>
            </a:extLst>
          </p:cNvPr>
          <p:cNvSpPr>
            <a:spLocks/>
          </p:cNvSpPr>
          <p:nvPr>
            <p:custDataLst>
              <p:tags r:id="rId12"/>
            </p:custDataLst>
          </p:nvPr>
        </p:nvSpPr>
        <p:spPr bwMode="auto">
          <a:xfrm>
            <a:off x="2170113" y="3521075"/>
            <a:ext cx="931863" cy="234950"/>
          </a:xfrm>
          <a:prstGeom prst="ellipse">
            <a:avLst/>
          </a:prstGeom>
          <a:solidFill>
            <a:schemeClr val="accent6"/>
          </a:solidFill>
          <a:ln w="9525" cmpd="sng" algn="ctr">
            <a:no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3873BC2-3068-469F-8AC8-91CB8D867830}" type="datetime'''''''''''''+''''''''''''''''''''''''9''''.''''5''''''''%'''">
              <a:rPr lang="en-US" altLang="en-US" sz="1200" b="1" smtClean="0">
                <a:solidFill>
                  <a:schemeClr val="bg1"/>
                </a:solidFill>
                <a:effectLst/>
              </a:rPr>
              <a:pPr marL="0" lvl="0" indent="0" algn="ctr">
                <a:spcBef>
                  <a:spcPct val="0"/>
                </a:spcBef>
                <a:spcAft>
                  <a:spcPct val="0"/>
                </a:spcAft>
                <a:buNone/>
              </a:pPr>
              <a:t>+9.5%</a:t>
            </a:fld>
            <a:r>
              <a:rPr lang="en-US" sz="1200" b="1">
                <a:solidFill>
                  <a:schemeClr val="bg1"/>
                </a:solidFill>
              </a:rPr>
              <a:t> p.a.</a:t>
            </a:r>
          </a:p>
        </p:txBody>
      </p:sp>
      <p:sp>
        <p:nvSpPr>
          <p:cNvPr id="10" name="Rectangle: Rounded Corners 9">
            <a:extLst>
              <a:ext uri="{FF2B5EF4-FFF2-40B4-BE49-F238E27FC236}">
                <a16:creationId xmlns:a16="http://schemas.microsoft.com/office/drawing/2014/main" id="{98291CF1-456E-88EC-C59C-E079B53FD532}"/>
              </a:ext>
            </a:extLst>
          </p:cNvPr>
          <p:cNvSpPr/>
          <p:nvPr/>
        </p:nvSpPr>
        <p:spPr>
          <a:xfrm>
            <a:off x="516730" y="1665554"/>
            <a:ext cx="11161713" cy="617710"/>
          </a:xfrm>
          <a:prstGeom prst="roundRect">
            <a:avLst>
              <a:gd name="adj" fmla="val 11231"/>
            </a:avLst>
          </a:prstGeom>
          <a:solidFill>
            <a:srgbClr val="04748A"/>
          </a:solidFill>
          <a:ln>
            <a:noFill/>
            <a:prstDash val="dash"/>
          </a:ln>
          <a:effectLst>
            <a:outerShdw blurRad="50800" dist="38100" dir="5400000" algn="t" rotWithShape="0">
              <a:prstClr val="black">
                <a:alpha val="40000"/>
              </a:prstClr>
            </a:outerShdw>
          </a:effectLst>
        </p:spPr>
        <p:txBody>
          <a:bodyPr wrap="square" rtlCol="0" anchor="ctr">
            <a:noAutofit/>
          </a:bodyPr>
          <a:lstStyle/>
          <a:p>
            <a:pPr algn="ctr">
              <a:defRPr/>
            </a:pPr>
            <a:r>
              <a:rPr lang="en-US" sz="1600" i="1" kern="0" dirty="0">
                <a:solidFill>
                  <a:prstClr val="white"/>
                </a:solidFill>
                <a:cs typeface="Arial" panose="020B0604020202020204" pitchFamily="34" charset="0"/>
              </a:rPr>
              <a:t>Significant clinical and diagnostic overlap between specialized hematologic care (including blood cancers) and cancer care</a:t>
            </a:r>
            <a:endParaRPr kumimoji="0" lang="en-US" sz="1600" i="1" u="none" strike="noStrike" kern="0" cap="none" spc="0" normalizeH="0" baseline="0" noProof="0" dirty="0">
              <a:ln>
                <a:noFill/>
              </a:ln>
              <a:solidFill>
                <a:prstClr val="white"/>
              </a:solidFill>
              <a:effectLst/>
              <a:uLnTx/>
              <a:uFillTx/>
              <a:latin typeface="Calibri" panose="020F0502020204030204"/>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i="1" u="none" strike="noStrike" kern="0" cap="none" spc="0" normalizeH="0" baseline="0" noProof="0" dirty="0">
                <a:ln>
                  <a:noFill/>
                </a:ln>
                <a:solidFill>
                  <a:prstClr val="white"/>
                </a:solidFill>
                <a:effectLst/>
                <a:uLnTx/>
                <a:uFillTx/>
                <a:latin typeface="Calibri" panose="020F0502020204030204"/>
                <a:ea typeface="+mn-ea"/>
                <a:cs typeface="Arial" panose="020B0604020202020204" pitchFamily="34" charset="0"/>
              </a:rPr>
              <a:t>Initiate consultations with one dedicated specialist, scale up accordingly. </a:t>
            </a:r>
          </a:p>
        </p:txBody>
      </p:sp>
      <p:sp>
        <p:nvSpPr>
          <p:cNvPr id="13" name="Oval 12">
            <a:extLst>
              <a:ext uri="{FF2B5EF4-FFF2-40B4-BE49-F238E27FC236}">
                <a16:creationId xmlns:a16="http://schemas.microsoft.com/office/drawing/2014/main" id="{7E4FE95C-5AFA-67FF-E9E4-3DE51D71A16A}"/>
              </a:ext>
            </a:extLst>
          </p:cNvPr>
          <p:cNvSpPr/>
          <p:nvPr/>
        </p:nvSpPr>
        <p:spPr>
          <a:xfrm>
            <a:off x="929100" y="5765150"/>
            <a:ext cx="808799" cy="374650"/>
          </a:xfrm>
          <a:prstGeom prst="ellipse">
            <a:avLst/>
          </a:prstGeom>
          <a:solidFill>
            <a:schemeClr val="bg1"/>
          </a:solidFill>
          <a:ln>
            <a:noFill/>
            <a:prstDash val="solid"/>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solidFill>
                  <a:schemeClr val="tx1"/>
                </a:solidFill>
              </a:rPr>
              <a:t>0.22</a:t>
            </a:r>
          </a:p>
        </p:txBody>
      </p:sp>
      <p:sp>
        <p:nvSpPr>
          <p:cNvPr id="15" name="Oval 14">
            <a:extLst>
              <a:ext uri="{FF2B5EF4-FFF2-40B4-BE49-F238E27FC236}">
                <a16:creationId xmlns:a16="http://schemas.microsoft.com/office/drawing/2014/main" id="{61A45084-B59F-D980-FA4A-EE3CF18ECE08}"/>
              </a:ext>
            </a:extLst>
          </p:cNvPr>
          <p:cNvSpPr/>
          <p:nvPr/>
        </p:nvSpPr>
        <p:spPr>
          <a:xfrm>
            <a:off x="2233231" y="5765150"/>
            <a:ext cx="808799" cy="374650"/>
          </a:xfrm>
          <a:prstGeom prst="ellipse">
            <a:avLst/>
          </a:prstGeom>
          <a:solidFill>
            <a:schemeClr val="bg1"/>
          </a:solidFill>
          <a:ln>
            <a:noFill/>
            <a:prstDash val="solid"/>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solidFill>
                  <a:schemeClr val="tx1"/>
                </a:solidFill>
              </a:rPr>
              <a:t>0.30</a:t>
            </a:r>
          </a:p>
        </p:txBody>
      </p:sp>
      <p:sp>
        <p:nvSpPr>
          <p:cNvPr id="17" name="Oval 16">
            <a:extLst>
              <a:ext uri="{FF2B5EF4-FFF2-40B4-BE49-F238E27FC236}">
                <a16:creationId xmlns:a16="http://schemas.microsoft.com/office/drawing/2014/main" id="{4867E696-4CDE-0A2A-8215-78150ECE1A94}"/>
              </a:ext>
            </a:extLst>
          </p:cNvPr>
          <p:cNvSpPr/>
          <p:nvPr/>
        </p:nvSpPr>
        <p:spPr>
          <a:xfrm>
            <a:off x="3537363" y="5765150"/>
            <a:ext cx="808799" cy="374650"/>
          </a:xfrm>
          <a:prstGeom prst="ellipse">
            <a:avLst/>
          </a:prstGeom>
          <a:solidFill>
            <a:schemeClr val="bg1"/>
          </a:solidFill>
          <a:ln>
            <a:noFill/>
            <a:prstDash val="solid"/>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solidFill>
                  <a:schemeClr val="tx1"/>
                </a:solidFill>
              </a:rPr>
              <a:t>0.38</a:t>
            </a:r>
          </a:p>
        </p:txBody>
      </p:sp>
      <p:sp>
        <p:nvSpPr>
          <p:cNvPr id="3144" name="Line 15">
            <a:extLst>
              <a:ext uri="{FF2B5EF4-FFF2-40B4-BE49-F238E27FC236}">
                <a16:creationId xmlns:a16="http://schemas.microsoft.com/office/drawing/2014/main" id="{3ADD45A3-5C80-279F-5A7B-05B3BA3AB8DD}"/>
              </a:ext>
            </a:extLst>
          </p:cNvPr>
          <p:cNvSpPr>
            <a:spLocks noChangeShapeType="1"/>
          </p:cNvSpPr>
          <p:nvPr>
            <p:custDataLst>
              <p:tags r:id="rId1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BA5C121D-154F-AA26-842D-53672B07D42F}"/>
              </a:ext>
            </a:extLst>
          </p:cNvPr>
          <p:cNvGrpSpPr/>
          <p:nvPr/>
        </p:nvGrpSpPr>
        <p:grpSpPr>
          <a:xfrm>
            <a:off x="15130" y="47516"/>
            <a:ext cx="171132" cy="228600"/>
            <a:chOff x="0" y="49329"/>
            <a:chExt cx="171132" cy="228600"/>
          </a:xfrm>
        </p:grpSpPr>
        <p:cxnSp>
          <p:nvCxnSpPr>
            <p:cNvPr id="7" name="Straight Connector 6">
              <a:extLst>
                <a:ext uri="{FF2B5EF4-FFF2-40B4-BE49-F238E27FC236}">
                  <a16:creationId xmlns:a16="http://schemas.microsoft.com/office/drawing/2014/main" id="{D04D41FB-F3F8-402D-ED82-15E6367A3A21}"/>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 name="Rectangle: Rounded Corners 7">
              <a:extLst>
                <a:ext uri="{FF2B5EF4-FFF2-40B4-BE49-F238E27FC236}">
                  <a16:creationId xmlns:a16="http://schemas.microsoft.com/office/drawing/2014/main" id="{C49CAD0A-3EDB-9B74-71C5-F46BF7C15994}"/>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6" name="Google Shape;1129;p23">
            <a:extLst>
              <a:ext uri="{FF2B5EF4-FFF2-40B4-BE49-F238E27FC236}">
                <a16:creationId xmlns:a16="http://schemas.microsoft.com/office/drawing/2014/main" id="{6AC18DC9-BF4C-1DD9-0E23-BDF2D1753562}"/>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a:t>
            </a:r>
            <a:r>
              <a:rPr lang="en-US" sz="1200" b="1">
                <a:solidFill>
                  <a:schemeClr val="bg1"/>
                </a:solidFill>
                <a:ea typeface="Calibri"/>
                <a:cs typeface="Calibri"/>
              </a:rPr>
              <a:t>Non-Oncology Infusions</a:t>
            </a:r>
            <a:endParaRPr lang="en-US">
              <a:solidFill>
                <a:schemeClr val="bg1"/>
              </a:solidFill>
              <a:latin typeface="Calibri"/>
              <a:ea typeface="Calibri"/>
              <a:cs typeface="Calibri"/>
            </a:endParaRPr>
          </a:p>
        </p:txBody>
      </p:sp>
      <p:sp>
        <p:nvSpPr>
          <p:cNvPr id="26" name="Rectangle 25">
            <a:extLst>
              <a:ext uri="{FF2B5EF4-FFF2-40B4-BE49-F238E27FC236}">
                <a16:creationId xmlns:a16="http://schemas.microsoft.com/office/drawing/2014/main" id="{A9F54A80-6C2C-EC27-99F3-CB3A8976068F}"/>
              </a:ext>
            </a:extLst>
          </p:cNvPr>
          <p:cNvSpPr/>
          <p:nvPr>
            <p:custDataLst>
              <p:tags r:id="rId14"/>
            </p:custDataLst>
          </p:nvPr>
        </p:nvSpPr>
        <p:spPr>
          <a:xfrm>
            <a:off x="4996676" y="2596005"/>
            <a:ext cx="3652365"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Other avenues to scale practice</a:t>
            </a:r>
            <a:endParaRPr kumimoji="0" lang="en-US" sz="1600" b="0"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36" name="Straight Connector 35">
            <a:extLst>
              <a:ext uri="{FF2B5EF4-FFF2-40B4-BE49-F238E27FC236}">
                <a16:creationId xmlns:a16="http://schemas.microsoft.com/office/drawing/2014/main" id="{641AD3EC-ED4C-C0A8-1C52-A00DBFC1C80F}"/>
              </a:ext>
            </a:extLst>
          </p:cNvPr>
          <p:cNvCxnSpPr>
            <a:cxnSpLocks/>
          </p:cNvCxnSpPr>
          <p:nvPr/>
        </p:nvCxnSpPr>
        <p:spPr>
          <a:xfrm>
            <a:off x="4996676" y="2862263"/>
            <a:ext cx="367520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06" name="TextBox 405">
            <a:extLst>
              <a:ext uri="{FF2B5EF4-FFF2-40B4-BE49-F238E27FC236}">
                <a16:creationId xmlns:a16="http://schemas.microsoft.com/office/drawing/2014/main" id="{BB8FCB59-8C96-B294-F727-B0AA0D824DA0}"/>
              </a:ext>
            </a:extLst>
          </p:cNvPr>
          <p:cNvSpPr txBox="1"/>
          <p:nvPr/>
        </p:nvSpPr>
        <p:spPr>
          <a:xfrm>
            <a:off x="5971138" y="3403171"/>
            <a:ext cx="2881456" cy="987175"/>
          </a:xfrm>
          <a:prstGeom prst="rect">
            <a:avLst/>
          </a:prstGeom>
          <a:noFill/>
        </p:spPr>
        <p:txBody>
          <a:bodyPr wrap="square" rtlCol="0">
            <a:noAutofit/>
          </a:bodyPr>
          <a:lstStyle/>
          <a:p>
            <a:pPr marL="9525">
              <a:spcBef>
                <a:spcPts val="1800"/>
              </a:spcBef>
              <a:spcAft>
                <a:spcPts val="1800"/>
              </a:spcAft>
              <a:defRPr/>
            </a:pPr>
            <a:r>
              <a:rPr lang="en-US" sz="1200">
                <a:solidFill>
                  <a:prstClr val="black"/>
                </a:solidFill>
                <a:latin typeface="Calibri" panose="020F0502020204030204"/>
              </a:rPr>
              <a:t>OC can onboard a full-time Hematologist for consultations, focusing exclusively on non-oncology blood disorders like chronic anemia, Hemophilia, Thalassemia etc.</a:t>
            </a:r>
          </a:p>
        </p:txBody>
      </p:sp>
      <p:cxnSp>
        <p:nvCxnSpPr>
          <p:cNvPr id="32" name="Straight Connector 31">
            <a:extLst>
              <a:ext uri="{FF2B5EF4-FFF2-40B4-BE49-F238E27FC236}">
                <a16:creationId xmlns:a16="http://schemas.microsoft.com/office/drawing/2014/main" id="{CF03432D-1D35-D254-723A-B6AA2EBACF48}"/>
              </a:ext>
            </a:extLst>
          </p:cNvPr>
          <p:cNvCxnSpPr>
            <a:cxnSpLocks/>
          </p:cNvCxnSpPr>
          <p:nvPr/>
        </p:nvCxnSpPr>
        <p:spPr>
          <a:xfrm>
            <a:off x="9382326" y="2884970"/>
            <a:ext cx="2035959"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753B466B-3E80-F47B-BE5B-1DE27B313BB9}"/>
              </a:ext>
            </a:extLst>
          </p:cNvPr>
          <p:cNvSpPr/>
          <p:nvPr>
            <p:custDataLst>
              <p:tags r:id="rId15"/>
            </p:custDataLst>
          </p:nvPr>
        </p:nvSpPr>
        <p:spPr>
          <a:xfrm>
            <a:off x="9382326" y="2596005"/>
            <a:ext cx="2261398"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Key Assumptions</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3139" name="Rectangle 3138">
            <a:extLst>
              <a:ext uri="{FF2B5EF4-FFF2-40B4-BE49-F238E27FC236}">
                <a16:creationId xmlns:a16="http://schemas.microsoft.com/office/drawing/2014/main" id="{9CEDD81E-0073-4FCC-1586-C9F0CBF3FF87}"/>
              </a:ext>
            </a:extLst>
          </p:cNvPr>
          <p:cNvSpPr/>
          <p:nvPr/>
        </p:nvSpPr>
        <p:spPr>
          <a:xfrm>
            <a:off x="912736" y="5402517"/>
            <a:ext cx="4114800" cy="22699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200" i="1" dirty="0">
                <a:solidFill>
                  <a:schemeClr val="tx1"/>
                </a:solidFill>
                <a:latin typeface="Calibri" panose="020F0502020204030204" pitchFamily="34" charset="0"/>
                <a:cs typeface="Calibri" panose="020F0502020204030204" pitchFamily="34" charset="0"/>
              </a:rPr>
              <a:t>Net Income, SAR Mn, 2026-28F</a:t>
            </a:r>
            <a:endParaRPr kumimoji="0" lang="en-US" sz="1200" b="0" i="1"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endParaRPr>
          </a:p>
        </p:txBody>
      </p:sp>
      <p:sp>
        <p:nvSpPr>
          <p:cNvPr id="18" name="Rectangle: Rounded Corners 17">
            <a:extLst>
              <a:ext uri="{FF2B5EF4-FFF2-40B4-BE49-F238E27FC236}">
                <a16:creationId xmlns:a16="http://schemas.microsoft.com/office/drawing/2014/main" id="{0DBE5624-CE38-165F-F7AF-B32F3F0C63A1}"/>
              </a:ext>
            </a:extLst>
          </p:cNvPr>
          <p:cNvSpPr/>
          <p:nvPr>
            <p:custDataLst>
              <p:tags r:id="rId16"/>
            </p:custDataLst>
          </p:nvPr>
        </p:nvSpPr>
        <p:spPr>
          <a:xfrm>
            <a:off x="4996676" y="3009325"/>
            <a:ext cx="3866480" cy="299892"/>
          </a:xfrm>
          <a:prstGeom prst="roundRect">
            <a:avLst/>
          </a:prstGeom>
          <a:solidFill>
            <a:srgbClr val="04748A"/>
          </a:solidFill>
          <a:ln>
            <a:noFill/>
            <a:prstDash val="dash"/>
          </a:ln>
          <a:effectLst>
            <a:outerShdw blurRad="50800" dist="38100" dir="5400000" algn="t" rotWithShape="0">
              <a:prstClr val="black">
                <a:alpha val="40000"/>
              </a:prstClr>
            </a:outerShdw>
          </a:effectLst>
        </p:spPr>
        <p:txBody>
          <a:bodyPr wrap="square" rtlCol="0" anchor="ctr">
            <a:noAutofit/>
          </a:bodyPr>
          <a:lstStyle/>
          <a:p>
            <a:pPr algn="ctr"/>
            <a:r>
              <a:rPr lang="en-US" sz="1400" kern="0">
                <a:solidFill>
                  <a:prstClr val="white"/>
                </a:solidFill>
                <a:latin typeface="Calibri" panose="020F0502020204030204"/>
                <a:cs typeface="Arial" panose="020B0604020202020204" pitchFamily="34" charset="0"/>
              </a:rPr>
              <a:t>Full time hematologists</a:t>
            </a:r>
          </a:p>
        </p:txBody>
      </p:sp>
      <p:sp>
        <p:nvSpPr>
          <p:cNvPr id="24" name="TextBox 23">
            <a:extLst>
              <a:ext uri="{FF2B5EF4-FFF2-40B4-BE49-F238E27FC236}">
                <a16:creationId xmlns:a16="http://schemas.microsoft.com/office/drawing/2014/main" id="{7668BA97-AC9D-47EB-745B-2F9357FD731B}"/>
              </a:ext>
            </a:extLst>
          </p:cNvPr>
          <p:cNvSpPr txBox="1"/>
          <p:nvPr/>
        </p:nvSpPr>
        <p:spPr>
          <a:xfrm>
            <a:off x="5971139" y="5197329"/>
            <a:ext cx="2791862" cy="885811"/>
          </a:xfrm>
          <a:prstGeom prst="rect">
            <a:avLst/>
          </a:prstGeom>
          <a:noFill/>
        </p:spPr>
        <p:txBody>
          <a:bodyPr wrap="square" rtlCol="0">
            <a:noAutofit/>
          </a:bodyPr>
          <a:lstStyle/>
          <a:p>
            <a:pPr marL="9525">
              <a:spcBef>
                <a:spcPts val="1800"/>
              </a:spcBef>
              <a:spcAft>
                <a:spcPts val="1800"/>
              </a:spcAft>
              <a:defRPr/>
            </a:pPr>
            <a:r>
              <a:rPr lang="en-US" sz="1200"/>
              <a:t>OC can conduct routine and specialized hematology tests using existing and new infrastructure</a:t>
            </a:r>
          </a:p>
        </p:txBody>
      </p:sp>
      <p:sp>
        <p:nvSpPr>
          <p:cNvPr id="25" name="Rectangle: Rounded Corners 24">
            <a:extLst>
              <a:ext uri="{FF2B5EF4-FFF2-40B4-BE49-F238E27FC236}">
                <a16:creationId xmlns:a16="http://schemas.microsoft.com/office/drawing/2014/main" id="{1EFE4866-BB63-916A-3114-B0AA302FD526}"/>
              </a:ext>
            </a:extLst>
          </p:cNvPr>
          <p:cNvSpPr/>
          <p:nvPr>
            <p:custDataLst>
              <p:tags r:id="rId17"/>
            </p:custDataLst>
          </p:nvPr>
        </p:nvSpPr>
        <p:spPr>
          <a:xfrm>
            <a:off x="5019981" y="4609807"/>
            <a:ext cx="3866480" cy="299892"/>
          </a:xfrm>
          <a:prstGeom prst="roundRect">
            <a:avLst/>
          </a:prstGeom>
          <a:solidFill>
            <a:srgbClr val="04748A"/>
          </a:solidFill>
          <a:ln>
            <a:noFill/>
            <a:prstDash val="dash"/>
          </a:ln>
          <a:effectLst>
            <a:outerShdw blurRad="50800" dist="38100" dir="5400000" algn="t" rotWithShape="0">
              <a:prstClr val="black">
                <a:alpha val="40000"/>
              </a:prstClr>
            </a:outerShdw>
          </a:effectLst>
        </p:spPr>
        <p:txBody>
          <a:bodyPr wrap="square" rtlCol="0" anchor="ctr">
            <a:noAutofit/>
          </a:bodyPr>
          <a:lstStyle/>
          <a:p>
            <a:pPr algn="ctr"/>
            <a:r>
              <a:rPr lang="en-US" sz="1400" kern="0">
                <a:solidFill>
                  <a:prstClr val="white"/>
                </a:solidFill>
                <a:latin typeface="Calibri" panose="020F0502020204030204"/>
                <a:cs typeface="Arial" panose="020B0604020202020204" pitchFamily="34" charset="0"/>
              </a:rPr>
              <a:t>Inhouse Hematology Diagnostics</a:t>
            </a:r>
          </a:p>
        </p:txBody>
      </p:sp>
      <p:sp>
        <p:nvSpPr>
          <p:cNvPr id="29" name="TextBox 28">
            <a:extLst>
              <a:ext uri="{FF2B5EF4-FFF2-40B4-BE49-F238E27FC236}">
                <a16:creationId xmlns:a16="http://schemas.microsoft.com/office/drawing/2014/main" id="{0AA94D1B-3150-704B-79A4-14DAB7170B3C}"/>
              </a:ext>
            </a:extLst>
          </p:cNvPr>
          <p:cNvSpPr txBox="1"/>
          <p:nvPr/>
        </p:nvSpPr>
        <p:spPr>
          <a:xfrm>
            <a:off x="516730" y="1245110"/>
            <a:ext cx="11132492" cy="340519"/>
          </a:xfrm>
          <a:prstGeom prst="roundRect">
            <a:avLst/>
          </a:prstGeom>
          <a:solidFill>
            <a:schemeClr val="bg1"/>
          </a:solidFill>
          <a:effectLst>
            <a:outerShdw blurRad="50800" dist="38100" dir="5400000" algn="t" rotWithShape="0">
              <a:prstClr val="black">
                <a:alpha val="40000"/>
              </a:prstClr>
            </a:outerShdw>
          </a:effectLst>
        </p:spPr>
        <p:txBody>
          <a:bodyPr wrap="square" rtlCol="0">
            <a:spAutoFit/>
          </a:bodyPr>
          <a:lstStyle/>
          <a:p>
            <a:pPr algn="ctr"/>
            <a:r>
              <a:rPr lang="en-US" sz="1400" b="1"/>
              <a:t>Immediate Implementation Plan</a:t>
            </a:r>
          </a:p>
        </p:txBody>
      </p:sp>
      <p:grpSp>
        <p:nvGrpSpPr>
          <p:cNvPr id="20" name="Group 19">
            <a:extLst>
              <a:ext uri="{FF2B5EF4-FFF2-40B4-BE49-F238E27FC236}">
                <a16:creationId xmlns:a16="http://schemas.microsoft.com/office/drawing/2014/main" id="{163D7028-88CA-C713-95A2-D22ADC667722}"/>
              </a:ext>
            </a:extLst>
          </p:cNvPr>
          <p:cNvGrpSpPr/>
          <p:nvPr/>
        </p:nvGrpSpPr>
        <p:grpSpPr>
          <a:xfrm>
            <a:off x="-497078" y="360245"/>
            <a:ext cx="338328" cy="4390101"/>
            <a:chOff x="-460920" y="279546"/>
            <a:chExt cx="338328" cy="4390101"/>
          </a:xfrm>
        </p:grpSpPr>
        <p:sp>
          <p:nvSpPr>
            <p:cNvPr id="23" name="Google Shape;139;p2">
              <a:extLst>
                <a:ext uri="{FF2B5EF4-FFF2-40B4-BE49-F238E27FC236}">
                  <a16:creationId xmlns:a16="http://schemas.microsoft.com/office/drawing/2014/main" id="{A53D5122-8787-9529-7B91-9C34D4EE9127}"/>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 name="Google Shape;140;p2">
              <a:extLst>
                <a:ext uri="{FF2B5EF4-FFF2-40B4-BE49-F238E27FC236}">
                  <a16:creationId xmlns:a16="http://schemas.microsoft.com/office/drawing/2014/main" id="{F767C3F8-FF6B-79D5-73E9-907996E81207}"/>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3" name="Google Shape;141;p2">
              <a:extLst>
                <a:ext uri="{FF2B5EF4-FFF2-40B4-BE49-F238E27FC236}">
                  <a16:creationId xmlns:a16="http://schemas.microsoft.com/office/drawing/2014/main" id="{0FD51530-C700-7604-521E-6E58F60FA686}"/>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4" name="Google Shape;142;p2">
              <a:extLst>
                <a:ext uri="{FF2B5EF4-FFF2-40B4-BE49-F238E27FC236}">
                  <a16:creationId xmlns:a16="http://schemas.microsoft.com/office/drawing/2014/main" id="{EC42812B-2C2B-716D-F9E3-2B0FCC9ED7AA}"/>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8" name="Google Shape;143;p2">
              <a:extLst>
                <a:ext uri="{FF2B5EF4-FFF2-40B4-BE49-F238E27FC236}">
                  <a16:creationId xmlns:a16="http://schemas.microsoft.com/office/drawing/2014/main" id="{C6B15102-D8CF-C95E-2A4D-E38120DEB2DB}"/>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9" name="Google Shape;147;p2">
              <a:extLst>
                <a:ext uri="{FF2B5EF4-FFF2-40B4-BE49-F238E27FC236}">
                  <a16:creationId xmlns:a16="http://schemas.microsoft.com/office/drawing/2014/main" id="{EC332955-3622-EE01-CF83-C33790C125E6}"/>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0" name="Google Shape;151;p2">
              <a:extLst>
                <a:ext uri="{FF2B5EF4-FFF2-40B4-BE49-F238E27FC236}">
                  <a16:creationId xmlns:a16="http://schemas.microsoft.com/office/drawing/2014/main" id="{D1A4A20C-14DE-BF35-2362-162334141916}"/>
                </a:ext>
              </a:extLst>
            </p:cNvPr>
            <p:cNvSpPr/>
            <p:nvPr/>
          </p:nvSpPr>
          <p:spPr>
            <a:xfrm>
              <a:off x="-460920" y="3814161"/>
              <a:ext cx="338328" cy="338328"/>
            </a:xfrm>
            <a:prstGeom prst="ellipse">
              <a:avLst/>
            </a:prstGeom>
            <a:solidFill>
              <a:schemeClr val="bg2">
                <a:lumMod val="50000"/>
              </a:scheme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2" name="Google Shape;147;p2">
              <a:extLst>
                <a:ext uri="{FF2B5EF4-FFF2-40B4-BE49-F238E27FC236}">
                  <a16:creationId xmlns:a16="http://schemas.microsoft.com/office/drawing/2014/main" id="{81B6138D-0F7B-3190-1531-8B8D0EBBBD29}"/>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3" name="Google Shape;151;p2">
              <a:extLst>
                <a:ext uri="{FF2B5EF4-FFF2-40B4-BE49-F238E27FC236}">
                  <a16:creationId xmlns:a16="http://schemas.microsoft.com/office/drawing/2014/main" id="{A0DF7C92-58D1-1F93-254F-3B2C7827A953}"/>
                </a:ext>
              </a:extLst>
            </p:cNvPr>
            <p:cNvSpPr/>
            <p:nvPr/>
          </p:nvSpPr>
          <p:spPr>
            <a:xfrm>
              <a:off x="-460920" y="4331319"/>
              <a:ext cx="338328" cy="338328"/>
            </a:xfrm>
            <a:prstGeom prst="ellipse">
              <a:avLst/>
            </a:prstGeom>
            <a:solidFill>
              <a:schemeClr val="bg1">
                <a:lumMod val="85000"/>
              </a:scheme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cxnSp>
        <p:nvCxnSpPr>
          <p:cNvPr id="3143" name="Straight Connector 3142">
            <a:extLst>
              <a:ext uri="{FF2B5EF4-FFF2-40B4-BE49-F238E27FC236}">
                <a16:creationId xmlns:a16="http://schemas.microsoft.com/office/drawing/2014/main" id="{59F34810-F9BE-47C4-B33F-1E7F38F628BB}"/>
              </a:ext>
            </a:extLst>
          </p:cNvPr>
          <p:cNvCxnSpPr>
            <a:cxnSpLocks/>
          </p:cNvCxnSpPr>
          <p:nvPr/>
        </p:nvCxnSpPr>
        <p:spPr>
          <a:xfrm>
            <a:off x="883769" y="2862263"/>
            <a:ext cx="3286594"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pic>
        <p:nvPicPr>
          <p:cNvPr id="48" name="Graphic 47">
            <a:extLst>
              <a:ext uri="{FF2B5EF4-FFF2-40B4-BE49-F238E27FC236}">
                <a16:creationId xmlns:a16="http://schemas.microsoft.com/office/drawing/2014/main" id="{2194052E-B052-73DB-BBE2-F7CD4F9F39C0}"/>
              </a:ext>
            </a:extLst>
          </p:cNvPr>
          <p:cNvPicPr>
            <a:picLocks noChangeAspect="1"/>
          </p:cNvPicPr>
          <p:nvPr/>
        </p:nvPicPr>
        <p:blipFill>
          <a:blip r:embed="rId23">
            <a:extLst>
              <a:ext uri="{96DAC541-7B7A-43D3-8B79-37D633B846F1}">
                <asvg:svgBlip xmlns:asvg="http://schemas.microsoft.com/office/drawing/2016/SVG/main" r:embed="rId24"/>
              </a:ext>
            </a:extLst>
          </a:blip>
          <a:srcRect b="17793"/>
          <a:stretch>
            <a:fillRect/>
          </a:stretch>
        </p:blipFill>
        <p:spPr>
          <a:xfrm>
            <a:off x="5019981" y="3324008"/>
            <a:ext cx="866775" cy="874499"/>
          </a:xfrm>
          <a:prstGeom prst="rect">
            <a:avLst/>
          </a:prstGeom>
        </p:spPr>
      </p:pic>
      <p:pic>
        <p:nvPicPr>
          <p:cNvPr id="52" name="Graphic 51">
            <a:extLst>
              <a:ext uri="{FF2B5EF4-FFF2-40B4-BE49-F238E27FC236}">
                <a16:creationId xmlns:a16="http://schemas.microsoft.com/office/drawing/2014/main" id="{E4D6A5CD-D5C5-E317-C56C-055655BB9681}"/>
              </a:ext>
            </a:extLst>
          </p:cNvPr>
          <p:cNvPicPr>
            <a:picLocks noChangeAspect="1"/>
          </p:cNvPicPr>
          <p:nvPr/>
        </p:nvPicPr>
        <p:blipFill>
          <a:blip r:embed="rId25">
            <a:extLst>
              <a:ext uri="{96DAC541-7B7A-43D3-8B79-37D633B846F1}">
                <asvg:svgBlip xmlns:asvg="http://schemas.microsoft.com/office/drawing/2016/SVG/main" r:embed="rId26"/>
              </a:ext>
            </a:extLst>
          </a:blip>
          <a:srcRect b="13703"/>
          <a:stretch>
            <a:fillRect/>
          </a:stretch>
        </p:blipFill>
        <p:spPr>
          <a:xfrm>
            <a:off x="5080423" y="5061885"/>
            <a:ext cx="745890" cy="789973"/>
          </a:xfrm>
          <a:prstGeom prst="rect">
            <a:avLst/>
          </a:prstGeom>
        </p:spPr>
      </p:pic>
    </p:spTree>
    <p:extLst>
      <p:ext uri="{BB962C8B-B14F-4D97-AF65-F5344CB8AC3E}">
        <p14:creationId xmlns:p14="http://schemas.microsoft.com/office/powerpoint/2010/main" val="406791430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C65E62-4DA4-DFAA-2603-CD184D0AE681}"/>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D590AB5C-0C9C-FA16-ED46-51FBE4F4C849}"/>
              </a:ext>
            </a:extLst>
          </p:cNvPr>
          <p:cNvGraphicFramePr>
            <a:graphicFrameLocks/>
          </p:cNvGraphicFramePr>
          <p:nvPr>
            <p:custDataLst>
              <p:tags r:id="rId1"/>
            </p:custDataLst>
            <p:extLst>
              <p:ext uri="{D42A27DB-BD31-4B8C-83A1-F6EECF244321}">
                <p14:modId xmlns:p14="http://schemas.microsoft.com/office/powerpoint/2010/main" val="23821277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9" imgW="306" imgH="306" progId="TCLayout.ActiveDocument.1">
                  <p:embed/>
                </p:oleObj>
              </mc:Choice>
              <mc:Fallback>
                <p:oleObj name="think-cell Slide" r:id="rId39" imgW="306" imgH="306" progId="TCLayout.ActiveDocument.1">
                  <p:embed/>
                  <p:pic>
                    <p:nvPicPr>
                      <p:cNvPr id="9" name="Object 8" hidden="1">
                        <a:extLst>
                          <a:ext uri="{FF2B5EF4-FFF2-40B4-BE49-F238E27FC236}">
                            <a16:creationId xmlns:a16="http://schemas.microsoft.com/office/drawing/2014/main" id="{D590AB5C-0C9C-FA16-ED46-51FBE4F4C849}"/>
                          </a:ext>
                        </a:extLst>
                      </p:cNvPr>
                      <p:cNvPicPr/>
                      <p:nvPr/>
                    </p:nvPicPr>
                    <p:blipFill>
                      <a:blip r:embed="rId40"/>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74FB7B56-3B5B-9FF1-9E42-6E90729D7A1C}"/>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dirty="0">
                <a:solidFill>
                  <a:srgbClr val="0A0A0A"/>
                </a:solidFill>
                <a:latin typeface="Georgia" panose="02040502050405020303" pitchFamily="18" charset="0"/>
                <a:cs typeface="Arial" panose="020B0604020202020204" pitchFamily="34" charset="0"/>
              </a:rPr>
              <a:t>IV Therapy</a:t>
            </a:r>
            <a:r>
              <a:rPr lang="en-US" sz="2600" b="0" dirty="0">
                <a:solidFill>
                  <a:srgbClr val="0A0A0A"/>
                </a:solidFill>
                <a:latin typeface="Georgia" panose="02040502050405020303" pitchFamily="18" charset="0"/>
                <a:cs typeface="Arial" panose="020B0604020202020204" pitchFamily="34" charset="0"/>
              </a:rPr>
              <a:t>: Supportive care growing steady at </a:t>
            </a:r>
            <a:r>
              <a:rPr lang="en-US" sz="2600" dirty="0">
                <a:solidFill>
                  <a:srgbClr val="0A0A0A"/>
                </a:solidFill>
                <a:latin typeface="Georgia" panose="02040502050405020303" pitchFamily="18" charset="0"/>
                <a:cs typeface="Arial" panose="020B0604020202020204" pitchFamily="34" charset="0"/>
              </a:rPr>
              <a:t>~2% p.a. </a:t>
            </a:r>
            <a:r>
              <a:rPr lang="en-US" sz="2600" b="0" dirty="0">
                <a:solidFill>
                  <a:srgbClr val="0A0A0A"/>
                </a:solidFill>
                <a:latin typeface="Georgia" panose="02040502050405020303" pitchFamily="18" charset="0"/>
                <a:cs typeface="Arial" panose="020B0604020202020204" pitchFamily="34" charset="0"/>
              </a:rPr>
              <a:t>(with OC revenue growing at </a:t>
            </a:r>
            <a:r>
              <a:rPr lang="en-US" sz="2600" dirty="0">
                <a:solidFill>
                  <a:srgbClr val="0A0A0A"/>
                </a:solidFill>
                <a:latin typeface="Georgia" panose="02040502050405020303" pitchFamily="18" charset="0"/>
                <a:cs typeface="Arial" panose="020B0604020202020204" pitchFamily="34" charset="0"/>
              </a:rPr>
              <a:t>~25%</a:t>
            </a:r>
            <a:r>
              <a:rPr lang="en-US" sz="2600" b="0" dirty="0">
                <a:solidFill>
                  <a:srgbClr val="0A0A0A"/>
                </a:solidFill>
                <a:latin typeface="Georgia" panose="02040502050405020303" pitchFamily="18" charset="0"/>
                <a:cs typeface="Arial" panose="020B0604020202020204" pitchFamily="34" charset="0"/>
              </a:rPr>
              <a:t>)</a:t>
            </a:r>
            <a:r>
              <a:rPr lang="en-US" sz="2600" dirty="0">
                <a:solidFill>
                  <a:srgbClr val="0A0A0A"/>
                </a:solidFill>
                <a:latin typeface="Georgia" panose="02040502050405020303" pitchFamily="18" charset="0"/>
                <a:cs typeface="Arial" panose="020B0604020202020204" pitchFamily="34" charset="0"/>
              </a:rPr>
              <a:t> </a:t>
            </a:r>
            <a:r>
              <a:rPr lang="en-US" sz="2600" b="0" dirty="0">
                <a:solidFill>
                  <a:srgbClr val="0A0A0A"/>
                </a:solidFill>
                <a:latin typeface="Georgia" panose="02040502050405020303" pitchFamily="18" charset="0"/>
                <a:cs typeface="Arial" panose="020B0604020202020204" pitchFamily="34" charset="0"/>
              </a:rPr>
              <a:t>driven by patients needing ancillary support</a:t>
            </a:r>
            <a:endPar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cxnSp>
        <p:nvCxnSpPr>
          <p:cNvPr id="19" name="Straight Connector 18">
            <a:extLst>
              <a:ext uri="{FF2B5EF4-FFF2-40B4-BE49-F238E27FC236}">
                <a16:creationId xmlns:a16="http://schemas.microsoft.com/office/drawing/2014/main" id="{1413D513-87F2-25B0-018A-BFA571FB8E51}"/>
              </a:ext>
            </a:extLst>
          </p:cNvPr>
          <p:cNvCxnSpPr>
            <a:cxnSpLocks/>
          </p:cNvCxnSpPr>
          <p:nvPr/>
        </p:nvCxnSpPr>
        <p:spPr>
          <a:xfrm>
            <a:off x="614363" y="1579300"/>
            <a:ext cx="527526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70" name="Rectangle 3169">
            <a:extLst>
              <a:ext uri="{FF2B5EF4-FFF2-40B4-BE49-F238E27FC236}">
                <a16:creationId xmlns:a16="http://schemas.microsoft.com/office/drawing/2014/main" id="{15DC4100-6054-09E8-4C8B-85F23124E19E}"/>
              </a:ext>
            </a:extLst>
          </p:cNvPr>
          <p:cNvSpPr/>
          <p:nvPr>
            <p:custDataLst>
              <p:tags r:id="rId3"/>
            </p:custDataLst>
          </p:nvPr>
        </p:nvSpPr>
        <p:spPr>
          <a:xfrm>
            <a:off x="650898" y="1303338"/>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chemeClr val="tx1"/>
                </a:solidFill>
                <a:latin typeface="Calibri" panose="020F0502020204030204"/>
                <a:ea typeface="Calibri" panose="020F0502020204030204" pitchFamily="34" charset="0"/>
                <a:cs typeface="Calibri" panose="020F0502020204030204" pitchFamily="34" charset="0"/>
              </a:rPr>
              <a:t>Cancer Supportive Care / IV Therapy in KSA</a:t>
            </a:r>
            <a:endParaRPr kumimoji="0" lang="en-US" sz="1600" b="0"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3172" name="Rectangle 3171">
            <a:extLst>
              <a:ext uri="{FF2B5EF4-FFF2-40B4-BE49-F238E27FC236}">
                <a16:creationId xmlns:a16="http://schemas.microsoft.com/office/drawing/2014/main" id="{9B44F3B9-8CBA-B00C-A55F-638C35A6D494}"/>
              </a:ext>
            </a:extLst>
          </p:cNvPr>
          <p:cNvSpPr/>
          <p:nvPr>
            <p:custDataLst>
              <p:tags r:id="rId4"/>
            </p:custDataLst>
          </p:nvPr>
        </p:nvSpPr>
        <p:spPr>
          <a:xfrm>
            <a:off x="650875" y="1577975"/>
            <a:ext cx="3182938"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400" b="1">
                <a:solidFill>
                  <a:srgbClr val="DDDDDD">
                    <a:lumMod val="10000"/>
                  </a:srgbClr>
                </a:solidFill>
                <a:ea typeface="Calibri" panose="020F0502020204030204" pitchFamily="34" charset="0"/>
                <a:cs typeface="Calibri" panose="020F0502020204030204" pitchFamily="34" charset="0"/>
              </a:rPr>
              <a:t>Market size, </a:t>
            </a:r>
            <a:r>
              <a:rPr lang="en-US" sz="1400">
                <a:solidFill>
                  <a:srgbClr val="DDDDDD">
                    <a:lumMod val="10000"/>
                  </a:srgbClr>
                </a:solidFill>
                <a:ea typeface="Calibri" panose="020F0502020204030204" pitchFamily="34" charset="0"/>
                <a:cs typeface="Calibri" panose="020F0502020204030204" pitchFamily="34" charset="0"/>
              </a:rPr>
              <a:t>SAR Mn, 2026-2028F</a:t>
            </a:r>
          </a:p>
        </p:txBody>
      </p:sp>
      <p:graphicFrame>
        <p:nvGraphicFramePr>
          <p:cNvPr id="3173" name="Chart 3172">
            <a:extLst>
              <a:ext uri="{FF2B5EF4-FFF2-40B4-BE49-F238E27FC236}">
                <a16:creationId xmlns:a16="http://schemas.microsoft.com/office/drawing/2014/main" id="{F10E2A6B-22D4-FAC7-EFE3-D0EBA8FF0442}"/>
              </a:ext>
            </a:extLst>
          </p:cNvPr>
          <p:cNvGraphicFramePr/>
          <p:nvPr>
            <p:custDataLst>
              <p:tags r:id="rId5"/>
            </p:custDataLst>
            <p:extLst>
              <p:ext uri="{D42A27DB-BD31-4B8C-83A1-F6EECF244321}">
                <p14:modId xmlns:p14="http://schemas.microsoft.com/office/powerpoint/2010/main" val="2861592258"/>
              </p:ext>
            </p:extLst>
          </p:nvPr>
        </p:nvGraphicFramePr>
        <p:xfrm>
          <a:off x="568325" y="2166938"/>
          <a:ext cx="2906713" cy="1924050"/>
        </p:xfrm>
        <a:graphic>
          <a:graphicData uri="http://schemas.openxmlformats.org/drawingml/2006/chart">
            <c:chart xmlns:c="http://schemas.openxmlformats.org/drawingml/2006/chart" xmlns:r="http://schemas.openxmlformats.org/officeDocument/2006/relationships" r:id="rId41"/>
          </a:graphicData>
        </a:graphic>
      </p:graphicFrame>
      <p:cxnSp>
        <p:nvCxnSpPr>
          <p:cNvPr id="3174" name="Straight Connector 3173">
            <a:extLst>
              <a:ext uri="{FF2B5EF4-FFF2-40B4-BE49-F238E27FC236}">
                <a16:creationId xmlns:a16="http://schemas.microsoft.com/office/drawing/2014/main" id="{C86B30D0-8FC3-531F-CA1B-A4B83EDEB122}"/>
              </a:ext>
            </a:extLst>
          </p:cNvPr>
          <p:cNvCxnSpPr>
            <a:cxnSpLocks/>
          </p:cNvCxnSpPr>
          <p:nvPr>
            <p:custDataLst>
              <p:tags r:id="rId6"/>
            </p:custDataLst>
          </p:nvPr>
        </p:nvCxnSpPr>
        <p:spPr bwMode="auto">
          <a:xfrm flipV="1">
            <a:off x="1108075" y="2135188"/>
            <a:ext cx="1827213" cy="4762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175" name="Text Placeholder 4">
            <a:extLst>
              <a:ext uri="{FF2B5EF4-FFF2-40B4-BE49-F238E27FC236}">
                <a16:creationId xmlns:a16="http://schemas.microsoft.com/office/drawing/2014/main" id="{0BD5B03C-62EF-C60E-9DC8-575BBB4F039E}"/>
              </a:ext>
            </a:extLst>
          </p:cNvPr>
          <p:cNvSpPr>
            <a:spLocks/>
          </p:cNvSpPr>
          <p:nvPr>
            <p:custDataLst>
              <p:tags r:id="rId7"/>
            </p:custDataLst>
          </p:nvPr>
        </p:nvSpPr>
        <p:spPr bwMode="auto">
          <a:xfrm>
            <a:off x="911225" y="38750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67310B9B-DFDC-4E46-BD0C-2D7B7F14E4D0}"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76" name="Text Placeholder 4">
            <a:extLst>
              <a:ext uri="{FF2B5EF4-FFF2-40B4-BE49-F238E27FC236}">
                <a16:creationId xmlns:a16="http://schemas.microsoft.com/office/drawing/2014/main" id="{210BE075-F5A5-AD6E-A880-5EDFC24CADAE}"/>
              </a:ext>
            </a:extLst>
          </p:cNvPr>
          <p:cNvSpPr>
            <a:spLocks/>
          </p:cNvSpPr>
          <p:nvPr>
            <p:custDataLst>
              <p:tags r:id="rId8"/>
            </p:custDataLst>
          </p:nvPr>
        </p:nvSpPr>
        <p:spPr bwMode="auto">
          <a:xfrm>
            <a:off x="1824038" y="38750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28AF99DC-5FEE-419F-AB9D-54AF1A9504F8}"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77" name="Text Placeholder 4">
            <a:extLst>
              <a:ext uri="{FF2B5EF4-FFF2-40B4-BE49-F238E27FC236}">
                <a16:creationId xmlns:a16="http://schemas.microsoft.com/office/drawing/2014/main" id="{D53ACFCD-8A03-3080-E207-423D376857CD}"/>
              </a:ext>
            </a:extLst>
          </p:cNvPr>
          <p:cNvSpPr>
            <a:spLocks/>
          </p:cNvSpPr>
          <p:nvPr>
            <p:custDataLst>
              <p:tags r:id="rId9"/>
            </p:custDataLst>
          </p:nvPr>
        </p:nvSpPr>
        <p:spPr bwMode="auto">
          <a:xfrm>
            <a:off x="2738438" y="38750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0E74D608-3A07-4CD3-8423-16FA8CBCD7FC}"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78" name="Text Placeholder 2">
            <a:extLst>
              <a:ext uri="{FF2B5EF4-FFF2-40B4-BE49-F238E27FC236}">
                <a16:creationId xmlns:a16="http://schemas.microsoft.com/office/drawing/2014/main" id="{6F28F329-F570-1AE9-3FE3-BAC0774389C4}"/>
              </a:ext>
            </a:extLst>
          </p:cNvPr>
          <p:cNvSpPr>
            <a:spLocks/>
          </p:cNvSpPr>
          <p:nvPr>
            <p:custDataLst>
              <p:tags r:id="rId10"/>
            </p:custDataLst>
          </p:nvPr>
        </p:nvSpPr>
        <p:spPr bwMode="auto">
          <a:xfrm>
            <a:off x="1833563" y="2041525"/>
            <a:ext cx="376238"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BEEA1D0-AE6D-4994-AFE6-8D0455BA5063}" type="datetime'''''+''''''''''''''''''''''''''''''''2''''''''%'''''''''''">
              <a:rPr lang="en-US" altLang="en-US" sz="1200" b="1" smtClean="0">
                <a:solidFill>
                  <a:schemeClr val="bg1"/>
                </a:solidFill>
                <a:effectLst/>
              </a:rPr>
              <a:pPr marL="0" lvl="0" indent="0" algn="ctr">
                <a:spcBef>
                  <a:spcPct val="0"/>
                </a:spcBef>
                <a:spcAft>
                  <a:spcPct val="0"/>
                </a:spcAft>
                <a:buNone/>
              </a:pPr>
              <a:t>+2%</a:t>
            </a:fld>
            <a:endParaRPr lang="en-US" sz="1200" b="1">
              <a:solidFill>
                <a:schemeClr val="bg1"/>
              </a:solidFill>
              <a:sym typeface="Arial\"/>
            </a:endParaRPr>
          </a:p>
        </p:txBody>
      </p:sp>
      <p:sp>
        <p:nvSpPr>
          <p:cNvPr id="114" name="Rectangle 113">
            <a:extLst>
              <a:ext uri="{FF2B5EF4-FFF2-40B4-BE49-F238E27FC236}">
                <a16:creationId xmlns:a16="http://schemas.microsoft.com/office/drawing/2014/main" id="{18F8FBFB-ABEE-303B-E01A-5D418FDD40D2}"/>
              </a:ext>
            </a:extLst>
          </p:cNvPr>
          <p:cNvSpPr/>
          <p:nvPr/>
        </p:nvSpPr>
        <p:spPr>
          <a:xfrm>
            <a:off x="3752851" y="2030694"/>
            <a:ext cx="2178050" cy="1887125"/>
          </a:xfrm>
          <a:prstGeom prst="rect">
            <a:avLst/>
          </a:prstGeom>
          <a:noFill/>
        </p:spPr>
        <p:txBody>
          <a:bodyPr wrap="square" lIns="36000" tIns="36000" rIns="36000" bIns="36000" rtlCol="0" anchor="t">
            <a:noAutofit/>
          </a:bodyPr>
          <a:lstStyle/>
          <a:p>
            <a:pPr marL="9525">
              <a:spcBef>
                <a:spcPts val="400"/>
              </a:spcBef>
              <a:spcAft>
                <a:spcPts val="400"/>
              </a:spcAft>
            </a:pPr>
            <a:r>
              <a:rPr lang="en-US" sz="1200" b="1" i="1">
                <a:solidFill>
                  <a:prstClr val="black"/>
                </a:solidFill>
                <a:latin typeface="Calibri" panose="020F0502020204030204"/>
              </a:rPr>
              <a:t>Segment Description</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Medications used to manage the side effects of cancer and its treatments</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Helps reduce complications such as nausea, pain, fatigue, anemia, and infections</a:t>
            </a:r>
          </a:p>
        </p:txBody>
      </p:sp>
      <p:sp>
        <p:nvSpPr>
          <p:cNvPr id="3" name="Slide Number Placeholder 2">
            <a:extLst>
              <a:ext uri="{FF2B5EF4-FFF2-40B4-BE49-F238E27FC236}">
                <a16:creationId xmlns:a16="http://schemas.microsoft.com/office/drawing/2014/main" id="{E6E22241-E178-48B6-2FDB-D62B955AFB3E}"/>
              </a:ext>
            </a:extLst>
          </p:cNvPr>
          <p:cNvSpPr>
            <a:spLocks noGrp="1"/>
          </p:cNvSpPr>
          <p:nvPr>
            <p:ph type="sldNum" sz="quarter" idx="12"/>
          </p:nvPr>
        </p:nvSpPr>
        <p:spPr/>
        <p:txBody>
          <a:bodyPr/>
          <a:lstStyle/>
          <a:p>
            <a:fld id="{8E1CF2E5-4A16-4FBD-9713-265FD1DAAE65}" type="slidenum">
              <a:rPr lang="en-US" smtClean="0"/>
              <a:t>32</a:t>
            </a:fld>
            <a:endParaRPr lang="en-US"/>
          </a:p>
        </p:txBody>
      </p:sp>
      <p:sp>
        <p:nvSpPr>
          <p:cNvPr id="22" name="Rectangle 21">
            <a:extLst>
              <a:ext uri="{FF2B5EF4-FFF2-40B4-BE49-F238E27FC236}">
                <a16:creationId xmlns:a16="http://schemas.microsoft.com/office/drawing/2014/main" id="{CD0F3B86-1432-E3E0-BB31-2A062A4091A1}"/>
              </a:ext>
            </a:extLst>
          </p:cNvPr>
          <p:cNvSpPr/>
          <p:nvPr/>
        </p:nvSpPr>
        <p:spPr>
          <a:xfrm>
            <a:off x="538770" y="1286858"/>
            <a:ext cx="5461397" cy="298052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6" name="Line 15">
            <a:extLst>
              <a:ext uri="{FF2B5EF4-FFF2-40B4-BE49-F238E27FC236}">
                <a16:creationId xmlns:a16="http://schemas.microsoft.com/office/drawing/2014/main" id="{848904DF-D8AB-9C83-9719-13638477441D}"/>
              </a:ext>
            </a:extLst>
          </p:cNvPr>
          <p:cNvSpPr>
            <a:spLocks noChangeShapeType="1"/>
          </p:cNvSpPr>
          <p:nvPr>
            <p:custDataLst>
              <p:tags r:id="rId11"/>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7" name="Oval 3146">
            <a:extLst>
              <a:ext uri="{FF2B5EF4-FFF2-40B4-BE49-F238E27FC236}">
                <a16:creationId xmlns:a16="http://schemas.microsoft.com/office/drawing/2014/main" id="{38C9299E-F4D5-6765-2B97-7EFA8C961D16}"/>
              </a:ext>
            </a:extLst>
          </p:cNvPr>
          <p:cNvSpPr/>
          <p:nvPr/>
        </p:nvSpPr>
        <p:spPr>
          <a:xfrm>
            <a:off x="7769411" y="3854274"/>
            <a:ext cx="745324" cy="320040"/>
          </a:xfrm>
          <a:prstGeom prst="ellipse">
            <a:avLst/>
          </a:prstGeom>
          <a:solidFill>
            <a:schemeClr val="bg1"/>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2.5</a:t>
            </a:r>
          </a:p>
        </p:txBody>
      </p:sp>
      <p:sp>
        <p:nvSpPr>
          <p:cNvPr id="3148" name="Oval 3147">
            <a:extLst>
              <a:ext uri="{FF2B5EF4-FFF2-40B4-BE49-F238E27FC236}">
                <a16:creationId xmlns:a16="http://schemas.microsoft.com/office/drawing/2014/main" id="{92C1F3DD-71AA-C0E9-E9ED-0584074DED72}"/>
              </a:ext>
            </a:extLst>
          </p:cNvPr>
          <p:cNvSpPr/>
          <p:nvPr/>
        </p:nvSpPr>
        <p:spPr>
          <a:xfrm>
            <a:off x="9134568" y="3854274"/>
            <a:ext cx="745324" cy="320040"/>
          </a:xfrm>
          <a:prstGeom prst="ellipse">
            <a:avLst/>
          </a:prstGeom>
          <a:solidFill>
            <a:schemeClr val="bg1"/>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3.2</a:t>
            </a:r>
          </a:p>
        </p:txBody>
      </p:sp>
      <p:sp>
        <p:nvSpPr>
          <p:cNvPr id="3149" name="Oval 3148">
            <a:extLst>
              <a:ext uri="{FF2B5EF4-FFF2-40B4-BE49-F238E27FC236}">
                <a16:creationId xmlns:a16="http://schemas.microsoft.com/office/drawing/2014/main" id="{842A1563-4DF6-CA8B-AE72-D8350CB09407}"/>
              </a:ext>
            </a:extLst>
          </p:cNvPr>
          <p:cNvSpPr/>
          <p:nvPr/>
        </p:nvSpPr>
        <p:spPr>
          <a:xfrm>
            <a:off x="10499726" y="3854274"/>
            <a:ext cx="745324" cy="320040"/>
          </a:xfrm>
          <a:prstGeom prst="ellipse">
            <a:avLst/>
          </a:prstGeom>
          <a:solidFill>
            <a:schemeClr val="bg1"/>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3.9</a:t>
            </a:r>
          </a:p>
        </p:txBody>
      </p:sp>
      <p:cxnSp>
        <p:nvCxnSpPr>
          <p:cNvPr id="25" name="Straight Connector 24">
            <a:extLst>
              <a:ext uri="{FF2B5EF4-FFF2-40B4-BE49-F238E27FC236}">
                <a16:creationId xmlns:a16="http://schemas.microsoft.com/office/drawing/2014/main" id="{4B22C08A-7A1C-3576-2226-3A32C8AE7AEF}"/>
              </a:ext>
            </a:extLst>
          </p:cNvPr>
          <p:cNvCxnSpPr>
            <a:cxnSpLocks/>
          </p:cNvCxnSpPr>
          <p:nvPr/>
        </p:nvCxnSpPr>
        <p:spPr>
          <a:xfrm>
            <a:off x="6265061" y="1627188"/>
            <a:ext cx="5276850"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C69BA45B-230D-D8F8-55FC-4488EAC1A4FA}"/>
              </a:ext>
            </a:extLst>
          </p:cNvPr>
          <p:cNvSpPr/>
          <p:nvPr>
            <p:custDataLst>
              <p:tags r:id="rId12"/>
            </p:custDataLst>
          </p:nvPr>
        </p:nvSpPr>
        <p:spPr>
          <a:xfrm>
            <a:off x="6302491" y="1373838"/>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lnSpc>
                <a:spcPts val="1400"/>
              </a:lnSpc>
              <a:defRPr/>
            </a:pPr>
            <a:r>
              <a:rPr lang="en-US" b="1" dirty="0">
                <a:solidFill>
                  <a:schemeClr val="tx1"/>
                </a:solidFill>
                <a:latin typeface="Calibri" panose="020F0502020204030204" pitchFamily="34" charset="0"/>
                <a:cs typeface="Calibri" panose="020F0502020204030204" pitchFamily="34" charset="0"/>
              </a:rPr>
              <a:t>Revenue for OC</a:t>
            </a:r>
            <a:r>
              <a:rPr lang="en-US" sz="1600" dirty="0">
                <a:solidFill>
                  <a:schemeClr val="tx1"/>
                </a:solidFill>
                <a:latin typeface="Calibri" panose="020F0502020204030204" pitchFamily="34" charset="0"/>
                <a:cs typeface="Calibri" panose="020F0502020204030204" pitchFamily="34" charset="0"/>
              </a:rPr>
              <a:t>, </a:t>
            </a:r>
            <a:r>
              <a:rPr lang="en-US" sz="1400" dirty="0">
                <a:solidFill>
                  <a:schemeClr val="tx1"/>
                </a:solidFill>
                <a:latin typeface="Calibri" panose="020F0502020204030204" pitchFamily="34" charset="0"/>
                <a:cs typeface="Calibri" panose="020F0502020204030204" pitchFamily="34" charset="0"/>
              </a:rPr>
              <a:t>SAR Mn, 2026-2028F</a:t>
            </a:r>
          </a:p>
        </p:txBody>
      </p:sp>
      <p:sp>
        <p:nvSpPr>
          <p:cNvPr id="29" name="Rectangle 28">
            <a:extLst>
              <a:ext uri="{FF2B5EF4-FFF2-40B4-BE49-F238E27FC236}">
                <a16:creationId xmlns:a16="http://schemas.microsoft.com/office/drawing/2014/main" id="{FD7D0628-FDD0-CA2D-563F-199AE2FDA8DE}"/>
              </a:ext>
            </a:extLst>
          </p:cNvPr>
          <p:cNvSpPr/>
          <p:nvPr/>
        </p:nvSpPr>
        <p:spPr>
          <a:xfrm>
            <a:off x="6187679" y="1286859"/>
            <a:ext cx="5432822" cy="298052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143" name="Oval 3142">
            <a:extLst>
              <a:ext uri="{FF2B5EF4-FFF2-40B4-BE49-F238E27FC236}">
                <a16:creationId xmlns:a16="http://schemas.microsoft.com/office/drawing/2014/main" id="{CF2990F4-289C-C52D-0921-A52F688BDF19}"/>
              </a:ext>
            </a:extLst>
          </p:cNvPr>
          <p:cNvSpPr/>
          <p:nvPr/>
        </p:nvSpPr>
        <p:spPr>
          <a:xfrm>
            <a:off x="7769411" y="1932072"/>
            <a:ext cx="745324" cy="320040"/>
          </a:xfrm>
          <a:prstGeom prst="ellipse">
            <a:avLst/>
          </a:prstGeom>
          <a:solidFill>
            <a:schemeClr val="bg1">
              <a:lumMod val="95000"/>
            </a:schemeClr>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3,432</a:t>
            </a:r>
          </a:p>
        </p:txBody>
      </p:sp>
      <p:sp>
        <p:nvSpPr>
          <p:cNvPr id="3171" name="Oval 3170">
            <a:extLst>
              <a:ext uri="{FF2B5EF4-FFF2-40B4-BE49-F238E27FC236}">
                <a16:creationId xmlns:a16="http://schemas.microsoft.com/office/drawing/2014/main" id="{42D0691F-839E-4BB7-ECF6-22BEAAA02D7F}"/>
              </a:ext>
            </a:extLst>
          </p:cNvPr>
          <p:cNvSpPr/>
          <p:nvPr/>
        </p:nvSpPr>
        <p:spPr>
          <a:xfrm>
            <a:off x="9134568" y="1932072"/>
            <a:ext cx="745324" cy="320040"/>
          </a:xfrm>
          <a:prstGeom prst="ellipse">
            <a:avLst/>
          </a:prstGeom>
          <a:solidFill>
            <a:schemeClr val="bg1">
              <a:lumMod val="95000"/>
            </a:schemeClr>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4,406</a:t>
            </a:r>
          </a:p>
        </p:txBody>
      </p:sp>
      <p:sp>
        <p:nvSpPr>
          <p:cNvPr id="3180" name="Oval 3179">
            <a:extLst>
              <a:ext uri="{FF2B5EF4-FFF2-40B4-BE49-F238E27FC236}">
                <a16:creationId xmlns:a16="http://schemas.microsoft.com/office/drawing/2014/main" id="{5BF8F473-FA16-FEC1-55F7-C0A398FEAB6C}"/>
              </a:ext>
            </a:extLst>
          </p:cNvPr>
          <p:cNvSpPr/>
          <p:nvPr/>
        </p:nvSpPr>
        <p:spPr>
          <a:xfrm>
            <a:off x="10499726" y="1932072"/>
            <a:ext cx="745324" cy="320040"/>
          </a:xfrm>
          <a:prstGeom prst="ellipse">
            <a:avLst/>
          </a:prstGeom>
          <a:solidFill>
            <a:schemeClr val="bg1">
              <a:lumMod val="95000"/>
            </a:schemeClr>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5,334</a:t>
            </a:r>
          </a:p>
        </p:txBody>
      </p:sp>
      <p:grpSp>
        <p:nvGrpSpPr>
          <p:cNvPr id="6" name="Group 5">
            <a:extLst>
              <a:ext uri="{FF2B5EF4-FFF2-40B4-BE49-F238E27FC236}">
                <a16:creationId xmlns:a16="http://schemas.microsoft.com/office/drawing/2014/main" id="{EBA15B71-3258-B366-D970-021C40092D25}"/>
              </a:ext>
            </a:extLst>
          </p:cNvPr>
          <p:cNvGrpSpPr/>
          <p:nvPr/>
        </p:nvGrpSpPr>
        <p:grpSpPr>
          <a:xfrm>
            <a:off x="15130" y="47516"/>
            <a:ext cx="171132" cy="228600"/>
            <a:chOff x="0" y="49329"/>
            <a:chExt cx="171132" cy="228600"/>
          </a:xfrm>
        </p:grpSpPr>
        <p:cxnSp>
          <p:nvCxnSpPr>
            <p:cNvPr id="7" name="Straight Connector 6">
              <a:extLst>
                <a:ext uri="{FF2B5EF4-FFF2-40B4-BE49-F238E27FC236}">
                  <a16:creationId xmlns:a16="http://schemas.microsoft.com/office/drawing/2014/main" id="{83652E4E-7098-D32F-53D4-8B4AB50BE03C}"/>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CE0A92FA-26EA-4CDC-F9F0-8819570928C0}"/>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1" name="Google Shape;1129;p23">
            <a:extLst>
              <a:ext uri="{FF2B5EF4-FFF2-40B4-BE49-F238E27FC236}">
                <a16:creationId xmlns:a16="http://schemas.microsoft.com/office/drawing/2014/main" id="{BEE750CA-D75A-FE89-1D44-79D78AD3DCE2}"/>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a:t>
            </a:r>
            <a:r>
              <a:rPr lang="en-US" sz="1200" b="1">
                <a:solidFill>
                  <a:schemeClr val="bg1"/>
                </a:solidFill>
                <a:ea typeface="Calibri"/>
                <a:cs typeface="Calibri"/>
              </a:rPr>
              <a:t>Non-Oncology Infusions</a:t>
            </a:r>
            <a:endParaRPr lang="en-US">
              <a:solidFill>
                <a:schemeClr val="bg1"/>
              </a:solidFill>
              <a:latin typeface="Calibri"/>
              <a:ea typeface="Calibri"/>
              <a:cs typeface="Calibri"/>
            </a:endParaRPr>
          </a:p>
        </p:txBody>
      </p:sp>
      <p:sp>
        <p:nvSpPr>
          <p:cNvPr id="4" name="Rectangle 3">
            <a:extLst>
              <a:ext uri="{FF2B5EF4-FFF2-40B4-BE49-F238E27FC236}">
                <a16:creationId xmlns:a16="http://schemas.microsoft.com/office/drawing/2014/main" id="{ED3AC083-240A-9E21-A896-FFBD91678001}"/>
              </a:ext>
            </a:extLst>
          </p:cNvPr>
          <p:cNvSpPr/>
          <p:nvPr/>
        </p:nvSpPr>
        <p:spPr>
          <a:xfrm>
            <a:off x="6220829" y="3847197"/>
            <a:ext cx="1461084" cy="356649"/>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200" b="1" dirty="0">
                <a:solidFill>
                  <a:schemeClr val="tx1"/>
                </a:solidFill>
                <a:latin typeface="Calibri" panose="020F0502020204030204" pitchFamily="34" charset="0"/>
                <a:cs typeface="Calibri" panose="020F0502020204030204" pitchFamily="34" charset="0"/>
              </a:rPr>
              <a:t>Net Income, </a:t>
            </a:r>
            <a:r>
              <a:rPr lang="en-US" sz="1100" dirty="0">
                <a:solidFill>
                  <a:schemeClr val="tx1"/>
                </a:solidFill>
                <a:latin typeface="Calibri" panose="020F0502020204030204" pitchFamily="34" charset="0"/>
                <a:cs typeface="Calibri" panose="020F0502020204030204" pitchFamily="34" charset="0"/>
              </a:rPr>
              <a:t>SAR Mn</a:t>
            </a:r>
            <a:endParaRPr lang="en-US" sz="1200" b="1" dirty="0">
              <a:solidFill>
                <a:schemeClr val="tx1"/>
              </a:solidFill>
              <a:latin typeface="Calibri" panose="020F0502020204030204" pitchFamily="34" charset="0"/>
              <a:cs typeface="Calibri" panose="020F0502020204030204" pitchFamily="34" charset="0"/>
            </a:endParaRPr>
          </a:p>
        </p:txBody>
      </p:sp>
      <p:sp>
        <p:nvSpPr>
          <p:cNvPr id="57" name="Rectangle 56">
            <a:extLst>
              <a:ext uri="{FF2B5EF4-FFF2-40B4-BE49-F238E27FC236}">
                <a16:creationId xmlns:a16="http://schemas.microsoft.com/office/drawing/2014/main" id="{415A8AE9-7A4C-D0CE-5373-55B366E8F595}"/>
              </a:ext>
            </a:extLst>
          </p:cNvPr>
          <p:cNvSpPr/>
          <p:nvPr>
            <p:custDataLst>
              <p:tags r:id="rId13"/>
            </p:custDataLst>
          </p:nvPr>
        </p:nvSpPr>
        <p:spPr>
          <a:xfrm>
            <a:off x="6220829" y="1989004"/>
            <a:ext cx="1376122"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200" b="1" dirty="0">
                <a:solidFill>
                  <a:srgbClr val="DDDDDD">
                    <a:lumMod val="10000"/>
                  </a:srgbClr>
                </a:solidFill>
                <a:ea typeface="Calibri" panose="020F0502020204030204" pitchFamily="34" charset="0"/>
                <a:cs typeface="Calibri" panose="020F0502020204030204" pitchFamily="34" charset="0"/>
              </a:rPr>
              <a:t>Patient Volume, </a:t>
            </a:r>
            <a:r>
              <a:rPr lang="en-US" sz="1100" dirty="0">
                <a:solidFill>
                  <a:srgbClr val="DDDDDD">
                    <a:lumMod val="10000"/>
                  </a:srgbClr>
                </a:solidFill>
                <a:ea typeface="Calibri" panose="020F0502020204030204" pitchFamily="34" charset="0"/>
                <a:cs typeface="Calibri" panose="020F0502020204030204" pitchFamily="34" charset="0"/>
              </a:rPr>
              <a:t>in #</a:t>
            </a:r>
            <a:endParaRPr lang="en-US" sz="1100" b="1" dirty="0">
              <a:solidFill>
                <a:srgbClr val="DDDDDD">
                  <a:lumMod val="10000"/>
                </a:srgbClr>
              </a:solidFill>
              <a:ea typeface="Calibri" panose="020F0502020204030204" pitchFamily="34" charset="0"/>
              <a:cs typeface="Calibri" panose="020F0502020204030204" pitchFamily="34" charset="0"/>
            </a:endParaRPr>
          </a:p>
        </p:txBody>
      </p:sp>
      <p:sp>
        <p:nvSpPr>
          <p:cNvPr id="42" name="Rectangle 41">
            <a:extLst>
              <a:ext uri="{FF2B5EF4-FFF2-40B4-BE49-F238E27FC236}">
                <a16:creationId xmlns:a16="http://schemas.microsoft.com/office/drawing/2014/main" id="{6F4141BE-E82C-B21B-8CA4-3A388E333D84}"/>
              </a:ext>
            </a:extLst>
          </p:cNvPr>
          <p:cNvSpPr/>
          <p:nvPr/>
        </p:nvSpPr>
        <p:spPr>
          <a:xfrm>
            <a:off x="546645" y="4438562"/>
            <a:ext cx="11073856" cy="1909864"/>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aphicFrame>
        <p:nvGraphicFramePr>
          <p:cNvPr id="120" name="Chart 119">
            <a:extLst>
              <a:ext uri="{FF2B5EF4-FFF2-40B4-BE49-F238E27FC236}">
                <a16:creationId xmlns:a16="http://schemas.microsoft.com/office/drawing/2014/main" id="{68FBA51B-C48E-1B29-3D25-66F0D5708001}"/>
              </a:ext>
            </a:extLst>
          </p:cNvPr>
          <p:cNvGraphicFramePr/>
          <p:nvPr>
            <p:custDataLst>
              <p:tags r:id="rId14"/>
            </p:custDataLst>
            <p:extLst>
              <p:ext uri="{D42A27DB-BD31-4B8C-83A1-F6EECF244321}">
                <p14:modId xmlns:p14="http://schemas.microsoft.com/office/powerpoint/2010/main" val="1449153586"/>
              </p:ext>
            </p:extLst>
          </p:nvPr>
        </p:nvGraphicFramePr>
        <p:xfrm>
          <a:off x="6538913" y="5207000"/>
          <a:ext cx="4802187" cy="1071563"/>
        </p:xfrm>
        <a:graphic>
          <a:graphicData uri="http://schemas.openxmlformats.org/drawingml/2006/chart">
            <c:chart xmlns:c="http://schemas.openxmlformats.org/drawingml/2006/chart" xmlns:r="http://schemas.openxmlformats.org/officeDocument/2006/relationships" r:id="rId42"/>
          </a:graphicData>
        </a:graphic>
      </p:graphicFrame>
      <p:sp useBgFill="1">
        <p:nvSpPr>
          <p:cNvPr id="115" name="Freeform: Shape 114">
            <a:extLst>
              <a:ext uri="{FF2B5EF4-FFF2-40B4-BE49-F238E27FC236}">
                <a16:creationId xmlns:a16="http://schemas.microsoft.com/office/drawing/2014/main" id="{4031A103-FDEB-6720-F1DE-FDD78B897B93}"/>
              </a:ext>
            </a:extLst>
          </p:cNvPr>
          <p:cNvSpPr/>
          <p:nvPr>
            <p:custDataLst>
              <p:tags r:id="rId15"/>
            </p:custDataLst>
          </p:nvPr>
        </p:nvSpPr>
        <p:spPr bwMode="auto">
          <a:xfrm>
            <a:off x="6807200" y="5478463"/>
            <a:ext cx="554039" cy="206376"/>
          </a:xfrm>
          <a:custGeom>
            <a:avLst/>
            <a:gdLst/>
            <a:ahLst/>
            <a:cxnLst/>
            <a:rect l="0" t="0" r="0" b="0"/>
            <a:pathLst>
              <a:path w="554039" h="206376">
                <a:moveTo>
                  <a:pt x="0" y="149225"/>
                </a:moveTo>
                <a:lnTo>
                  <a:pt x="554038" y="0"/>
                </a:lnTo>
                <a:lnTo>
                  <a:pt x="554038" y="57150"/>
                </a:lnTo>
                <a:lnTo>
                  <a:pt x="0" y="206375"/>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 Placeholder 2">
            <a:extLst>
              <a:ext uri="{FF2B5EF4-FFF2-40B4-BE49-F238E27FC236}">
                <a16:creationId xmlns:a16="http://schemas.microsoft.com/office/drawing/2014/main" id="{AEB1E3A2-9189-E0A4-DC0C-9ECBF84BC844}"/>
              </a:ext>
            </a:extLst>
          </p:cNvPr>
          <p:cNvSpPr>
            <a:spLocks/>
          </p:cNvSpPr>
          <p:nvPr>
            <p:custDataLst>
              <p:tags r:id="rId16"/>
            </p:custDataLst>
          </p:nvPr>
        </p:nvSpPr>
        <p:spPr bwMode="auto">
          <a:xfrm>
            <a:off x="6773863" y="6083300"/>
            <a:ext cx="6207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0E32AFF-E4C9-4302-9BC9-3C9C49B5BA48}" type="datetime'''''''''H''''''''''''''''y''d''ra''t''''''''i''''''on'''''''''">
              <a:rPr lang="en-US" altLang="en-US" sz="1200" smtClean="0"/>
              <a:pPr marL="0" lvl="0" indent="0" algn="ctr">
                <a:spcBef>
                  <a:spcPct val="0"/>
                </a:spcBef>
                <a:spcAft>
                  <a:spcPct val="0"/>
                </a:spcAft>
                <a:buNone/>
              </a:pPr>
              <a:t>Hydration</a:t>
            </a:fld>
            <a:endParaRPr lang="en-US" sz="1200"/>
          </a:p>
        </p:txBody>
      </p:sp>
      <p:sp>
        <p:nvSpPr>
          <p:cNvPr id="3158" name="Text Placeholder 2">
            <a:extLst>
              <a:ext uri="{FF2B5EF4-FFF2-40B4-BE49-F238E27FC236}">
                <a16:creationId xmlns:a16="http://schemas.microsoft.com/office/drawing/2014/main" id="{820DB2E4-7BBE-0149-24EF-74E47D2B20CE}"/>
              </a:ext>
            </a:extLst>
          </p:cNvPr>
          <p:cNvSpPr>
            <a:spLocks/>
          </p:cNvSpPr>
          <p:nvPr>
            <p:custDataLst>
              <p:tags r:id="rId17"/>
            </p:custDataLst>
          </p:nvPr>
        </p:nvSpPr>
        <p:spPr bwMode="auto">
          <a:xfrm>
            <a:off x="7559675" y="6083300"/>
            <a:ext cx="901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0240FAF-4992-4D28-A9B9-78EE9A46510C}" type="datetime'''H''''e''''''ma''''''''to''lo''''gica''l'''''''''''''''''">
              <a:rPr lang="en-US" altLang="en-US" sz="1200" smtClean="0"/>
              <a:pPr marL="0" lvl="0" indent="0" algn="ctr">
                <a:spcBef>
                  <a:spcPct val="0"/>
                </a:spcBef>
                <a:spcAft>
                  <a:spcPct val="0"/>
                </a:spcAft>
                <a:buNone/>
              </a:pPr>
              <a:t>Hematological</a:t>
            </a:fld>
            <a:endParaRPr lang="en-US" sz="1200"/>
          </a:p>
        </p:txBody>
      </p:sp>
      <p:sp>
        <p:nvSpPr>
          <p:cNvPr id="3156" name="Text Placeholder 2">
            <a:extLst>
              <a:ext uri="{FF2B5EF4-FFF2-40B4-BE49-F238E27FC236}">
                <a16:creationId xmlns:a16="http://schemas.microsoft.com/office/drawing/2014/main" id="{EE6F3070-701C-DE60-441B-D48E705488F6}"/>
              </a:ext>
            </a:extLst>
          </p:cNvPr>
          <p:cNvSpPr>
            <a:spLocks/>
          </p:cNvSpPr>
          <p:nvPr>
            <p:custDataLst>
              <p:tags r:id="rId18"/>
            </p:custDataLst>
          </p:nvPr>
        </p:nvSpPr>
        <p:spPr bwMode="auto">
          <a:xfrm>
            <a:off x="8728075" y="6083300"/>
            <a:ext cx="4222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83E414A-8846-4AE0-B153-0CF15C580A11}" type="datetime'''''''''''''''''''''Gas''''''t''r''''''''''''o'''">
              <a:rPr lang="en-US" altLang="en-US" sz="1200" smtClean="0"/>
              <a:pPr marL="0" lvl="0" indent="0" algn="ctr">
                <a:spcBef>
                  <a:spcPct val="0"/>
                </a:spcBef>
                <a:spcAft>
                  <a:spcPct val="0"/>
                </a:spcAft>
                <a:buNone/>
              </a:pPr>
              <a:t>Gastro</a:t>
            </a:fld>
            <a:endParaRPr lang="en-US" sz="1200"/>
          </a:p>
        </p:txBody>
      </p:sp>
      <p:sp>
        <p:nvSpPr>
          <p:cNvPr id="3154" name="Text Placeholder 2">
            <a:extLst>
              <a:ext uri="{FF2B5EF4-FFF2-40B4-BE49-F238E27FC236}">
                <a16:creationId xmlns:a16="http://schemas.microsoft.com/office/drawing/2014/main" id="{DB8F895F-7934-AA10-3993-71BFDABA6F15}"/>
              </a:ext>
            </a:extLst>
          </p:cNvPr>
          <p:cNvSpPr>
            <a:spLocks/>
          </p:cNvSpPr>
          <p:nvPr>
            <p:custDataLst>
              <p:tags r:id="rId19"/>
            </p:custDataLst>
          </p:nvPr>
        </p:nvSpPr>
        <p:spPr bwMode="auto">
          <a:xfrm>
            <a:off x="9578975" y="6083300"/>
            <a:ext cx="5746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FDE61D3C-B045-4388-BD7B-21FD3BDAE87D}" type="datetime'''N''u''t''''''''''r''''''''''''''it''''i''o''n'''''''''''''''">
              <a:rPr lang="en-US" altLang="en-US" sz="1200" smtClean="0"/>
              <a:pPr marL="0" lvl="0" indent="0" algn="ctr">
                <a:spcBef>
                  <a:spcPct val="0"/>
                </a:spcBef>
                <a:spcAft>
                  <a:spcPct val="0"/>
                </a:spcAft>
                <a:buNone/>
              </a:pPr>
              <a:t>Nutrition</a:t>
            </a:fld>
            <a:endParaRPr lang="en-US" sz="1200"/>
          </a:p>
        </p:txBody>
      </p:sp>
      <p:sp>
        <p:nvSpPr>
          <p:cNvPr id="65" name="Text Placeholder 2">
            <a:extLst>
              <a:ext uri="{FF2B5EF4-FFF2-40B4-BE49-F238E27FC236}">
                <a16:creationId xmlns:a16="http://schemas.microsoft.com/office/drawing/2014/main" id="{4295846B-AB6C-CEB9-E79D-299F5A958ABB}"/>
              </a:ext>
            </a:extLst>
          </p:cNvPr>
          <p:cNvSpPr>
            <a:spLocks/>
          </p:cNvSpPr>
          <p:nvPr>
            <p:custDataLst>
              <p:tags r:id="rId20"/>
            </p:custDataLst>
          </p:nvPr>
        </p:nvSpPr>
        <p:spPr bwMode="auto">
          <a:xfrm>
            <a:off x="10655300" y="6083300"/>
            <a:ext cx="2762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965208A-F25B-4F8D-84B0-A3F6FAD34BD9}" type="datetime'''P''''''''''''a''''''in'''''''''''''''''''''''''''''''">
              <a:rPr lang="en-US" altLang="en-US" sz="1200" smtClean="0"/>
              <a:pPr marL="0" lvl="0" indent="0" algn="ctr">
                <a:spcBef>
                  <a:spcPct val="0"/>
                </a:spcBef>
                <a:spcAft>
                  <a:spcPct val="0"/>
                </a:spcAft>
                <a:buNone/>
              </a:pPr>
              <a:t>Pain</a:t>
            </a:fld>
            <a:endParaRPr lang="en-US" sz="1200"/>
          </a:p>
        </p:txBody>
      </p:sp>
      <p:sp>
        <p:nvSpPr>
          <p:cNvPr id="81" name="Text Placeholder 2">
            <a:extLst>
              <a:ext uri="{FF2B5EF4-FFF2-40B4-BE49-F238E27FC236}">
                <a16:creationId xmlns:a16="http://schemas.microsoft.com/office/drawing/2014/main" id="{D63810BD-FB76-CBC7-4459-27B5DA11EB63}"/>
              </a:ext>
            </a:extLst>
          </p:cNvPr>
          <p:cNvSpPr>
            <a:spLocks/>
          </p:cNvSpPr>
          <p:nvPr>
            <p:custDataLst>
              <p:tags r:id="rId21"/>
            </p:custDataLst>
          </p:nvPr>
        </p:nvSpPr>
        <p:spPr bwMode="gray">
          <a:xfrm>
            <a:off x="6956425" y="5276850"/>
            <a:ext cx="25558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4ADD175-E18D-4A4A-B020-B36A9CD012D1}" type="datetime'''''''''''''''2''''9''''''''''''''''''''''8'">
              <a:rPr lang="en-US" altLang="en-US" sz="1100" smtClean="0">
                <a:effectLst/>
              </a:rPr>
              <a:pPr marL="0" lvl="0" indent="0" algn="ctr">
                <a:spcBef>
                  <a:spcPct val="0"/>
                </a:spcBef>
                <a:spcAft>
                  <a:spcPct val="0"/>
                </a:spcAft>
                <a:buNone/>
              </a:pPr>
              <a:t>298</a:t>
            </a:fld>
            <a:endParaRPr lang="en-US" sz="1100"/>
          </a:p>
        </p:txBody>
      </p:sp>
      <p:sp>
        <p:nvSpPr>
          <p:cNvPr id="3570" name="Rectangle 3569">
            <a:extLst>
              <a:ext uri="{FF2B5EF4-FFF2-40B4-BE49-F238E27FC236}">
                <a16:creationId xmlns:a16="http://schemas.microsoft.com/office/drawing/2014/main" id="{7592A91A-EC59-A0F2-D06A-F6717F5E1642}"/>
              </a:ext>
            </a:extLst>
          </p:cNvPr>
          <p:cNvSpPr/>
          <p:nvPr>
            <p:custDataLst>
              <p:tags r:id="rId22"/>
            </p:custDataLst>
          </p:nvPr>
        </p:nvSpPr>
        <p:spPr>
          <a:xfrm>
            <a:off x="6229350" y="4528067"/>
            <a:ext cx="523875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Segmentation by Impact</a:t>
            </a:r>
            <a:endPar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3571" name="Straight Connector 3570">
            <a:extLst>
              <a:ext uri="{FF2B5EF4-FFF2-40B4-BE49-F238E27FC236}">
                <a16:creationId xmlns:a16="http://schemas.microsoft.com/office/drawing/2014/main" id="{AE0A444F-5709-39D9-AB43-B2062C23C6F1}"/>
              </a:ext>
            </a:extLst>
          </p:cNvPr>
          <p:cNvCxnSpPr>
            <a:cxnSpLocks/>
          </p:cNvCxnSpPr>
          <p:nvPr/>
        </p:nvCxnSpPr>
        <p:spPr>
          <a:xfrm>
            <a:off x="6188075" y="4794615"/>
            <a:ext cx="527526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575" name="Rectangle 3574">
            <a:extLst>
              <a:ext uri="{FF2B5EF4-FFF2-40B4-BE49-F238E27FC236}">
                <a16:creationId xmlns:a16="http://schemas.microsoft.com/office/drawing/2014/main" id="{A10634C8-D399-4B6F-89F5-B9F789265933}"/>
              </a:ext>
            </a:extLst>
          </p:cNvPr>
          <p:cNvSpPr/>
          <p:nvPr>
            <p:custDataLst>
              <p:tags r:id="rId23"/>
            </p:custDataLst>
          </p:nvPr>
        </p:nvSpPr>
        <p:spPr>
          <a:xfrm>
            <a:off x="6348413" y="4924425"/>
            <a:ext cx="4992461" cy="23187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200" b="1" i="1">
                <a:solidFill>
                  <a:srgbClr val="DDDDDD">
                    <a:lumMod val="10000"/>
                  </a:srgbClr>
                </a:solidFill>
                <a:ea typeface="Calibri" panose="020F0502020204030204" pitchFamily="34" charset="0"/>
                <a:cs typeface="Calibri" panose="020F0502020204030204" pitchFamily="34" charset="0"/>
              </a:rPr>
              <a:t>Prioritization metric*  = </a:t>
            </a:r>
            <a:r>
              <a:rPr lang="en-US" sz="1200" i="1">
                <a:solidFill>
                  <a:srgbClr val="DDDDDD">
                    <a:lumMod val="10000"/>
                  </a:srgbClr>
                </a:solidFill>
                <a:ea typeface="Calibri" panose="020F0502020204030204" pitchFamily="34" charset="0"/>
                <a:cs typeface="Calibri" panose="020F0502020204030204" pitchFamily="34" charset="0"/>
              </a:rPr>
              <a:t>Price x Extended Prevalence x Contribution Margin</a:t>
            </a:r>
          </a:p>
        </p:txBody>
      </p:sp>
      <p:graphicFrame>
        <p:nvGraphicFramePr>
          <p:cNvPr id="21" name="Chart 20">
            <a:extLst>
              <a:ext uri="{FF2B5EF4-FFF2-40B4-BE49-F238E27FC236}">
                <a16:creationId xmlns:a16="http://schemas.microsoft.com/office/drawing/2014/main" id="{7C062D4B-D4AA-3478-850C-7682A2EE8D16}"/>
              </a:ext>
            </a:extLst>
          </p:cNvPr>
          <p:cNvGraphicFramePr/>
          <p:nvPr>
            <p:custDataLst>
              <p:tags r:id="rId24"/>
            </p:custDataLst>
            <p:extLst>
              <p:ext uri="{D42A27DB-BD31-4B8C-83A1-F6EECF244321}">
                <p14:modId xmlns:p14="http://schemas.microsoft.com/office/powerpoint/2010/main" val="3731186175"/>
              </p:ext>
            </p:extLst>
          </p:nvPr>
        </p:nvGraphicFramePr>
        <p:xfrm>
          <a:off x="7399338" y="2508250"/>
          <a:ext cx="4224337" cy="1219200"/>
        </p:xfrm>
        <a:graphic>
          <a:graphicData uri="http://schemas.openxmlformats.org/drawingml/2006/chart">
            <c:chart xmlns:c="http://schemas.openxmlformats.org/drawingml/2006/chart" xmlns:r="http://schemas.openxmlformats.org/officeDocument/2006/relationships" r:id="rId43"/>
          </a:graphicData>
        </a:graphic>
      </p:graphicFrame>
      <p:cxnSp>
        <p:nvCxnSpPr>
          <p:cNvPr id="14" name="Straight Connector 13">
            <a:extLst>
              <a:ext uri="{FF2B5EF4-FFF2-40B4-BE49-F238E27FC236}">
                <a16:creationId xmlns:a16="http://schemas.microsoft.com/office/drawing/2014/main" id="{03684720-3AA9-7697-7142-B01D18B8FFDA}"/>
              </a:ext>
            </a:extLst>
          </p:cNvPr>
          <p:cNvCxnSpPr>
            <a:cxnSpLocks/>
          </p:cNvCxnSpPr>
          <p:nvPr>
            <p:custDataLst>
              <p:tags r:id="rId25"/>
            </p:custDataLst>
          </p:nvPr>
        </p:nvCxnSpPr>
        <p:spPr bwMode="auto">
          <a:xfrm flipV="1">
            <a:off x="8158163" y="2470150"/>
            <a:ext cx="2706688" cy="22225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5" name="Text Placeholder 2">
            <a:extLst>
              <a:ext uri="{FF2B5EF4-FFF2-40B4-BE49-F238E27FC236}">
                <a16:creationId xmlns:a16="http://schemas.microsoft.com/office/drawing/2014/main" id="{60C530D7-61F7-6F0A-DB92-F1C8034495A2}"/>
              </a:ext>
            </a:extLst>
          </p:cNvPr>
          <p:cNvSpPr>
            <a:spLocks/>
          </p:cNvSpPr>
          <p:nvPr>
            <p:custDataLst>
              <p:tags r:id="rId26"/>
            </p:custDataLst>
          </p:nvPr>
        </p:nvSpPr>
        <p:spPr bwMode="auto">
          <a:xfrm>
            <a:off x="7977188" y="3527425"/>
            <a:ext cx="361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09FD351-8E63-4B45-968D-2543F3B48EE6}" type="datetime'''''''''''''''''''''''2''''''''0''''''2''6F'''''''''''''''">
              <a:rPr lang="en-US" altLang="en-US" sz="1100" b="1" smtClean="0"/>
              <a:pPr marL="0" lvl="0" indent="0" algn="ctr">
                <a:spcBef>
                  <a:spcPct val="0"/>
                </a:spcBef>
                <a:spcAft>
                  <a:spcPct val="0"/>
                </a:spcAft>
                <a:buNone/>
              </a:pPr>
              <a:t>2026F</a:t>
            </a:fld>
            <a:endParaRPr lang="en-US" sz="1100" b="1"/>
          </a:p>
        </p:txBody>
      </p:sp>
      <p:sp>
        <p:nvSpPr>
          <p:cNvPr id="16" name="Text Placeholder 2">
            <a:extLst>
              <a:ext uri="{FF2B5EF4-FFF2-40B4-BE49-F238E27FC236}">
                <a16:creationId xmlns:a16="http://schemas.microsoft.com/office/drawing/2014/main" id="{EC907714-5798-0FFE-B90A-4413201CC5A2}"/>
              </a:ext>
            </a:extLst>
          </p:cNvPr>
          <p:cNvSpPr>
            <a:spLocks/>
          </p:cNvSpPr>
          <p:nvPr>
            <p:custDataLst>
              <p:tags r:id="rId27"/>
            </p:custDataLst>
          </p:nvPr>
        </p:nvSpPr>
        <p:spPr bwMode="auto">
          <a:xfrm>
            <a:off x="9329738" y="3527425"/>
            <a:ext cx="361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7EDA90F-5FAC-41FC-BF07-7A6B6E66878B}" type="datetime'''''''''''2''''0''''''''''''''''2''''''''''''''''7F'">
              <a:rPr lang="en-US" altLang="en-US" sz="1100" b="1" smtClean="0"/>
              <a:pPr marL="0" lvl="0" indent="0" algn="ctr">
                <a:spcBef>
                  <a:spcPct val="0"/>
                </a:spcBef>
                <a:spcAft>
                  <a:spcPct val="0"/>
                </a:spcAft>
                <a:buNone/>
              </a:pPr>
              <a:t>2027F</a:t>
            </a:fld>
            <a:endParaRPr lang="en-US" sz="1100" b="1"/>
          </a:p>
        </p:txBody>
      </p:sp>
      <p:sp>
        <p:nvSpPr>
          <p:cNvPr id="17" name="Text Placeholder 2">
            <a:extLst>
              <a:ext uri="{FF2B5EF4-FFF2-40B4-BE49-F238E27FC236}">
                <a16:creationId xmlns:a16="http://schemas.microsoft.com/office/drawing/2014/main" id="{6C36A171-3023-4F68-2CFA-111D6BEAF09D}"/>
              </a:ext>
            </a:extLst>
          </p:cNvPr>
          <p:cNvSpPr>
            <a:spLocks/>
          </p:cNvSpPr>
          <p:nvPr>
            <p:custDataLst>
              <p:tags r:id="rId28"/>
            </p:custDataLst>
          </p:nvPr>
        </p:nvSpPr>
        <p:spPr bwMode="auto">
          <a:xfrm>
            <a:off x="10683875" y="3527425"/>
            <a:ext cx="361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B0B7167-7747-418B-A871-508307DF2506}" type="datetime'''''''''''2''''''''0''''''''''''''''''2''8''''F'''">
              <a:rPr lang="en-US" altLang="en-US" sz="1100" b="1" smtClean="0"/>
              <a:pPr marL="0" lvl="0" indent="0" algn="ctr">
                <a:spcBef>
                  <a:spcPct val="0"/>
                </a:spcBef>
                <a:spcAft>
                  <a:spcPct val="0"/>
                </a:spcAft>
                <a:buNone/>
              </a:pPr>
              <a:t>2028F</a:t>
            </a:fld>
            <a:endParaRPr lang="en-US" sz="1100" b="1"/>
          </a:p>
        </p:txBody>
      </p:sp>
      <p:sp>
        <p:nvSpPr>
          <p:cNvPr id="20" name="Text Placeholder 2">
            <a:extLst>
              <a:ext uri="{FF2B5EF4-FFF2-40B4-BE49-F238E27FC236}">
                <a16:creationId xmlns:a16="http://schemas.microsoft.com/office/drawing/2014/main" id="{1AD5127F-DAA4-844A-A933-3EF2FBEAADB2}"/>
              </a:ext>
            </a:extLst>
          </p:cNvPr>
          <p:cNvSpPr>
            <a:spLocks/>
          </p:cNvSpPr>
          <p:nvPr>
            <p:custDataLst>
              <p:tags r:id="rId29"/>
            </p:custDataLst>
          </p:nvPr>
        </p:nvSpPr>
        <p:spPr bwMode="auto">
          <a:xfrm>
            <a:off x="9110663" y="2474913"/>
            <a:ext cx="800100" cy="214313"/>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8B5B0B8-1C0C-4085-9473-5B50D7FFE3F7}" type="datetime'''+''''''2''''''''''''5''''''''''''''''''''%'''''''">
              <a:rPr lang="en-US" altLang="en-US" sz="1100" b="1" smtClean="0">
                <a:solidFill>
                  <a:schemeClr val="bg1"/>
                </a:solidFill>
                <a:effectLst/>
              </a:rPr>
              <a:pPr marL="0" lvl="0" indent="0" algn="ctr">
                <a:spcBef>
                  <a:spcPct val="0"/>
                </a:spcBef>
                <a:spcAft>
                  <a:spcPct val="0"/>
                </a:spcAft>
                <a:buNone/>
              </a:pPr>
              <a:t>+25%</a:t>
            </a:fld>
            <a:r>
              <a:rPr lang="en-US" sz="1100" b="1">
                <a:solidFill>
                  <a:schemeClr val="bg1"/>
                </a:solidFill>
              </a:rPr>
              <a:t> p.a.</a:t>
            </a:r>
          </a:p>
        </p:txBody>
      </p:sp>
      <p:grpSp>
        <p:nvGrpSpPr>
          <p:cNvPr id="52" name="Group 51">
            <a:extLst>
              <a:ext uri="{FF2B5EF4-FFF2-40B4-BE49-F238E27FC236}">
                <a16:creationId xmlns:a16="http://schemas.microsoft.com/office/drawing/2014/main" id="{2AB60A0B-8D91-3911-1EB8-82EC251A27EC}"/>
              </a:ext>
            </a:extLst>
          </p:cNvPr>
          <p:cNvGrpSpPr/>
          <p:nvPr/>
        </p:nvGrpSpPr>
        <p:grpSpPr>
          <a:xfrm>
            <a:off x="-497078" y="360245"/>
            <a:ext cx="338328" cy="4390101"/>
            <a:chOff x="-460920" y="279546"/>
            <a:chExt cx="338328" cy="4390101"/>
          </a:xfrm>
        </p:grpSpPr>
        <p:sp>
          <p:nvSpPr>
            <p:cNvPr id="53" name="Google Shape;139;p2">
              <a:extLst>
                <a:ext uri="{FF2B5EF4-FFF2-40B4-BE49-F238E27FC236}">
                  <a16:creationId xmlns:a16="http://schemas.microsoft.com/office/drawing/2014/main" id="{1B6D20D4-0B00-0799-FA1C-2396598B100D}"/>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54" name="Google Shape;140;p2">
              <a:extLst>
                <a:ext uri="{FF2B5EF4-FFF2-40B4-BE49-F238E27FC236}">
                  <a16:creationId xmlns:a16="http://schemas.microsoft.com/office/drawing/2014/main" id="{1B4F51A2-D6C5-1074-A07E-F6F1474E5BAE}"/>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56" name="Google Shape;141;p2">
              <a:extLst>
                <a:ext uri="{FF2B5EF4-FFF2-40B4-BE49-F238E27FC236}">
                  <a16:creationId xmlns:a16="http://schemas.microsoft.com/office/drawing/2014/main" id="{B847BFC9-2E46-B315-0246-67B31A330C0B}"/>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58" name="Google Shape;142;p2">
              <a:extLst>
                <a:ext uri="{FF2B5EF4-FFF2-40B4-BE49-F238E27FC236}">
                  <a16:creationId xmlns:a16="http://schemas.microsoft.com/office/drawing/2014/main" id="{6BE00A29-2AB3-125D-C3CA-1D610578F490}"/>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59" name="Google Shape;143;p2">
              <a:extLst>
                <a:ext uri="{FF2B5EF4-FFF2-40B4-BE49-F238E27FC236}">
                  <a16:creationId xmlns:a16="http://schemas.microsoft.com/office/drawing/2014/main" id="{83D131AC-3D15-4C13-B215-B1E38525396D}"/>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60" name="Google Shape;147;p2">
              <a:extLst>
                <a:ext uri="{FF2B5EF4-FFF2-40B4-BE49-F238E27FC236}">
                  <a16:creationId xmlns:a16="http://schemas.microsoft.com/office/drawing/2014/main" id="{AA9127E6-3467-6DB5-E869-61A66FBB0ADD}"/>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61" name="Google Shape;151;p2">
              <a:extLst>
                <a:ext uri="{FF2B5EF4-FFF2-40B4-BE49-F238E27FC236}">
                  <a16:creationId xmlns:a16="http://schemas.microsoft.com/office/drawing/2014/main" id="{ECB3A906-B6D2-3B8E-C84C-E116E9797A0B}"/>
                </a:ext>
              </a:extLst>
            </p:cNvPr>
            <p:cNvSpPr/>
            <p:nvPr/>
          </p:nvSpPr>
          <p:spPr>
            <a:xfrm>
              <a:off x="-460920" y="3814161"/>
              <a:ext cx="338328" cy="338328"/>
            </a:xfrm>
            <a:prstGeom prst="ellipse">
              <a:avLst/>
            </a:prstGeom>
            <a:solidFill>
              <a:schemeClr val="bg2">
                <a:lumMod val="50000"/>
              </a:scheme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62" name="Google Shape;147;p2">
              <a:extLst>
                <a:ext uri="{FF2B5EF4-FFF2-40B4-BE49-F238E27FC236}">
                  <a16:creationId xmlns:a16="http://schemas.microsoft.com/office/drawing/2014/main" id="{8FE8EC39-CE54-6627-6831-3E4568C96C70}"/>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63" name="Google Shape;151;p2">
              <a:extLst>
                <a:ext uri="{FF2B5EF4-FFF2-40B4-BE49-F238E27FC236}">
                  <a16:creationId xmlns:a16="http://schemas.microsoft.com/office/drawing/2014/main" id="{611F887E-7EC9-02AB-9BE6-649CD511EFE3}"/>
                </a:ext>
              </a:extLst>
            </p:cNvPr>
            <p:cNvSpPr/>
            <p:nvPr/>
          </p:nvSpPr>
          <p:spPr>
            <a:xfrm>
              <a:off x="-460920" y="4331319"/>
              <a:ext cx="338328" cy="338328"/>
            </a:xfrm>
            <a:prstGeom prst="ellipse">
              <a:avLst/>
            </a:prstGeom>
            <a:solidFill>
              <a:schemeClr val="bg1">
                <a:lumMod val="85000"/>
              </a:scheme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3165" name="Google Shape;141;p2">
            <a:extLst>
              <a:ext uri="{FF2B5EF4-FFF2-40B4-BE49-F238E27FC236}">
                <a16:creationId xmlns:a16="http://schemas.microsoft.com/office/drawing/2014/main" id="{610B154B-D6D7-962B-FA53-E900C18D9136}"/>
              </a:ext>
            </a:extLst>
          </p:cNvPr>
          <p:cNvSpPr/>
          <p:nvPr/>
        </p:nvSpPr>
        <p:spPr>
          <a:xfrm>
            <a:off x="-497078" y="4941680"/>
            <a:ext cx="338328" cy="338328"/>
          </a:xfrm>
          <a:prstGeom prst="ellipse">
            <a:avLst/>
          </a:prstGeom>
          <a:solidFill>
            <a:srgbClr val="FFF2C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7" name="TextBox 26">
            <a:extLst>
              <a:ext uri="{FF2B5EF4-FFF2-40B4-BE49-F238E27FC236}">
                <a16:creationId xmlns:a16="http://schemas.microsoft.com/office/drawing/2014/main" id="{920C21BA-BC02-205A-85A5-92B3AA7DC7AC}"/>
              </a:ext>
            </a:extLst>
          </p:cNvPr>
          <p:cNvSpPr txBox="1"/>
          <p:nvPr/>
        </p:nvSpPr>
        <p:spPr>
          <a:xfrm>
            <a:off x="6229350" y="6381107"/>
            <a:ext cx="4726871" cy="276999"/>
          </a:xfrm>
          <a:prstGeom prst="rect">
            <a:avLst/>
          </a:prstGeom>
          <a:noFill/>
        </p:spPr>
        <p:txBody>
          <a:bodyPr wrap="none" rtlCol="0">
            <a:spAutoFit/>
          </a:bodyPr>
          <a:lstStyle/>
          <a:p>
            <a:r>
              <a:rPr lang="en-US" sz="1200" dirty="0"/>
              <a:t>*Metric created to quantify impact in terms of financials by sub-segment</a:t>
            </a:r>
          </a:p>
        </p:txBody>
      </p:sp>
      <p:sp>
        <p:nvSpPr>
          <p:cNvPr id="41" name="Rectangle 40">
            <a:extLst>
              <a:ext uri="{FF2B5EF4-FFF2-40B4-BE49-F238E27FC236}">
                <a16:creationId xmlns:a16="http://schemas.microsoft.com/office/drawing/2014/main" id="{E41C8B28-62D9-CF18-E862-F413E06658D1}"/>
              </a:ext>
            </a:extLst>
          </p:cNvPr>
          <p:cNvSpPr/>
          <p:nvPr>
            <p:custDataLst>
              <p:tags r:id="rId30"/>
            </p:custDataLst>
          </p:nvPr>
        </p:nvSpPr>
        <p:spPr>
          <a:xfrm>
            <a:off x="650875" y="4528067"/>
            <a:ext cx="523875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Segmentation by </a:t>
            </a:r>
            <a:r>
              <a:rPr lang="en-US" sz="1600" b="1" dirty="0">
                <a:solidFill>
                  <a:srgbClr val="DDDDDD">
                    <a:lumMod val="10000"/>
                  </a:srgbClr>
                </a:solidFill>
                <a:latin typeface="Calibri" panose="020F0502020204030204"/>
                <a:ea typeface="Calibri" panose="020F0502020204030204" pitchFamily="34" charset="0"/>
                <a:cs typeface="Calibri" panose="020F0502020204030204" pitchFamily="34" charset="0"/>
              </a:rPr>
              <a:t>u</a:t>
            </a:r>
            <a:r>
              <a:rPr kumimoji="0" lang="en-US" sz="1600" b="1"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se-case*</a:t>
            </a:r>
          </a:p>
        </p:txBody>
      </p:sp>
      <p:cxnSp>
        <p:nvCxnSpPr>
          <p:cNvPr id="45" name="Straight Connector 44">
            <a:extLst>
              <a:ext uri="{FF2B5EF4-FFF2-40B4-BE49-F238E27FC236}">
                <a16:creationId xmlns:a16="http://schemas.microsoft.com/office/drawing/2014/main" id="{A0AB5E1C-3C54-487C-679B-18F26F727797}"/>
              </a:ext>
            </a:extLst>
          </p:cNvPr>
          <p:cNvCxnSpPr>
            <a:cxnSpLocks/>
          </p:cNvCxnSpPr>
          <p:nvPr/>
        </p:nvCxnSpPr>
        <p:spPr>
          <a:xfrm>
            <a:off x="609600" y="4794615"/>
            <a:ext cx="527526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aphicFrame>
        <p:nvGraphicFramePr>
          <p:cNvPr id="118" name="Chart 117">
            <a:extLst>
              <a:ext uri="{FF2B5EF4-FFF2-40B4-BE49-F238E27FC236}">
                <a16:creationId xmlns:a16="http://schemas.microsoft.com/office/drawing/2014/main" id="{454974D2-716A-8693-ED79-323208C05C4A}"/>
              </a:ext>
            </a:extLst>
          </p:cNvPr>
          <p:cNvGraphicFramePr/>
          <p:nvPr>
            <p:custDataLst>
              <p:tags r:id="rId31"/>
            </p:custDataLst>
            <p:extLst>
              <p:ext uri="{D42A27DB-BD31-4B8C-83A1-F6EECF244321}">
                <p14:modId xmlns:p14="http://schemas.microsoft.com/office/powerpoint/2010/main" val="2855316984"/>
              </p:ext>
            </p:extLst>
          </p:nvPr>
        </p:nvGraphicFramePr>
        <p:xfrm>
          <a:off x="582613" y="4962525"/>
          <a:ext cx="5302250" cy="1374775"/>
        </p:xfrm>
        <a:graphic>
          <a:graphicData uri="http://schemas.openxmlformats.org/drawingml/2006/chart">
            <c:chart xmlns:c="http://schemas.openxmlformats.org/drawingml/2006/chart" xmlns:r="http://schemas.openxmlformats.org/officeDocument/2006/relationships" r:id="rId44"/>
          </a:graphicData>
        </a:graphic>
      </p:graphicFrame>
      <p:sp>
        <p:nvSpPr>
          <p:cNvPr id="3197" name="Text Placeholder 2">
            <a:extLst>
              <a:ext uri="{FF2B5EF4-FFF2-40B4-BE49-F238E27FC236}">
                <a16:creationId xmlns:a16="http://schemas.microsoft.com/office/drawing/2014/main" id="{FC791302-FB69-78CE-BD0F-E16557D19FFC}"/>
              </a:ext>
            </a:extLst>
          </p:cNvPr>
          <p:cNvSpPr>
            <a:spLocks/>
          </p:cNvSpPr>
          <p:nvPr>
            <p:custDataLst>
              <p:tags r:id="rId32"/>
            </p:custDataLst>
          </p:nvPr>
        </p:nvSpPr>
        <p:spPr bwMode="auto">
          <a:xfrm>
            <a:off x="682625" y="6081713"/>
            <a:ext cx="9921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4325AFF-DED2-48AA-9C15-A850AEA89825}" type="datetime'''''Gast''r''''''oin''t''es''''''''t''''''''ina''''''''''l'''">
              <a:rPr lang="en-US" altLang="en-US" sz="1200" smtClean="0"/>
              <a:pPr marL="0" lvl="0" indent="0" algn="ctr">
                <a:spcBef>
                  <a:spcPct val="0"/>
                </a:spcBef>
                <a:spcAft>
                  <a:spcPct val="0"/>
                </a:spcAft>
                <a:buNone/>
              </a:pPr>
              <a:t>Gastrointestinal</a:t>
            </a:fld>
            <a:endParaRPr lang="en-US" sz="1200"/>
          </a:p>
        </p:txBody>
      </p:sp>
      <p:sp>
        <p:nvSpPr>
          <p:cNvPr id="3152" name="Text Placeholder 2">
            <a:extLst>
              <a:ext uri="{FF2B5EF4-FFF2-40B4-BE49-F238E27FC236}">
                <a16:creationId xmlns:a16="http://schemas.microsoft.com/office/drawing/2014/main" id="{87BB863F-9716-77B5-70B5-97E8A856AB8A}"/>
              </a:ext>
            </a:extLst>
          </p:cNvPr>
          <p:cNvSpPr>
            <a:spLocks/>
          </p:cNvSpPr>
          <p:nvPr>
            <p:custDataLst>
              <p:tags r:id="rId33"/>
            </p:custDataLst>
          </p:nvPr>
        </p:nvSpPr>
        <p:spPr bwMode="auto">
          <a:xfrm>
            <a:off x="1895475" y="6081713"/>
            <a:ext cx="6207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3BAC4BC-FD73-4346-BB52-B1CAC1E9CE72}" type="datetime'Hy''''''''''''''d''''r''a''t''''i''''''''''''''o''''''''''n'">
              <a:rPr lang="en-US" altLang="en-US" sz="1200" smtClean="0"/>
              <a:pPr marL="0" lvl="0" indent="0" algn="ctr">
                <a:spcBef>
                  <a:spcPct val="0"/>
                </a:spcBef>
                <a:spcAft>
                  <a:spcPct val="0"/>
                </a:spcAft>
                <a:buNone/>
              </a:pPr>
              <a:t>Hydration</a:t>
            </a:fld>
            <a:endParaRPr lang="en-US" sz="1200"/>
          </a:p>
        </p:txBody>
      </p:sp>
      <p:sp>
        <p:nvSpPr>
          <p:cNvPr id="3199" name="Text Placeholder 2">
            <a:extLst>
              <a:ext uri="{FF2B5EF4-FFF2-40B4-BE49-F238E27FC236}">
                <a16:creationId xmlns:a16="http://schemas.microsoft.com/office/drawing/2014/main" id="{63D46518-4CAA-F6ED-745C-4FE4F17F3558}"/>
              </a:ext>
            </a:extLst>
          </p:cNvPr>
          <p:cNvSpPr>
            <a:spLocks/>
          </p:cNvSpPr>
          <p:nvPr>
            <p:custDataLst>
              <p:tags r:id="rId34"/>
            </p:custDataLst>
          </p:nvPr>
        </p:nvSpPr>
        <p:spPr bwMode="auto">
          <a:xfrm>
            <a:off x="2782888" y="6081713"/>
            <a:ext cx="901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F9CB6D74-A0C9-4299-9740-0DD669AB0180}" type="datetime'''He''''''''ma''''''''''''''tolog''''i''ca''''''''''''l'''''''">
              <a:rPr lang="en-US" altLang="en-US" sz="1200" smtClean="0"/>
              <a:pPr marL="0" lvl="0" indent="0" algn="ctr">
                <a:spcBef>
                  <a:spcPct val="0"/>
                </a:spcBef>
                <a:spcAft>
                  <a:spcPct val="0"/>
                </a:spcAft>
                <a:buNone/>
              </a:pPr>
              <a:t>Hematological</a:t>
            </a:fld>
            <a:endParaRPr lang="en-US" sz="1200"/>
          </a:p>
        </p:txBody>
      </p:sp>
      <p:sp>
        <p:nvSpPr>
          <p:cNvPr id="64" name="Text Placeholder 2">
            <a:extLst>
              <a:ext uri="{FF2B5EF4-FFF2-40B4-BE49-F238E27FC236}">
                <a16:creationId xmlns:a16="http://schemas.microsoft.com/office/drawing/2014/main" id="{05B97E12-1FB1-5E94-3E90-276229BEEB4F}"/>
              </a:ext>
            </a:extLst>
          </p:cNvPr>
          <p:cNvSpPr>
            <a:spLocks/>
          </p:cNvSpPr>
          <p:nvPr>
            <p:custDataLst>
              <p:tags r:id="rId35"/>
            </p:custDataLst>
          </p:nvPr>
        </p:nvSpPr>
        <p:spPr bwMode="auto">
          <a:xfrm>
            <a:off x="3973513" y="6081713"/>
            <a:ext cx="5746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C3B8EFC-71E6-40A8-8086-99428F987A8E}" type="datetime'''N''''u''t''''''ri''t''''''i''''o''''''''n'''''''''''">
              <a:rPr lang="en-US" altLang="en-US" sz="1200" smtClean="0"/>
              <a:pPr marL="0" lvl="0" indent="0" algn="ctr">
                <a:spcBef>
                  <a:spcPct val="0"/>
                </a:spcBef>
                <a:spcAft>
                  <a:spcPct val="0"/>
                </a:spcAft>
                <a:buNone/>
              </a:pPr>
              <a:t>Nutrition</a:t>
            </a:fld>
            <a:endParaRPr lang="en-US" sz="1200"/>
          </a:p>
        </p:txBody>
      </p:sp>
      <p:sp>
        <p:nvSpPr>
          <p:cNvPr id="68" name="Text Placeholder 2">
            <a:extLst>
              <a:ext uri="{FF2B5EF4-FFF2-40B4-BE49-F238E27FC236}">
                <a16:creationId xmlns:a16="http://schemas.microsoft.com/office/drawing/2014/main" id="{74473AD8-FE2F-94A3-C493-51CB2C550CE3}"/>
              </a:ext>
            </a:extLst>
          </p:cNvPr>
          <p:cNvSpPr>
            <a:spLocks/>
          </p:cNvSpPr>
          <p:nvPr>
            <p:custDataLst>
              <p:tags r:id="rId36"/>
            </p:custDataLst>
          </p:nvPr>
        </p:nvSpPr>
        <p:spPr bwMode="auto">
          <a:xfrm>
            <a:off x="5149850" y="6081713"/>
            <a:ext cx="2762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C78544F-3482-41C7-AB6A-FD52DD050B34}" type="datetime'P''''''''a''''''''''''''''i''''''''''n'''''''''''''">
              <a:rPr lang="en-US" altLang="en-US" sz="1200" smtClean="0"/>
              <a:pPr marL="0" lvl="0" indent="0" algn="ctr">
                <a:spcBef>
                  <a:spcPct val="0"/>
                </a:spcBef>
                <a:spcAft>
                  <a:spcPct val="0"/>
                </a:spcAft>
                <a:buNone/>
              </a:pPr>
              <a:t>Pain</a:t>
            </a:fld>
            <a:endParaRPr lang="en-US" sz="1200"/>
          </a:p>
        </p:txBody>
      </p:sp>
      <p:sp>
        <p:nvSpPr>
          <p:cNvPr id="106" name="TextBox 105">
            <a:extLst>
              <a:ext uri="{FF2B5EF4-FFF2-40B4-BE49-F238E27FC236}">
                <a16:creationId xmlns:a16="http://schemas.microsoft.com/office/drawing/2014/main" id="{5370D6BA-7741-ABDD-A5BE-6DD45D94BA28}"/>
              </a:ext>
            </a:extLst>
          </p:cNvPr>
          <p:cNvSpPr txBox="1"/>
          <p:nvPr/>
        </p:nvSpPr>
        <p:spPr>
          <a:xfrm>
            <a:off x="655824" y="6387977"/>
            <a:ext cx="4107150" cy="276999"/>
          </a:xfrm>
          <a:prstGeom prst="rect">
            <a:avLst/>
          </a:prstGeom>
          <a:noFill/>
        </p:spPr>
        <p:txBody>
          <a:bodyPr wrap="none" rtlCol="0">
            <a:spAutoFit/>
          </a:bodyPr>
          <a:lstStyle/>
          <a:p>
            <a:r>
              <a:rPr lang="en-US" sz="1200" dirty="0"/>
              <a:t>*Depicts prevalence percentage for each patient independently</a:t>
            </a:r>
          </a:p>
        </p:txBody>
      </p:sp>
      <p:sp>
        <p:nvSpPr>
          <p:cNvPr id="108" name="TextBox 107">
            <a:extLst>
              <a:ext uri="{FF2B5EF4-FFF2-40B4-BE49-F238E27FC236}">
                <a16:creationId xmlns:a16="http://schemas.microsoft.com/office/drawing/2014/main" id="{D25E21BD-A277-7071-EB52-1AF2B8931C4D}"/>
              </a:ext>
            </a:extLst>
          </p:cNvPr>
          <p:cNvSpPr txBox="1"/>
          <p:nvPr/>
        </p:nvSpPr>
        <p:spPr>
          <a:xfrm>
            <a:off x="1898650" y="4862435"/>
            <a:ext cx="607859" cy="400110"/>
          </a:xfrm>
          <a:prstGeom prst="rect">
            <a:avLst/>
          </a:prstGeom>
          <a:noFill/>
        </p:spPr>
        <p:txBody>
          <a:bodyPr wrap="none" rtlCol="0">
            <a:spAutoFit/>
          </a:bodyPr>
          <a:lstStyle/>
          <a:p>
            <a:pPr algn="ctr"/>
            <a:r>
              <a:rPr lang="en-US" sz="1000" i="1"/>
              <a:t>Highest </a:t>
            </a:r>
          </a:p>
          <a:p>
            <a:pPr algn="ctr"/>
            <a:r>
              <a:rPr lang="en-US" sz="1000" i="1"/>
              <a:t>Margin</a:t>
            </a:r>
          </a:p>
        </p:txBody>
      </p:sp>
      <p:sp>
        <p:nvSpPr>
          <p:cNvPr id="112" name="Rectangle 111">
            <a:extLst>
              <a:ext uri="{FF2B5EF4-FFF2-40B4-BE49-F238E27FC236}">
                <a16:creationId xmlns:a16="http://schemas.microsoft.com/office/drawing/2014/main" id="{9DD3F2B1-4CF0-15E8-539E-022768902966}"/>
              </a:ext>
            </a:extLst>
          </p:cNvPr>
          <p:cNvSpPr/>
          <p:nvPr/>
        </p:nvSpPr>
        <p:spPr>
          <a:xfrm>
            <a:off x="1785938" y="4867179"/>
            <a:ext cx="831115" cy="1411261"/>
          </a:xfrm>
          <a:prstGeom prst="rect">
            <a:avLst/>
          </a:prstGeom>
          <a:noFill/>
          <a:ln w="6350">
            <a:solidFill>
              <a:srgbClr val="FF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Isosceles Triangle 118">
            <a:extLst>
              <a:ext uri="{FF2B5EF4-FFF2-40B4-BE49-F238E27FC236}">
                <a16:creationId xmlns:a16="http://schemas.microsoft.com/office/drawing/2014/main" id="{6EFD3244-E403-BDF0-E876-883DC38C10EA}"/>
              </a:ext>
            </a:extLst>
          </p:cNvPr>
          <p:cNvSpPr/>
          <p:nvPr/>
        </p:nvSpPr>
        <p:spPr>
          <a:xfrm rot="5400000">
            <a:off x="5623337" y="5327756"/>
            <a:ext cx="849746" cy="278937"/>
          </a:xfrm>
          <a:prstGeom prst="triangle">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0936895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0849F0-DCA6-C4EC-8882-35E3F8F8538D}"/>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5646419E-7288-F249-2AEB-1D901BDF50F8}"/>
              </a:ext>
            </a:extLst>
          </p:cNvPr>
          <p:cNvGraphicFramePr>
            <a:graphicFrameLocks/>
          </p:cNvGraphicFramePr>
          <p:nvPr>
            <p:custDataLst>
              <p:tags r:id="rId1"/>
            </p:custDataLst>
            <p:extLst>
              <p:ext uri="{D42A27DB-BD31-4B8C-83A1-F6EECF244321}">
                <p14:modId xmlns:p14="http://schemas.microsoft.com/office/powerpoint/2010/main" val="86771944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8" imgW="306" imgH="306" progId="TCLayout.ActiveDocument.1">
                  <p:embed/>
                </p:oleObj>
              </mc:Choice>
              <mc:Fallback>
                <p:oleObj name="think-cell Slide" r:id="rId48" imgW="306" imgH="306" progId="TCLayout.ActiveDocument.1">
                  <p:embed/>
                  <p:pic>
                    <p:nvPicPr>
                      <p:cNvPr id="9" name="Object 8" hidden="1">
                        <a:extLst>
                          <a:ext uri="{FF2B5EF4-FFF2-40B4-BE49-F238E27FC236}">
                            <a16:creationId xmlns:a16="http://schemas.microsoft.com/office/drawing/2014/main" id="{5646419E-7288-F249-2AEB-1D901BDF50F8}"/>
                          </a:ext>
                        </a:extLst>
                      </p:cNvPr>
                      <p:cNvPicPr/>
                      <p:nvPr/>
                    </p:nvPicPr>
                    <p:blipFill>
                      <a:blip r:embed="rId49"/>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8126207B-7D63-BA84-159C-8AEEFC816C24}"/>
              </a:ext>
            </a:extLst>
          </p:cNvPr>
          <p:cNvSpPr>
            <a:spLocks noGrp="1"/>
          </p:cNvSpPr>
          <p:nvPr>
            <p:ph type="sldNum" sz="quarter" idx="12"/>
          </p:nvPr>
        </p:nvSpPr>
        <p:spPr/>
        <p:txBody>
          <a:bodyPr/>
          <a:lstStyle/>
          <a:p>
            <a:fld id="{8E1CF2E5-4A16-4FBD-9713-265FD1DAAE65}" type="slidenum">
              <a:rPr lang="en-US" smtClean="0"/>
              <a:t>33</a:t>
            </a:fld>
            <a:endParaRPr lang="en-US"/>
          </a:p>
        </p:txBody>
      </p:sp>
      <p:cxnSp>
        <p:nvCxnSpPr>
          <p:cNvPr id="7" name="Straight Connector 6">
            <a:extLst>
              <a:ext uri="{FF2B5EF4-FFF2-40B4-BE49-F238E27FC236}">
                <a16:creationId xmlns:a16="http://schemas.microsoft.com/office/drawing/2014/main" id="{4699A939-7DC0-F739-D5BA-8D32A847C1B9}"/>
              </a:ext>
            </a:extLst>
          </p:cNvPr>
          <p:cNvCxnSpPr>
            <a:cxnSpLocks/>
          </p:cNvCxnSpPr>
          <p:nvPr/>
        </p:nvCxnSpPr>
        <p:spPr>
          <a:xfrm>
            <a:off x="614363" y="1636450"/>
            <a:ext cx="527526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ED0C03CE-42CD-3AFD-F05B-E410B9B1006D}"/>
              </a:ext>
            </a:extLst>
          </p:cNvPr>
          <p:cNvSpPr/>
          <p:nvPr>
            <p:custDataLst>
              <p:tags r:id="rId2"/>
            </p:custDataLst>
          </p:nvPr>
        </p:nvSpPr>
        <p:spPr>
          <a:xfrm>
            <a:off x="650898" y="1366873"/>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kumimoji="0" lang="en-US" sz="1600" b="1"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IV Therapy market</a:t>
            </a:r>
            <a:r>
              <a:rPr lang="en-US" sz="1600" b="1" dirty="0">
                <a:solidFill>
                  <a:schemeClr val="tx1"/>
                </a:solidFill>
                <a:latin typeface="Calibri" panose="020F0502020204030204"/>
                <a:ea typeface="Calibri" panose="020F0502020204030204" pitchFamily="34" charset="0"/>
                <a:cs typeface="Calibri" panose="020F0502020204030204" pitchFamily="34" charset="0"/>
              </a:rPr>
              <a:t> – KSA, </a:t>
            </a:r>
            <a:r>
              <a:rPr lang="en-US" sz="1400" dirty="0">
                <a:solidFill>
                  <a:srgbClr val="DDDDDD">
                    <a:lumMod val="10000"/>
                  </a:srgbClr>
                </a:solidFill>
                <a:ea typeface="Calibri" panose="020F0502020204030204" pitchFamily="34" charset="0"/>
                <a:cs typeface="Calibri" panose="020F0502020204030204" pitchFamily="34" charset="0"/>
              </a:rPr>
              <a:t>SAR Mn, 2026-2028F</a:t>
            </a:r>
            <a:endParaRPr kumimoji="0" lang="en-US" sz="16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19" name="Rectangle 18">
            <a:extLst>
              <a:ext uri="{FF2B5EF4-FFF2-40B4-BE49-F238E27FC236}">
                <a16:creationId xmlns:a16="http://schemas.microsoft.com/office/drawing/2014/main" id="{09F6049C-C3A6-82FC-322A-CAD01D048C85}"/>
              </a:ext>
            </a:extLst>
          </p:cNvPr>
          <p:cNvSpPr/>
          <p:nvPr/>
        </p:nvSpPr>
        <p:spPr>
          <a:xfrm>
            <a:off x="4525705" y="1780822"/>
            <a:ext cx="1702654" cy="1843088"/>
          </a:xfrm>
          <a:prstGeom prst="rect">
            <a:avLst/>
          </a:prstGeom>
          <a:noFill/>
        </p:spPr>
        <p:txBody>
          <a:bodyPr wrap="square" lIns="36000" tIns="36000" rIns="36000" bIns="36000" rtlCol="0" anchor="t">
            <a:noAutofit/>
          </a:bodyPr>
          <a:lstStyle/>
          <a:p>
            <a:pPr marL="9525">
              <a:spcBef>
                <a:spcPts val="400"/>
              </a:spcBef>
              <a:spcAft>
                <a:spcPts val="400"/>
              </a:spcAft>
            </a:pPr>
            <a:r>
              <a:rPr lang="en-US" sz="1200" b="1" i="1">
                <a:solidFill>
                  <a:prstClr val="black"/>
                </a:solidFill>
                <a:latin typeface="Calibri" panose="020F0502020204030204"/>
              </a:rPr>
              <a:t>Key Drivers</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Growing demand for IV therapies in wellness routines</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Skin Rejuvenation, Anti-aging and Detox treatments are growing in popularity</a:t>
            </a:r>
          </a:p>
        </p:txBody>
      </p:sp>
      <p:graphicFrame>
        <p:nvGraphicFramePr>
          <p:cNvPr id="44" name="Chart 43">
            <a:extLst>
              <a:ext uri="{FF2B5EF4-FFF2-40B4-BE49-F238E27FC236}">
                <a16:creationId xmlns:a16="http://schemas.microsoft.com/office/drawing/2014/main" id="{3A50BD1D-AF0F-1557-EB49-D7B0918D4AE1}"/>
              </a:ext>
            </a:extLst>
          </p:cNvPr>
          <p:cNvGraphicFramePr/>
          <p:nvPr>
            <p:custDataLst>
              <p:tags r:id="rId3"/>
            </p:custDataLst>
            <p:extLst>
              <p:ext uri="{D42A27DB-BD31-4B8C-83A1-F6EECF244321}">
                <p14:modId xmlns:p14="http://schemas.microsoft.com/office/powerpoint/2010/main" val="886688353"/>
              </p:ext>
            </p:extLst>
          </p:nvPr>
        </p:nvGraphicFramePr>
        <p:xfrm>
          <a:off x="568325" y="2008188"/>
          <a:ext cx="2760663" cy="1255712"/>
        </p:xfrm>
        <a:graphic>
          <a:graphicData uri="http://schemas.openxmlformats.org/drawingml/2006/chart">
            <c:chart xmlns:c="http://schemas.openxmlformats.org/drawingml/2006/chart" xmlns:r="http://schemas.openxmlformats.org/officeDocument/2006/relationships" r:id="rId50"/>
          </a:graphicData>
        </a:graphic>
      </p:graphicFrame>
      <p:cxnSp>
        <p:nvCxnSpPr>
          <p:cNvPr id="63" name="Straight Connector 62">
            <a:extLst>
              <a:ext uri="{FF2B5EF4-FFF2-40B4-BE49-F238E27FC236}">
                <a16:creationId xmlns:a16="http://schemas.microsoft.com/office/drawing/2014/main" id="{A95B5E9B-330B-AE00-7D81-5B28B1AB203E}"/>
              </a:ext>
            </a:extLst>
          </p:cNvPr>
          <p:cNvCxnSpPr>
            <a:cxnSpLocks/>
          </p:cNvCxnSpPr>
          <p:nvPr>
            <p:custDataLst>
              <p:tags r:id="rId4"/>
            </p:custDataLst>
          </p:nvPr>
        </p:nvCxnSpPr>
        <p:spPr bwMode="auto">
          <a:xfrm flipV="1">
            <a:off x="1082675" y="1868488"/>
            <a:ext cx="1730375" cy="8731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6" name="Text Placeholder 2">
            <a:extLst>
              <a:ext uri="{FF2B5EF4-FFF2-40B4-BE49-F238E27FC236}">
                <a16:creationId xmlns:a16="http://schemas.microsoft.com/office/drawing/2014/main" id="{87BB863F-9716-77B5-70B5-97E8A856AB8A}"/>
              </a:ext>
            </a:extLst>
          </p:cNvPr>
          <p:cNvSpPr>
            <a:spLocks/>
          </p:cNvSpPr>
          <p:nvPr>
            <p:custDataLst>
              <p:tags r:id="rId5"/>
            </p:custDataLst>
          </p:nvPr>
        </p:nvSpPr>
        <p:spPr bwMode="gray">
          <a:xfrm>
            <a:off x="877888" y="2470150"/>
            <a:ext cx="122238" cy="165100"/>
          </a:xfrm>
          <a:prstGeom prst="rect">
            <a:avLst/>
          </a:prstGeom>
          <a:solidFill>
            <a:srgbClr val="17B2A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595CD36-75E4-4703-A7CA-E02F66533D99}" type="datetime'''''''''''''''''''''''''''''''6'''''''''''''''''''''">
              <a:rPr lang="en-US" altLang="en-US" sz="1200" smtClean="0">
                <a:solidFill>
                  <a:schemeClr val="bg1"/>
                </a:solidFill>
                <a:effectLst/>
                <a:sym typeface="Arial\"/>
              </a:rPr>
              <a:pPr marL="0" lvl="0" indent="0" algn="ctr">
                <a:spcBef>
                  <a:spcPct val="0"/>
                </a:spcBef>
                <a:spcAft>
                  <a:spcPct val="0"/>
                </a:spcAft>
                <a:buNone/>
              </a:pPr>
              <a:t>6</a:t>
            </a:fld>
            <a:endParaRPr lang="en-US" sz="1200">
              <a:solidFill>
                <a:schemeClr val="bg1"/>
              </a:solidFill>
              <a:sym typeface="Arial\"/>
            </a:endParaRPr>
          </a:p>
        </p:txBody>
      </p:sp>
      <p:sp>
        <p:nvSpPr>
          <p:cNvPr id="41" name="Text Placeholder 2">
            <a:extLst>
              <a:ext uri="{FF2B5EF4-FFF2-40B4-BE49-F238E27FC236}">
                <a16:creationId xmlns:a16="http://schemas.microsoft.com/office/drawing/2014/main" id="{87BB863F-9716-77B5-70B5-97E8A856AB8A}"/>
              </a:ext>
            </a:extLst>
          </p:cNvPr>
          <p:cNvSpPr>
            <a:spLocks/>
          </p:cNvSpPr>
          <p:nvPr>
            <p:custDataLst>
              <p:tags r:id="rId6"/>
            </p:custDataLst>
          </p:nvPr>
        </p:nvSpPr>
        <p:spPr bwMode="gray">
          <a:xfrm>
            <a:off x="1166813" y="2343150"/>
            <a:ext cx="122238" cy="165100"/>
          </a:xfrm>
          <a:prstGeom prst="rect">
            <a:avLst/>
          </a:prstGeom>
          <a:solidFill>
            <a:srgbClr val="BFBFB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A9C1977-BC85-4E30-9A15-D19237012CDE}" type="datetime'''''''''''''''''''''''''6'''''''''''''''''''''''''''''">
              <a:rPr lang="en-US" altLang="en-US" sz="1200" smtClean="0">
                <a:effectLst/>
                <a:sym typeface="Arial\"/>
              </a:rPr>
              <a:pPr marL="0" lvl="0" indent="0" algn="ctr">
                <a:spcBef>
                  <a:spcPct val="0"/>
                </a:spcBef>
                <a:spcAft>
                  <a:spcPct val="0"/>
                </a:spcAft>
                <a:buNone/>
              </a:pPr>
              <a:t>6</a:t>
            </a:fld>
            <a:endParaRPr lang="en-US" sz="1200">
              <a:sym typeface="Arial\"/>
            </a:endParaRPr>
          </a:p>
        </p:txBody>
      </p:sp>
      <p:sp>
        <p:nvSpPr>
          <p:cNvPr id="64" name="Text Placeholder 4">
            <a:extLst>
              <a:ext uri="{FF2B5EF4-FFF2-40B4-BE49-F238E27FC236}">
                <a16:creationId xmlns:a16="http://schemas.microsoft.com/office/drawing/2014/main" id="{088D533B-F729-7438-6F93-C2FB63349532}"/>
              </a:ext>
            </a:extLst>
          </p:cNvPr>
          <p:cNvSpPr>
            <a:spLocks/>
          </p:cNvSpPr>
          <p:nvPr>
            <p:custDataLst>
              <p:tags r:id="rId7"/>
            </p:custDataLst>
          </p:nvPr>
        </p:nvSpPr>
        <p:spPr bwMode="auto">
          <a:xfrm>
            <a:off x="885825" y="304800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EECEEB8A-977D-4A38-AC7C-F18D13174D2F}"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42" name="Text Placeholder 2">
            <a:extLst>
              <a:ext uri="{FF2B5EF4-FFF2-40B4-BE49-F238E27FC236}">
                <a16:creationId xmlns:a16="http://schemas.microsoft.com/office/drawing/2014/main" id="{87BB863F-9716-77B5-70B5-97E8A856AB8A}"/>
              </a:ext>
            </a:extLst>
          </p:cNvPr>
          <p:cNvSpPr>
            <a:spLocks/>
          </p:cNvSpPr>
          <p:nvPr>
            <p:custDataLst>
              <p:tags r:id="rId8"/>
            </p:custDataLst>
          </p:nvPr>
        </p:nvSpPr>
        <p:spPr bwMode="gray">
          <a:xfrm>
            <a:off x="1743075" y="2439988"/>
            <a:ext cx="122238" cy="165100"/>
          </a:xfrm>
          <a:prstGeom prst="rect">
            <a:avLst/>
          </a:prstGeom>
          <a:solidFill>
            <a:srgbClr val="17B2A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7815927-A5C2-4CF3-9493-E461ED1F6EA0}" type="datetime'''''''''''''''7'''''''''''''''''''''''''''">
              <a:rPr lang="en-US" altLang="en-US" sz="1200" smtClean="0">
                <a:solidFill>
                  <a:schemeClr val="bg1"/>
                </a:solidFill>
                <a:effectLst/>
                <a:sym typeface="Arial\"/>
              </a:rPr>
              <a:pPr marL="0" lvl="0" indent="0" algn="ctr">
                <a:spcBef>
                  <a:spcPct val="0"/>
                </a:spcBef>
                <a:spcAft>
                  <a:spcPct val="0"/>
                </a:spcAft>
                <a:buNone/>
              </a:pPr>
              <a:t>7</a:t>
            </a:fld>
            <a:endParaRPr lang="en-US" sz="1200">
              <a:solidFill>
                <a:schemeClr val="bg1"/>
              </a:solidFill>
              <a:sym typeface="Arial\"/>
            </a:endParaRPr>
          </a:p>
        </p:txBody>
      </p:sp>
      <p:sp>
        <p:nvSpPr>
          <p:cNvPr id="43" name="Text Placeholder 2">
            <a:extLst>
              <a:ext uri="{FF2B5EF4-FFF2-40B4-BE49-F238E27FC236}">
                <a16:creationId xmlns:a16="http://schemas.microsoft.com/office/drawing/2014/main" id="{87BB863F-9716-77B5-70B5-97E8A856AB8A}"/>
              </a:ext>
            </a:extLst>
          </p:cNvPr>
          <p:cNvSpPr>
            <a:spLocks/>
          </p:cNvSpPr>
          <p:nvPr>
            <p:custDataLst>
              <p:tags r:id="rId9"/>
            </p:custDataLst>
          </p:nvPr>
        </p:nvSpPr>
        <p:spPr bwMode="gray">
          <a:xfrm>
            <a:off x="2032000" y="2305050"/>
            <a:ext cx="122238" cy="165100"/>
          </a:xfrm>
          <a:prstGeom prst="rect">
            <a:avLst/>
          </a:prstGeom>
          <a:solidFill>
            <a:srgbClr val="BFBFB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F89E653-1AE8-4C52-9391-013E519BBA96}" type="datetime'''''''''''''''''''''''''''''''''''''''''''''''''''''''7'''">
              <a:rPr lang="en-US" altLang="en-US" sz="1200" smtClean="0">
                <a:effectLst/>
                <a:sym typeface="Arial\"/>
              </a:rPr>
              <a:pPr marL="0" lvl="0" indent="0" algn="ctr">
                <a:spcBef>
                  <a:spcPct val="0"/>
                </a:spcBef>
                <a:spcAft>
                  <a:spcPct val="0"/>
                </a:spcAft>
                <a:buNone/>
              </a:pPr>
              <a:t>7</a:t>
            </a:fld>
            <a:endParaRPr lang="en-US" sz="1200">
              <a:sym typeface="Arial\"/>
            </a:endParaRPr>
          </a:p>
        </p:txBody>
      </p:sp>
      <p:sp>
        <p:nvSpPr>
          <p:cNvPr id="65" name="Text Placeholder 4">
            <a:extLst>
              <a:ext uri="{FF2B5EF4-FFF2-40B4-BE49-F238E27FC236}">
                <a16:creationId xmlns:a16="http://schemas.microsoft.com/office/drawing/2014/main" id="{EDB4FA8F-B6D5-D714-23E6-1757EE226A41}"/>
              </a:ext>
            </a:extLst>
          </p:cNvPr>
          <p:cNvSpPr>
            <a:spLocks/>
          </p:cNvSpPr>
          <p:nvPr>
            <p:custDataLst>
              <p:tags r:id="rId10"/>
            </p:custDataLst>
          </p:nvPr>
        </p:nvSpPr>
        <p:spPr bwMode="auto">
          <a:xfrm>
            <a:off x="1751013" y="304800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74793D8F-E65F-4A56-A328-554208CFA4A3}"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66" name="Text Placeholder 4">
            <a:extLst>
              <a:ext uri="{FF2B5EF4-FFF2-40B4-BE49-F238E27FC236}">
                <a16:creationId xmlns:a16="http://schemas.microsoft.com/office/drawing/2014/main" id="{E9A5EA7C-0F66-B10B-8BB4-7941FFC1FE67}"/>
              </a:ext>
            </a:extLst>
          </p:cNvPr>
          <p:cNvSpPr>
            <a:spLocks/>
          </p:cNvSpPr>
          <p:nvPr>
            <p:custDataLst>
              <p:tags r:id="rId11"/>
            </p:custDataLst>
          </p:nvPr>
        </p:nvSpPr>
        <p:spPr bwMode="auto">
          <a:xfrm>
            <a:off x="2616200" y="304800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119F1B38-A36B-4DA0-8CB2-38C991E6CD1C}"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49" name="Text Placeholder 2">
            <a:extLst>
              <a:ext uri="{FF2B5EF4-FFF2-40B4-BE49-F238E27FC236}">
                <a16:creationId xmlns:a16="http://schemas.microsoft.com/office/drawing/2014/main" id="{87BB863F-9716-77B5-70B5-97E8A856AB8A}"/>
              </a:ext>
            </a:extLst>
          </p:cNvPr>
          <p:cNvSpPr>
            <a:spLocks/>
          </p:cNvSpPr>
          <p:nvPr>
            <p:custDataLst>
              <p:tags r:id="rId12"/>
            </p:custDataLst>
          </p:nvPr>
        </p:nvSpPr>
        <p:spPr bwMode="auto">
          <a:xfrm>
            <a:off x="3224213" y="2705100"/>
            <a:ext cx="5111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664975F5-0ACB-4A81-A172-B71C37161441}" type="datetime'''''S''''''''ta''''''n''dar''''''''''''''''''''d'''''">
              <a:rPr lang="en-US" altLang="en-US" sz="1100" smtClean="0"/>
              <a:pPr marL="0" lvl="0" indent="0">
                <a:spcBef>
                  <a:spcPct val="0"/>
                </a:spcBef>
                <a:spcAft>
                  <a:spcPct val="0"/>
                </a:spcAft>
                <a:buNone/>
              </a:pPr>
              <a:t>Standard</a:t>
            </a:fld>
            <a:endParaRPr lang="en-US" sz="1100">
              <a:sym typeface="Arial\"/>
            </a:endParaRPr>
          </a:p>
        </p:txBody>
      </p:sp>
      <p:sp>
        <p:nvSpPr>
          <p:cNvPr id="52" name="Text Placeholder 2">
            <a:extLst>
              <a:ext uri="{FF2B5EF4-FFF2-40B4-BE49-F238E27FC236}">
                <a16:creationId xmlns:a16="http://schemas.microsoft.com/office/drawing/2014/main" id="{6928F18F-CC19-254C-259C-94771D519137}"/>
              </a:ext>
            </a:extLst>
          </p:cNvPr>
          <p:cNvSpPr>
            <a:spLocks/>
          </p:cNvSpPr>
          <p:nvPr>
            <p:custDataLst>
              <p:tags r:id="rId13"/>
            </p:custDataLst>
          </p:nvPr>
        </p:nvSpPr>
        <p:spPr bwMode="auto">
          <a:xfrm>
            <a:off x="3224213" y="2476500"/>
            <a:ext cx="7413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7722D92F-6FFF-4A5D-8036-DC4F48DC1C63}" type="datetime'In''''''''''''''t''''er''med''''''''i''a''''''''''''t''e'''''">
              <a:rPr lang="en-US" altLang="en-US" sz="1100" smtClean="0"/>
              <a:pPr marL="0" lvl="0" indent="0">
                <a:spcBef>
                  <a:spcPct val="0"/>
                </a:spcBef>
                <a:spcAft>
                  <a:spcPct val="0"/>
                </a:spcAft>
                <a:buNone/>
              </a:pPr>
              <a:t>Intermediate</a:t>
            </a:fld>
            <a:endParaRPr lang="en-US" sz="1100">
              <a:sym typeface="Arial\"/>
            </a:endParaRPr>
          </a:p>
        </p:txBody>
      </p:sp>
      <p:sp>
        <p:nvSpPr>
          <p:cNvPr id="57" name="Text Placeholder 2">
            <a:extLst>
              <a:ext uri="{FF2B5EF4-FFF2-40B4-BE49-F238E27FC236}">
                <a16:creationId xmlns:a16="http://schemas.microsoft.com/office/drawing/2014/main" id="{7C8802AB-E00A-5C23-E94E-8E5636282F4E}"/>
              </a:ext>
            </a:extLst>
          </p:cNvPr>
          <p:cNvSpPr>
            <a:spLocks/>
          </p:cNvSpPr>
          <p:nvPr>
            <p:custDataLst>
              <p:tags r:id="rId14"/>
            </p:custDataLst>
          </p:nvPr>
        </p:nvSpPr>
        <p:spPr bwMode="auto">
          <a:xfrm>
            <a:off x="3224213" y="2274888"/>
            <a:ext cx="5588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82A358F5-DA13-4B67-9F9D-6632D764D464}" type="datetime'Ad''''''''''''''''''''''''''''''''''''v''''''''''a''''nced'">
              <a:rPr lang="en-US" altLang="en-US" sz="1100" smtClean="0"/>
              <a:pPr marL="0" lvl="0" indent="0">
                <a:spcBef>
                  <a:spcPct val="0"/>
                </a:spcBef>
                <a:spcAft>
                  <a:spcPct val="0"/>
                </a:spcAft>
                <a:buNone/>
              </a:pPr>
              <a:t>Advanced</a:t>
            </a:fld>
            <a:endParaRPr lang="en-US" sz="1100">
              <a:sym typeface="Arial\"/>
            </a:endParaRPr>
          </a:p>
        </p:txBody>
      </p:sp>
      <p:sp>
        <p:nvSpPr>
          <p:cNvPr id="26" name="Text Placeholder 2">
            <a:extLst>
              <a:ext uri="{FF2B5EF4-FFF2-40B4-BE49-F238E27FC236}">
                <a16:creationId xmlns:a16="http://schemas.microsoft.com/office/drawing/2014/main" id="{87BB863F-9716-77B5-70B5-97E8A856AB8A}"/>
              </a:ext>
            </a:extLst>
          </p:cNvPr>
          <p:cNvSpPr>
            <a:spLocks/>
          </p:cNvSpPr>
          <p:nvPr>
            <p:custDataLst>
              <p:tags r:id="rId15"/>
            </p:custDataLst>
          </p:nvPr>
        </p:nvSpPr>
        <p:spPr bwMode="gray">
          <a:xfrm>
            <a:off x="982663" y="2171700"/>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4AF963E-9DBF-481D-8091-B40B014EE554}" type="datetime'3''''''''''''''''''''''''''''''''1'''''''''''''''''''">
              <a:rPr lang="en-US" altLang="en-US" sz="1200" b="1" smtClean="0">
                <a:solidFill>
                  <a:srgbClr val="000000"/>
                </a:solidFill>
              </a:rPr>
              <a:pPr marL="0" lvl="0" indent="0" algn="ctr">
                <a:spcBef>
                  <a:spcPct val="0"/>
                </a:spcBef>
                <a:spcAft>
                  <a:spcPct val="0"/>
                </a:spcAft>
                <a:buNone/>
              </a:pPr>
              <a:t>31</a:t>
            </a:fld>
            <a:endParaRPr lang="en-US" sz="1200" b="1">
              <a:solidFill>
                <a:srgbClr val="000000"/>
              </a:solidFill>
              <a:sym typeface="Arial\"/>
            </a:endParaRPr>
          </a:p>
        </p:txBody>
      </p:sp>
      <p:sp>
        <p:nvSpPr>
          <p:cNvPr id="46" name="Text Placeholder 2">
            <a:extLst>
              <a:ext uri="{FF2B5EF4-FFF2-40B4-BE49-F238E27FC236}">
                <a16:creationId xmlns:a16="http://schemas.microsoft.com/office/drawing/2014/main" id="{87BB863F-9716-77B5-70B5-97E8A856AB8A}"/>
              </a:ext>
            </a:extLst>
          </p:cNvPr>
          <p:cNvSpPr>
            <a:spLocks/>
          </p:cNvSpPr>
          <p:nvPr>
            <p:custDataLst>
              <p:tags r:id="rId16"/>
            </p:custDataLst>
          </p:nvPr>
        </p:nvSpPr>
        <p:spPr bwMode="gray">
          <a:xfrm>
            <a:off x="1847850" y="2130425"/>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4C8AE28-28DA-40D3-BEB0-DE726A0EF868}" type="datetime'''''''''''''''''''''''''''''''''''''''''''''''''''''''3''3'''">
              <a:rPr lang="en-US" altLang="en-US" sz="1200" b="1" smtClean="0">
                <a:solidFill>
                  <a:srgbClr val="000000"/>
                </a:solidFill>
              </a:rPr>
              <a:pPr marL="0" lvl="0" indent="0" algn="ctr">
                <a:spcBef>
                  <a:spcPct val="0"/>
                </a:spcBef>
                <a:spcAft>
                  <a:spcPct val="0"/>
                </a:spcAft>
                <a:buNone/>
              </a:pPr>
              <a:t>33</a:t>
            </a:fld>
            <a:endParaRPr lang="en-US" sz="1200" b="1">
              <a:solidFill>
                <a:srgbClr val="000000"/>
              </a:solidFill>
              <a:sym typeface="Arial\"/>
            </a:endParaRPr>
          </a:p>
        </p:txBody>
      </p:sp>
      <p:sp>
        <p:nvSpPr>
          <p:cNvPr id="47" name="Text Placeholder 2">
            <a:extLst>
              <a:ext uri="{FF2B5EF4-FFF2-40B4-BE49-F238E27FC236}">
                <a16:creationId xmlns:a16="http://schemas.microsoft.com/office/drawing/2014/main" id="{87BB863F-9716-77B5-70B5-97E8A856AB8A}"/>
              </a:ext>
            </a:extLst>
          </p:cNvPr>
          <p:cNvSpPr>
            <a:spLocks/>
          </p:cNvSpPr>
          <p:nvPr>
            <p:custDataLst>
              <p:tags r:id="rId17"/>
            </p:custDataLst>
          </p:nvPr>
        </p:nvSpPr>
        <p:spPr bwMode="gray">
          <a:xfrm>
            <a:off x="2713038" y="2084388"/>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6EFA199-B85C-4659-B295-A5391BE8BE77}" type="datetime'''''''''''3''''''''''''5'''''''''''''''''''''">
              <a:rPr lang="en-US" altLang="en-US" sz="1200" b="1" smtClean="0">
                <a:solidFill>
                  <a:srgbClr val="000000"/>
                </a:solidFill>
              </a:rPr>
              <a:pPr marL="0" lvl="0" indent="0" algn="ctr">
                <a:spcBef>
                  <a:spcPct val="0"/>
                </a:spcBef>
                <a:spcAft>
                  <a:spcPct val="0"/>
                </a:spcAft>
                <a:buNone/>
              </a:pPr>
              <a:t>35</a:t>
            </a:fld>
            <a:endParaRPr lang="en-US" sz="1200" b="1">
              <a:solidFill>
                <a:srgbClr val="000000"/>
              </a:solidFill>
              <a:sym typeface="Arial\"/>
            </a:endParaRPr>
          </a:p>
        </p:txBody>
      </p:sp>
      <p:sp>
        <p:nvSpPr>
          <p:cNvPr id="67" name="Text Placeholder 2">
            <a:extLst>
              <a:ext uri="{FF2B5EF4-FFF2-40B4-BE49-F238E27FC236}">
                <a16:creationId xmlns:a16="http://schemas.microsoft.com/office/drawing/2014/main" id="{F925A549-BE35-DD04-28A4-1C736F38CEE6}"/>
              </a:ext>
            </a:extLst>
          </p:cNvPr>
          <p:cNvSpPr>
            <a:spLocks/>
          </p:cNvSpPr>
          <p:nvPr>
            <p:custDataLst>
              <p:tags r:id="rId18"/>
            </p:custDataLst>
          </p:nvPr>
        </p:nvSpPr>
        <p:spPr bwMode="auto">
          <a:xfrm>
            <a:off x="1674813" y="1793875"/>
            <a:ext cx="546100"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F9CA962D-D0EB-4ECB-B34C-EA9533E76256}" type="datetime'''''6''''''''''''.''''''7''''''''''''''0''''''''''''''%'''''''">
              <a:rPr lang="en-US" altLang="en-US" sz="1200" b="1" smtClean="0">
                <a:solidFill>
                  <a:schemeClr val="bg1"/>
                </a:solidFill>
                <a:effectLst/>
              </a:rPr>
              <a:pPr marL="0" lvl="0" indent="0" algn="ctr">
                <a:spcBef>
                  <a:spcPct val="0"/>
                </a:spcBef>
                <a:spcAft>
                  <a:spcPct val="0"/>
                </a:spcAft>
                <a:buNone/>
              </a:pPr>
              <a:t>6.70%</a:t>
            </a:fld>
            <a:endParaRPr lang="en-US" sz="1200" b="1">
              <a:solidFill>
                <a:schemeClr val="bg1"/>
              </a:solidFill>
              <a:sym typeface="Arial\"/>
            </a:endParaRPr>
          </a:p>
        </p:txBody>
      </p:sp>
      <p:grpSp>
        <p:nvGrpSpPr>
          <p:cNvPr id="126" name="Group 125">
            <a:extLst>
              <a:ext uri="{FF2B5EF4-FFF2-40B4-BE49-F238E27FC236}">
                <a16:creationId xmlns:a16="http://schemas.microsoft.com/office/drawing/2014/main" id="{7BBFD827-4FA3-CBDB-2AD0-053A94F5EF81}"/>
              </a:ext>
            </a:extLst>
          </p:cNvPr>
          <p:cNvGrpSpPr/>
          <p:nvPr/>
        </p:nvGrpSpPr>
        <p:grpSpPr>
          <a:xfrm>
            <a:off x="-562131" y="279546"/>
            <a:ext cx="338328" cy="3872943"/>
            <a:chOff x="-460920" y="279546"/>
            <a:chExt cx="338328" cy="3872943"/>
          </a:xfrm>
        </p:grpSpPr>
        <p:sp>
          <p:nvSpPr>
            <p:cNvPr id="127" name="Google Shape;139;p2">
              <a:extLst>
                <a:ext uri="{FF2B5EF4-FFF2-40B4-BE49-F238E27FC236}">
                  <a16:creationId xmlns:a16="http://schemas.microsoft.com/office/drawing/2014/main" id="{6498C532-F18C-81B1-AB76-3B92175E94A4}"/>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28" name="Google Shape;140;p2">
              <a:extLst>
                <a:ext uri="{FF2B5EF4-FFF2-40B4-BE49-F238E27FC236}">
                  <a16:creationId xmlns:a16="http://schemas.microsoft.com/office/drawing/2014/main" id="{C5EAF735-20C9-9612-8516-DB385016E917}"/>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29" name="Google Shape;141;p2">
              <a:extLst>
                <a:ext uri="{FF2B5EF4-FFF2-40B4-BE49-F238E27FC236}">
                  <a16:creationId xmlns:a16="http://schemas.microsoft.com/office/drawing/2014/main" id="{F1620C68-CACC-7138-73D0-50DDC80AA25B}"/>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0" name="Google Shape;142;p2">
              <a:extLst>
                <a:ext uri="{FF2B5EF4-FFF2-40B4-BE49-F238E27FC236}">
                  <a16:creationId xmlns:a16="http://schemas.microsoft.com/office/drawing/2014/main" id="{BB6F852B-3166-9D07-280F-1DB2DC5B6033}"/>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1" name="Google Shape;143;p2">
              <a:extLst>
                <a:ext uri="{FF2B5EF4-FFF2-40B4-BE49-F238E27FC236}">
                  <a16:creationId xmlns:a16="http://schemas.microsoft.com/office/drawing/2014/main" id="{061F1674-D9DC-480A-E80D-8D962F10F9A9}"/>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2" name="Google Shape;147;p2">
              <a:extLst>
                <a:ext uri="{FF2B5EF4-FFF2-40B4-BE49-F238E27FC236}">
                  <a16:creationId xmlns:a16="http://schemas.microsoft.com/office/drawing/2014/main" id="{1019AD96-DFD6-CE59-1B77-504EE3C75511}"/>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3" name="Google Shape;151;p2">
              <a:extLst>
                <a:ext uri="{FF2B5EF4-FFF2-40B4-BE49-F238E27FC236}">
                  <a16:creationId xmlns:a16="http://schemas.microsoft.com/office/drawing/2014/main" id="{2004F59D-D6AF-6F50-64FE-697D7A3F9C46}"/>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4" name="Google Shape;147;p2">
              <a:extLst>
                <a:ext uri="{FF2B5EF4-FFF2-40B4-BE49-F238E27FC236}">
                  <a16:creationId xmlns:a16="http://schemas.microsoft.com/office/drawing/2014/main" id="{4248B656-F178-C5DB-B68A-D8B1F7F37BA4}"/>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7" name="Rectangle 16">
            <a:extLst>
              <a:ext uri="{FF2B5EF4-FFF2-40B4-BE49-F238E27FC236}">
                <a16:creationId xmlns:a16="http://schemas.microsoft.com/office/drawing/2014/main" id="{D6AD0F12-D26A-0328-7BFB-6E273A9240BC}"/>
              </a:ext>
            </a:extLst>
          </p:cNvPr>
          <p:cNvSpPr/>
          <p:nvPr/>
        </p:nvSpPr>
        <p:spPr>
          <a:xfrm>
            <a:off x="533400" y="1286857"/>
            <a:ext cx="5839897" cy="2473995"/>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5" name="Line 15">
            <a:extLst>
              <a:ext uri="{FF2B5EF4-FFF2-40B4-BE49-F238E27FC236}">
                <a16:creationId xmlns:a16="http://schemas.microsoft.com/office/drawing/2014/main" id="{583C319B-589A-C71D-11D4-11C4728709F6}"/>
              </a:ext>
            </a:extLst>
          </p:cNvPr>
          <p:cNvSpPr>
            <a:spLocks noChangeShapeType="1"/>
          </p:cNvSpPr>
          <p:nvPr>
            <p:custDataLst>
              <p:tags r:id="rId19"/>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2. Slide Title">
            <a:extLst>
              <a:ext uri="{FF2B5EF4-FFF2-40B4-BE49-F238E27FC236}">
                <a16:creationId xmlns:a16="http://schemas.microsoft.com/office/drawing/2014/main" id="{7F087BBB-0218-0E37-774D-B3C23B37EE4D}"/>
              </a:ext>
            </a:extLst>
          </p:cNvPr>
          <p:cNvSpPr txBox="1">
            <a:spLocks/>
          </p:cNvSpPr>
          <p:nvPr>
            <p:custDataLst>
              <p:tags r:id="rId20"/>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dirty="0">
                <a:solidFill>
                  <a:srgbClr val="0A0A0A"/>
                </a:solidFill>
                <a:latin typeface="Georgia" panose="02040502050405020303" pitchFamily="18" charset="0"/>
                <a:cs typeface="Arial" panose="020B0604020202020204" pitchFamily="34" charset="0"/>
              </a:rPr>
              <a:t>Similar therapies can be extended to tap into the </a:t>
            </a:r>
            <a:r>
              <a:rPr lang="en-US" sz="2600" dirty="0">
                <a:solidFill>
                  <a:srgbClr val="0A0A0A"/>
                </a:solidFill>
                <a:latin typeface="Georgia" panose="02040502050405020303" pitchFamily="18" charset="0"/>
                <a:cs typeface="Arial" panose="020B0604020202020204" pitchFamily="34" charset="0"/>
              </a:rPr>
              <a:t>B2B segment </a:t>
            </a:r>
            <a:r>
              <a:rPr lang="en-US" sz="2600" b="0" dirty="0">
                <a:solidFill>
                  <a:srgbClr val="0A0A0A"/>
                </a:solidFill>
                <a:latin typeface="Georgia" panose="02040502050405020303" pitchFamily="18" charset="0"/>
                <a:cs typeface="Arial" panose="020B0604020202020204" pitchFamily="34" charset="0"/>
              </a:rPr>
              <a:t>via investment in more </a:t>
            </a:r>
            <a:r>
              <a:rPr lang="en-US" sz="2600" dirty="0">
                <a:solidFill>
                  <a:srgbClr val="0A0A0A"/>
                </a:solidFill>
                <a:latin typeface="Georgia" panose="02040502050405020303" pitchFamily="18" charset="0"/>
                <a:cs typeface="Arial" panose="020B0604020202020204" pitchFamily="34" charset="0"/>
              </a:rPr>
              <a:t>compounding machines </a:t>
            </a:r>
            <a:r>
              <a:rPr lang="en-US" sz="2600" b="0" dirty="0">
                <a:solidFill>
                  <a:srgbClr val="0A0A0A"/>
                </a:solidFill>
                <a:latin typeface="Georgia" panose="02040502050405020303" pitchFamily="18" charset="0"/>
                <a:cs typeface="Arial" panose="020B0604020202020204" pitchFamily="34" charset="0"/>
              </a:rPr>
              <a:t>inhouse</a:t>
            </a:r>
            <a:endParaRPr lang="en-US" sz="2600" dirty="0">
              <a:solidFill>
                <a:srgbClr val="0A0A0A"/>
              </a:solidFill>
              <a:latin typeface="Georgia" panose="02040502050405020303" pitchFamily="18" charset="0"/>
              <a:cs typeface="Arial" panose="020B0604020202020204" pitchFamily="34" charset="0"/>
            </a:endParaRPr>
          </a:p>
        </p:txBody>
      </p:sp>
      <p:grpSp>
        <p:nvGrpSpPr>
          <p:cNvPr id="2" name="Group 1">
            <a:extLst>
              <a:ext uri="{FF2B5EF4-FFF2-40B4-BE49-F238E27FC236}">
                <a16:creationId xmlns:a16="http://schemas.microsoft.com/office/drawing/2014/main" id="{1D629D5A-F571-D71A-C350-797335BE3648}"/>
              </a:ext>
            </a:extLst>
          </p:cNvPr>
          <p:cNvGrpSpPr/>
          <p:nvPr/>
        </p:nvGrpSpPr>
        <p:grpSpPr>
          <a:xfrm>
            <a:off x="15130" y="47516"/>
            <a:ext cx="171132" cy="228600"/>
            <a:chOff x="0" y="49329"/>
            <a:chExt cx="171132" cy="228600"/>
          </a:xfrm>
        </p:grpSpPr>
        <p:cxnSp>
          <p:nvCxnSpPr>
            <p:cNvPr id="34" name="Straight Connector 33">
              <a:extLst>
                <a:ext uri="{FF2B5EF4-FFF2-40B4-BE49-F238E27FC236}">
                  <a16:creationId xmlns:a16="http://schemas.microsoft.com/office/drawing/2014/main" id="{0A4F171B-DF3C-0BB7-7132-C6E333FE97B3}"/>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5" name="Rectangle: Rounded Corners 34">
              <a:extLst>
                <a:ext uri="{FF2B5EF4-FFF2-40B4-BE49-F238E27FC236}">
                  <a16:creationId xmlns:a16="http://schemas.microsoft.com/office/drawing/2014/main" id="{358A957A-0C21-5E74-E3DE-DB1C1D8E5C97}"/>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37" name="Google Shape;1129;p23">
            <a:extLst>
              <a:ext uri="{FF2B5EF4-FFF2-40B4-BE49-F238E27FC236}">
                <a16:creationId xmlns:a16="http://schemas.microsoft.com/office/drawing/2014/main" id="{E720E695-8F2E-6BB8-047F-44304EA15B38}"/>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a:t>
            </a:r>
            <a:r>
              <a:rPr lang="en-US" sz="1200" b="1">
                <a:solidFill>
                  <a:schemeClr val="bg1"/>
                </a:solidFill>
                <a:ea typeface="Calibri"/>
                <a:cs typeface="Calibri"/>
              </a:rPr>
              <a:t>Non-Oncology Infusions</a:t>
            </a:r>
            <a:endParaRPr lang="en-US">
              <a:solidFill>
                <a:schemeClr val="bg1"/>
              </a:solidFill>
              <a:latin typeface="Calibri"/>
              <a:ea typeface="Calibri"/>
              <a:cs typeface="Calibri"/>
            </a:endParaRPr>
          </a:p>
        </p:txBody>
      </p:sp>
      <p:sp>
        <p:nvSpPr>
          <p:cNvPr id="14" name="Rectangle 13">
            <a:extLst>
              <a:ext uri="{FF2B5EF4-FFF2-40B4-BE49-F238E27FC236}">
                <a16:creationId xmlns:a16="http://schemas.microsoft.com/office/drawing/2014/main" id="{6F259003-FDFD-0146-D76F-12FFCAA22164}"/>
              </a:ext>
            </a:extLst>
          </p:cNvPr>
          <p:cNvSpPr/>
          <p:nvPr/>
        </p:nvSpPr>
        <p:spPr>
          <a:xfrm>
            <a:off x="6489863" y="1271253"/>
            <a:ext cx="5181131" cy="2209897"/>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R="0" lvl="0" defTabSz="914400" rtl="0" eaLnBrk="1" fontAlgn="auto" latinLnBrk="0" hangingPunct="1">
              <a:lnSpc>
                <a:spcPct val="100000"/>
              </a:lnSpc>
              <a:spcBef>
                <a:spcPts val="300"/>
              </a:spcBef>
              <a:spcAft>
                <a:spcPts val="300"/>
              </a:spcAft>
              <a:buClrTx/>
              <a:buSzTx/>
              <a:tabLst/>
              <a:defRPr/>
            </a:pPr>
            <a:endParaRPr kumimoji="0" lang="en-US" sz="14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FDC38D02-0AA5-C4BE-3455-F11D0F0F84A6}"/>
              </a:ext>
            </a:extLst>
          </p:cNvPr>
          <p:cNvSpPr/>
          <p:nvPr>
            <p:custDataLst>
              <p:tags r:id="rId21"/>
            </p:custDataLst>
          </p:nvPr>
        </p:nvSpPr>
        <p:spPr>
          <a:xfrm>
            <a:off x="6591257" y="1352109"/>
            <a:ext cx="4966509"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Competitive landscape</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16" name="Straight Connector 15">
            <a:extLst>
              <a:ext uri="{FF2B5EF4-FFF2-40B4-BE49-F238E27FC236}">
                <a16:creationId xmlns:a16="http://schemas.microsoft.com/office/drawing/2014/main" id="{391B6DF6-81E3-2AC9-240D-40733475D61C}"/>
              </a:ext>
            </a:extLst>
          </p:cNvPr>
          <p:cNvCxnSpPr>
            <a:cxnSpLocks/>
          </p:cNvCxnSpPr>
          <p:nvPr/>
        </p:nvCxnSpPr>
        <p:spPr>
          <a:xfrm>
            <a:off x="6591257" y="1635125"/>
            <a:ext cx="4958592"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3C36D200-14DF-313E-9A5F-EE33907CDEC1}"/>
              </a:ext>
            </a:extLst>
          </p:cNvPr>
          <p:cNvSpPr/>
          <p:nvPr/>
        </p:nvSpPr>
        <p:spPr>
          <a:xfrm>
            <a:off x="546646" y="3887649"/>
            <a:ext cx="11124348"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R="0" lvl="0" defTabSz="914400" rtl="0" eaLnBrk="1" fontAlgn="auto" latinLnBrk="0" hangingPunct="1">
              <a:lnSpc>
                <a:spcPct val="100000"/>
              </a:lnSpc>
              <a:spcBef>
                <a:spcPts val="300"/>
              </a:spcBef>
              <a:spcAft>
                <a:spcPts val="300"/>
              </a:spcAft>
              <a:buClrTx/>
              <a:buSzTx/>
              <a:tabLst/>
              <a:defRPr/>
            </a:pPr>
            <a:endParaRPr kumimoji="0" lang="en-US" sz="14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
        <p:nvSpPr>
          <p:cNvPr id="39" name="Rectangle 38">
            <a:extLst>
              <a:ext uri="{FF2B5EF4-FFF2-40B4-BE49-F238E27FC236}">
                <a16:creationId xmlns:a16="http://schemas.microsoft.com/office/drawing/2014/main" id="{2A369096-AF89-DB13-4EF0-538B3197FF15}"/>
              </a:ext>
            </a:extLst>
          </p:cNvPr>
          <p:cNvSpPr/>
          <p:nvPr>
            <p:custDataLst>
              <p:tags r:id="rId22"/>
            </p:custDataLst>
          </p:nvPr>
        </p:nvSpPr>
        <p:spPr>
          <a:xfrm>
            <a:off x="6569032" y="3943960"/>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Implementation Requirements</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5" name="Rectangle 4">
            <a:extLst>
              <a:ext uri="{FF2B5EF4-FFF2-40B4-BE49-F238E27FC236}">
                <a16:creationId xmlns:a16="http://schemas.microsoft.com/office/drawing/2014/main" id="{3E4BDBFD-DDB8-656A-C76D-8A1AD32D0C5A}"/>
              </a:ext>
            </a:extLst>
          </p:cNvPr>
          <p:cNvSpPr/>
          <p:nvPr/>
        </p:nvSpPr>
        <p:spPr>
          <a:xfrm>
            <a:off x="7175206" y="4420980"/>
            <a:ext cx="2380543" cy="605046"/>
          </a:xfrm>
          <a:prstGeom prst="rect">
            <a:avLst/>
          </a:prstGeom>
          <a:noFill/>
          <a:ln>
            <a:solidFill>
              <a:schemeClr val="bg1"/>
            </a:solidFill>
            <a:prstDash val="dash"/>
          </a:ln>
        </p:spPr>
        <p:txBody>
          <a:bodyPr wrap="square" lIns="36000" tIns="36000" rIns="36000" bIns="36000" rtlCol="0" anchor="t">
            <a:noAutofit/>
          </a:bodyPr>
          <a:lstStyle/>
          <a:p>
            <a:pPr lvl="0" fontAlgn="base"/>
            <a:r>
              <a:rPr lang="en-US" sz="1200" b="1">
                <a:solidFill>
                  <a:srgbClr val="17B2AF"/>
                </a:solidFill>
              </a:rPr>
              <a:t>Pharmacist Training</a:t>
            </a:r>
            <a:br>
              <a:rPr lang="en-US" sz="1200" b="1"/>
            </a:br>
            <a:r>
              <a:rPr lang="en-US" sz="1200"/>
              <a:t>Specialized certification in sterile IV compounding</a:t>
            </a:r>
          </a:p>
          <a:p>
            <a:pPr lvl="0" fontAlgn="base"/>
            <a:endParaRPr lang="en-US" sz="1200"/>
          </a:p>
        </p:txBody>
      </p:sp>
      <p:cxnSp>
        <p:nvCxnSpPr>
          <p:cNvPr id="107" name="Straight Connector 106">
            <a:extLst>
              <a:ext uri="{FF2B5EF4-FFF2-40B4-BE49-F238E27FC236}">
                <a16:creationId xmlns:a16="http://schemas.microsoft.com/office/drawing/2014/main" id="{AF6962BD-4DFA-FE4F-2469-EC60515AA889}"/>
              </a:ext>
            </a:extLst>
          </p:cNvPr>
          <p:cNvCxnSpPr>
            <a:cxnSpLocks/>
          </p:cNvCxnSpPr>
          <p:nvPr/>
        </p:nvCxnSpPr>
        <p:spPr>
          <a:xfrm>
            <a:off x="6546803" y="4270816"/>
            <a:ext cx="4872414"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1" name="Rectangle 160">
            <a:extLst>
              <a:ext uri="{FF2B5EF4-FFF2-40B4-BE49-F238E27FC236}">
                <a16:creationId xmlns:a16="http://schemas.microsoft.com/office/drawing/2014/main" id="{EBD408DB-839F-5957-B196-C4DC587C9FEB}"/>
              </a:ext>
            </a:extLst>
          </p:cNvPr>
          <p:cNvSpPr/>
          <p:nvPr/>
        </p:nvSpPr>
        <p:spPr>
          <a:xfrm>
            <a:off x="6546803" y="1770539"/>
            <a:ext cx="5076872" cy="1734230"/>
          </a:xfrm>
          <a:prstGeom prst="rect">
            <a:avLst/>
          </a:prstGeom>
          <a:no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9525" lvl="0">
              <a:defRPr/>
            </a:pPr>
            <a:r>
              <a:rPr lang="en-US" sz="1200" b="1">
                <a:solidFill>
                  <a:srgbClr val="17B2AF"/>
                </a:solidFill>
              </a:rPr>
              <a:t>Supply Distributers</a:t>
            </a:r>
          </a:p>
          <a:p>
            <a:pPr marL="9525" lvl="0">
              <a:defRPr/>
            </a:pPr>
            <a:r>
              <a:rPr lang="en-US" sz="1200">
                <a:solidFill>
                  <a:schemeClr val="tx1"/>
                </a:solidFill>
              </a:rPr>
              <a:t>Driven by companies that supply &amp; distribute pre-mixed IV therapy</a:t>
            </a:r>
          </a:p>
          <a:p>
            <a:pPr marL="9525" lvl="0">
              <a:defRPr/>
            </a:pPr>
            <a:endParaRPr lang="en-US" sz="1200">
              <a:solidFill>
                <a:schemeClr val="tx1"/>
              </a:solidFill>
            </a:endParaRPr>
          </a:p>
          <a:p>
            <a:pPr marL="9525" lvl="0">
              <a:defRPr/>
            </a:pPr>
            <a:r>
              <a:rPr lang="en-US" sz="1200" b="1">
                <a:solidFill>
                  <a:srgbClr val="17B2AF"/>
                </a:solidFill>
              </a:rPr>
              <a:t>Global Manufacturers</a:t>
            </a:r>
          </a:p>
          <a:p>
            <a:pPr marL="9525" lvl="0">
              <a:defRPr/>
            </a:pPr>
            <a:r>
              <a:rPr lang="en-US" sz="1200">
                <a:solidFill>
                  <a:schemeClr val="tx1"/>
                </a:solidFill>
              </a:rPr>
              <a:t>Major competition from global IV solution manufacturers &amp; distributors</a:t>
            </a:r>
          </a:p>
          <a:p>
            <a:pPr marL="9525" lvl="0">
              <a:defRPr/>
            </a:pPr>
            <a:endParaRPr lang="en-US" sz="1200">
              <a:solidFill>
                <a:schemeClr val="tx1"/>
              </a:solidFill>
            </a:endParaRPr>
          </a:p>
          <a:p>
            <a:pPr marL="9525" lvl="0">
              <a:defRPr/>
            </a:pPr>
            <a:r>
              <a:rPr lang="en-US" sz="1200" b="1">
                <a:solidFill>
                  <a:srgbClr val="17B2AF"/>
                </a:solidFill>
              </a:rPr>
              <a:t>Specialty Compounders </a:t>
            </a:r>
            <a:r>
              <a:rPr lang="en-US" sz="1200">
                <a:solidFill>
                  <a:srgbClr val="17B2AF"/>
                </a:solidFill>
              </a:rPr>
              <a:t>(direct competitors)</a:t>
            </a:r>
            <a:br>
              <a:rPr lang="en-US" sz="1200" b="1">
                <a:solidFill>
                  <a:schemeClr val="tx1"/>
                </a:solidFill>
              </a:rPr>
            </a:br>
            <a:r>
              <a:rPr lang="en-US" sz="1200">
                <a:solidFill>
                  <a:schemeClr val="tx1"/>
                </a:solidFill>
              </a:rPr>
              <a:t>Facilities with formulations in high-growth areas (pain management, nutrition)</a:t>
            </a:r>
            <a:endParaRPr lang="en-US" sz="1200" b="1">
              <a:solidFill>
                <a:schemeClr val="tx1"/>
              </a:solidFill>
            </a:endParaRPr>
          </a:p>
          <a:p>
            <a:pPr marL="9525" lvl="0">
              <a:defRPr/>
            </a:pPr>
            <a:r>
              <a:rPr lang="en-US" sz="1200">
                <a:solidFill>
                  <a:schemeClr val="tx1"/>
                </a:solidFill>
              </a:rPr>
              <a:t> </a:t>
            </a:r>
          </a:p>
        </p:txBody>
      </p:sp>
      <p:sp>
        <p:nvSpPr>
          <p:cNvPr id="162" name="Rectangle 161">
            <a:extLst>
              <a:ext uri="{FF2B5EF4-FFF2-40B4-BE49-F238E27FC236}">
                <a16:creationId xmlns:a16="http://schemas.microsoft.com/office/drawing/2014/main" id="{FFC03964-E334-571D-17E7-3BBFF1F9A015}"/>
              </a:ext>
            </a:extLst>
          </p:cNvPr>
          <p:cNvSpPr/>
          <p:nvPr>
            <p:custDataLst>
              <p:tags r:id="rId23"/>
            </p:custDataLst>
          </p:nvPr>
        </p:nvSpPr>
        <p:spPr>
          <a:xfrm>
            <a:off x="6478588" y="3592513"/>
            <a:ext cx="1828917"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Level of market concentration:</a:t>
            </a:r>
          </a:p>
        </p:txBody>
      </p:sp>
      <p:sp>
        <p:nvSpPr>
          <p:cNvPr id="163" name="Rectangle 162">
            <a:extLst>
              <a:ext uri="{FF2B5EF4-FFF2-40B4-BE49-F238E27FC236}">
                <a16:creationId xmlns:a16="http://schemas.microsoft.com/office/drawing/2014/main" id="{0CA3FEA5-52B4-464A-A090-B26754097536}"/>
              </a:ext>
            </a:extLst>
          </p:cNvPr>
          <p:cNvSpPr/>
          <p:nvPr>
            <p:custDataLst>
              <p:tags r:id="rId24"/>
            </p:custDataLst>
          </p:nvPr>
        </p:nvSpPr>
        <p:spPr>
          <a:xfrm>
            <a:off x="9642475" y="3568700"/>
            <a:ext cx="312301"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a:t>
            </a:r>
            <a:endPar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endParaRPr>
          </a:p>
        </p:txBody>
      </p:sp>
      <p:sp>
        <p:nvSpPr>
          <p:cNvPr id="164" name="Rectangle 163">
            <a:extLst>
              <a:ext uri="{FF2B5EF4-FFF2-40B4-BE49-F238E27FC236}">
                <a16:creationId xmlns:a16="http://schemas.microsoft.com/office/drawing/2014/main" id="{3651474D-AB7D-BB66-062A-DBF3D9644B93}"/>
              </a:ext>
            </a:extLst>
          </p:cNvPr>
          <p:cNvSpPr/>
          <p:nvPr>
            <p:custDataLst>
              <p:tags r:id="rId25"/>
            </p:custDataLst>
          </p:nvPr>
        </p:nvSpPr>
        <p:spPr>
          <a:xfrm>
            <a:off x="8331200" y="3568700"/>
            <a:ext cx="264122"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Low</a:t>
            </a:r>
            <a:endPar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endParaRPr>
          </a:p>
        </p:txBody>
      </p:sp>
      <p:sp>
        <p:nvSpPr>
          <p:cNvPr id="165" name="Rectangle 164">
            <a:extLst>
              <a:ext uri="{FF2B5EF4-FFF2-40B4-BE49-F238E27FC236}">
                <a16:creationId xmlns:a16="http://schemas.microsoft.com/office/drawing/2014/main" id="{CE812461-EA6F-F977-BCC1-6AB4F44F8EAC}"/>
              </a:ext>
            </a:extLst>
          </p:cNvPr>
          <p:cNvSpPr/>
          <p:nvPr/>
        </p:nvSpPr>
        <p:spPr>
          <a:xfrm>
            <a:off x="6486525" y="3540125"/>
            <a:ext cx="3505958" cy="220727"/>
          </a:xfrm>
          <a:prstGeom prst="rect">
            <a:avLst/>
          </a:prstGeom>
          <a:noFill/>
          <a:ln w="6350" cap="sq">
            <a:solidFill>
              <a:srgbClr val="016347"/>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sp>
        <p:nvSpPr>
          <p:cNvPr id="166" name="Oval 165">
            <a:extLst>
              <a:ext uri="{FF2B5EF4-FFF2-40B4-BE49-F238E27FC236}">
                <a16:creationId xmlns:a16="http://schemas.microsoft.com/office/drawing/2014/main" id="{FC1C937B-CA94-BB11-0B8F-9014110C5480}"/>
              </a:ext>
            </a:extLst>
          </p:cNvPr>
          <p:cNvSpPr/>
          <p:nvPr>
            <p:custDataLst>
              <p:tags r:id="rId26"/>
            </p:custDataLst>
          </p:nvPr>
        </p:nvSpPr>
        <p:spPr bwMode="auto">
          <a:xfrm>
            <a:off x="8853488" y="3589338"/>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Arc 166">
            <a:extLst>
              <a:ext uri="{FF2B5EF4-FFF2-40B4-BE49-F238E27FC236}">
                <a16:creationId xmlns:a16="http://schemas.microsoft.com/office/drawing/2014/main" id="{86A42703-1CE9-3485-0BC2-E0563B11352A}"/>
              </a:ext>
            </a:extLst>
          </p:cNvPr>
          <p:cNvSpPr/>
          <p:nvPr>
            <p:custDataLst>
              <p:tags r:id="rId27"/>
            </p:custDataLst>
          </p:nvPr>
        </p:nvSpPr>
        <p:spPr bwMode="gray">
          <a:xfrm>
            <a:off x="8853488" y="3589338"/>
            <a:ext cx="136525" cy="136525"/>
          </a:xfrm>
          <a:prstGeom prst="arc">
            <a:avLst>
              <a:gd name="adj1" fmla="val 16200000"/>
              <a:gd name="adj2" fmla="val 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8" name="Oval 167">
            <a:extLst>
              <a:ext uri="{FF2B5EF4-FFF2-40B4-BE49-F238E27FC236}">
                <a16:creationId xmlns:a16="http://schemas.microsoft.com/office/drawing/2014/main" id="{1E1A85E8-8C33-924A-155E-3D7E6D53DDB5}"/>
              </a:ext>
            </a:extLst>
          </p:cNvPr>
          <p:cNvSpPr/>
          <p:nvPr>
            <p:custDataLst>
              <p:tags r:id="rId28"/>
            </p:custDataLst>
          </p:nvPr>
        </p:nvSpPr>
        <p:spPr bwMode="auto">
          <a:xfrm>
            <a:off x="9059863" y="3589338"/>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Arc 168">
            <a:extLst>
              <a:ext uri="{FF2B5EF4-FFF2-40B4-BE49-F238E27FC236}">
                <a16:creationId xmlns:a16="http://schemas.microsoft.com/office/drawing/2014/main" id="{9047FA09-0DC2-2AC2-612E-DD52FA89FF6E}"/>
              </a:ext>
            </a:extLst>
          </p:cNvPr>
          <p:cNvSpPr/>
          <p:nvPr>
            <p:custDataLst>
              <p:tags r:id="rId29"/>
            </p:custDataLst>
          </p:nvPr>
        </p:nvSpPr>
        <p:spPr bwMode="gray">
          <a:xfrm>
            <a:off x="9059863" y="3589338"/>
            <a:ext cx="136525" cy="136525"/>
          </a:xfrm>
          <a:prstGeom prst="arc">
            <a:avLst>
              <a:gd name="adj1" fmla="val 16200000"/>
              <a:gd name="adj2" fmla="val 540000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0" name="Oval 169">
            <a:extLst>
              <a:ext uri="{FF2B5EF4-FFF2-40B4-BE49-F238E27FC236}">
                <a16:creationId xmlns:a16="http://schemas.microsoft.com/office/drawing/2014/main" id="{344DD63B-DFC4-929B-EA07-F3BE8FE0E522}"/>
              </a:ext>
            </a:extLst>
          </p:cNvPr>
          <p:cNvSpPr/>
          <p:nvPr>
            <p:custDataLst>
              <p:tags r:id="rId30"/>
            </p:custDataLst>
          </p:nvPr>
        </p:nvSpPr>
        <p:spPr bwMode="auto">
          <a:xfrm>
            <a:off x="9266238" y="3589338"/>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Arc 170">
            <a:extLst>
              <a:ext uri="{FF2B5EF4-FFF2-40B4-BE49-F238E27FC236}">
                <a16:creationId xmlns:a16="http://schemas.microsoft.com/office/drawing/2014/main" id="{4E27D4FC-A357-EDAB-9F3A-DC67B325EE10}"/>
              </a:ext>
            </a:extLst>
          </p:cNvPr>
          <p:cNvSpPr/>
          <p:nvPr>
            <p:custDataLst>
              <p:tags r:id="rId31"/>
            </p:custDataLst>
          </p:nvPr>
        </p:nvSpPr>
        <p:spPr bwMode="gray">
          <a:xfrm>
            <a:off x="9266238" y="3589338"/>
            <a:ext cx="136525" cy="136525"/>
          </a:xfrm>
          <a:prstGeom prst="arc">
            <a:avLst>
              <a:gd name="adj1" fmla="val 16200000"/>
              <a:gd name="adj2" fmla="val 1080000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2" name="Oval 171">
            <a:extLst>
              <a:ext uri="{FF2B5EF4-FFF2-40B4-BE49-F238E27FC236}">
                <a16:creationId xmlns:a16="http://schemas.microsoft.com/office/drawing/2014/main" id="{C6EE8C77-0629-DF17-A408-CCB62B3DF60A}"/>
              </a:ext>
            </a:extLst>
          </p:cNvPr>
          <p:cNvSpPr/>
          <p:nvPr>
            <p:custDataLst>
              <p:tags r:id="rId32"/>
            </p:custDataLst>
          </p:nvPr>
        </p:nvSpPr>
        <p:spPr bwMode="auto">
          <a:xfrm>
            <a:off x="9474200" y="3589338"/>
            <a:ext cx="136525" cy="136525"/>
          </a:xfrm>
          <a:prstGeom prst="ellipse">
            <a:avLst/>
          </a:prstGeom>
          <a:solidFill>
            <a:srgbClr val="1B5B74"/>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Oval 172">
            <a:extLst>
              <a:ext uri="{FF2B5EF4-FFF2-40B4-BE49-F238E27FC236}">
                <a16:creationId xmlns:a16="http://schemas.microsoft.com/office/drawing/2014/main" id="{1AF5F62D-583A-0C5F-E9B2-1845EC7FE13B}"/>
              </a:ext>
            </a:extLst>
          </p:cNvPr>
          <p:cNvSpPr/>
          <p:nvPr>
            <p:custDataLst>
              <p:tags r:id="rId33"/>
            </p:custDataLst>
          </p:nvPr>
        </p:nvSpPr>
        <p:spPr bwMode="auto">
          <a:xfrm>
            <a:off x="8645525" y="3589338"/>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F5780848-98E4-C653-39FC-4978B31B61D0}"/>
              </a:ext>
            </a:extLst>
          </p:cNvPr>
          <p:cNvSpPr/>
          <p:nvPr>
            <p:custDataLst>
              <p:tags r:id="rId34"/>
            </p:custDataLst>
          </p:nvPr>
        </p:nvSpPr>
        <p:spPr>
          <a:xfrm>
            <a:off x="9703077" y="1363163"/>
            <a:ext cx="1466202" cy="22760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Market concentration</a:t>
            </a:r>
          </a:p>
        </p:txBody>
      </p:sp>
      <p:grpSp>
        <p:nvGrpSpPr>
          <p:cNvPr id="177" name="Group 176">
            <a:extLst>
              <a:ext uri="{FF2B5EF4-FFF2-40B4-BE49-F238E27FC236}">
                <a16:creationId xmlns:a16="http://schemas.microsoft.com/office/drawing/2014/main" id="{48CA615F-6B3E-31E8-AF9A-35E2CD357DBA}"/>
              </a:ext>
            </a:extLst>
          </p:cNvPr>
          <p:cNvGrpSpPr/>
          <p:nvPr/>
        </p:nvGrpSpPr>
        <p:grpSpPr>
          <a:xfrm>
            <a:off x="11132607" y="1363796"/>
            <a:ext cx="197597" cy="198915"/>
            <a:chOff x="8580369" y="718633"/>
            <a:chExt cx="255364" cy="252001"/>
          </a:xfrm>
        </p:grpSpPr>
        <p:sp>
          <p:nvSpPr>
            <p:cNvPr id="178" name="Oval 177">
              <a:extLst>
                <a:ext uri="{FF2B5EF4-FFF2-40B4-BE49-F238E27FC236}">
                  <a16:creationId xmlns:a16="http://schemas.microsoft.com/office/drawing/2014/main" id="{0C33EBCB-3152-FA40-5502-DA275EA4205D}"/>
                </a:ext>
              </a:extLst>
            </p:cNvPr>
            <p:cNvSpPr/>
            <p:nvPr/>
          </p:nvSpPr>
          <p:spPr bwMode="auto">
            <a:xfrm>
              <a:off x="8583681" y="718633"/>
              <a:ext cx="252052" cy="252001"/>
            </a:xfrm>
            <a:prstGeom prst="ellipse">
              <a:avLst/>
            </a:prstGeom>
            <a:solidFill>
              <a:schemeClr val="bg1"/>
            </a:solidFill>
            <a:ln w="6350" cap="flat" cmpd="sng" algn="ctr">
              <a:solidFill>
                <a:srgbClr val="0A5041"/>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179" name="Arc 178">
              <a:extLst>
                <a:ext uri="{FF2B5EF4-FFF2-40B4-BE49-F238E27FC236}">
                  <a16:creationId xmlns:a16="http://schemas.microsoft.com/office/drawing/2014/main" id="{A352C819-1BDA-FA83-984A-6AF9A7F54491}"/>
                </a:ext>
              </a:extLst>
            </p:cNvPr>
            <p:cNvSpPr/>
            <p:nvPr/>
          </p:nvSpPr>
          <p:spPr bwMode="gray">
            <a:xfrm>
              <a:off x="8580369" y="718634"/>
              <a:ext cx="252050" cy="251997"/>
            </a:xfrm>
            <a:prstGeom prst="arc">
              <a:avLst>
                <a:gd name="adj1" fmla="val 16200000"/>
                <a:gd name="adj2" fmla="val 21517512"/>
              </a:avLst>
            </a:prstGeom>
            <a:solidFill>
              <a:srgbClr val="206971"/>
            </a:solidFill>
            <a:ln w="6350" cap="flat" cmpd="sng" algn="ctr">
              <a:solidFill>
                <a:srgbClr val="0A504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C3846"/>
                </a:solidFill>
                <a:effectLst/>
                <a:uLnTx/>
                <a:uFillTx/>
                <a:latin typeface="Arial"/>
                <a:ea typeface="+mn-ea"/>
                <a:cs typeface="+mn-cs"/>
              </a:endParaRPr>
            </a:p>
          </p:txBody>
        </p:sp>
      </p:grpSp>
      <p:pic>
        <p:nvPicPr>
          <p:cNvPr id="181" name="Graphic 180">
            <a:extLst>
              <a:ext uri="{FF2B5EF4-FFF2-40B4-BE49-F238E27FC236}">
                <a16:creationId xmlns:a16="http://schemas.microsoft.com/office/drawing/2014/main" id="{4BF2EBC9-9B24-7ABB-EB8A-9D85739E461B}"/>
              </a:ext>
            </a:extLst>
          </p:cNvPr>
          <p:cNvPicPr>
            <a:picLocks noChangeAspect="1"/>
          </p:cNvPicPr>
          <p:nvPr/>
        </p:nvPicPr>
        <p:blipFill>
          <a:blip r:embed="rId51">
            <a:extLst>
              <a:ext uri="{96DAC541-7B7A-43D3-8B79-37D633B846F1}">
                <asvg:svgBlip xmlns:asvg="http://schemas.microsoft.com/office/drawing/2016/SVG/main" r:embed="rId52"/>
              </a:ext>
            </a:extLst>
          </a:blip>
          <a:srcRect t="4507" b="15175"/>
          <a:stretch>
            <a:fillRect/>
          </a:stretch>
        </p:blipFill>
        <p:spPr>
          <a:xfrm>
            <a:off x="6744436" y="4461943"/>
            <a:ext cx="395786" cy="390132"/>
          </a:xfrm>
          <a:prstGeom prst="rect">
            <a:avLst/>
          </a:prstGeom>
        </p:spPr>
      </p:pic>
      <p:pic>
        <p:nvPicPr>
          <p:cNvPr id="183" name="Graphic 182">
            <a:extLst>
              <a:ext uri="{FF2B5EF4-FFF2-40B4-BE49-F238E27FC236}">
                <a16:creationId xmlns:a16="http://schemas.microsoft.com/office/drawing/2014/main" id="{7B2022C7-2B4D-A54D-6EDC-FB84081B540A}"/>
              </a:ext>
            </a:extLst>
          </p:cNvPr>
          <p:cNvPicPr>
            <a:picLocks noChangeAspect="1"/>
          </p:cNvPicPr>
          <p:nvPr/>
        </p:nvPicPr>
        <p:blipFill>
          <a:blip r:embed="rId53">
            <a:extLst>
              <a:ext uri="{96DAC541-7B7A-43D3-8B79-37D633B846F1}">
                <asvg:svgBlip xmlns:asvg="http://schemas.microsoft.com/office/drawing/2016/SVG/main" r:embed="rId54"/>
              </a:ext>
            </a:extLst>
          </a:blip>
          <a:srcRect b="12402"/>
          <a:stretch>
            <a:fillRect/>
          </a:stretch>
        </p:blipFill>
        <p:spPr>
          <a:xfrm>
            <a:off x="6796784" y="5143561"/>
            <a:ext cx="291090" cy="312941"/>
          </a:xfrm>
          <a:prstGeom prst="rect">
            <a:avLst/>
          </a:prstGeom>
        </p:spPr>
      </p:pic>
      <p:sp>
        <p:nvSpPr>
          <p:cNvPr id="185" name="Rectangle 184">
            <a:extLst>
              <a:ext uri="{FF2B5EF4-FFF2-40B4-BE49-F238E27FC236}">
                <a16:creationId xmlns:a16="http://schemas.microsoft.com/office/drawing/2014/main" id="{0A0D9B8E-B241-0AB5-FFA1-27AAAC82E97B}"/>
              </a:ext>
            </a:extLst>
          </p:cNvPr>
          <p:cNvSpPr/>
          <p:nvPr/>
        </p:nvSpPr>
        <p:spPr>
          <a:xfrm>
            <a:off x="7166634" y="5064001"/>
            <a:ext cx="2380543" cy="605046"/>
          </a:xfrm>
          <a:prstGeom prst="rect">
            <a:avLst/>
          </a:prstGeom>
          <a:noFill/>
          <a:ln>
            <a:solidFill>
              <a:schemeClr val="bg1"/>
            </a:solidFill>
            <a:prstDash val="dash"/>
          </a:ln>
        </p:spPr>
        <p:txBody>
          <a:bodyPr wrap="square" lIns="36000" tIns="36000" rIns="36000" bIns="36000" rtlCol="0" anchor="t">
            <a:noAutofit/>
          </a:bodyPr>
          <a:lstStyle/>
          <a:p>
            <a:pPr lvl="0" fontAlgn="base"/>
            <a:r>
              <a:rPr lang="en-US" sz="1200" b="1">
                <a:solidFill>
                  <a:srgbClr val="17B2AF"/>
                </a:solidFill>
              </a:rPr>
              <a:t>Equipment Acquisition</a:t>
            </a:r>
            <a:br>
              <a:rPr lang="en-US" sz="1200" b="1"/>
            </a:br>
            <a:r>
              <a:rPr lang="en-US" sz="1200"/>
              <a:t>Automated compounding machine (</a:t>
            </a:r>
            <a:r>
              <a:rPr lang="en-US" sz="1200" b="1"/>
              <a:t>200-300K SAR</a:t>
            </a:r>
            <a:r>
              <a:rPr lang="en-US" sz="1200"/>
              <a:t>)</a:t>
            </a:r>
          </a:p>
          <a:p>
            <a:pPr lvl="0" fontAlgn="base"/>
            <a:endParaRPr lang="en-US" sz="1200"/>
          </a:p>
        </p:txBody>
      </p:sp>
      <p:sp>
        <p:nvSpPr>
          <p:cNvPr id="186" name="Rectangle 185">
            <a:extLst>
              <a:ext uri="{FF2B5EF4-FFF2-40B4-BE49-F238E27FC236}">
                <a16:creationId xmlns:a16="http://schemas.microsoft.com/office/drawing/2014/main" id="{3427E8B1-DF68-835C-8AF0-52E578ACDCA4}"/>
              </a:ext>
            </a:extLst>
          </p:cNvPr>
          <p:cNvSpPr/>
          <p:nvPr/>
        </p:nvSpPr>
        <p:spPr>
          <a:xfrm>
            <a:off x="7166633" y="5707023"/>
            <a:ext cx="2380543" cy="605046"/>
          </a:xfrm>
          <a:prstGeom prst="rect">
            <a:avLst/>
          </a:prstGeom>
          <a:noFill/>
          <a:ln>
            <a:solidFill>
              <a:schemeClr val="bg1"/>
            </a:solidFill>
            <a:prstDash val="dash"/>
          </a:ln>
        </p:spPr>
        <p:txBody>
          <a:bodyPr wrap="square" lIns="36000" tIns="36000" rIns="36000" bIns="36000" rtlCol="0" anchor="t">
            <a:noAutofit/>
          </a:bodyPr>
          <a:lstStyle/>
          <a:p>
            <a:pPr lvl="0" fontAlgn="base"/>
            <a:r>
              <a:rPr lang="en-US" sz="1200" b="1">
                <a:solidFill>
                  <a:srgbClr val="17B2AF"/>
                </a:solidFill>
              </a:rPr>
              <a:t>Production Output</a:t>
            </a:r>
            <a:r>
              <a:rPr lang="en-US" sz="1200">
                <a:solidFill>
                  <a:srgbClr val="17B2AF"/>
                </a:solidFill>
              </a:rPr>
              <a:t> </a:t>
            </a:r>
          </a:p>
          <a:p>
            <a:pPr lvl="0" fontAlgn="base"/>
            <a:r>
              <a:rPr lang="en-US" sz="1200"/>
              <a:t>Daily capacity of </a:t>
            </a:r>
            <a:r>
              <a:rPr lang="en-US" sz="1200" b="1"/>
              <a:t>50 IV drips</a:t>
            </a:r>
            <a:endParaRPr lang="en-US" altLang="en-US" sz="1200" b="1" i="1">
              <a:solidFill>
                <a:prstClr val="black"/>
              </a:solidFill>
            </a:endParaRPr>
          </a:p>
          <a:p>
            <a:pPr lvl="0" fontAlgn="base"/>
            <a:endParaRPr lang="en-US" sz="1200"/>
          </a:p>
        </p:txBody>
      </p:sp>
      <p:pic>
        <p:nvPicPr>
          <p:cNvPr id="190" name="Graphic 189">
            <a:extLst>
              <a:ext uri="{FF2B5EF4-FFF2-40B4-BE49-F238E27FC236}">
                <a16:creationId xmlns:a16="http://schemas.microsoft.com/office/drawing/2014/main" id="{EA6A338B-A5F6-441B-F6D0-AD2A45D989A3}"/>
              </a:ext>
            </a:extLst>
          </p:cNvPr>
          <p:cNvPicPr>
            <a:picLocks noChangeAspect="1"/>
          </p:cNvPicPr>
          <p:nvPr/>
        </p:nvPicPr>
        <p:blipFill>
          <a:blip r:embed="rId55">
            <a:extLst>
              <a:ext uri="{96DAC541-7B7A-43D3-8B79-37D633B846F1}">
                <asvg:svgBlip xmlns:asvg="http://schemas.microsoft.com/office/drawing/2016/SVG/main" r:embed="rId56"/>
              </a:ext>
            </a:extLst>
          </a:blip>
          <a:srcRect t="10063" b="16009"/>
          <a:stretch>
            <a:fillRect/>
          </a:stretch>
        </p:blipFill>
        <p:spPr>
          <a:xfrm>
            <a:off x="6697663" y="5753640"/>
            <a:ext cx="489333" cy="443974"/>
          </a:xfrm>
          <a:prstGeom prst="rect">
            <a:avLst/>
          </a:prstGeom>
        </p:spPr>
      </p:pic>
      <p:grpSp>
        <p:nvGrpSpPr>
          <p:cNvPr id="191" name="Group 190">
            <a:extLst>
              <a:ext uri="{FF2B5EF4-FFF2-40B4-BE49-F238E27FC236}">
                <a16:creationId xmlns:a16="http://schemas.microsoft.com/office/drawing/2014/main" id="{B5E2E513-BA82-ED3A-2DC3-29288BDF9992}"/>
              </a:ext>
            </a:extLst>
          </p:cNvPr>
          <p:cNvGrpSpPr/>
          <p:nvPr/>
        </p:nvGrpSpPr>
        <p:grpSpPr>
          <a:xfrm>
            <a:off x="6542620" y="6478905"/>
            <a:ext cx="2628225" cy="178361"/>
            <a:chOff x="5926495" y="6335604"/>
            <a:chExt cx="2628225" cy="178361"/>
          </a:xfrm>
        </p:grpSpPr>
        <p:sp>
          <p:nvSpPr>
            <p:cNvPr id="192" name="Rectangle 191">
              <a:extLst>
                <a:ext uri="{FF2B5EF4-FFF2-40B4-BE49-F238E27FC236}">
                  <a16:creationId xmlns:a16="http://schemas.microsoft.com/office/drawing/2014/main" id="{0B02F2D0-8DE7-8FFE-FE5A-96E103911610}"/>
                </a:ext>
              </a:extLst>
            </p:cNvPr>
            <p:cNvSpPr/>
            <p:nvPr>
              <p:custDataLst>
                <p:tags r:id="rId42"/>
              </p:custDataLst>
            </p:nvPr>
          </p:nvSpPr>
          <p:spPr>
            <a:xfrm>
              <a:off x="5926495" y="6359335"/>
              <a:ext cx="828327"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Sectorial</a:t>
              </a: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 risk:</a:t>
              </a:r>
            </a:p>
          </p:txBody>
        </p:sp>
        <p:grpSp>
          <p:nvGrpSpPr>
            <p:cNvPr id="193" name="Group 192">
              <a:extLst>
                <a:ext uri="{FF2B5EF4-FFF2-40B4-BE49-F238E27FC236}">
                  <a16:creationId xmlns:a16="http://schemas.microsoft.com/office/drawing/2014/main" id="{04179232-9186-9ACB-FD90-A2D89482B25F}"/>
                </a:ext>
              </a:extLst>
            </p:cNvPr>
            <p:cNvGrpSpPr/>
            <p:nvPr/>
          </p:nvGrpSpPr>
          <p:grpSpPr>
            <a:xfrm>
              <a:off x="6764065" y="6335604"/>
              <a:ext cx="1790655" cy="178361"/>
              <a:chOff x="1330328" y="6428089"/>
              <a:chExt cx="1478843" cy="178361"/>
            </a:xfrm>
          </p:grpSpPr>
          <p:sp>
            <p:nvSpPr>
              <p:cNvPr id="194" name="Oval 193">
                <a:extLst>
                  <a:ext uri="{FF2B5EF4-FFF2-40B4-BE49-F238E27FC236}">
                    <a16:creationId xmlns:a16="http://schemas.microsoft.com/office/drawing/2014/main" id="{2556A66F-324F-1482-60CF-419CB8C93806}"/>
                  </a:ext>
                </a:extLst>
              </p:cNvPr>
              <p:cNvSpPr/>
              <p:nvPr/>
            </p:nvSpPr>
            <p:spPr bwMode="auto">
              <a:xfrm>
                <a:off x="2672011" y="6448689"/>
                <a:ext cx="137160" cy="137160"/>
              </a:xfrm>
              <a:prstGeom prst="ellipse">
                <a:avLst/>
              </a:prstGeom>
              <a:solidFill>
                <a:srgbClr val="FF0000"/>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195" name="Oval 194">
                <a:extLst>
                  <a:ext uri="{FF2B5EF4-FFF2-40B4-BE49-F238E27FC236}">
                    <a16:creationId xmlns:a16="http://schemas.microsoft.com/office/drawing/2014/main" id="{C37CAA94-D861-B372-1190-474EB23AE262}"/>
                  </a:ext>
                </a:extLst>
              </p:cNvPr>
              <p:cNvSpPr/>
              <p:nvPr/>
            </p:nvSpPr>
            <p:spPr bwMode="auto">
              <a:xfrm>
                <a:off x="2219459" y="6448689"/>
                <a:ext cx="137160" cy="137160"/>
              </a:xfrm>
              <a:prstGeom prst="ellipse">
                <a:avLst/>
              </a:prstGeom>
              <a:solidFill>
                <a:schemeClr val="accent4"/>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196" name="Oval 195">
                <a:extLst>
                  <a:ext uri="{FF2B5EF4-FFF2-40B4-BE49-F238E27FC236}">
                    <a16:creationId xmlns:a16="http://schemas.microsoft.com/office/drawing/2014/main" id="{2EB8743A-587A-B31F-6CC4-A3271B621621}"/>
                  </a:ext>
                </a:extLst>
              </p:cNvPr>
              <p:cNvSpPr/>
              <p:nvPr/>
            </p:nvSpPr>
            <p:spPr bwMode="auto">
              <a:xfrm>
                <a:off x="1584301" y="6448689"/>
                <a:ext cx="137160" cy="137160"/>
              </a:xfrm>
              <a:prstGeom prst="ellipse">
                <a:avLst/>
              </a:prstGeom>
              <a:solidFill>
                <a:srgbClr val="548235"/>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197" name="Rectangle 196">
                <a:extLst>
                  <a:ext uri="{FF2B5EF4-FFF2-40B4-BE49-F238E27FC236}">
                    <a16:creationId xmlns:a16="http://schemas.microsoft.com/office/drawing/2014/main" id="{288ABCE5-6C3C-F78C-94CD-2CB3765CFFED}"/>
                  </a:ext>
                </a:extLst>
              </p:cNvPr>
              <p:cNvSpPr/>
              <p:nvPr>
                <p:custDataLst>
                  <p:tags r:id="rId43"/>
                </p:custDataLst>
              </p:nvPr>
            </p:nvSpPr>
            <p:spPr>
              <a:xfrm>
                <a:off x="1330328" y="6428089"/>
                <a:ext cx="211949"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Low</a:t>
                </a:r>
              </a:p>
            </p:txBody>
          </p:sp>
          <p:sp>
            <p:nvSpPr>
              <p:cNvPr id="198" name="Rectangle 197">
                <a:extLst>
                  <a:ext uri="{FF2B5EF4-FFF2-40B4-BE49-F238E27FC236}">
                    <a16:creationId xmlns:a16="http://schemas.microsoft.com/office/drawing/2014/main" id="{60E31CDC-CDD8-C807-CB8D-FBFD16C6C675}"/>
                  </a:ext>
                </a:extLst>
              </p:cNvPr>
              <p:cNvSpPr/>
              <p:nvPr>
                <p:custDataLst>
                  <p:tags r:id="rId44"/>
                </p:custDataLst>
              </p:nvPr>
            </p:nvSpPr>
            <p:spPr>
              <a:xfrm>
                <a:off x="1763485" y="6428089"/>
                <a:ext cx="413950"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Medium</a:t>
                </a:r>
                <a:endPar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endParaRPr>
              </a:p>
            </p:txBody>
          </p:sp>
          <p:sp>
            <p:nvSpPr>
              <p:cNvPr id="199" name="Rectangle 198">
                <a:extLst>
                  <a:ext uri="{FF2B5EF4-FFF2-40B4-BE49-F238E27FC236}">
                    <a16:creationId xmlns:a16="http://schemas.microsoft.com/office/drawing/2014/main" id="{8FBF449C-B1EF-FA46-32C8-7BB02807778B}"/>
                  </a:ext>
                </a:extLst>
              </p:cNvPr>
              <p:cNvSpPr/>
              <p:nvPr>
                <p:custDataLst>
                  <p:tags r:id="rId45"/>
                </p:custDataLst>
              </p:nvPr>
            </p:nvSpPr>
            <p:spPr>
              <a:xfrm>
                <a:off x="2398643" y="6428089"/>
                <a:ext cx="231342"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a:t>
                </a:r>
                <a:endPar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endParaRPr>
              </a:p>
            </p:txBody>
          </p:sp>
        </p:grpSp>
      </p:grpSp>
      <p:sp>
        <p:nvSpPr>
          <p:cNvPr id="200" name="Rectangle 199">
            <a:extLst>
              <a:ext uri="{FF2B5EF4-FFF2-40B4-BE49-F238E27FC236}">
                <a16:creationId xmlns:a16="http://schemas.microsoft.com/office/drawing/2014/main" id="{8FD42594-5697-BABC-19B1-9C0699725D5B}"/>
              </a:ext>
            </a:extLst>
          </p:cNvPr>
          <p:cNvSpPr/>
          <p:nvPr/>
        </p:nvSpPr>
        <p:spPr>
          <a:xfrm>
            <a:off x="6536117" y="6439275"/>
            <a:ext cx="2743200" cy="242800"/>
          </a:xfrm>
          <a:prstGeom prst="rect">
            <a:avLst/>
          </a:prstGeom>
          <a:noFill/>
          <a:ln w="6350" cap="sq">
            <a:solidFill>
              <a:srgbClr val="1B5B74"/>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sp>
        <p:nvSpPr>
          <p:cNvPr id="201" name="Oval 200">
            <a:extLst>
              <a:ext uri="{FF2B5EF4-FFF2-40B4-BE49-F238E27FC236}">
                <a16:creationId xmlns:a16="http://schemas.microsoft.com/office/drawing/2014/main" id="{BC68FA29-1F92-E3A4-C975-B57329DD23FF}"/>
              </a:ext>
            </a:extLst>
          </p:cNvPr>
          <p:cNvSpPr/>
          <p:nvPr/>
        </p:nvSpPr>
        <p:spPr bwMode="auto">
          <a:xfrm>
            <a:off x="11232028" y="3947510"/>
            <a:ext cx="252000" cy="252000"/>
          </a:xfrm>
          <a:prstGeom prst="ellipse">
            <a:avLst/>
          </a:prstGeom>
          <a:solidFill>
            <a:srgbClr val="548235"/>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02" name="Rectangle 201">
            <a:extLst>
              <a:ext uri="{FF2B5EF4-FFF2-40B4-BE49-F238E27FC236}">
                <a16:creationId xmlns:a16="http://schemas.microsoft.com/office/drawing/2014/main" id="{0528648B-25BD-5FEB-1B67-9E63FAB41B75}"/>
              </a:ext>
            </a:extLst>
          </p:cNvPr>
          <p:cNvSpPr/>
          <p:nvPr>
            <p:custDataLst>
              <p:tags r:id="rId35"/>
            </p:custDataLst>
          </p:nvPr>
        </p:nvSpPr>
        <p:spPr>
          <a:xfrm>
            <a:off x="9703077" y="3959710"/>
            <a:ext cx="1466202" cy="22760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lnSpc>
                <a:spcPct val="100000"/>
              </a:lnSpc>
              <a:spcBef>
                <a:spcPts val="300"/>
              </a:spcBef>
              <a:spcAft>
                <a:spcPts val="300"/>
              </a:spcAft>
              <a:buClrTx/>
              <a:buSzTx/>
              <a:buFontTx/>
              <a:buNone/>
              <a:tabLst/>
              <a:defRPr/>
            </a:pPr>
            <a:r>
              <a:rPr kumimoji="0" lang="en-US" sz="12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Level of risk; Low</a:t>
            </a:r>
          </a:p>
        </p:txBody>
      </p:sp>
      <p:pic>
        <p:nvPicPr>
          <p:cNvPr id="3" name="Picture 2" descr="A blue and black logo&#10;&#10;AI-generated content may be incorrect.">
            <a:extLst>
              <a:ext uri="{FF2B5EF4-FFF2-40B4-BE49-F238E27FC236}">
                <a16:creationId xmlns:a16="http://schemas.microsoft.com/office/drawing/2014/main" id="{0168E8C2-6D66-E613-13B0-1C63E13C985E}"/>
              </a:ext>
            </a:extLst>
          </p:cNvPr>
          <p:cNvPicPr>
            <a:picLocks noChangeAspect="1"/>
          </p:cNvPicPr>
          <p:nvPr/>
        </p:nvPicPr>
        <p:blipFill>
          <a:blip r:embed="rId57">
            <a:extLst>
              <a:ext uri="{28A0092B-C50C-407E-A947-70E740481C1C}">
                <a14:useLocalDpi xmlns:a14="http://schemas.microsoft.com/office/drawing/2010/main" val="0"/>
              </a:ext>
            </a:extLst>
          </a:blip>
          <a:stretch>
            <a:fillRect/>
          </a:stretch>
        </p:blipFill>
        <p:spPr>
          <a:xfrm>
            <a:off x="9954776" y="4747410"/>
            <a:ext cx="614111" cy="489369"/>
          </a:xfrm>
          <a:prstGeom prst="rect">
            <a:avLst/>
          </a:prstGeom>
        </p:spPr>
      </p:pic>
      <p:pic>
        <p:nvPicPr>
          <p:cNvPr id="12" name="Picture 4" descr="Shift Clinics (@shiftclinics) · Saudi Arabia · Instagram photos and videos">
            <a:extLst>
              <a:ext uri="{FF2B5EF4-FFF2-40B4-BE49-F238E27FC236}">
                <a16:creationId xmlns:a16="http://schemas.microsoft.com/office/drawing/2014/main" id="{8CB1C685-6769-8F3C-4B5C-86647C5208AF}"/>
              </a:ext>
            </a:extLst>
          </p:cNvPr>
          <p:cNvPicPr>
            <a:picLocks noChangeAspect="1" noChangeArrowheads="1"/>
          </p:cNvPicPr>
          <p:nvPr/>
        </p:nvPicPr>
        <p:blipFill rotWithShape="1">
          <a:blip r:embed="rId58">
            <a:extLst>
              <a:ext uri="{28A0092B-C50C-407E-A947-70E740481C1C}">
                <a14:useLocalDpi xmlns:a14="http://schemas.microsoft.com/office/drawing/2010/main" val="0"/>
              </a:ext>
            </a:extLst>
          </a:blip>
          <a:srcRect l="2715" t="3630" r="2970" b="2961"/>
          <a:stretch>
            <a:fillRect/>
          </a:stretch>
        </p:blipFill>
        <p:spPr bwMode="auto">
          <a:xfrm>
            <a:off x="9954776" y="5457002"/>
            <a:ext cx="614111" cy="608205"/>
          </a:xfrm>
          <a:prstGeom prst="rect">
            <a:avLst/>
          </a:prstGeom>
          <a:noFill/>
          <a:ln>
            <a:solidFill>
              <a:schemeClr val="bg1"/>
            </a:solidFill>
          </a:ln>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B2035E4-188F-4BED-5A24-911B500A5E15}"/>
              </a:ext>
            </a:extLst>
          </p:cNvPr>
          <p:cNvSpPr txBox="1"/>
          <p:nvPr/>
        </p:nvSpPr>
        <p:spPr>
          <a:xfrm>
            <a:off x="9929787" y="4350039"/>
            <a:ext cx="1602939" cy="276999"/>
          </a:xfrm>
          <a:prstGeom prst="rect">
            <a:avLst/>
          </a:prstGeom>
          <a:noFill/>
        </p:spPr>
        <p:txBody>
          <a:bodyPr wrap="none" rtlCol="0">
            <a:spAutoFit/>
          </a:bodyPr>
          <a:lstStyle/>
          <a:p>
            <a:r>
              <a:rPr lang="en-US" sz="1200" b="1"/>
              <a:t>Potential partnerships</a:t>
            </a:r>
          </a:p>
        </p:txBody>
      </p:sp>
      <p:graphicFrame>
        <p:nvGraphicFramePr>
          <p:cNvPr id="30" name="Chart 29">
            <a:extLst>
              <a:ext uri="{FF2B5EF4-FFF2-40B4-BE49-F238E27FC236}">
                <a16:creationId xmlns:a16="http://schemas.microsoft.com/office/drawing/2014/main" id="{45A314D7-FBEF-2C19-4470-7F5B775A6D6C}"/>
              </a:ext>
            </a:extLst>
          </p:cNvPr>
          <p:cNvGraphicFramePr/>
          <p:nvPr>
            <p:custDataLst>
              <p:tags r:id="rId36"/>
            </p:custDataLst>
            <p:extLst>
              <p:ext uri="{D42A27DB-BD31-4B8C-83A1-F6EECF244321}">
                <p14:modId xmlns:p14="http://schemas.microsoft.com/office/powerpoint/2010/main" val="797383750"/>
              </p:ext>
            </p:extLst>
          </p:nvPr>
        </p:nvGraphicFramePr>
        <p:xfrm>
          <a:off x="600075" y="4902200"/>
          <a:ext cx="4619625" cy="1066800"/>
        </p:xfrm>
        <a:graphic>
          <a:graphicData uri="http://schemas.openxmlformats.org/drawingml/2006/chart">
            <c:chart xmlns:c="http://schemas.openxmlformats.org/drawingml/2006/chart" xmlns:r="http://schemas.openxmlformats.org/officeDocument/2006/relationships" r:id="rId59"/>
          </a:graphicData>
        </a:graphic>
      </p:graphicFrame>
      <p:cxnSp>
        <p:nvCxnSpPr>
          <p:cNvPr id="20" name="Straight Connector 19">
            <a:extLst>
              <a:ext uri="{FF2B5EF4-FFF2-40B4-BE49-F238E27FC236}">
                <a16:creationId xmlns:a16="http://schemas.microsoft.com/office/drawing/2014/main" id="{CF23D9AA-0CE1-5F2A-CEA5-F5B5033DFE17}"/>
              </a:ext>
            </a:extLst>
          </p:cNvPr>
          <p:cNvCxnSpPr/>
          <p:nvPr>
            <p:custDataLst>
              <p:tags r:id="rId37"/>
            </p:custDataLst>
          </p:nvPr>
        </p:nvCxnSpPr>
        <p:spPr bwMode="auto">
          <a:xfrm flipV="1">
            <a:off x="1423988" y="4884738"/>
            <a:ext cx="2970213" cy="27463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1" name="Text Placeholder 2">
            <a:extLst>
              <a:ext uri="{FF2B5EF4-FFF2-40B4-BE49-F238E27FC236}">
                <a16:creationId xmlns:a16="http://schemas.microsoft.com/office/drawing/2014/main" id="{8B621B42-DD3F-4E56-630B-7CFC6152D64F}"/>
              </a:ext>
            </a:extLst>
          </p:cNvPr>
          <p:cNvSpPr>
            <a:spLocks/>
          </p:cNvSpPr>
          <p:nvPr>
            <p:custDataLst>
              <p:tags r:id="rId38"/>
            </p:custDataLst>
          </p:nvPr>
        </p:nvSpPr>
        <p:spPr bwMode="auto">
          <a:xfrm>
            <a:off x="1243013" y="5708650"/>
            <a:ext cx="361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665FCD4-2250-41A5-9D74-9E042F8D6A86}" type="datetime'''2''''''''0''''2''''''''''6''''''''''''''''''''''''''''''''F'">
              <a:rPr lang="en-US" altLang="en-US" sz="1100" smtClean="0"/>
              <a:pPr marL="0" lvl="0" indent="0" algn="ctr">
                <a:spcBef>
                  <a:spcPct val="0"/>
                </a:spcBef>
                <a:spcAft>
                  <a:spcPct val="0"/>
                </a:spcAft>
                <a:buNone/>
              </a:pPr>
              <a:t>2026F</a:t>
            </a:fld>
            <a:endParaRPr lang="en-US" sz="1100"/>
          </a:p>
        </p:txBody>
      </p:sp>
      <p:sp>
        <p:nvSpPr>
          <p:cNvPr id="22" name="Text Placeholder 2">
            <a:extLst>
              <a:ext uri="{FF2B5EF4-FFF2-40B4-BE49-F238E27FC236}">
                <a16:creationId xmlns:a16="http://schemas.microsoft.com/office/drawing/2014/main" id="{FE53D456-CB22-2058-4F5F-30B61013321F}"/>
              </a:ext>
            </a:extLst>
          </p:cNvPr>
          <p:cNvSpPr>
            <a:spLocks/>
          </p:cNvSpPr>
          <p:nvPr>
            <p:custDataLst>
              <p:tags r:id="rId39"/>
            </p:custDataLst>
          </p:nvPr>
        </p:nvSpPr>
        <p:spPr bwMode="auto">
          <a:xfrm>
            <a:off x="2728913" y="5708650"/>
            <a:ext cx="361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3D93128-912A-476B-9FBB-558325EBF210}" type="datetime'''''''''''''''2''''''0''''''2''''''''''''''''''''''7''F'">
              <a:rPr lang="en-US" altLang="en-US" sz="1100" smtClean="0"/>
              <a:pPr marL="0" lvl="0" indent="0" algn="ctr">
                <a:spcBef>
                  <a:spcPct val="0"/>
                </a:spcBef>
                <a:spcAft>
                  <a:spcPct val="0"/>
                </a:spcAft>
                <a:buNone/>
              </a:pPr>
              <a:t>2027F</a:t>
            </a:fld>
            <a:endParaRPr lang="en-US" sz="1100"/>
          </a:p>
        </p:txBody>
      </p:sp>
      <p:sp>
        <p:nvSpPr>
          <p:cNvPr id="23" name="Text Placeholder 2">
            <a:extLst>
              <a:ext uri="{FF2B5EF4-FFF2-40B4-BE49-F238E27FC236}">
                <a16:creationId xmlns:a16="http://schemas.microsoft.com/office/drawing/2014/main" id="{9AA7F24B-82B1-C991-5B67-61C41CC93852}"/>
              </a:ext>
            </a:extLst>
          </p:cNvPr>
          <p:cNvSpPr>
            <a:spLocks/>
          </p:cNvSpPr>
          <p:nvPr>
            <p:custDataLst>
              <p:tags r:id="rId40"/>
            </p:custDataLst>
          </p:nvPr>
        </p:nvSpPr>
        <p:spPr bwMode="auto">
          <a:xfrm>
            <a:off x="4213225" y="5708650"/>
            <a:ext cx="361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E2AF20C-CDFB-43F4-BF7E-6C769C5C6294}" type="datetime'2''02''''''''''8''F'">
              <a:rPr lang="en-US" altLang="en-US" sz="1100" smtClean="0"/>
              <a:pPr marL="0" lvl="0" indent="0" algn="ctr">
                <a:spcBef>
                  <a:spcPct val="0"/>
                </a:spcBef>
                <a:spcAft>
                  <a:spcPct val="0"/>
                </a:spcAft>
                <a:buNone/>
              </a:pPr>
              <a:t>2028F</a:t>
            </a:fld>
            <a:endParaRPr lang="en-US" sz="1100"/>
          </a:p>
        </p:txBody>
      </p:sp>
      <p:sp>
        <p:nvSpPr>
          <p:cNvPr id="24" name="Text Placeholder 2">
            <a:extLst>
              <a:ext uri="{FF2B5EF4-FFF2-40B4-BE49-F238E27FC236}">
                <a16:creationId xmlns:a16="http://schemas.microsoft.com/office/drawing/2014/main" id="{00A11D28-D81F-D5B9-51F9-9E10B19BEFDB}"/>
              </a:ext>
            </a:extLst>
          </p:cNvPr>
          <p:cNvSpPr>
            <a:spLocks/>
          </p:cNvSpPr>
          <p:nvPr>
            <p:custDataLst>
              <p:tags r:id="rId41"/>
            </p:custDataLst>
          </p:nvPr>
        </p:nvSpPr>
        <p:spPr bwMode="auto">
          <a:xfrm>
            <a:off x="2505075" y="4903788"/>
            <a:ext cx="806450" cy="234950"/>
          </a:xfrm>
          <a:prstGeom prst="ellipse">
            <a:avLst/>
          </a:prstGeom>
          <a:solidFill>
            <a:schemeClr val="accent6"/>
          </a:solidFill>
          <a:ln w="9525" cmpd="sng" algn="ctr">
            <a:no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F058326-5225-41AB-9BEB-E9E2BA8A24B1}" type="datetime'''''''''+''''15''''0''''''.''''''7''''%'''''''''''">
              <a:rPr lang="en-US" altLang="en-US" sz="1200" smtClean="0">
                <a:solidFill>
                  <a:schemeClr val="bg1"/>
                </a:solidFill>
                <a:effectLst/>
              </a:rPr>
              <a:pPr marL="0" lvl="0" indent="0" algn="ctr">
                <a:spcBef>
                  <a:spcPct val="0"/>
                </a:spcBef>
                <a:spcAft>
                  <a:spcPct val="0"/>
                </a:spcAft>
                <a:buNone/>
              </a:pPr>
              <a:t>+150.7%</a:t>
            </a:fld>
            <a:r>
              <a:rPr lang="en-US" sz="1200">
                <a:solidFill>
                  <a:schemeClr val="bg1"/>
                </a:solidFill>
              </a:rPr>
              <a:t> </a:t>
            </a:r>
          </a:p>
        </p:txBody>
      </p:sp>
      <p:sp>
        <p:nvSpPr>
          <p:cNvPr id="33" name="Rectangle 32">
            <a:extLst>
              <a:ext uri="{FF2B5EF4-FFF2-40B4-BE49-F238E27FC236}">
                <a16:creationId xmlns:a16="http://schemas.microsoft.com/office/drawing/2014/main" id="{82FE6D06-1CF9-0D60-6E80-F4A26110DDC7}"/>
              </a:ext>
            </a:extLst>
          </p:cNvPr>
          <p:cNvSpPr/>
          <p:nvPr/>
        </p:nvSpPr>
        <p:spPr>
          <a:xfrm>
            <a:off x="679723" y="4001440"/>
            <a:ext cx="3998639" cy="318851"/>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600" b="1"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rPr>
              <a:t>Revenue for OC</a:t>
            </a:r>
            <a:r>
              <a:rPr kumimoji="0" lang="en-US" sz="1400" b="0"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rPr>
              <a:t>, SAR Mn, </a:t>
            </a:r>
            <a:r>
              <a:rPr lang="en-US" sz="1400" dirty="0">
                <a:solidFill>
                  <a:schemeClr val="tx1"/>
                </a:solidFill>
                <a:latin typeface="Calibri" panose="020F0502020204030204" pitchFamily="34" charset="0"/>
                <a:cs typeface="Calibri" panose="020F0502020204030204" pitchFamily="34" charset="0"/>
              </a:rPr>
              <a:t>2026-2028F</a:t>
            </a:r>
            <a:endParaRPr kumimoji="0" lang="en-US" sz="1400" b="0"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endParaRPr>
          </a:p>
        </p:txBody>
      </p:sp>
      <p:cxnSp>
        <p:nvCxnSpPr>
          <p:cNvPr id="48" name="Straight Connector 47">
            <a:extLst>
              <a:ext uri="{FF2B5EF4-FFF2-40B4-BE49-F238E27FC236}">
                <a16:creationId xmlns:a16="http://schemas.microsoft.com/office/drawing/2014/main" id="{383F306F-7ADE-9BA9-79FD-173FD7EFB16E}"/>
              </a:ext>
            </a:extLst>
          </p:cNvPr>
          <p:cNvCxnSpPr>
            <a:cxnSpLocks/>
          </p:cNvCxnSpPr>
          <p:nvPr/>
        </p:nvCxnSpPr>
        <p:spPr>
          <a:xfrm>
            <a:off x="614363" y="4270816"/>
            <a:ext cx="5758934"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 name="Oval 49">
            <a:extLst>
              <a:ext uri="{FF2B5EF4-FFF2-40B4-BE49-F238E27FC236}">
                <a16:creationId xmlns:a16="http://schemas.microsoft.com/office/drawing/2014/main" id="{7F01DE75-454A-6639-F03B-16F21F88C912}"/>
              </a:ext>
            </a:extLst>
          </p:cNvPr>
          <p:cNvSpPr/>
          <p:nvPr/>
        </p:nvSpPr>
        <p:spPr>
          <a:xfrm>
            <a:off x="759367" y="3365199"/>
            <a:ext cx="638594" cy="274320"/>
          </a:xfrm>
          <a:prstGeom prst="ellipse">
            <a:avLst/>
          </a:prstGeom>
          <a:solidFill>
            <a:schemeClr val="bg1">
              <a:lumMod val="95000"/>
            </a:schemeClr>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115</a:t>
            </a:r>
          </a:p>
        </p:txBody>
      </p:sp>
      <p:sp>
        <p:nvSpPr>
          <p:cNvPr id="53" name="Oval 52">
            <a:extLst>
              <a:ext uri="{FF2B5EF4-FFF2-40B4-BE49-F238E27FC236}">
                <a16:creationId xmlns:a16="http://schemas.microsoft.com/office/drawing/2014/main" id="{C8A33631-93D1-2F15-05E6-2D568161566B}"/>
              </a:ext>
            </a:extLst>
          </p:cNvPr>
          <p:cNvSpPr/>
          <p:nvPr/>
        </p:nvSpPr>
        <p:spPr>
          <a:xfrm>
            <a:off x="1634170" y="3364877"/>
            <a:ext cx="638594" cy="274320"/>
          </a:xfrm>
          <a:prstGeom prst="ellipse">
            <a:avLst/>
          </a:prstGeom>
          <a:solidFill>
            <a:schemeClr val="bg1">
              <a:lumMod val="95000"/>
            </a:schemeClr>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122</a:t>
            </a:r>
          </a:p>
        </p:txBody>
      </p:sp>
      <p:sp>
        <p:nvSpPr>
          <p:cNvPr id="54" name="Oval 53">
            <a:extLst>
              <a:ext uri="{FF2B5EF4-FFF2-40B4-BE49-F238E27FC236}">
                <a16:creationId xmlns:a16="http://schemas.microsoft.com/office/drawing/2014/main" id="{7B6D08BF-7EAE-E5E4-22B6-725D468329C2}"/>
              </a:ext>
            </a:extLst>
          </p:cNvPr>
          <p:cNvSpPr/>
          <p:nvPr/>
        </p:nvSpPr>
        <p:spPr>
          <a:xfrm>
            <a:off x="2508973" y="3364841"/>
            <a:ext cx="638594" cy="274320"/>
          </a:xfrm>
          <a:prstGeom prst="ellipse">
            <a:avLst/>
          </a:prstGeom>
          <a:solidFill>
            <a:schemeClr val="bg1">
              <a:lumMod val="95000"/>
            </a:schemeClr>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130</a:t>
            </a:r>
          </a:p>
        </p:txBody>
      </p:sp>
      <p:sp>
        <p:nvSpPr>
          <p:cNvPr id="55" name="Rectangle 54">
            <a:extLst>
              <a:ext uri="{FF2B5EF4-FFF2-40B4-BE49-F238E27FC236}">
                <a16:creationId xmlns:a16="http://schemas.microsoft.com/office/drawing/2014/main" id="{380966B7-9715-73EF-5CDB-17878BC42E27}"/>
              </a:ext>
            </a:extLst>
          </p:cNvPr>
          <p:cNvSpPr/>
          <p:nvPr/>
        </p:nvSpPr>
        <p:spPr>
          <a:xfrm>
            <a:off x="3255121" y="3367961"/>
            <a:ext cx="1485755" cy="249171"/>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defTabSz="914400" rtl="0" eaLnBrk="1" fontAlgn="auto" latinLnBrk="0" hangingPunct="1">
              <a:lnSpc>
                <a:spcPts val="1400"/>
              </a:lnSpc>
              <a:spcBef>
                <a:spcPts val="0"/>
              </a:spcBef>
              <a:spcAft>
                <a:spcPts val="0"/>
              </a:spcAft>
              <a:buClrTx/>
              <a:buSzTx/>
              <a:buFontTx/>
              <a:buNone/>
              <a:tabLst/>
              <a:defRPr/>
            </a:pPr>
            <a:r>
              <a:rPr lang="en-US" sz="1200" b="1">
                <a:solidFill>
                  <a:schemeClr val="tx1"/>
                </a:solidFill>
                <a:latin typeface="Calibri" panose="020F0502020204030204" pitchFamily="34" charset="0"/>
                <a:cs typeface="Calibri" panose="020F0502020204030204" pitchFamily="34" charset="0"/>
              </a:rPr>
              <a:t>Volume, </a:t>
            </a:r>
            <a:r>
              <a:rPr lang="en-US" sz="1050">
                <a:solidFill>
                  <a:schemeClr val="tx1"/>
                </a:solidFill>
                <a:latin typeface="Calibri" panose="020F0502020204030204" pitchFamily="34" charset="0"/>
                <a:cs typeface="Calibri" panose="020F0502020204030204" pitchFamily="34" charset="0"/>
              </a:rPr>
              <a:t>thousands</a:t>
            </a:r>
            <a:endParaRPr kumimoji="0" lang="en-US" sz="1200" u="none" strike="noStrike" kern="120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endParaRPr>
          </a:p>
        </p:txBody>
      </p:sp>
      <p:pic>
        <p:nvPicPr>
          <p:cNvPr id="62" name="Picture 8" descr="Order online from Lemon Pharmacy restaurants | HungerStation">
            <a:extLst>
              <a:ext uri="{FF2B5EF4-FFF2-40B4-BE49-F238E27FC236}">
                <a16:creationId xmlns:a16="http://schemas.microsoft.com/office/drawing/2014/main" id="{15B6028E-8177-5742-7C84-D9DAB1186278}"/>
              </a:ext>
            </a:extLst>
          </p:cNvPr>
          <p:cNvPicPr>
            <a:picLocks noChangeAspect="1" noChangeArrowheads="1"/>
          </p:cNvPicPr>
          <p:nvPr/>
        </p:nvPicPr>
        <p:blipFill>
          <a:blip r:embed="rId6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682393" y="4637025"/>
            <a:ext cx="839913" cy="839913"/>
          </a:xfrm>
          <a:prstGeom prst="rect">
            <a:avLst/>
          </a:prstGeom>
          <a:noFill/>
          <a:extLst>
            <a:ext uri="{909E8E84-426E-40DD-AFC4-6F175D3DCCD1}">
              <a14:hiddenFill xmlns:a14="http://schemas.microsoft.com/office/drawing/2010/main">
                <a:solidFill>
                  <a:srgbClr val="FFFFFF"/>
                </a:solidFill>
              </a14:hiddenFill>
            </a:ext>
          </a:extLst>
        </p:spPr>
      </p:pic>
      <p:pic>
        <p:nvPicPr>
          <p:cNvPr id="68" name="Picture 14" descr="Vita Care | فيتا كير">
            <a:extLst>
              <a:ext uri="{FF2B5EF4-FFF2-40B4-BE49-F238E27FC236}">
                <a16:creationId xmlns:a16="http://schemas.microsoft.com/office/drawing/2014/main" id="{5AE7C4A3-ABC2-FF18-2EA0-D952AC01DC30}"/>
              </a:ext>
            </a:extLst>
          </p:cNvPr>
          <p:cNvPicPr>
            <a:picLocks noChangeAspect="1" noChangeArrowheads="1"/>
          </p:cNvPicPr>
          <p:nvPr/>
        </p:nvPicPr>
        <p:blipFill>
          <a:blip r:embed="rId61">
            <a:extLst>
              <a:ext uri="{28A0092B-C50C-407E-A947-70E740481C1C}">
                <a14:useLocalDpi xmlns:a14="http://schemas.microsoft.com/office/drawing/2010/main" val="0"/>
              </a:ext>
            </a:extLst>
          </a:blip>
          <a:srcRect/>
          <a:stretch>
            <a:fillRect/>
          </a:stretch>
        </p:blipFill>
        <p:spPr bwMode="auto">
          <a:xfrm>
            <a:off x="10771746" y="5593917"/>
            <a:ext cx="673496" cy="335038"/>
          </a:xfrm>
          <a:prstGeom prst="rect">
            <a:avLst/>
          </a:prstGeom>
          <a:noFill/>
          <a:extLst>
            <a:ext uri="{909E8E84-426E-40DD-AFC4-6F175D3DCCD1}">
              <a14:hiddenFill xmlns:a14="http://schemas.microsoft.com/office/drawing/2010/main">
                <a:solidFill>
                  <a:srgbClr val="FFFFFF"/>
                </a:solidFill>
              </a14:hiddenFill>
            </a:ext>
          </a:extLst>
        </p:spPr>
      </p:pic>
      <p:sp>
        <p:nvSpPr>
          <p:cNvPr id="71" name="Oval 70">
            <a:extLst>
              <a:ext uri="{FF2B5EF4-FFF2-40B4-BE49-F238E27FC236}">
                <a16:creationId xmlns:a16="http://schemas.microsoft.com/office/drawing/2014/main" id="{B8A36A3E-8019-D16C-A37A-290CD8C1CA9F}"/>
              </a:ext>
            </a:extLst>
          </p:cNvPr>
          <p:cNvSpPr/>
          <p:nvPr/>
        </p:nvSpPr>
        <p:spPr>
          <a:xfrm>
            <a:off x="1074738" y="4493682"/>
            <a:ext cx="638594" cy="274320"/>
          </a:xfrm>
          <a:prstGeom prst="ellipse">
            <a:avLst/>
          </a:prstGeom>
          <a:solidFill>
            <a:schemeClr val="bg1">
              <a:lumMod val="95000"/>
            </a:schemeClr>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248</a:t>
            </a:r>
          </a:p>
        </p:txBody>
      </p:sp>
      <p:sp>
        <p:nvSpPr>
          <p:cNvPr id="73" name="Oval 72">
            <a:extLst>
              <a:ext uri="{FF2B5EF4-FFF2-40B4-BE49-F238E27FC236}">
                <a16:creationId xmlns:a16="http://schemas.microsoft.com/office/drawing/2014/main" id="{1788E52A-2E2A-B750-CC83-C6DB5276B785}"/>
              </a:ext>
            </a:extLst>
          </p:cNvPr>
          <p:cNvSpPr/>
          <p:nvPr/>
        </p:nvSpPr>
        <p:spPr>
          <a:xfrm>
            <a:off x="2619375" y="4493682"/>
            <a:ext cx="638594" cy="274320"/>
          </a:xfrm>
          <a:prstGeom prst="ellipse">
            <a:avLst/>
          </a:prstGeom>
          <a:solidFill>
            <a:schemeClr val="bg1">
              <a:lumMod val="95000"/>
            </a:schemeClr>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529</a:t>
            </a:r>
          </a:p>
        </p:txBody>
      </p:sp>
      <p:sp>
        <p:nvSpPr>
          <p:cNvPr id="77" name="Oval 76">
            <a:extLst>
              <a:ext uri="{FF2B5EF4-FFF2-40B4-BE49-F238E27FC236}">
                <a16:creationId xmlns:a16="http://schemas.microsoft.com/office/drawing/2014/main" id="{0D58868D-D405-347F-1ACD-78551D65AB52}"/>
              </a:ext>
            </a:extLst>
          </p:cNvPr>
          <p:cNvSpPr/>
          <p:nvPr/>
        </p:nvSpPr>
        <p:spPr>
          <a:xfrm>
            <a:off x="4102100" y="4493682"/>
            <a:ext cx="638594" cy="274320"/>
          </a:xfrm>
          <a:prstGeom prst="ellipse">
            <a:avLst/>
          </a:prstGeom>
          <a:solidFill>
            <a:schemeClr val="bg1">
              <a:lumMod val="95000"/>
            </a:schemeClr>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846</a:t>
            </a:r>
          </a:p>
        </p:txBody>
      </p:sp>
      <p:sp>
        <p:nvSpPr>
          <p:cNvPr id="79" name="Rectangle 78">
            <a:extLst>
              <a:ext uri="{FF2B5EF4-FFF2-40B4-BE49-F238E27FC236}">
                <a16:creationId xmlns:a16="http://schemas.microsoft.com/office/drawing/2014/main" id="{22D740AC-6A2B-6FE3-3EA9-43F1C32B9C11}"/>
              </a:ext>
            </a:extLst>
          </p:cNvPr>
          <p:cNvSpPr/>
          <p:nvPr/>
        </p:nvSpPr>
        <p:spPr>
          <a:xfrm>
            <a:off x="5011738" y="4500166"/>
            <a:ext cx="4114800" cy="22699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dirty="0">
                <a:solidFill>
                  <a:schemeClr val="tx1"/>
                </a:solidFill>
                <a:latin typeface="Calibri" panose="020F0502020204030204" pitchFamily="34" charset="0"/>
                <a:cs typeface="Calibri" panose="020F0502020204030204" pitchFamily="34" charset="0"/>
              </a:rPr>
              <a:t>Volume</a:t>
            </a:r>
            <a:r>
              <a:rPr lang="en-US" sz="1400" dirty="0">
                <a:solidFill>
                  <a:schemeClr val="tx1"/>
                </a:solidFill>
                <a:latin typeface="Calibri" panose="020F0502020204030204" pitchFamily="34" charset="0"/>
                <a:cs typeface="Calibri" panose="020F0502020204030204" pitchFamily="34" charset="0"/>
              </a:rPr>
              <a:t>, </a:t>
            </a:r>
            <a:r>
              <a:rPr lang="en-US" sz="1100" dirty="0">
                <a:solidFill>
                  <a:schemeClr val="tx1"/>
                </a:solidFill>
                <a:latin typeface="Calibri" panose="020F0502020204030204" pitchFamily="34" charset="0"/>
                <a:cs typeface="Calibri" panose="020F0502020204030204" pitchFamily="34" charset="0"/>
              </a:rPr>
              <a:t>in #</a:t>
            </a:r>
            <a:endParaRPr kumimoji="0" lang="en-US" sz="1400" b="1"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endParaRPr>
          </a:p>
        </p:txBody>
      </p:sp>
      <p:sp>
        <p:nvSpPr>
          <p:cNvPr id="6" name="Oval 5">
            <a:extLst>
              <a:ext uri="{FF2B5EF4-FFF2-40B4-BE49-F238E27FC236}">
                <a16:creationId xmlns:a16="http://schemas.microsoft.com/office/drawing/2014/main" id="{D80CA031-F3C5-83BE-2620-44CA92CAAF32}"/>
              </a:ext>
            </a:extLst>
          </p:cNvPr>
          <p:cNvSpPr/>
          <p:nvPr/>
        </p:nvSpPr>
        <p:spPr>
          <a:xfrm>
            <a:off x="1011238" y="5981233"/>
            <a:ext cx="702453" cy="274320"/>
          </a:xfrm>
          <a:prstGeom prst="ellipse">
            <a:avLst/>
          </a:prstGeom>
          <a:solidFill>
            <a:srgbClr val="E2F0D9"/>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0.03</a:t>
            </a:r>
          </a:p>
        </p:txBody>
      </p:sp>
      <p:sp>
        <p:nvSpPr>
          <p:cNvPr id="11" name="Oval 10">
            <a:extLst>
              <a:ext uri="{FF2B5EF4-FFF2-40B4-BE49-F238E27FC236}">
                <a16:creationId xmlns:a16="http://schemas.microsoft.com/office/drawing/2014/main" id="{4AE9CBD4-5257-B1DD-BA5B-61432903F3F7}"/>
              </a:ext>
            </a:extLst>
          </p:cNvPr>
          <p:cNvSpPr/>
          <p:nvPr/>
        </p:nvSpPr>
        <p:spPr>
          <a:xfrm>
            <a:off x="2555875" y="6000283"/>
            <a:ext cx="702453" cy="274320"/>
          </a:xfrm>
          <a:prstGeom prst="ellipse">
            <a:avLst/>
          </a:prstGeom>
          <a:solidFill>
            <a:srgbClr val="E2F0D9"/>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0.11</a:t>
            </a:r>
          </a:p>
        </p:txBody>
      </p:sp>
      <p:sp>
        <p:nvSpPr>
          <p:cNvPr id="18" name="Oval 17">
            <a:extLst>
              <a:ext uri="{FF2B5EF4-FFF2-40B4-BE49-F238E27FC236}">
                <a16:creationId xmlns:a16="http://schemas.microsoft.com/office/drawing/2014/main" id="{FEB72DBB-F8C4-71AE-B1A3-CD275EA3ED1D}"/>
              </a:ext>
            </a:extLst>
          </p:cNvPr>
          <p:cNvSpPr/>
          <p:nvPr/>
        </p:nvSpPr>
        <p:spPr>
          <a:xfrm>
            <a:off x="4037013" y="6000283"/>
            <a:ext cx="702453" cy="274320"/>
          </a:xfrm>
          <a:prstGeom prst="ellipse">
            <a:avLst/>
          </a:prstGeom>
          <a:solidFill>
            <a:srgbClr val="E2F0D9"/>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0.19</a:t>
            </a:r>
          </a:p>
        </p:txBody>
      </p:sp>
      <p:sp>
        <p:nvSpPr>
          <p:cNvPr id="28" name="Rectangle 27">
            <a:extLst>
              <a:ext uri="{FF2B5EF4-FFF2-40B4-BE49-F238E27FC236}">
                <a16:creationId xmlns:a16="http://schemas.microsoft.com/office/drawing/2014/main" id="{F768A58A-A413-7F9A-0C95-1A49E5D25AD5}"/>
              </a:ext>
            </a:extLst>
          </p:cNvPr>
          <p:cNvSpPr/>
          <p:nvPr/>
        </p:nvSpPr>
        <p:spPr>
          <a:xfrm>
            <a:off x="5011738" y="6023944"/>
            <a:ext cx="4114800" cy="22699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b="1" dirty="0">
                <a:solidFill>
                  <a:schemeClr val="tx1"/>
                </a:solidFill>
                <a:latin typeface="Calibri" panose="020F0502020204030204" pitchFamily="34" charset="0"/>
                <a:cs typeface="Calibri" panose="020F0502020204030204" pitchFamily="34" charset="0"/>
              </a:rPr>
              <a:t>Net Income</a:t>
            </a:r>
            <a:r>
              <a:rPr lang="en-US" sz="1400" dirty="0">
                <a:solidFill>
                  <a:schemeClr val="tx1"/>
                </a:solidFill>
                <a:latin typeface="Calibri" panose="020F0502020204030204" pitchFamily="34" charset="0"/>
                <a:cs typeface="Calibri" panose="020F0502020204030204" pitchFamily="34" charset="0"/>
              </a:rPr>
              <a:t>, </a:t>
            </a:r>
            <a:r>
              <a:rPr lang="en-US" sz="1100" dirty="0">
                <a:solidFill>
                  <a:schemeClr val="tx1"/>
                </a:solidFill>
                <a:latin typeface="Calibri" panose="020F0502020204030204" pitchFamily="34" charset="0"/>
                <a:cs typeface="Calibri" panose="020F0502020204030204" pitchFamily="34" charset="0"/>
              </a:rPr>
              <a:t>in SAR Mn</a:t>
            </a:r>
            <a:endParaRPr kumimoji="0" lang="en-US" sz="1400" b="1"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141548998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C93990-8E90-1B84-6BD1-84B206035422}"/>
            </a:ext>
          </a:extLst>
        </p:cNvPr>
        <p:cNvGrpSpPr/>
        <p:nvPr/>
      </p:nvGrpSpPr>
      <p:grpSpPr>
        <a:xfrm>
          <a:off x="0" y="0"/>
          <a:ext cx="0" cy="0"/>
          <a:chOff x="0" y="0"/>
          <a:chExt cx="0" cy="0"/>
        </a:xfrm>
      </p:grpSpPr>
      <p:graphicFrame>
        <p:nvGraphicFramePr>
          <p:cNvPr id="73" name="think-cell data - do not delete" hidden="1">
            <a:extLst>
              <a:ext uri="{FF2B5EF4-FFF2-40B4-BE49-F238E27FC236}">
                <a16:creationId xmlns:a16="http://schemas.microsoft.com/office/drawing/2014/main" id="{FF91103A-808D-D304-778C-7933B617CE18}"/>
              </a:ext>
            </a:extLst>
          </p:cNvPr>
          <p:cNvGraphicFramePr>
            <a:graphicFrameLocks/>
          </p:cNvGraphicFramePr>
          <p:nvPr>
            <p:custDataLst>
              <p:tags r:id="rId1"/>
            </p:custDataLst>
            <p:extLst>
              <p:ext uri="{D42A27DB-BD31-4B8C-83A1-F6EECF244321}">
                <p14:modId xmlns:p14="http://schemas.microsoft.com/office/powerpoint/2010/main" val="33318626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2" imgW="425" imgH="425" progId="TCLayout.ActiveDocument.1">
                  <p:embed/>
                </p:oleObj>
              </mc:Choice>
              <mc:Fallback>
                <p:oleObj name="think-cell Slide" r:id="rId22" imgW="425" imgH="425" progId="TCLayout.ActiveDocument.1">
                  <p:embed/>
                  <p:pic>
                    <p:nvPicPr>
                      <p:cNvPr id="73" name="think-cell data - do not delete" hidden="1">
                        <a:extLst>
                          <a:ext uri="{FF2B5EF4-FFF2-40B4-BE49-F238E27FC236}">
                            <a16:creationId xmlns:a16="http://schemas.microsoft.com/office/drawing/2014/main" id="{FF91103A-808D-D304-778C-7933B617CE18}"/>
                          </a:ext>
                        </a:extLst>
                      </p:cNvPr>
                      <p:cNvPicPr/>
                      <p:nvPr/>
                    </p:nvPicPr>
                    <p:blipFill>
                      <a:blip r:embed="rId23"/>
                      <a:stretch>
                        <a:fillRect/>
                      </a:stretch>
                    </p:blipFill>
                    <p:spPr>
                      <a:xfrm>
                        <a:off x="1588" y="1588"/>
                        <a:ext cx="1588" cy="1588"/>
                      </a:xfrm>
                      <a:prstGeom prst="rect">
                        <a:avLst/>
                      </a:prstGeom>
                    </p:spPr>
                  </p:pic>
                </p:oleObj>
              </mc:Fallback>
            </mc:AlternateContent>
          </a:graphicData>
        </a:graphic>
      </p:graphicFrame>
      <p:sp>
        <p:nvSpPr>
          <p:cNvPr id="3" name="Line 15">
            <a:extLst>
              <a:ext uri="{FF2B5EF4-FFF2-40B4-BE49-F238E27FC236}">
                <a16:creationId xmlns:a16="http://schemas.microsoft.com/office/drawing/2014/main" id="{66259B49-4310-32ED-BCB5-EDAF0CE003BB}"/>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210B15E1-2971-FC3D-6494-3F64117444DB}"/>
              </a:ext>
            </a:extLst>
          </p:cNvPr>
          <p:cNvGrpSpPr/>
          <p:nvPr/>
        </p:nvGrpSpPr>
        <p:grpSpPr>
          <a:xfrm>
            <a:off x="-897410" y="279546"/>
            <a:ext cx="338328" cy="3872943"/>
            <a:chOff x="-460920" y="279546"/>
            <a:chExt cx="338328" cy="3872943"/>
          </a:xfrm>
        </p:grpSpPr>
        <p:sp>
          <p:nvSpPr>
            <p:cNvPr id="20" name="Google Shape;139;p2">
              <a:extLst>
                <a:ext uri="{FF2B5EF4-FFF2-40B4-BE49-F238E27FC236}">
                  <a16:creationId xmlns:a16="http://schemas.microsoft.com/office/drawing/2014/main" id="{080BBA7D-7BA9-CFB1-3A97-22559B08BA25}"/>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1" name="Google Shape;140;p2">
              <a:extLst>
                <a:ext uri="{FF2B5EF4-FFF2-40B4-BE49-F238E27FC236}">
                  <a16:creationId xmlns:a16="http://schemas.microsoft.com/office/drawing/2014/main" id="{8B44C7AE-3ACD-F9D1-92F0-29A6C204DE4B}"/>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2" name="Google Shape;141;p2">
              <a:extLst>
                <a:ext uri="{FF2B5EF4-FFF2-40B4-BE49-F238E27FC236}">
                  <a16:creationId xmlns:a16="http://schemas.microsoft.com/office/drawing/2014/main" id="{228DE400-5F43-8C0B-7B1C-9FAE2739C276}"/>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3" name="Google Shape;142;p2">
              <a:extLst>
                <a:ext uri="{FF2B5EF4-FFF2-40B4-BE49-F238E27FC236}">
                  <a16:creationId xmlns:a16="http://schemas.microsoft.com/office/drawing/2014/main" id="{44DB6239-96CB-FCF5-441D-BAA5908394F5}"/>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4" name="Google Shape;143;p2">
              <a:extLst>
                <a:ext uri="{FF2B5EF4-FFF2-40B4-BE49-F238E27FC236}">
                  <a16:creationId xmlns:a16="http://schemas.microsoft.com/office/drawing/2014/main" id="{44F1C5E5-72E7-82BA-EDA6-8FC212CF1970}"/>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5" name="Google Shape;147;p2">
              <a:extLst>
                <a:ext uri="{FF2B5EF4-FFF2-40B4-BE49-F238E27FC236}">
                  <a16:creationId xmlns:a16="http://schemas.microsoft.com/office/drawing/2014/main" id="{08C8AD99-C340-481F-CABD-5ADEB0F737A0}"/>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6" name="Google Shape;151;p2">
              <a:extLst>
                <a:ext uri="{FF2B5EF4-FFF2-40B4-BE49-F238E27FC236}">
                  <a16:creationId xmlns:a16="http://schemas.microsoft.com/office/drawing/2014/main" id="{FE0E14E0-6618-D4FF-2B6C-3ABEAEFA09E8}"/>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7" name="Google Shape;147;p2">
              <a:extLst>
                <a:ext uri="{FF2B5EF4-FFF2-40B4-BE49-F238E27FC236}">
                  <a16:creationId xmlns:a16="http://schemas.microsoft.com/office/drawing/2014/main" id="{D19C2639-554B-E429-BBE9-44E5612AF6E4}"/>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4" name="2. Slide Title">
            <a:extLst>
              <a:ext uri="{FF2B5EF4-FFF2-40B4-BE49-F238E27FC236}">
                <a16:creationId xmlns:a16="http://schemas.microsoft.com/office/drawing/2014/main" id="{D7CF0446-A1ED-9378-CD66-D5AD797AECFD}"/>
              </a:ext>
            </a:extLst>
          </p:cNvPr>
          <p:cNvSpPr txBox="1">
            <a:spLocks/>
          </p:cNvSpPr>
          <p:nvPr>
            <p:custDataLst>
              <p:tags r:id="rId3"/>
            </p:custDataLst>
          </p:nvPr>
        </p:nvSpPr>
        <p:spPr>
          <a:xfrm>
            <a:off x="546644" y="175925"/>
            <a:ext cx="11124350"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dirty="0">
                <a:solidFill>
                  <a:srgbClr val="0A0A0A"/>
                </a:solidFill>
                <a:latin typeface="Georgia" panose="02040502050405020303" pitchFamily="18" charset="0"/>
                <a:cs typeface="Arial" panose="020B0604020202020204" pitchFamily="34" charset="0"/>
              </a:rPr>
              <a:t>Leveraging current </a:t>
            </a:r>
            <a:r>
              <a:rPr lang="en-US" sz="2600" dirty="0">
                <a:solidFill>
                  <a:srgbClr val="0A0A0A"/>
                </a:solidFill>
                <a:latin typeface="Georgia" panose="02040502050405020303" pitchFamily="18" charset="0"/>
                <a:cs typeface="Arial" panose="020B0604020202020204" pitchFamily="34" charset="0"/>
              </a:rPr>
              <a:t>excess capacity in diagnostics </a:t>
            </a:r>
            <a:r>
              <a:rPr lang="en-US" sz="2600" b="0" dirty="0">
                <a:solidFill>
                  <a:srgbClr val="0A0A0A"/>
                </a:solidFill>
                <a:latin typeface="Georgia" panose="02040502050405020303" pitchFamily="18" charset="0"/>
                <a:cs typeface="Arial" panose="020B0604020202020204" pitchFamily="34" charset="0"/>
              </a:rPr>
              <a:t>to serve non-cancer patients presents an opportunity to </a:t>
            </a:r>
            <a:r>
              <a:rPr lang="en-US" sz="2600" dirty="0">
                <a:solidFill>
                  <a:srgbClr val="0A0A0A"/>
                </a:solidFill>
                <a:latin typeface="Georgia" panose="02040502050405020303" pitchFamily="18" charset="0"/>
                <a:cs typeface="Arial" panose="020B0604020202020204" pitchFamily="34" charset="0"/>
              </a:rPr>
              <a:t>serve a market &gt;6 Bn SAR</a:t>
            </a:r>
          </a:p>
        </p:txBody>
      </p:sp>
      <p:graphicFrame>
        <p:nvGraphicFramePr>
          <p:cNvPr id="38" name="Chart 37">
            <a:extLst>
              <a:ext uri="{FF2B5EF4-FFF2-40B4-BE49-F238E27FC236}">
                <a16:creationId xmlns:a16="http://schemas.microsoft.com/office/drawing/2014/main" id="{FDA117C6-B777-C255-B048-03CE396D3C97}"/>
              </a:ext>
            </a:extLst>
          </p:cNvPr>
          <p:cNvGraphicFramePr/>
          <p:nvPr>
            <p:custDataLst>
              <p:tags r:id="rId4"/>
            </p:custDataLst>
            <p:extLst>
              <p:ext uri="{D42A27DB-BD31-4B8C-83A1-F6EECF244321}">
                <p14:modId xmlns:p14="http://schemas.microsoft.com/office/powerpoint/2010/main" val="2788333512"/>
              </p:ext>
            </p:extLst>
          </p:nvPr>
        </p:nvGraphicFramePr>
        <p:xfrm>
          <a:off x="627063" y="1865313"/>
          <a:ext cx="3738562" cy="1244600"/>
        </p:xfrm>
        <a:graphic>
          <a:graphicData uri="http://schemas.openxmlformats.org/drawingml/2006/chart">
            <c:chart xmlns:c="http://schemas.openxmlformats.org/drawingml/2006/chart" xmlns:r="http://schemas.openxmlformats.org/officeDocument/2006/relationships" r:id="rId24"/>
          </a:graphicData>
        </a:graphic>
      </p:graphicFrame>
      <p:cxnSp>
        <p:nvCxnSpPr>
          <p:cNvPr id="102" name="Straight Connector 101">
            <a:extLst>
              <a:ext uri="{FF2B5EF4-FFF2-40B4-BE49-F238E27FC236}">
                <a16:creationId xmlns:a16="http://schemas.microsoft.com/office/drawing/2014/main" id="{537BFE4C-B8EB-DEC0-E431-DFAA9E75C0E0}"/>
              </a:ext>
            </a:extLst>
          </p:cNvPr>
          <p:cNvCxnSpPr>
            <a:cxnSpLocks/>
          </p:cNvCxnSpPr>
          <p:nvPr>
            <p:custDataLst>
              <p:tags r:id="rId5"/>
            </p:custDataLst>
          </p:nvPr>
        </p:nvCxnSpPr>
        <p:spPr bwMode="auto">
          <a:xfrm flipV="1">
            <a:off x="1603375" y="1922463"/>
            <a:ext cx="1785938" cy="141288"/>
          </a:xfrm>
          <a:prstGeom prst="line">
            <a:avLst/>
          </a:prstGeom>
          <a:ln w="3810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03" name="Text Placeholder 4">
            <a:extLst>
              <a:ext uri="{FF2B5EF4-FFF2-40B4-BE49-F238E27FC236}">
                <a16:creationId xmlns:a16="http://schemas.microsoft.com/office/drawing/2014/main" id="{86FD7496-DCC0-A527-8A71-1529B2890A20}"/>
              </a:ext>
            </a:extLst>
          </p:cNvPr>
          <p:cNvSpPr>
            <a:spLocks/>
          </p:cNvSpPr>
          <p:nvPr>
            <p:custDataLst>
              <p:tags r:id="rId6"/>
            </p:custDataLst>
          </p:nvPr>
        </p:nvSpPr>
        <p:spPr bwMode="auto">
          <a:xfrm>
            <a:off x="1441450" y="2894013"/>
            <a:ext cx="323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AE51BA60-0267-42D8-934D-6F43A01DF9B1}" type="datetime'''''''2''0''''2''''''''6'''''''''''''''''''''''''''''">
              <a:rPr lang="en-GB" altLang="en-US" sz="1200" smtClean="0">
                <a:solidFill>
                  <a:srgbClr val="000000"/>
                </a:solidFill>
                <a:latin typeface="+mn-lt"/>
              </a:rPr>
              <a:pPr lvl="0" algn="ctr">
                <a:spcBef>
                  <a:spcPct val="0"/>
                </a:spcBef>
                <a:spcAft>
                  <a:spcPct val="0"/>
                </a:spcAft>
                <a:buClr>
                  <a:prstClr val="black"/>
                </a:buClr>
                <a:defRPr/>
              </a:pPr>
              <a:t>2026</a:t>
            </a:fld>
            <a:endParaRPr kumimoji="0" lang="en-US" sz="1200" b="0" i="0" strike="noStrike" kern="1200" cap="none" spc="0" normalizeH="0" baseline="0" noProof="0">
              <a:ln>
                <a:noFill/>
              </a:ln>
              <a:solidFill>
                <a:srgbClr val="000000"/>
              </a:solidFill>
              <a:effectLst/>
              <a:uLnTx/>
              <a:uFillTx/>
              <a:latin typeface="+mn-lt"/>
            </a:endParaRPr>
          </a:p>
        </p:txBody>
      </p:sp>
      <p:sp>
        <p:nvSpPr>
          <p:cNvPr id="104" name="Text Placeholder 4">
            <a:extLst>
              <a:ext uri="{FF2B5EF4-FFF2-40B4-BE49-F238E27FC236}">
                <a16:creationId xmlns:a16="http://schemas.microsoft.com/office/drawing/2014/main" id="{98932E02-0DCE-98B4-1A5B-3155FE23A5BA}"/>
              </a:ext>
            </a:extLst>
          </p:cNvPr>
          <p:cNvSpPr>
            <a:spLocks/>
          </p:cNvSpPr>
          <p:nvPr>
            <p:custDataLst>
              <p:tags r:id="rId7"/>
            </p:custDataLst>
          </p:nvPr>
        </p:nvSpPr>
        <p:spPr bwMode="auto">
          <a:xfrm>
            <a:off x="3227388" y="2894013"/>
            <a:ext cx="323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CF746F63-8705-4F11-888F-F21428F5878E}" type="datetime'''''''''''2''''0''''''''''''''''''''2''''''''''''8'''">
              <a:rPr lang="en-GB" altLang="en-US" sz="1200" smtClean="0">
                <a:solidFill>
                  <a:srgbClr val="000000"/>
                </a:solidFill>
                <a:latin typeface="+mn-lt"/>
              </a:rPr>
              <a:pPr lvl="0" algn="ctr">
                <a:spcBef>
                  <a:spcPct val="0"/>
                </a:spcBef>
                <a:spcAft>
                  <a:spcPct val="0"/>
                </a:spcAft>
                <a:buClr>
                  <a:prstClr val="black"/>
                </a:buClr>
                <a:defRPr/>
              </a:pPr>
              <a:t>2028</a:t>
            </a:fld>
            <a:endParaRPr kumimoji="0" lang="en-US" sz="1200" b="0" i="0" strike="noStrike" kern="1200" cap="none" spc="0" normalizeH="0" baseline="0" noProof="0">
              <a:ln>
                <a:noFill/>
              </a:ln>
              <a:solidFill>
                <a:srgbClr val="000000"/>
              </a:solidFill>
              <a:effectLst/>
              <a:uLnTx/>
              <a:uFillTx/>
              <a:latin typeface="+mn-lt"/>
            </a:endParaRPr>
          </a:p>
        </p:txBody>
      </p:sp>
      <p:sp>
        <p:nvSpPr>
          <p:cNvPr id="107" name="Text Placeholder 4">
            <a:extLst>
              <a:ext uri="{FF2B5EF4-FFF2-40B4-BE49-F238E27FC236}">
                <a16:creationId xmlns:a16="http://schemas.microsoft.com/office/drawing/2014/main" id="{722E6B6A-7DAE-A958-8860-B703AF23C948}"/>
              </a:ext>
            </a:extLst>
          </p:cNvPr>
          <p:cNvSpPr>
            <a:spLocks/>
          </p:cNvSpPr>
          <p:nvPr>
            <p:custDataLst>
              <p:tags r:id="rId8"/>
            </p:custDataLst>
          </p:nvPr>
        </p:nvSpPr>
        <p:spPr bwMode="auto">
          <a:xfrm>
            <a:off x="2252663" y="1863725"/>
            <a:ext cx="485775" cy="258763"/>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
                <a:prstClr val="black"/>
              </a:buClr>
              <a:buSzPct val="100000"/>
              <a:buFont typeface="Segoe UI" panose="020B0502040204020203" pitchFamily="34" charset="0"/>
              <a:buChar char="​"/>
              <a:tabLst/>
              <a:defRPr/>
            </a:pPr>
            <a:fld id="{9F9A0B38-049C-4842-A5DC-6E701159FB76}" type="datetime'''''''''+''''''''''''''''''''''''''1''''''''''''''''4%'">
              <a:rPr lang="en-US" altLang="en-US" sz="1200" b="1" smtClean="0">
                <a:solidFill>
                  <a:schemeClr val="bg1"/>
                </a:solidFill>
                <a:effectLst/>
                <a:latin typeface="+mn-lt"/>
              </a:rPr>
              <a:pPr marL="0" marR="0" lvl="0" indent="0" algn="ctr" defTabSz="914400" rtl="0" eaLnBrk="1" fontAlgn="auto" latinLnBrk="0" hangingPunct="1">
                <a:lnSpc>
                  <a:spcPct val="100000"/>
                </a:lnSpc>
                <a:spcBef>
                  <a:spcPct val="0"/>
                </a:spcBef>
                <a:spcAft>
                  <a:spcPct val="0"/>
                </a:spcAft>
                <a:buClr>
                  <a:prstClr val="black"/>
                </a:buClr>
                <a:buSzPct val="100000"/>
                <a:buFont typeface="Segoe UI" panose="020B0502040204020203" pitchFamily="34" charset="0"/>
                <a:buChar char="​"/>
                <a:tabLst/>
                <a:defRPr/>
              </a:pPr>
              <a:t>+14%</a:t>
            </a:fld>
            <a:endParaRPr kumimoji="0" lang="en-US" sz="1200" b="1" i="0" strike="noStrike" kern="1200" cap="none" spc="0" normalizeH="0" baseline="0" noProof="0">
              <a:ln>
                <a:noFill/>
              </a:ln>
              <a:solidFill>
                <a:schemeClr val="bg1"/>
              </a:solidFill>
              <a:effectLst/>
              <a:uLnTx/>
              <a:uFillTx/>
              <a:latin typeface="+mn-lt"/>
              <a:ea typeface="+mn-ea"/>
              <a:cs typeface="Calibri" panose="020F0502020204030204" pitchFamily="34" charset="0"/>
            </a:endParaRPr>
          </a:p>
        </p:txBody>
      </p:sp>
      <p:sp>
        <p:nvSpPr>
          <p:cNvPr id="14" name="Slide Number Placeholder 13">
            <a:extLst>
              <a:ext uri="{FF2B5EF4-FFF2-40B4-BE49-F238E27FC236}">
                <a16:creationId xmlns:a16="http://schemas.microsoft.com/office/drawing/2014/main" id="{B3815FB8-B8D0-D865-3BE2-094EC7826B75}"/>
              </a:ext>
            </a:extLst>
          </p:cNvPr>
          <p:cNvSpPr>
            <a:spLocks noGrp="1"/>
          </p:cNvSpPr>
          <p:nvPr>
            <p:ph type="sldNum" sz="quarter" idx="12"/>
          </p:nvPr>
        </p:nvSpPr>
        <p:spPr/>
        <p:txBody>
          <a:bodyPr/>
          <a:lstStyle/>
          <a:p>
            <a:fld id="{8E1CF2E5-4A16-4FBD-9713-265FD1DAAE65}" type="slidenum">
              <a:rPr lang="en-US" smtClean="0"/>
              <a:t>34</a:t>
            </a:fld>
            <a:endParaRPr lang="en-US"/>
          </a:p>
        </p:txBody>
      </p:sp>
      <p:sp>
        <p:nvSpPr>
          <p:cNvPr id="2" name="TextBox 1">
            <a:extLst>
              <a:ext uri="{FF2B5EF4-FFF2-40B4-BE49-F238E27FC236}">
                <a16:creationId xmlns:a16="http://schemas.microsoft.com/office/drawing/2014/main" id="{42140F1F-C4E1-BD77-F1BF-F56186BBEA24}"/>
              </a:ext>
            </a:extLst>
          </p:cNvPr>
          <p:cNvSpPr txBox="1"/>
          <p:nvPr/>
        </p:nvSpPr>
        <p:spPr>
          <a:xfrm>
            <a:off x="664381" y="3081382"/>
            <a:ext cx="3183885" cy="261610"/>
          </a:xfrm>
          <a:prstGeom prst="rect">
            <a:avLst/>
          </a:prstGeom>
          <a:noFill/>
        </p:spPr>
        <p:txBody>
          <a:bodyPr wrap="square" rtlCol="0">
            <a:spAutoFit/>
          </a:bodyPr>
          <a:lstStyle/>
          <a:p>
            <a:r>
              <a:rPr lang="en-GB" sz="1100"/>
              <a:t>*Market sizes shown are for private segment in KSA </a:t>
            </a:r>
          </a:p>
        </p:txBody>
      </p:sp>
      <p:grpSp>
        <p:nvGrpSpPr>
          <p:cNvPr id="7" name="Group 6">
            <a:extLst>
              <a:ext uri="{FF2B5EF4-FFF2-40B4-BE49-F238E27FC236}">
                <a16:creationId xmlns:a16="http://schemas.microsoft.com/office/drawing/2014/main" id="{74BAB3C5-8706-F27B-0D3E-2A198D9DCAFD}"/>
              </a:ext>
            </a:extLst>
          </p:cNvPr>
          <p:cNvGrpSpPr/>
          <p:nvPr/>
        </p:nvGrpSpPr>
        <p:grpSpPr>
          <a:xfrm>
            <a:off x="15130" y="47516"/>
            <a:ext cx="171132" cy="228600"/>
            <a:chOff x="0" y="49329"/>
            <a:chExt cx="171132" cy="228600"/>
          </a:xfrm>
        </p:grpSpPr>
        <p:cxnSp>
          <p:nvCxnSpPr>
            <p:cNvPr id="9" name="Straight Connector 8">
              <a:extLst>
                <a:ext uri="{FF2B5EF4-FFF2-40B4-BE49-F238E27FC236}">
                  <a16:creationId xmlns:a16="http://schemas.microsoft.com/office/drawing/2014/main" id="{AD2B6838-1738-17D6-D4A8-860DE428A4E8}"/>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E2110224-C7B2-8A9D-54AB-CAB09E65AE3B}"/>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1" name="Google Shape;1129;p23">
            <a:extLst>
              <a:ext uri="{FF2B5EF4-FFF2-40B4-BE49-F238E27FC236}">
                <a16:creationId xmlns:a16="http://schemas.microsoft.com/office/drawing/2014/main" id="{2ED1F932-A3A8-B713-3555-A62FB6B621A3}"/>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Non-Oncology Diagnostics</a:t>
            </a:r>
            <a:endParaRPr lang="en-US">
              <a:solidFill>
                <a:schemeClr val="bg1"/>
              </a:solidFill>
              <a:latin typeface="Calibri"/>
              <a:ea typeface="Calibri"/>
              <a:cs typeface="Calibri"/>
            </a:endParaRPr>
          </a:p>
        </p:txBody>
      </p:sp>
      <p:sp>
        <p:nvSpPr>
          <p:cNvPr id="91" name="Isosceles Triangle 90">
            <a:extLst>
              <a:ext uri="{FF2B5EF4-FFF2-40B4-BE49-F238E27FC236}">
                <a16:creationId xmlns:a16="http://schemas.microsoft.com/office/drawing/2014/main" id="{BC6CB1CE-E77B-DF75-31F7-A9CF75C67570}"/>
              </a:ext>
            </a:extLst>
          </p:cNvPr>
          <p:cNvSpPr/>
          <p:nvPr/>
        </p:nvSpPr>
        <p:spPr>
          <a:xfrm rot="5400000">
            <a:off x="6678303" y="5006801"/>
            <a:ext cx="849746" cy="278937"/>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aphicFrame>
        <p:nvGraphicFramePr>
          <p:cNvPr id="147" name="Chart 146">
            <a:extLst>
              <a:ext uri="{FF2B5EF4-FFF2-40B4-BE49-F238E27FC236}">
                <a16:creationId xmlns:a16="http://schemas.microsoft.com/office/drawing/2014/main" id="{7BD9C5A8-478A-B516-3816-EB9AF6FA750C}"/>
              </a:ext>
            </a:extLst>
          </p:cNvPr>
          <p:cNvGraphicFramePr/>
          <p:nvPr>
            <p:custDataLst>
              <p:tags r:id="rId9"/>
            </p:custDataLst>
            <p:extLst>
              <p:ext uri="{D42A27DB-BD31-4B8C-83A1-F6EECF244321}">
                <p14:modId xmlns:p14="http://schemas.microsoft.com/office/powerpoint/2010/main" val="905551541"/>
              </p:ext>
            </p:extLst>
          </p:nvPr>
        </p:nvGraphicFramePr>
        <p:xfrm>
          <a:off x="4911725" y="1971675"/>
          <a:ext cx="3976688" cy="1138238"/>
        </p:xfrm>
        <a:graphic>
          <a:graphicData uri="http://schemas.openxmlformats.org/drawingml/2006/chart">
            <c:chart xmlns:c="http://schemas.openxmlformats.org/drawingml/2006/chart" xmlns:r="http://schemas.openxmlformats.org/officeDocument/2006/relationships" r:id="rId25"/>
          </a:graphicData>
        </a:graphic>
      </p:graphicFrame>
      <p:cxnSp>
        <p:nvCxnSpPr>
          <p:cNvPr id="108" name="Straight Connector 107">
            <a:extLst>
              <a:ext uri="{FF2B5EF4-FFF2-40B4-BE49-F238E27FC236}">
                <a16:creationId xmlns:a16="http://schemas.microsoft.com/office/drawing/2014/main" id="{14332CFE-25A0-857D-7459-20CFAC50CFAB}"/>
              </a:ext>
            </a:extLst>
          </p:cNvPr>
          <p:cNvCxnSpPr/>
          <p:nvPr>
            <p:custDataLst>
              <p:tags r:id="rId10"/>
            </p:custDataLst>
          </p:nvPr>
        </p:nvCxnSpPr>
        <p:spPr bwMode="gray">
          <a:xfrm flipV="1">
            <a:off x="5627688" y="1900238"/>
            <a:ext cx="2541588" cy="261938"/>
          </a:xfrm>
          <a:prstGeom prst="line">
            <a:avLst/>
          </a:prstGeom>
          <a:ln w="38100" cap="flat" cmpd="sng" algn="ctr">
            <a:solidFill>
              <a:srgbClr val="000000"/>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09" name="Text Placeholder 4">
            <a:extLst>
              <a:ext uri="{FF2B5EF4-FFF2-40B4-BE49-F238E27FC236}">
                <a16:creationId xmlns:a16="http://schemas.microsoft.com/office/drawing/2014/main" id="{6ED85686-A89E-D372-59C1-32DF8166385C}"/>
              </a:ext>
            </a:extLst>
          </p:cNvPr>
          <p:cNvSpPr>
            <a:spLocks/>
          </p:cNvSpPr>
          <p:nvPr>
            <p:custDataLst>
              <p:tags r:id="rId11"/>
            </p:custDataLst>
          </p:nvPr>
        </p:nvSpPr>
        <p:spPr bwMode="auto">
          <a:xfrm>
            <a:off x="5465763" y="2894013"/>
            <a:ext cx="323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B4DB8266-F561-4341-ACBF-FCE7618F5A28}" type="datetime'''''''''2''''''''''''''0''''''''''''''''''''''2''''''''''6'''">
              <a:rPr lang="en-GB" altLang="en-US" sz="1200" smtClean="0">
                <a:solidFill>
                  <a:srgbClr val="000000"/>
                </a:solidFill>
                <a:latin typeface="+mn-lt"/>
              </a:rPr>
              <a:pPr lvl="0" algn="ctr">
                <a:spcBef>
                  <a:spcPct val="0"/>
                </a:spcBef>
                <a:spcAft>
                  <a:spcPct val="0"/>
                </a:spcAft>
                <a:buClr>
                  <a:prstClr val="black"/>
                </a:buClr>
                <a:defRPr/>
              </a:pPr>
              <a:t>2026</a:t>
            </a:fld>
            <a:endParaRPr kumimoji="0" lang="en-US" sz="1200" b="0" i="0" strike="noStrike" kern="1200" cap="none" spc="0" normalizeH="0" baseline="0" noProof="0">
              <a:ln>
                <a:noFill/>
              </a:ln>
              <a:solidFill>
                <a:srgbClr val="000000"/>
              </a:solidFill>
              <a:effectLst/>
              <a:uLnTx/>
              <a:uFillTx/>
              <a:latin typeface="+mn-lt"/>
            </a:endParaRPr>
          </a:p>
        </p:txBody>
      </p:sp>
      <p:sp>
        <p:nvSpPr>
          <p:cNvPr id="110" name="Text Placeholder 4">
            <a:extLst>
              <a:ext uri="{FF2B5EF4-FFF2-40B4-BE49-F238E27FC236}">
                <a16:creationId xmlns:a16="http://schemas.microsoft.com/office/drawing/2014/main" id="{D737C801-C133-6986-F661-4AB47D4498BD}"/>
              </a:ext>
            </a:extLst>
          </p:cNvPr>
          <p:cNvSpPr>
            <a:spLocks/>
          </p:cNvSpPr>
          <p:nvPr>
            <p:custDataLst>
              <p:tags r:id="rId12"/>
            </p:custDataLst>
          </p:nvPr>
        </p:nvSpPr>
        <p:spPr bwMode="auto">
          <a:xfrm>
            <a:off x="6737350" y="2894013"/>
            <a:ext cx="32385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1CFC80F8-32E4-4BA5-89D2-BB24EF7ED4C9}" type="datetime'''''2''''0''''''''''''''''''''''2''8'''''''''''''">
              <a:rPr lang="en-GB" altLang="en-US" sz="1200" smtClean="0">
                <a:solidFill>
                  <a:srgbClr val="000000"/>
                </a:solidFill>
                <a:latin typeface="+mn-lt"/>
              </a:rPr>
              <a:pPr lvl="0" algn="ctr">
                <a:spcBef>
                  <a:spcPct val="0"/>
                </a:spcBef>
                <a:spcAft>
                  <a:spcPct val="0"/>
                </a:spcAft>
                <a:buClr>
                  <a:prstClr val="black"/>
                </a:buClr>
                <a:defRPr/>
              </a:pPr>
              <a:t>2028</a:t>
            </a:fld>
            <a:endParaRPr kumimoji="0" lang="en-US" sz="1200" b="0" i="0" strike="noStrike" kern="1200" cap="none" spc="0" normalizeH="0" baseline="0" noProof="0">
              <a:ln>
                <a:noFill/>
              </a:ln>
              <a:solidFill>
                <a:srgbClr val="000000"/>
              </a:solidFill>
              <a:effectLst/>
              <a:uLnTx/>
              <a:uFillTx/>
              <a:latin typeface="+mn-lt"/>
            </a:endParaRPr>
          </a:p>
        </p:txBody>
      </p:sp>
      <p:sp>
        <p:nvSpPr>
          <p:cNvPr id="13" name="Text Placeholder 4">
            <a:extLst>
              <a:ext uri="{FF2B5EF4-FFF2-40B4-BE49-F238E27FC236}">
                <a16:creationId xmlns:a16="http://schemas.microsoft.com/office/drawing/2014/main" id="{11E32922-D4D3-0A32-261E-7287B4779D0F}"/>
              </a:ext>
            </a:extLst>
          </p:cNvPr>
          <p:cNvSpPr>
            <a:spLocks/>
          </p:cNvSpPr>
          <p:nvPr>
            <p:custDataLst>
              <p:tags r:id="rId13"/>
            </p:custDataLst>
          </p:nvPr>
        </p:nvSpPr>
        <p:spPr bwMode="auto">
          <a:xfrm>
            <a:off x="7999413" y="2894013"/>
            <a:ext cx="339725"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0EB48858-3BF7-44E8-B3EC-F451B1156B2C}" type="datetime'''''''''''L''''''''''a''''''''b''''''''''''''e''l'''">
              <a:rPr lang="en-GB" altLang="en-US" sz="1200" smtClean="0">
                <a:solidFill>
                  <a:srgbClr val="000000"/>
                </a:solidFill>
                <a:latin typeface="+mn-lt"/>
              </a:rPr>
              <a:pPr lvl="0" algn="ctr">
                <a:spcBef>
                  <a:spcPct val="0"/>
                </a:spcBef>
                <a:spcAft>
                  <a:spcPct val="0"/>
                </a:spcAft>
                <a:buClr>
                  <a:prstClr val="black"/>
                </a:buClr>
                <a:defRPr/>
              </a:pPr>
              <a:t>Label</a:t>
            </a:fld>
            <a:endParaRPr kumimoji="0" lang="en-US" sz="1200" b="0" i="0" strike="noStrike" kern="1200" cap="none" spc="0" normalizeH="0" baseline="0" noProof="0">
              <a:ln>
                <a:noFill/>
              </a:ln>
              <a:solidFill>
                <a:srgbClr val="000000"/>
              </a:solidFill>
              <a:effectLst/>
              <a:uLnTx/>
              <a:uFillTx/>
              <a:latin typeface="+mn-lt"/>
            </a:endParaRPr>
          </a:p>
        </p:txBody>
      </p:sp>
      <p:sp>
        <p:nvSpPr>
          <p:cNvPr id="113" name="Text Placeholder 4">
            <a:extLst>
              <a:ext uri="{FF2B5EF4-FFF2-40B4-BE49-F238E27FC236}">
                <a16:creationId xmlns:a16="http://schemas.microsoft.com/office/drawing/2014/main" id="{76010400-B9D0-5B80-66BF-7DF4942CAC83}"/>
              </a:ext>
            </a:extLst>
          </p:cNvPr>
          <p:cNvSpPr>
            <a:spLocks/>
          </p:cNvSpPr>
          <p:nvPr>
            <p:custDataLst>
              <p:tags r:id="rId14"/>
            </p:custDataLst>
          </p:nvPr>
        </p:nvSpPr>
        <p:spPr bwMode="auto">
          <a:xfrm>
            <a:off x="6654800" y="1901825"/>
            <a:ext cx="485775" cy="258763"/>
          </a:xfrm>
          <a:prstGeom prst="ellipse">
            <a:avLst/>
          </a:prstGeom>
          <a:solidFill>
            <a:schemeClr val="accent6"/>
          </a:solidFill>
          <a:ln>
            <a:noFill/>
          </a:ln>
          <a:effec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Calibri" panose="020F0502020204030204" pitchFamily="34" charset="0"/>
                <a:ea typeface="+mn-ea"/>
                <a:cs typeface="Calibri" panose="020F0502020204030204" pitchFamily="34" charset="0"/>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Calibri" panose="020F0502020204030204" pitchFamily="34" charset="0"/>
                <a:ea typeface="+mn-ea"/>
                <a:cs typeface="Calibri" panose="020F050202020403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
                <a:prstClr val="black"/>
              </a:buClr>
              <a:buSzPct val="100000"/>
              <a:buFont typeface="Segoe UI" panose="020B0502040204020203" pitchFamily="34" charset="0"/>
              <a:buChar char="​"/>
              <a:tabLst/>
              <a:defRPr/>
            </a:pPr>
            <a:fld id="{99808E5C-5BCA-4848-A538-070E1A9C5B8D}" type="datetime'+''''''''''''''''''''''''''4''''7''''''%'''''''''''">
              <a:rPr lang="en-US" altLang="en-US" sz="1200" b="1" smtClean="0">
                <a:solidFill>
                  <a:schemeClr val="bg1"/>
                </a:solidFill>
                <a:effectLst/>
                <a:latin typeface="+mn-lt"/>
              </a:rPr>
              <a:pPr marL="0" marR="0" lvl="0" indent="0" algn="ctr" defTabSz="914400" rtl="0" eaLnBrk="1" fontAlgn="auto" latinLnBrk="0" hangingPunct="1">
                <a:lnSpc>
                  <a:spcPct val="100000"/>
                </a:lnSpc>
                <a:spcBef>
                  <a:spcPct val="0"/>
                </a:spcBef>
                <a:spcAft>
                  <a:spcPct val="0"/>
                </a:spcAft>
                <a:buClr>
                  <a:prstClr val="black"/>
                </a:buClr>
                <a:buSzPct val="100000"/>
                <a:buFont typeface="Segoe UI" panose="020B0502040204020203" pitchFamily="34" charset="0"/>
                <a:buChar char="​"/>
                <a:tabLst/>
                <a:defRPr/>
              </a:pPr>
              <a:t>+47%</a:t>
            </a:fld>
            <a:endParaRPr kumimoji="0" lang="en-US" sz="1200" b="1" i="0" strike="noStrike" kern="1200" cap="none" spc="0" normalizeH="0" baseline="0" noProof="0">
              <a:ln>
                <a:noFill/>
              </a:ln>
              <a:solidFill>
                <a:schemeClr val="bg1"/>
              </a:solidFill>
              <a:effectLst/>
              <a:uLnTx/>
              <a:uFillTx/>
              <a:latin typeface="+mn-lt"/>
              <a:ea typeface="+mn-ea"/>
              <a:cs typeface="Calibri" panose="020F0502020204030204" pitchFamily="34" charset="0"/>
            </a:endParaRPr>
          </a:p>
        </p:txBody>
      </p:sp>
      <p:grpSp>
        <p:nvGrpSpPr>
          <p:cNvPr id="39" name="Group 38">
            <a:extLst>
              <a:ext uri="{FF2B5EF4-FFF2-40B4-BE49-F238E27FC236}">
                <a16:creationId xmlns:a16="http://schemas.microsoft.com/office/drawing/2014/main" id="{94D63550-C9A8-EF8E-EE6E-0BCA54058C58}"/>
              </a:ext>
            </a:extLst>
          </p:cNvPr>
          <p:cNvGrpSpPr/>
          <p:nvPr/>
        </p:nvGrpSpPr>
        <p:grpSpPr>
          <a:xfrm>
            <a:off x="605246" y="3769027"/>
            <a:ext cx="6459792" cy="46038"/>
            <a:chOff x="552451" y="1573126"/>
            <a:chExt cx="5964186" cy="46038"/>
          </a:xfrm>
        </p:grpSpPr>
        <p:cxnSp>
          <p:nvCxnSpPr>
            <p:cNvPr id="40" name="Straight Connector 39">
              <a:extLst>
                <a:ext uri="{FF2B5EF4-FFF2-40B4-BE49-F238E27FC236}">
                  <a16:creationId xmlns:a16="http://schemas.microsoft.com/office/drawing/2014/main" id="{B6B0BF36-F41C-8B0D-65FA-DA830DFC2149}"/>
                </a:ext>
              </a:extLst>
            </p:cNvPr>
            <p:cNvCxnSpPr>
              <a:cxnSpLocks/>
            </p:cNvCxnSpPr>
            <p:nvPr/>
          </p:nvCxnSpPr>
          <p:spPr>
            <a:xfrm>
              <a:off x="589266" y="1604800"/>
              <a:ext cx="5927371"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a16:creationId xmlns:a16="http://schemas.microsoft.com/office/drawing/2014/main" id="{A948297F-2D98-7A11-C8D6-9150DB702FC1}"/>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42" name="TextBox 41">
            <a:extLst>
              <a:ext uri="{FF2B5EF4-FFF2-40B4-BE49-F238E27FC236}">
                <a16:creationId xmlns:a16="http://schemas.microsoft.com/office/drawing/2014/main" id="{21769B72-FC85-3F97-9FF0-45A6AC8BDE41}"/>
              </a:ext>
            </a:extLst>
          </p:cNvPr>
          <p:cNvSpPr txBox="1"/>
          <p:nvPr/>
        </p:nvSpPr>
        <p:spPr>
          <a:xfrm>
            <a:off x="605246" y="3429000"/>
            <a:ext cx="3856541" cy="276999"/>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lang="en-US" sz="1800" b="1">
                <a:solidFill>
                  <a:srgbClr val="17B2AF"/>
                </a:solidFill>
                <a:latin typeface="+mn-lt"/>
                <a:ea typeface="Calibri" panose="020F0502020204030204" pitchFamily="34" charset="0"/>
                <a:cs typeface="Calibri" panose="020F0502020204030204" pitchFamily="34" charset="0"/>
                <a:sym typeface="Calibri" panose="020F0502020204030204" pitchFamily="34" charset="0"/>
              </a:rPr>
              <a:t>Diagnostic by type, </a:t>
            </a:r>
            <a:r>
              <a:rPr lang="en-US" sz="1800">
                <a:solidFill>
                  <a:srgbClr val="17B2AF"/>
                </a:solidFill>
                <a:latin typeface="+mn-lt"/>
                <a:ea typeface="Calibri" panose="020F0502020204030204" pitchFamily="34" charset="0"/>
                <a:cs typeface="Calibri" panose="020F0502020204030204" pitchFamily="34" charset="0"/>
                <a:sym typeface="Calibri" panose="020F0502020204030204" pitchFamily="34" charset="0"/>
              </a:rPr>
              <a:t>volume, 2026</a:t>
            </a:r>
            <a:endParaRPr kumimoji="0" lang="en-GB" sz="1800" b="0" i="0" u="none" strike="noStrike" kern="1200" cap="none" spc="0" normalizeH="0" baseline="30000" noProof="0">
              <a:ln>
                <a:noFill/>
              </a:ln>
              <a:solidFill>
                <a:srgbClr val="17B2AF"/>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65" name="Rectangle 64">
            <a:extLst>
              <a:ext uri="{FF2B5EF4-FFF2-40B4-BE49-F238E27FC236}">
                <a16:creationId xmlns:a16="http://schemas.microsoft.com/office/drawing/2014/main" id="{EFB0E36E-D982-337A-3E49-68977CC10BAD}"/>
              </a:ext>
            </a:extLst>
          </p:cNvPr>
          <p:cNvSpPr/>
          <p:nvPr/>
        </p:nvSpPr>
        <p:spPr>
          <a:xfrm>
            <a:off x="546099" y="1286858"/>
            <a:ext cx="11161713" cy="2064348"/>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6" name="Rectangle 65">
            <a:extLst>
              <a:ext uri="{FF2B5EF4-FFF2-40B4-BE49-F238E27FC236}">
                <a16:creationId xmlns:a16="http://schemas.microsoft.com/office/drawing/2014/main" id="{D2D91372-FC25-1A5F-D93D-E6B32EF970B4}"/>
              </a:ext>
            </a:extLst>
          </p:cNvPr>
          <p:cNvSpPr/>
          <p:nvPr>
            <p:custDataLst>
              <p:tags r:id="rId15"/>
            </p:custDataLst>
          </p:nvPr>
        </p:nvSpPr>
        <p:spPr>
          <a:xfrm>
            <a:off x="650898" y="1366873"/>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a:solidFill>
                  <a:schemeClr val="tx1"/>
                </a:solidFill>
                <a:latin typeface="Calibri" panose="020F0502020204030204"/>
                <a:ea typeface="Calibri" panose="020F0502020204030204" pitchFamily="34" charset="0"/>
                <a:cs typeface="Calibri" panose="020F0502020204030204" pitchFamily="34" charset="0"/>
              </a:rPr>
              <a:t>KSA Addressable Market</a:t>
            </a:r>
            <a:r>
              <a:rPr lang="en-US" sz="1600">
                <a:solidFill>
                  <a:schemeClr val="tx1"/>
                </a:solidFill>
                <a:latin typeface="Calibri" panose="020F0502020204030204"/>
                <a:ea typeface="Calibri" panose="020F0502020204030204" pitchFamily="34" charset="0"/>
                <a:cs typeface="Calibri" panose="020F0502020204030204" pitchFamily="34" charset="0"/>
              </a:rPr>
              <a:t>*</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67" name="Rectangle 66">
            <a:extLst>
              <a:ext uri="{FF2B5EF4-FFF2-40B4-BE49-F238E27FC236}">
                <a16:creationId xmlns:a16="http://schemas.microsoft.com/office/drawing/2014/main" id="{971F8773-8143-27EA-F799-76B432D4475E}"/>
              </a:ext>
            </a:extLst>
          </p:cNvPr>
          <p:cNvSpPr/>
          <p:nvPr>
            <p:custDataLst>
              <p:tags r:id="rId16"/>
            </p:custDataLst>
          </p:nvPr>
        </p:nvSpPr>
        <p:spPr>
          <a:xfrm>
            <a:off x="650875" y="1635125"/>
            <a:ext cx="3182938"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200" dirty="0">
                <a:solidFill>
                  <a:srgbClr val="DDDDDD">
                    <a:lumMod val="10000"/>
                  </a:srgbClr>
                </a:solidFill>
                <a:ea typeface="Calibri" panose="020F0502020204030204" pitchFamily="34" charset="0"/>
                <a:cs typeface="Calibri" panose="020F0502020204030204" pitchFamily="34" charset="0"/>
              </a:rPr>
              <a:t>SAR Mn, 2026-2028F</a:t>
            </a:r>
          </a:p>
        </p:txBody>
      </p:sp>
      <p:sp>
        <p:nvSpPr>
          <p:cNvPr id="86" name="Isosceles Triangle 85">
            <a:extLst>
              <a:ext uri="{FF2B5EF4-FFF2-40B4-BE49-F238E27FC236}">
                <a16:creationId xmlns:a16="http://schemas.microsoft.com/office/drawing/2014/main" id="{C022209F-F1EE-CBCA-0E1F-05C9C642BDCE}"/>
              </a:ext>
            </a:extLst>
          </p:cNvPr>
          <p:cNvSpPr/>
          <p:nvPr/>
        </p:nvSpPr>
        <p:spPr>
          <a:xfrm rot="5400000">
            <a:off x="4249108" y="2089337"/>
            <a:ext cx="733332" cy="278937"/>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2" name="TextBox 121">
            <a:extLst>
              <a:ext uri="{FF2B5EF4-FFF2-40B4-BE49-F238E27FC236}">
                <a16:creationId xmlns:a16="http://schemas.microsoft.com/office/drawing/2014/main" id="{57C01F48-4181-6CCD-8723-D486CB45E368}"/>
              </a:ext>
            </a:extLst>
          </p:cNvPr>
          <p:cNvSpPr txBox="1"/>
          <p:nvPr/>
        </p:nvSpPr>
        <p:spPr>
          <a:xfrm>
            <a:off x="8944491" y="1738817"/>
            <a:ext cx="2491859" cy="1901948"/>
          </a:xfrm>
          <a:prstGeom prst="rect">
            <a:avLst/>
          </a:prstGeom>
          <a:noFill/>
        </p:spPr>
        <p:txBody>
          <a:bodyPr wrap="square" lIns="457200" rIns="91440" rtlCol="0">
            <a:noAutofit/>
          </a:bodyPr>
          <a:lstStyle/>
          <a:p>
            <a:pPr marL="9525" lvl="0">
              <a:spcBef>
                <a:spcPts val="100"/>
              </a:spcBef>
              <a:spcAft>
                <a:spcPts val="100"/>
              </a:spcAft>
              <a:defRPr/>
            </a:pPr>
            <a:r>
              <a:rPr kumimoji="0" lang="en-US" sz="1200" b="1" i="0" u="none" strike="noStrike" kern="1200" cap="none" spc="0" normalizeH="0" baseline="0" noProof="0" dirty="0">
                <a:ln>
                  <a:noFill/>
                </a:ln>
                <a:solidFill>
                  <a:srgbClr val="17B2AF"/>
                </a:solidFill>
                <a:effectLst/>
                <a:uLnTx/>
                <a:uFillTx/>
                <a:latin typeface="Calibri" panose="020F0502020204030204"/>
                <a:ea typeface="+mn-ea"/>
                <a:cs typeface="+mn-cs"/>
              </a:rPr>
              <a:t>Addressable Market (Riyadh)</a:t>
            </a:r>
            <a:endParaRPr lang="en-US" sz="1200" b="1" dirty="0">
              <a:solidFill>
                <a:srgbClr val="17B2AF"/>
              </a:solidFill>
              <a:latin typeface="Calibri" panose="020F0502020204030204"/>
            </a:endParaRPr>
          </a:p>
          <a:p>
            <a:pPr marL="9525" lvl="0">
              <a:spcBef>
                <a:spcPts val="100"/>
              </a:spcBef>
              <a:spcAft>
                <a:spcPts val="100"/>
              </a:spcAft>
              <a:defRPr/>
            </a:pPr>
            <a:r>
              <a:rPr lang="en-US" sz="1200" dirty="0"/>
              <a:t>SAR 2.1 Bn</a:t>
            </a:r>
          </a:p>
          <a:p>
            <a:pPr marL="9525" lvl="0">
              <a:spcBef>
                <a:spcPts val="100"/>
              </a:spcBef>
              <a:spcAft>
                <a:spcPts val="100"/>
              </a:spcAft>
              <a:defRPr/>
            </a:pPr>
            <a:endParaRPr lang="en-US" sz="600" dirty="0"/>
          </a:p>
          <a:p>
            <a:pPr marL="9525" lvl="0">
              <a:spcBef>
                <a:spcPts val="100"/>
              </a:spcBef>
              <a:spcAft>
                <a:spcPts val="100"/>
              </a:spcAft>
              <a:defRPr/>
            </a:pPr>
            <a:r>
              <a:rPr lang="en-US" sz="1200" b="1" dirty="0">
                <a:solidFill>
                  <a:srgbClr val="17B2AF"/>
                </a:solidFill>
              </a:rPr>
              <a:t>OC Attainable Market (Riyadh)</a:t>
            </a:r>
          </a:p>
          <a:p>
            <a:pPr marL="9525" lvl="0">
              <a:spcBef>
                <a:spcPts val="100"/>
              </a:spcBef>
              <a:spcAft>
                <a:spcPts val="100"/>
              </a:spcAft>
              <a:defRPr/>
            </a:pPr>
            <a:r>
              <a:rPr lang="en-US" sz="1200" dirty="0"/>
              <a:t>0.8% (weighted RTW)</a:t>
            </a:r>
          </a:p>
          <a:p>
            <a:pPr marL="9525" lvl="0">
              <a:spcBef>
                <a:spcPts val="100"/>
              </a:spcBef>
              <a:spcAft>
                <a:spcPts val="100"/>
              </a:spcAft>
              <a:defRPr/>
            </a:pPr>
            <a:endParaRPr lang="en-US" sz="600" dirty="0"/>
          </a:p>
          <a:p>
            <a:pPr marL="9525" lvl="0">
              <a:spcBef>
                <a:spcPts val="100"/>
              </a:spcBef>
              <a:spcAft>
                <a:spcPts val="100"/>
              </a:spcAft>
              <a:defRPr/>
            </a:pPr>
            <a:r>
              <a:rPr lang="en-US" sz="1200" b="1" dirty="0">
                <a:solidFill>
                  <a:srgbClr val="17B2AF"/>
                </a:solidFill>
              </a:rPr>
              <a:t>Unutilized Capacity</a:t>
            </a:r>
          </a:p>
          <a:p>
            <a:pPr marL="9525" lvl="0">
              <a:spcBef>
                <a:spcPts val="100"/>
              </a:spcBef>
              <a:spcAft>
                <a:spcPts val="100"/>
              </a:spcAft>
              <a:defRPr/>
            </a:pPr>
            <a:r>
              <a:rPr lang="en-US" sz="1200" dirty="0"/>
              <a:t>&gt;93%</a:t>
            </a:r>
          </a:p>
          <a:p>
            <a:pPr marL="9525" lvl="0">
              <a:spcBef>
                <a:spcPts val="100"/>
              </a:spcBef>
              <a:spcAft>
                <a:spcPts val="100"/>
              </a:spcAft>
              <a:defRPr/>
            </a:pPr>
            <a:endParaRPr lang="en-US" sz="1200" dirty="0"/>
          </a:p>
          <a:p>
            <a:pPr marL="9525" lvl="0">
              <a:spcBef>
                <a:spcPts val="100"/>
              </a:spcBef>
              <a:spcAft>
                <a:spcPts val="100"/>
              </a:spcAft>
              <a:defRPr/>
            </a:pPr>
            <a:endParaRPr lang="en-US" sz="1200" dirty="0"/>
          </a:p>
          <a:p>
            <a:pPr marL="9525" lvl="0">
              <a:spcBef>
                <a:spcPts val="100"/>
              </a:spcBef>
              <a:spcAft>
                <a:spcPts val="100"/>
              </a:spcAft>
              <a:defRPr/>
            </a:pPr>
            <a:endParaRPr lang="en-US" sz="1200" dirty="0"/>
          </a:p>
        </p:txBody>
      </p:sp>
      <p:sp>
        <p:nvSpPr>
          <p:cNvPr id="12" name="Rectangle 11">
            <a:extLst>
              <a:ext uri="{FF2B5EF4-FFF2-40B4-BE49-F238E27FC236}">
                <a16:creationId xmlns:a16="http://schemas.microsoft.com/office/drawing/2014/main" id="{9D89380F-B32B-C241-7BF9-C680AC561B39}"/>
              </a:ext>
            </a:extLst>
          </p:cNvPr>
          <p:cNvSpPr/>
          <p:nvPr>
            <p:custDataLst>
              <p:tags r:id="rId17"/>
            </p:custDataLst>
          </p:nvPr>
        </p:nvSpPr>
        <p:spPr>
          <a:xfrm>
            <a:off x="4950107" y="1353691"/>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chemeClr val="tx1"/>
                </a:solidFill>
                <a:latin typeface="Calibri" panose="020F0502020204030204"/>
                <a:ea typeface="Calibri" panose="020F0502020204030204" pitchFamily="34" charset="0"/>
                <a:cs typeface="Calibri" panose="020F0502020204030204" pitchFamily="34" charset="0"/>
              </a:rPr>
              <a:t>Revenue for OC</a:t>
            </a:r>
            <a:endParaRPr kumimoji="0" lang="en-US" sz="1600" b="0"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6" name="Google Shape;7185;p390">
            <a:extLst>
              <a:ext uri="{FF2B5EF4-FFF2-40B4-BE49-F238E27FC236}">
                <a16:creationId xmlns:a16="http://schemas.microsoft.com/office/drawing/2014/main" id="{9CC6F8DD-E0CA-927C-FCD4-16BBBBAB4DC3}"/>
              </a:ext>
            </a:extLst>
          </p:cNvPr>
          <p:cNvSpPr/>
          <p:nvPr/>
        </p:nvSpPr>
        <p:spPr>
          <a:xfrm>
            <a:off x="2685380" y="3994605"/>
            <a:ext cx="994182" cy="327258"/>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Mammography</a:t>
            </a:r>
            <a:endParaRPr sz="2400"/>
          </a:p>
        </p:txBody>
      </p:sp>
      <p:sp>
        <p:nvSpPr>
          <p:cNvPr id="16" name="Google Shape;7199;p390">
            <a:extLst>
              <a:ext uri="{FF2B5EF4-FFF2-40B4-BE49-F238E27FC236}">
                <a16:creationId xmlns:a16="http://schemas.microsoft.com/office/drawing/2014/main" id="{A3C5D8A3-345F-5976-3FB0-B8F9B1E4A8A9}"/>
              </a:ext>
            </a:extLst>
          </p:cNvPr>
          <p:cNvSpPr/>
          <p:nvPr/>
        </p:nvSpPr>
        <p:spPr>
          <a:xfrm>
            <a:off x="602450" y="4857387"/>
            <a:ext cx="994182" cy="324420"/>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Colonoscopy</a:t>
            </a:r>
            <a:endParaRPr sz="2400"/>
          </a:p>
        </p:txBody>
      </p:sp>
      <p:sp>
        <p:nvSpPr>
          <p:cNvPr id="69" name="Google Shape;7200;p390">
            <a:extLst>
              <a:ext uri="{FF2B5EF4-FFF2-40B4-BE49-F238E27FC236}">
                <a16:creationId xmlns:a16="http://schemas.microsoft.com/office/drawing/2014/main" id="{B55A909E-2D89-2136-FC9F-984062923AE3}"/>
              </a:ext>
            </a:extLst>
          </p:cNvPr>
          <p:cNvSpPr/>
          <p:nvPr/>
        </p:nvSpPr>
        <p:spPr>
          <a:xfrm>
            <a:off x="611692" y="3994605"/>
            <a:ext cx="994182" cy="327258"/>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Ultrasound</a:t>
            </a:r>
            <a:endParaRPr sz="2400"/>
          </a:p>
        </p:txBody>
      </p:sp>
      <p:sp>
        <p:nvSpPr>
          <p:cNvPr id="70" name="Google Shape;7201;p390">
            <a:extLst>
              <a:ext uri="{FF2B5EF4-FFF2-40B4-BE49-F238E27FC236}">
                <a16:creationId xmlns:a16="http://schemas.microsoft.com/office/drawing/2014/main" id="{E1B1DF5A-290A-C5D8-28C2-C04B532795EB}"/>
              </a:ext>
            </a:extLst>
          </p:cNvPr>
          <p:cNvSpPr/>
          <p:nvPr/>
        </p:nvSpPr>
        <p:spPr>
          <a:xfrm>
            <a:off x="602450" y="5285940"/>
            <a:ext cx="994182" cy="324420"/>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X-Ray</a:t>
            </a:r>
            <a:endParaRPr sz="2400"/>
          </a:p>
        </p:txBody>
      </p:sp>
      <p:sp>
        <p:nvSpPr>
          <p:cNvPr id="71" name="Google Shape;7202;p390">
            <a:extLst>
              <a:ext uri="{FF2B5EF4-FFF2-40B4-BE49-F238E27FC236}">
                <a16:creationId xmlns:a16="http://schemas.microsoft.com/office/drawing/2014/main" id="{DB4D1016-18A4-ADB5-3782-2C0C310DEB8E}"/>
              </a:ext>
            </a:extLst>
          </p:cNvPr>
          <p:cNvSpPr/>
          <p:nvPr/>
        </p:nvSpPr>
        <p:spPr>
          <a:xfrm>
            <a:off x="602450" y="4425996"/>
            <a:ext cx="994182" cy="327258"/>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MRI</a:t>
            </a:r>
            <a:endParaRPr sz="2400"/>
          </a:p>
        </p:txBody>
      </p:sp>
      <p:sp>
        <p:nvSpPr>
          <p:cNvPr id="72" name="Google Shape;7203;p390">
            <a:extLst>
              <a:ext uri="{FF2B5EF4-FFF2-40B4-BE49-F238E27FC236}">
                <a16:creationId xmlns:a16="http://schemas.microsoft.com/office/drawing/2014/main" id="{6CADC167-0F87-059B-DE20-DEF138E4BD03}"/>
              </a:ext>
            </a:extLst>
          </p:cNvPr>
          <p:cNvSpPr/>
          <p:nvPr/>
        </p:nvSpPr>
        <p:spPr>
          <a:xfrm>
            <a:off x="4768311" y="4423152"/>
            <a:ext cx="994182" cy="324420"/>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Gamma Camera</a:t>
            </a:r>
            <a:endParaRPr sz="2400"/>
          </a:p>
        </p:txBody>
      </p:sp>
      <p:sp>
        <p:nvSpPr>
          <p:cNvPr id="74" name="Google Shape;7204;p390">
            <a:extLst>
              <a:ext uri="{FF2B5EF4-FFF2-40B4-BE49-F238E27FC236}">
                <a16:creationId xmlns:a16="http://schemas.microsoft.com/office/drawing/2014/main" id="{48DE8AB5-205A-6C76-48E8-CC871B1EFC0F}"/>
              </a:ext>
            </a:extLst>
          </p:cNvPr>
          <p:cNvSpPr/>
          <p:nvPr/>
        </p:nvSpPr>
        <p:spPr>
          <a:xfrm>
            <a:off x="4768311" y="3994605"/>
            <a:ext cx="994182" cy="327258"/>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CT</a:t>
            </a:r>
            <a:endParaRPr sz="2400"/>
          </a:p>
        </p:txBody>
      </p:sp>
      <p:sp>
        <p:nvSpPr>
          <p:cNvPr id="75" name="Google Shape;7205;p390">
            <a:extLst>
              <a:ext uri="{FF2B5EF4-FFF2-40B4-BE49-F238E27FC236}">
                <a16:creationId xmlns:a16="http://schemas.microsoft.com/office/drawing/2014/main" id="{9B8E5D32-65B7-9673-25A2-1AA9BCCD4937}"/>
              </a:ext>
            </a:extLst>
          </p:cNvPr>
          <p:cNvSpPr/>
          <p:nvPr/>
        </p:nvSpPr>
        <p:spPr>
          <a:xfrm>
            <a:off x="4768311" y="4848861"/>
            <a:ext cx="994182" cy="324420"/>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Bronchoscopy</a:t>
            </a:r>
            <a:endParaRPr sz="2400"/>
          </a:p>
        </p:txBody>
      </p:sp>
      <p:sp>
        <p:nvSpPr>
          <p:cNvPr id="76" name="Google Shape;7206;p390">
            <a:extLst>
              <a:ext uri="{FF2B5EF4-FFF2-40B4-BE49-F238E27FC236}">
                <a16:creationId xmlns:a16="http://schemas.microsoft.com/office/drawing/2014/main" id="{FEEAE17B-41E6-98CC-3221-E6E20A356C77}"/>
              </a:ext>
            </a:extLst>
          </p:cNvPr>
          <p:cNvSpPr/>
          <p:nvPr/>
        </p:nvSpPr>
        <p:spPr>
          <a:xfrm>
            <a:off x="4761074" y="5274570"/>
            <a:ext cx="994182" cy="327258"/>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PET-CT</a:t>
            </a:r>
            <a:endParaRPr sz="2400"/>
          </a:p>
        </p:txBody>
      </p:sp>
      <p:sp>
        <p:nvSpPr>
          <p:cNvPr id="77" name="Google Shape;7207;p390">
            <a:extLst>
              <a:ext uri="{FF2B5EF4-FFF2-40B4-BE49-F238E27FC236}">
                <a16:creationId xmlns:a16="http://schemas.microsoft.com/office/drawing/2014/main" id="{239FCDCF-C219-DC5A-9449-35D7474E09A4}"/>
              </a:ext>
            </a:extLst>
          </p:cNvPr>
          <p:cNvSpPr/>
          <p:nvPr/>
        </p:nvSpPr>
        <p:spPr>
          <a:xfrm>
            <a:off x="602450" y="5714493"/>
            <a:ext cx="994182" cy="324420"/>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Cystoscopy</a:t>
            </a:r>
            <a:endParaRPr sz="2400"/>
          </a:p>
        </p:txBody>
      </p:sp>
      <p:sp>
        <p:nvSpPr>
          <p:cNvPr id="78" name="Google Shape;7206;p390">
            <a:extLst>
              <a:ext uri="{FF2B5EF4-FFF2-40B4-BE49-F238E27FC236}">
                <a16:creationId xmlns:a16="http://schemas.microsoft.com/office/drawing/2014/main" id="{81D9F371-09A3-C275-50A3-967BD8B6C60D}"/>
              </a:ext>
            </a:extLst>
          </p:cNvPr>
          <p:cNvSpPr/>
          <p:nvPr/>
        </p:nvSpPr>
        <p:spPr>
          <a:xfrm>
            <a:off x="2685380" y="4840792"/>
            <a:ext cx="994182" cy="327258"/>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Endoscopy</a:t>
            </a:r>
            <a:endParaRPr sz="2400"/>
          </a:p>
        </p:txBody>
      </p:sp>
      <p:sp>
        <p:nvSpPr>
          <p:cNvPr id="79" name="Google Shape;7207;p390">
            <a:extLst>
              <a:ext uri="{FF2B5EF4-FFF2-40B4-BE49-F238E27FC236}">
                <a16:creationId xmlns:a16="http://schemas.microsoft.com/office/drawing/2014/main" id="{29056842-B5EC-EF57-B438-DBD38DDD4DD0}"/>
              </a:ext>
            </a:extLst>
          </p:cNvPr>
          <p:cNvSpPr/>
          <p:nvPr/>
        </p:nvSpPr>
        <p:spPr>
          <a:xfrm>
            <a:off x="2685380" y="4419118"/>
            <a:ext cx="994182" cy="324420"/>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Bone Densitometry</a:t>
            </a:r>
            <a:endParaRPr sz="2400"/>
          </a:p>
        </p:txBody>
      </p:sp>
      <p:sp>
        <p:nvSpPr>
          <p:cNvPr id="83" name="Google Shape;7206;p390">
            <a:extLst>
              <a:ext uri="{FF2B5EF4-FFF2-40B4-BE49-F238E27FC236}">
                <a16:creationId xmlns:a16="http://schemas.microsoft.com/office/drawing/2014/main" id="{BBA90C40-3583-FCAE-DAED-A10B34837769}"/>
              </a:ext>
            </a:extLst>
          </p:cNvPr>
          <p:cNvSpPr/>
          <p:nvPr/>
        </p:nvSpPr>
        <p:spPr>
          <a:xfrm>
            <a:off x="602450" y="6143044"/>
            <a:ext cx="994182" cy="327258"/>
          </a:xfrm>
          <a:prstGeom prst="rect">
            <a:avLst/>
          </a:prstGeom>
          <a:solidFill>
            <a:srgbClr val="EDEDED"/>
          </a:solidFill>
          <a:ln>
            <a:noFill/>
          </a:ln>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100" b="0" i="0" u="none" strike="noStrike" cap="none">
                <a:solidFill>
                  <a:schemeClr val="dk1"/>
                </a:solidFill>
                <a:ea typeface="Arial"/>
                <a:cs typeface="Arial"/>
                <a:sym typeface="Arial"/>
              </a:rPr>
              <a:t>Hysteroscopy</a:t>
            </a:r>
            <a:endParaRPr sz="2400"/>
          </a:p>
        </p:txBody>
      </p:sp>
      <p:sp>
        <p:nvSpPr>
          <p:cNvPr id="84" name="Google Shape;7199;p390">
            <a:extLst>
              <a:ext uri="{FF2B5EF4-FFF2-40B4-BE49-F238E27FC236}">
                <a16:creationId xmlns:a16="http://schemas.microsoft.com/office/drawing/2014/main" id="{93D0BFEE-7A9C-FBB8-B3A9-F2D7545C7FA1}"/>
              </a:ext>
            </a:extLst>
          </p:cNvPr>
          <p:cNvSpPr/>
          <p:nvPr/>
        </p:nvSpPr>
        <p:spPr>
          <a:xfrm>
            <a:off x="1770856" y="4870147"/>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297</a:t>
            </a:r>
            <a:endParaRPr/>
          </a:p>
        </p:txBody>
      </p:sp>
      <p:sp>
        <p:nvSpPr>
          <p:cNvPr id="85" name="Google Shape;7199;p390">
            <a:extLst>
              <a:ext uri="{FF2B5EF4-FFF2-40B4-BE49-F238E27FC236}">
                <a16:creationId xmlns:a16="http://schemas.microsoft.com/office/drawing/2014/main" id="{37347A87-36F0-67B3-EF0F-110665D1C12C}"/>
              </a:ext>
            </a:extLst>
          </p:cNvPr>
          <p:cNvSpPr/>
          <p:nvPr/>
        </p:nvSpPr>
        <p:spPr>
          <a:xfrm>
            <a:off x="1770856" y="5299835"/>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55</a:t>
            </a:r>
            <a:endParaRPr/>
          </a:p>
        </p:txBody>
      </p:sp>
      <p:sp>
        <p:nvSpPr>
          <p:cNvPr id="87" name="Google Shape;7199;p390">
            <a:extLst>
              <a:ext uri="{FF2B5EF4-FFF2-40B4-BE49-F238E27FC236}">
                <a16:creationId xmlns:a16="http://schemas.microsoft.com/office/drawing/2014/main" id="{C6BA0B24-C0E3-2DEC-A494-5C0A54402113}"/>
              </a:ext>
            </a:extLst>
          </p:cNvPr>
          <p:cNvSpPr/>
          <p:nvPr/>
        </p:nvSpPr>
        <p:spPr>
          <a:xfrm>
            <a:off x="1770856" y="4440459"/>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719</a:t>
            </a:r>
            <a:endParaRPr/>
          </a:p>
        </p:txBody>
      </p:sp>
      <p:sp>
        <p:nvSpPr>
          <p:cNvPr id="88" name="Google Shape;7199;p390">
            <a:extLst>
              <a:ext uri="{FF2B5EF4-FFF2-40B4-BE49-F238E27FC236}">
                <a16:creationId xmlns:a16="http://schemas.microsoft.com/office/drawing/2014/main" id="{F99E62A4-890D-FA89-37E9-43337BE947DD}"/>
              </a:ext>
            </a:extLst>
          </p:cNvPr>
          <p:cNvSpPr/>
          <p:nvPr/>
        </p:nvSpPr>
        <p:spPr>
          <a:xfrm>
            <a:off x="1780098" y="4010771"/>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1,110</a:t>
            </a:r>
            <a:endParaRPr/>
          </a:p>
        </p:txBody>
      </p:sp>
      <p:sp>
        <p:nvSpPr>
          <p:cNvPr id="90" name="Google Shape;7199;p390">
            <a:extLst>
              <a:ext uri="{FF2B5EF4-FFF2-40B4-BE49-F238E27FC236}">
                <a16:creationId xmlns:a16="http://schemas.microsoft.com/office/drawing/2014/main" id="{C4747E5C-B40B-F0F9-BE98-D78E13A1A2AE}"/>
              </a:ext>
            </a:extLst>
          </p:cNvPr>
          <p:cNvSpPr/>
          <p:nvPr/>
        </p:nvSpPr>
        <p:spPr>
          <a:xfrm>
            <a:off x="1770856" y="5729523"/>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46</a:t>
            </a:r>
            <a:endParaRPr/>
          </a:p>
        </p:txBody>
      </p:sp>
      <p:sp>
        <p:nvSpPr>
          <p:cNvPr id="94" name="Google Shape;7199;p390">
            <a:extLst>
              <a:ext uri="{FF2B5EF4-FFF2-40B4-BE49-F238E27FC236}">
                <a16:creationId xmlns:a16="http://schemas.microsoft.com/office/drawing/2014/main" id="{2EAFF65D-6CE5-2DEC-3CB9-5AE10B3679A1}"/>
              </a:ext>
            </a:extLst>
          </p:cNvPr>
          <p:cNvSpPr/>
          <p:nvPr/>
        </p:nvSpPr>
        <p:spPr>
          <a:xfrm>
            <a:off x="1770856" y="6159210"/>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43</a:t>
            </a:r>
            <a:endParaRPr/>
          </a:p>
        </p:txBody>
      </p:sp>
      <p:sp>
        <p:nvSpPr>
          <p:cNvPr id="100" name="Google Shape;7199;p390">
            <a:extLst>
              <a:ext uri="{FF2B5EF4-FFF2-40B4-BE49-F238E27FC236}">
                <a16:creationId xmlns:a16="http://schemas.microsoft.com/office/drawing/2014/main" id="{3AD5A4BD-079B-875C-117F-7B4B42DD7721}"/>
              </a:ext>
            </a:extLst>
          </p:cNvPr>
          <p:cNvSpPr/>
          <p:nvPr/>
        </p:nvSpPr>
        <p:spPr>
          <a:xfrm>
            <a:off x="3811548" y="4009480"/>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1,383</a:t>
            </a:r>
            <a:endParaRPr/>
          </a:p>
        </p:txBody>
      </p:sp>
      <p:sp>
        <p:nvSpPr>
          <p:cNvPr id="101" name="Google Shape;7199;p390">
            <a:extLst>
              <a:ext uri="{FF2B5EF4-FFF2-40B4-BE49-F238E27FC236}">
                <a16:creationId xmlns:a16="http://schemas.microsoft.com/office/drawing/2014/main" id="{3DC09407-133D-E7F2-310D-3299173A014C}"/>
              </a:ext>
            </a:extLst>
          </p:cNvPr>
          <p:cNvSpPr/>
          <p:nvPr/>
        </p:nvSpPr>
        <p:spPr>
          <a:xfrm>
            <a:off x="3811548" y="4452883"/>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115</a:t>
            </a:r>
            <a:endParaRPr/>
          </a:p>
        </p:txBody>
      </p:sp>
      <p:sp>
        <p:nvSpPr>
          <p:cNvPr id="111" name="Google Shape;7199;p390">
            <a:extLst>
              <a:ext uri="{FF2B5EF4-FFF2-40B4-BE49-F238E27FC236}">
                <a16:creationId xmlns:a16="http://schemas.microsoft.com/office/drawing/2014/main" id="{7EB74FB1-4607-FA39-C186-4E6A97C6B977}"/>
              </a:ext>
            </a:extLst>
          </p:cNvPr>
          <p:cNvSpPr/>
          <p:nvPr/>
        </p:nvSpPr>
        <p:spPr>
          <a:xfrm>
            <a:off x="3811548" y="4867813"/>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87</a:t>
            </a:r>
            <a:endParaRPr/>
          </a:p>
        </p:txBody>
      </p:sp>
      <p:sp>
        <p:nvSpPr>
          <p:cNvPr id="112" name="Google Shape;7199;p390">
            <a:extLst>
              <a:ext uri="{FF2B5EF4-FFF2-40B4-BE49-F238E27FC236}">
                <a16:creationId xmlns:a16="http://schemas.microsoft.com/office/drawing/2014/main" id="{E9CC00A0-89A3-EE62-C44A-7AB7B74AD3F7}"/>
              </a:ext>
            </a:extLst>
          </p:cNvPr>
          <p:cNvSpPr/>
          <p:nvPr/>
        </p:nvSpPr>
        <p:spPr>
          <a:xfrm>
            <a:off x="5878644" y="4010771"/>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1,000</a:t>
            </a:r>
            <a:endParaRPr/>
          </a:p>
        </p:txBody>
      </p:sp>
      <p:sp>
        <p:nvSpPr>
          <p:cNvPr id="114" name="Google Shape;7199;p390">
            <a:extLst>
              <a:ext uri="{FF2B5EF4-FFF2-40B4-BE49-F238E27FC236}">
                <a16:creationId xmlns:a16="http://schemas.microsoft.com/office/drawing/2014/main" id="{752C8524-661A-D4D6-912C-26844798D3D5}"/>
              </a:ext>
            </a:extLst>
          </p:cNvPr>
          <p:cNvSpPr/>
          <p:nvPr/>
        </p:nvSpPr>
        <p:spPr>
          <a:xfrm>
            <a:off x="5871407" y="5313684"/>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26</a:t>
            </a:r>
            <a:endParaRPr/>
          </a:p>
        </p:txBody>
      </p:sp>
      <p:sp>
        <p:nvSpPr>
          <p:cNvPr id="115" name="Google Shape;7199;p390">
            <a:extLst>
              <a:ext uri="{FF2B5EF4-FFF2-40B4-BE49-F238E27FC236}">
                <a16:creationId xmlns:a16="http://schemas.microsoft.com/office/drawing/2014/main" id="{5BD8F949-EEB0-8753-0DD2-43CF7EB1CE80}"/>
              </a:ext>
            </a:extLst>
          </p:cNvPr>
          <p:cNvSpPr/>
          <p:nvPr/>
        </p:nvSpPr>
        <p:spPr>
          <a:xfrm>
            <a:off x="5878644" y="4445075"/>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188</a:t>
            </a:r>
            <a:endParaRPr/>
          </a:p>
        </p:txBody>
      </p:sp>
      <p:sp>
        <p:nvSpPr>
          <p:cNvPr id="125" name="Google Shape;7199;p390">
            <a:extLst>
              <a:ext uri="{FF2B5EF4-FFF2-40B4-BE49-F238E27FC236}">
                <a16:creationId xmlns:a16="http://schemas.microsoft.com/office/drawing/2014/main" id="{CD78C213-76C9-64D3-1048-2DF2BFABC3AB}"/>
              </a:ext>
            </a:extLst>
          </p:cNvPr>
          <p:cNvSpPr/>
          <p:nvPr/>
        </p:nvSpPr>
        <p:spPr>
          <a:xfrm>
            <a:off x="5878644" y="4879379"/>
            <a:ext cx="510173" cy="294927"/>
          </a:xfrm>
          <a:prstGeom prst="ellipse">
            <a:avLst/>
          </a:prstGeom>
          <a:solidFill>
            <a:schemeClr val="bg1"/>
          </a:solidFill>
          <a:ln>
            <a:noFill/>
          </a:ln>
          <a:effectLst>
            <a:outerShdw blurRad="63500" algn="ctr" rotWithShape="0">
              <a:prstClr val="black">
                <a:alpha val="40000"/>
              </a:prstClr>
            </a:outerShdw>
          </a:effectLst>
        </p:spPr>
        <p:txBody>
          <a:bodyPr spcFirstLastPara="1" wrap="square" lIns="3600" tIns="3600" rIns="3600" bIns="3600" anchor="ctr" anchorCtr="0">
            <a:noAutofit/>
          </a:bodyPr>
          <a:lstStyle/>
          <a:p>
            <a:pPr marL="0" marR="0" lvl="0" indent="0" algn="ctr" rtl="0">
              <a:lnSpc>
                <a:spcPct val="100000"/>
              </a:lnSpc>
              <a:spcBef>
                <a:spcPts val="0"/>
              </a:spcBef>
              <a:spcAft>
                <a:spcPts val="0"/>
              </a:spcAft>
              <a:buClr>
                <a:schemeClr val="dk1"/>
              </a:buClr>
              <a:buSzPts val="1000"/>
              <a:buFont typeface="Arial"/>
              <a:buNone/>
            </a:pPr>
            <a:r>
              <a:rPr lang="en-US" sz="1200"/>
              <a:t>30</a:t>
            </a:r>
            <a:endParaRPr/>
          </a:p>
        </p:txBody>
      </p:sp>
      <p:sp>
        <p:nvSpPr>
          <p:cNvPr id="126" name="Rectangle 125">
            <a:extLst>
              <a:ext uri="{FF2B5EF4-FFF2-40B4-BE49-F238E27FC236}">
                <a16:creationId xmlns:a16="http://schemas.microsoft.com/office/drawing/2014/main" id="{12813F68-1BE8-D451-A809-A1F3EAAEB768}"/>
              </a:ext>
            </a:extLst>
          </p:cNvPr>
          <p:cNvSpPr/>
          <p:nvPr/>
        </p:nvSpPr>
        <p:spPr>
          <a:xfrm>
            <a:off x="4600575" y="3941535"/>
            <a:ext cx="2600326" cy="419184"/>
          </a:xfrm>
          <a:prstGeom prst="rect">
            <a:avLst/>
          </a:prstGeom>
          <a:noFill/>
          <a:ln w="6350">
            <a:solidFill>
              <a:srgbClr val="FF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Google Shape;7204;p390">
            <a:extLst>
              <a:ext uri="{FF2B5EF4-FFF2-40B4-BE49-F238E27FC236}">
                <a16:creationId xmlns:a16="http://schemas.microsoft.com/office/drawing/2014/main" id="{57376FE2-B8BD-14C8-693B-F7E76C9CDA1F}"/>
              </a:ext>
            </a:extLst>
          </p:cNvPr>
          <p:cNvSpPr/>
          <p:nvPr/>
        </p:nvSpPr>
        <p:spPr>
          <a:xfrm>
            <a:off x="6448565" y="3994605"/>
            <a:ext cx="616473" cy="327258"/>
          </a:xfrm>
          <a:prstGeom prst="rect">
            <a:avLst/>
          </a:prstGeom>
          <a:noFill/>
          <a:ln>
            <a:noFill/>
          </a:ln>
        </p:spPr>
        <p:txBody>
          <a:bodyPr spcFirstLastPara="1" wrap="square" lIns="3600" tIns="3600" rIns="3600" bIns="3600" anchor="ctr" anchorCtr="0">
            <a:noAutofit/>
          </a:bodyPr>
          <a:lstStyle/>
          <a:p>
            <a:pPr marL="91440" marR="0" lvl="0" indent="0" rtl="0">
              <a:lnSpc>
                <a:spcPct val="100000"/>
              </a:lnSpc>
              <a:spcBef>
                <a:spcPts val="0"/>
              </a:spcBef>
              <a:spcAft>
                <a:spcPts val="0"/>
              </a:spcAft>
              <a:buClr>
                <a:schemeClr val="dk1"/>
              </a:buClr>
              <a:buSzPts val="1000"/>
              <a:buFont typeface="Arial"/>
              <a:buNone/>
            </a:pPr>
            <a:r>
              <a:rPr lang="en-US" sz="1100" b="0" i="1" u="none" strike="noStrike" cap="none">
                <a:solidFill>
                  <a:schemeClr val="dk1"/>
                </a:solidFill>
                <a:ea typeface="Arial"/>
                <a:cs typeface="Arial"/>
                <a:sym typeface="Arial"/>
              </a:rPr>
              <a:t>Highest revenue</a:t>
            </a:r>
            <a:endParaRPr sz="2400" i="1"/>
          </a:p>
        </p:txBody>
      </p:sp>
      <p:sp>
        <p:nvSpPr>
          <p:cNvPr id="132" name="Right Bracket 131">
            <a:extLst>
              <a:ext uri="{FF2B5EF4-FFF2-40B4-BE49-F238E27FC236}">
                <a16:creationId xmlns:a16="http://schemas.microsoft.com/office/drawing/2014/main" id="{3D7C2833-1293-D862-2C94-D3BDE973AE2C}"/>
              </a:ext>
            </a:extLst>
          </p:cNvPr>
          <p:cNvSpPr/>
          <p:nvPr/>
        </p:nvSpPr>
        <p:spPr>
          <a:xfrm rot="5400000">
            <a:off x="1379809" y="5668523"/>
            <a:ext cx="201614" cy="1867945"/>
          </a:xfrm>
          <a:prstGeom prst="rightBracket">
            <a:avLst/>
          </a:prstGeom>
          <a:ln>
            <a:solidFill>
              <a:srgbClr val="04748A"/>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33" name="TextBox 132">
            <a:extLst>
              <a:ext uri="{FF2B5EF4-FFF2-40B4-BE49-F238E27FC236}">
                <a16:creationId xmlns:a16="http://schemas.microsoft.com/office/drawing/2014/main" id="{F8C8D983-4508-1DBE-750B-39130DDF1FBF}"/>
              </a:ext>
            </a:extLst>
          </p:cNvPr>
          <p:cNvSpPr txBox="1"/>
          <p:nvPr/>
        </p:nvSpPr>
        <p:spPr>
          <a:xfrm>
            <a:off x="925281" y="6482876"/>
            <a:ext cx="1031460" cy="246221"/>
          </a:xfrm>
          <a:prstGeom prst="rect">
            <a:avLst/>
          </a:prstGeom>
          <a:noFill/>
        </p:spPr>
        <p:txBody>
          <a:bodyPr wrap="square" rtlCol="0">
            <a:spAutoFit/>
          </a:bodyPr>
          <a:lstStyle/>
          <a:p>
            <a:pPr algn="ctr"/>
            <a:r>
              <a:rPr lang="en-GB" sz="1000">
                <a:solidFill>
                  <a:srgbClr val="17B2AF"/>
                </a:solidFill>
              </a:rPr>
              <a:t>Common Tests</a:t>
            </a:r>
          </a:p>
        </p:txBody>
      </p:sp>
      <p:sp>
        <p:nvSpPr>
          <p:cNvPr id="134" name="Right Bracket 133">
            <a:extLst>
              <a:ext uri="{FF2B5EF4-FFF2-40B4-BE49-F238E27FC236}">
                <a16:creationId xmlns:a16="http://schemas.microsoft.com/office/drawing/2014/main" id="{BFD01460-C520-E516-1202-818762897BAD}"/>
              </a:ext>
            </a:extLst>
          </p:cNvPr>
          <p:cNvSpPr/>
          <p:nvPr/>
        </p:nvSpPr>
        <p:spPr>
          <a:xfrm rot="5400000">
            <a:off x="3385117" y="4480519"/>
            <a:ext cx="201614" cy="1867945"/>
          </a:xfrm>
          <a:prstGeom prst="rightBracket">
            <a:avLst/>
          </a:prstGeom>
          <a:ln>
            <a:solidFill>
              <a:srgbClr val="04748A"/>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35" name="TextBox 134">
            <a:extLst>
              <a:ext uri="{FF2B5EF4-FFF2-40B4-BE49-F238E27FC236}">
                <a16:creationId xmlns:a16="http://schemas.microsoft.com/office/drawing/2014/main" id="{AD01740C-7D58-5CB5-2349-639102BD90C2}"/>
              </a:ext>
            </a:extLst>
          </p:cNvPr>
          <p:cNvSpPr txBox="1"/>
          <p:nvPr/>
        </p:nvSpPr>
        <p:spPr>
          <a:xfrm>
            <a:off x="2894358" y="5291381"/>
            <a:ext cx="1183133" cy="246221"/>
          </a:xfrm>
          <a:prstGeom prst="rect">
            <a:avLst/>
          </a:prstGeom>
          <a:noFill/>
        </p:spPr>
        <p:txBody>
          <a:bodyPr wrap="square" rtlCol="0">
            <a:spAutoFit/>
          </a:bodyPr>
          <a:lstStyle/>
          <a:p>
            <a:pPr algn="ctr"/>
            <a:r>
              <a:rPr lang="en-GB" sz="1000">
                <a:solidFill>
                  <a:srgbClr val="17B2AF"/>
                </a:solidFill>
              </a:rPr>
              <a:t>Medium Rare Tests</a:t>
            </a:r>
          </a:p>
        </p:txBody>
      </p:sp>
      <p:sp>
        <p:nvSpPr>
          <p:cNvPr id="136" name="Right Bracket 135">
            <a:extLst>
              <a:ext uri="{FF2B5EF4-FFF2-40B4-BE49-F238E27FC236}">
                <a16:creationId xmlns:a16="http://schemas.microsoft.com/office/drawing/2014/main" id="{71A747F7-9ADD-D8B7-AFA9-ED135FFD8C25}"/>
              </a:ext>
            </a:extLst>
          </p:cNvPr>
          <p:cNvSpPr/>
          <p:nvPr/>
        </p:nvSpPr>
        <p:spPr>
          <a:xfrm rot="5400000">
            <a:off x="5581756" y="4906468"/>
            <a:ext cx="201614" cy="1867945"/>
          </a:xfrm>
          <a:prstGeom prst="rightBracket">
            <a:avLst/>
          </a:prstGeom>
          <a:ln>
            <a:solidFill>
              <a:srgbClr val="04748A"/>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37" name="TextBox 136">
            <a:extLst>
              <a:ext uri="{FF2B5EF4-FFF2-40B4-BE49-F238E27FC236}">
                <a16:creationId xmlns:a16="http://schemas.microsoft.com/office/drawing/2014/main" id="{762B3420-017F-8FCB-285E-DDD858B47AC5}"/>
              </a:ext>
            </a:extLst>
          </p:cNvPr>
          <p:cNvSpPr txBox="1"/>
          <p:nvPr/>
        </p:nvSpPr>
        <p:spPr>
          <a:xfrm>
            <a:off x="5090997" y="5717330"/>
            <a:ext cx="1183133" cy="246221"/>
          </a:xfrm>
          <a:prstGeom prst="rect">
            <a:avLst/>
          </a:prstGeom>
          <a:noFill/>
        </p:spPr>
        <p:txBody>
          <a:bodyPr wrap="square" rtlCol="0">
            <a:spAutoFit/>
          </a:bodyPr>
          <a:lstStyle/>
          <a:p>
            <a:pPr algn="ctr"/>
            <a:r>
              <a:rPr lang="en-GB" sz="1000">
                <a:solidFill>
                  <a:srgbClr val="17B2AF"/>
                </a:solidFill>
              </a:rPr>
              <a:t>Very Rate Tests</a:t>
            </a:r>
          </a:p>
        </p:txBody>
      </p:sp>
      <p:sp>
        <p:nvSpPr>
          <p:cNvPr id="140" name="Rectangle 139">
            <a:extLst>
              <a:ext uri="{FF2B5EF4-FFF2-40B4-BE49-F238E27FC236}">
                <a16:creationId xmlns:a16="http://schemas.microsoft.com/office/drawing/2014/main" id="{E2AC00CA-35CF-FF46-C59E-BA8E2BDE7A48}"/>
              </a:ext>
            </a:extLst>
          </p:cNvPr>
          <p:cNvSpPr/>
          <p:nvPr>
            <p:custDataLst>
              <p:tags r:id="rId18"/>
            </p:custDataLst>
          </p:nvPr>
        </p:nvSpPr>
        <p:spPr>
          <a:xfrm>
            <a:off x="4950107" y="1635125"/>
            <a:ext cx="3182938"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200" dirty="0">
                <a:solidFill>
                  <a:srgbClr val="DDDDDD">
                    <a:lumMod val="10000"/>
                  </a:srgbClr>
                </a:solidFill>
                <a:ea typeface="Calibri" panose="020F0502020204030204" pitchFamily="34" charset="0"/>
                <a:cs typeface="Calibri" panose="020F0502020204030204" pitchFamily="34" charset="0"/>
              </a:rPr>
              <a:t>SAR Mn, 2026-2028F</a:t>
            </a:r>
          </a:p>
        </p:txBody>
      </p:sp>
      <p:grpSp>
        <p:nvGrpSpPr>
          <p:cNvPr id="141" name="Group 140">
            <a:extLst>
              <a:ext uri="{FF2B5EF4-FFF2-40B4-BE49-F238E27FC236}">
                <a16:creationId xmlns:a16="http://schemas.microsoft.com/office/drawing/2014/main" id="{55A7F498-096E-F803-9AC3-C5F40044E9BC}"/>
              </a:ext>
            </a:extLst>
          </p:cNvPr>
          <p:cNvGrpSpPr/>
          <p:nvPr/>
        </p:nvGrpSpPr>
        <p:grpSpPr>
          <a:xfrm>
            <a:off x="7453610" y="3769027"/>
            <a:ext cx="4254202" cy="46038"/>
            <a:chOff x="552451" y="1573126"/>
            <a:chExt cx="5964186" cy="46038"/>
          </a:xfrm>
        </p:grpSpPr>
        <p:cxnSp>
          <p:nvCxnSpPr>
            <p:cNvPr id="142" name="Straight Connector 141">
              <a:extLst>
                <a:ext uri="{FF2B5EF4-FFF2-40B4-BE49-F238E27FC236}">
                  <a16:creationId xmlns:a16="http://schemas.microsoft.com/office/drawing/2014/main" id="{7898588C-4883-18A3-DE41-3D5EA5F602E2}"/>
                </a:ext>
              </a:extLst>
            </p:cNvPr>
            <p:cNvCxnSpPr>
              <a:cxnSpLocks/>
            </p:cNvCxnSpPr>
            <p:nvPr/>
          </p:nvCxnSpPr>
          <p:spPr>
            <a:xfrm>
              <a:off x="589266" y="1604800"/>
              <a:ext cx="5927371"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BCBB40BA-AB8C-C3EF-B9DD-D994F0416AEA}"/>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144" name="TextBox 143">
            <a:extLst>
              <a:ext uri="{FF2B5EF4-FFF2-40B4-BE49-F238E27FC236}">
                <a16:creationId xmlns:a16="http://schemas.microsoft.com/office/drawing/2014/main" id="{CB793511-94F2-D7BC-944B-C87F5FB92F73}"/>
              </a:ext>
            </a:extLst>
          </p:cNvPr>
          <p:cNvSpPr txBox="1"/>
          <p:nvPr/>
        </p:nvSpPr>
        <p:spPr>
          <a:xfrm>
            <a:off x="7453610" y="3429000"/>
            <a:ext cx="3856541" cy="276999"/>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lang="en-US" sz="1800" b="1">
                <a:solidFill>
                  <a:srgbClr val="17B2AF"/>
                </a:solidFill>
                <a:latin typeface="+mn-lt"/>
                <a:ea typeface="Calibri" panose="020F0502020204030204" pitchFamily="34" charset="0"/>
                <a:cs typeface="Calibri" panose="020F0502020204030204" pitchFamily="34" charset="0"/>
                <a:sym typeface="Calibri" panose="020F0502020204030204" pitchFamily="34" charset="0"/>
              </a:rPr>
              <a:t>Market Access Levers</a:t>
            </a:r>
            <a:endParaRPr kumimoji="0" lang="en-GB" sz="1800" b="0" i="0" u="none" strike="noStrike" kern="1200" cap="none" spc="0" normalizeH="0" baseline="30000" noProof="0">
              <a:ln>
                <a:noFill/>
              </a:ln>
              <a:solidFill>
                <a:srgbClr val="17B2AF"/>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148" name="Oval 147">
            <a:extLst>
              <a:ext uri="{FF2B5EF4-FFF2-40B4-BE49-F238E27FC236}">
                <a16:creationId xmlns:a16="http://schemas.microsoft.com/office/drawing/2014/main" id="{E74073C5-BE79-B95F-EDE3-B681762D8F8C}"/>
              </a:ext>
            </a:extLst>
          </p:cNvPr>
          <p:cNvSpPr/>
          <p:nvPr/>
        </p:nvSpPr>
        <p:spPr>
          <a:xfrm>
            <a:off x="7424361" y="4113677"/>
            <a:ext cx="531678" cy="517292"/>
          </a:xfrm>
          <a:prstGeom prst="ellipse">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48">
            <a:extLst>
              <a:ext uri="{FF2B5EF4-FFF2-40B4-BE49-F238E27FC236}">
                <a16:creationId xmlns:a16="http://schemas.microsoft.com/office/drawing/2014/main" id="{31D36935-015F-657C-3378-7C5E5681F284}"/>
              </a:ext>
            </a:extLst>
          </p:cNvPr>
          <p:cNvSpPr/>
          <p:nvPr/>
        </p:nvSpPr>
        <p:spPr>
          <a:xfrm>
            <a:off x="7424361" y="5723300"/>
            <a:ext cx="531678" cy="517292"/>
          </a:xfrm>
          <a:prstGeom prst="ellipse">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149">
            <a:extLst>
              <a:ext uri="{FF2B5EF4-FFF2-40B4-BE49-F238E27FC236}">
                <a16:creationId xmlns:a16="http://schemas.microsoft.com/office/drawing/2014/main" id="{45B42F39-2307-44B1-AB20-BAF73EE1262B}"/>
              </a:ext>
            </a:extLst>
          </p:cNvPr>
          <p:cNvSpPr/>
          <p:nvPr/>
        </p:nvSpPr>
        <p:spPr>
          <a:xfrm>
            <a:off x="7424361" y="4868949"/>
            <a:ext cx="531678" cy="517292"/>
          </a:xfrm>
          <a:prstGeom prst="ellipse">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TextBox 150">
            <a:extLst>
              <a:ext uri="{FF2B5EF4-FFF2-40B4-BE49-F238E27FC236}">
                <a16:creationId xmlns:a16="http://schemas.microsoft.com/office/drawing/2014/main" id="{F1C53132-7F20-56D8-3536-79BEB994DA00}"/>
              </a:ext>
            </a:extLst>
          </p:cNvPr>
          <p:cNvSpPr txBox="1"/>
          <p:nvPr/>
        </p:nvSpPr>
        <p:spPr>
          <a:xfrm>
            <a:off x="8050685" y="4076995"/>
            <a:ext cx="3920000" cy="539853"/>
          </a:xfrm>
          <a:prstGeom prst="rect">
            <a:avLst/>
          </a:prstGeom>
          <a:noFill/>
        </p:spPr>
        <p:txBody>
          <a:bodyPr wrap="square" lIns="91440" rIns="91440" rtlCol="0" anchor="t">
            <a:noAutofit/>
          </a:bodyPr>
          <a:lstStyle/>
          <a:p>
            <a:pPr lvl="0">
              <a:spcBef>
                <a:spcPts val="100"/>
              </a:spcBef>
              <a:spcAft>
                <a:spcPts val="100"/>
              </a:spcAft>
              <a:defRPr/>
            </a:pPr>
            <a:r>
              <a:rPr kumimoji="0" lang="en-US" sz="1600" b="1" i="0" u="none" strike="noStrike" kern="1200" cap="none" spc="0" normalizeH="0" baseline="0" noProof="0">
                <a:ln>
                  <a:noFill/>
                </a:ln>
                <a:solidFill>
                  <a:srgbClr val="17B2AF"/>
                </a:solidFill>
                <a:effectLst/>
                <a:uLnTx/>
                <a:uFillTx/>
                <a:latin typeface="Calibri" panose="020F0502020204030204"/>
                <a:ea typeface="+mn-ea"/>
                <a:cs typeface="+mn-cs"/>
              </a:rPr>
              <a:t>Government Referrals</a:t>
            </a:r>
            <a:endParaRPr lang="en-US" sz="1600" b="1">
              <a:solidFill>
                <a:srgbClr val="17B2AF"/>
              </a:solidFill>
              <a:latin typeface="Calibri" panose="020F0502020204030204"/>
            </a:endParaRPr>
          </a:p>
          <a:p>
            <a:pPr lvl="0">
              <a:spcBef>
                <a:spcPts val="100"/>
              </a:spcBef>
              <a:spcAft>
                <a:spcPts val="100"/>
              </a:spcAft>
              <a:defRPr/>
            </a:pPr>
            <a:r>
              <a:rPr lang="en-US" sz="1200"/>
              <a:t>Influx from MoH hospitals facing capacity constraints</a:t>
            </a:r>
          </a:p>
          <a:p>
            <a:pPr lvl="0">
              <a:spcBef>
                <a:spcPts val="100"/>
              </a:spcBef>
              <a:spcAft>
                <a:spcPts val="100"/>
              </a:spcAft>
              <a:defRPr/>
            </a:pPr>
            <a:endParaRPr lang="en-US" sz="600"/>
          </a:p>
          <a:p>
            <a:pPr lvl="0">
              <a:spcBef>
                <a:spcPts val="100"/>
              </a:spcBef>
              <a:spcAft>
                <a:spcPts val="100"/>
              </a:spcAft>
              <a:defRPr/>
            </a:pPr>
            <a:endParaRPr lang="en-US" sz="1200"/>
          </a:p>
          <a:p>
            <a:pPr lvl="0">
              <a:spcBef>
                <a:spcPts val="100"/>
              </a:spcBef>
              <a:spcAft>
                <a:spcPts val="100"/>
              </a:spcAft>
              <a:defRPr/>
            </a:pPr>
            <a:endParaRPr lang="en-US" sz="1200"/>
          </a:p>
          <a:p>
            <a:pPr lvl="0">
              <a:spcBef>
                <a:spcPts val="100"/>
              </a:spcBef>
              <a:spcAft>
                <a:spcPts val="100"/>
              </a:spcAft>
              <a:defRPr/>
            </a:pPr>
            <a:endParaRPr lang="en-US" sz="1200"/>
          </a:p>
        </p:txBody>
      </p:sp>
      <p:sp>
        <p:nvSpPr>
          <p:cNvPr id="153" name="TextBox 152">
            <a:extLst>
              <a:ext uri="{FF2B5EF4-FFF2-40B4-BE49-F238E27FC236}">
                <a16:creationId xmlns:a16="http://schemas.microsoft.com/office/drawing/2014/main" id="{77C26C28-90C0-ACB9-5426-BB2EC78E331D}"/>
              </a:ext>
            </a:extLst>
          </p:cNvPr>
          <p:cNvSpPr txBox="1"/>
          <p:nvPr/>
        </p:nvSpPr>
        <p:spPr>
          <a:xfrm>
            <a:off x="8050685" y="4868949"/>
            <a:ext cx="3920000" cy="539853"/>
          </a:xfrm>
          <a:prstGeom prst="rect">
            <a:avLst/>
          </a:prstGeom>
          <a:noFill/>
        </p:spPr>
        <p:txBody>
          <a:bodyPr wrap="square" lIns="91440" rIns="91440" rtlCol="0" anchor="t">
            <a:noAutofit/>
          </a:bodyPr>
          <a:lstStyle/>
          <a:p>
            <a:pPr lvl="0">
              <a:spcBef>
                <a:spcPts val="100"/>
              </a:spcBef>
              <a:spcAft>
                <a:spcPts val="100"/>
              </a:spcAft>
              <a:defRPr/>
            </a:pPr>
            <a:r>
              <a:rPr lang="en-US" sz="1600" b="1">
                <a:solidFill>
                  <a:srgbClr val="17B2AF"/>
                </a:solidFill>
              </a:rPr>
              <a:t>Private &amp; Polyclinic Referrals</a:t>
            </a:r>
          </a:p>
          <a:p>
            <a:pPr lvl="0">
              <a:spcBef>
                <a:spcPts val="100"/>
              </a:spcBef>
              <a:spcAft>
                <a:spcPts val="100"/>
              </a:spcAft>
              <a:defRPr/>
            </a:pPr>
            <a:r>
              <a:rPr lang="en-US" sz="1200"/>
              <a:t>Influx from smaller clinics with limited capabilities</a:t>
            </a:r>
            <a:endParaRPr lang="en-US" sz="600"/>
          </a:p>
          <a:p>
            <a:pPr lvl="0">
              <a:spcBef>
                <a:spcPts val="100"/>
              </a:spcBef>
              <a:spcAft>
                <a:spcPts val="100"/>
              </a:spcAft>
              <a:defRPr/>
            </a:pPr>
            <a:endParaRPr lang="en-US" sz="1200"/>
          </a:p>
          <a:p>
            <a:pPr lvl="0">
              <a:spcBef>
                <a:spcPts val="100"/>
              </a:spcBef>
              <a:spcAft>
                <a:spcPts val="100"/>
              </a:spcAft>
              <a:defRPr/>
            </a:pPr>
            <a:endParaRPr lang="en-US" sz="1200"/>
          </a:p>
          <a:p>
            <a:pPr lvl="0">
              <a:spcBef>
                <a:spcPts val="100"/>
              </a:spcBef>
              <a:spcAft>
                <a:spcPts val="100"/>
              </a:spcAft>
              <a:defRPr/>
            </a:pPr>
            <a:endParaRPr lang="en-US" sz="1200"/>
          </a:p>
        </p:txBody>
      </p:sp>
      <p:sp>
        <p:nvSpPr>
          <p:cNvPr id="154" name="TextBox 153">
            <a:extLst>
              <a:ext uri="{FF2B5EF4-FFF2-40B4-BE49-F238E27FC236}">
                <a16:creationId xmlns:a16="http://schemas.microsoft.com/office/drawing/2014/main" id="{1058A479-20AA-CB19-4E29-5A3F3D20182E}"/>
              </a:ext>
            </a:extLst>
          </p:cNvPr>
          <p:cNvSpPr txBox="1"/>
          <p:nvPr/>
        </p:nvSpPr>
        <p:spPr>
          <a:xfrm>
            <a:off x="8050685" y="5723300"/>
            <a:ext cx="3920000" cy="539853"/>
          </a:xfrm>
          <a:prstGeom prst="rect">
            <a:avLst/>
          </a:prstGeom>
          <a:noFill/>
        </p:spPr>
        <p:txBody>
          <a:bodyPr wrap="square" lIns="91440" rIns="91440" rtlCol="0" anchor="t">
            <a:noAutofit/>
          </a:bodyPr>
          <a:lstStyle/>
          <a:p>
            <a:pPr lvl="0">
              <a:spcBef>
                <a:spcPts val="100"/>
              </a:spcBef>
              <a:spcAft>
                <a:spcPts val="100"/>
              </a:spcAft>
              <a:defRPr/>
            </a:pPr>
            <a:r>
              <a:rPr lang="en-US" sz="1600" b="1">
                <a:solidFill>
                  <a:srgbClr val="17B2AF"/>
                </a:solidFill>
              </a:rPr>
              <a:t>Exclusive Partnerships &amp; Tenders</a:t>
            </a:r>
          </a:p>
          <a:p>
            <a:pPr lvl="0">
              <a:spcBef>
                <a:spcPts val="100"/>
              </a:spcBef>
              <a:spcAft>
                <a:spcPts val="100"/>
              </a:spcAft>
              <a:defRPr/>
            </a:pPr>
            <a:r>
              <a:rPr lang="en-US" sz="1200"/>
              <a:t>Influx via B2B &amp; B2G partnerships for long-term growth</a:t>
            </a:r>
            <a:endParaRPr lang="en-US" sz="600"/>
          </a:p>
          <a:p>
            <a:pPr lvl="0">
              <a:spcBef>
                <a:spcPts val="100"/>
              </a:spcBef>
              <a:spcAft>
                <a:spcPts val="100"/>
              </a:spcAft>
              <a:defRPr/>
            </a:pPr>
            <a:endParaRPr lang="en-US" sz="1200"/>
          </a:p>
          <a:p>
            <a:pPr lvl="0">
              <a:spcBef>
                <a:spcPts val="100"/>
              </a:spcBef>
              <a:spcAft>
                <a:spcPts val="100"/>
              </a:spcAft>
              <a:defRPr/>
            </a:pPr>
            <a:endParaRPr lang="en-US" sz="1200"/>
          </a:p>
          <a:p>
            <a:pPr lvl="0">
              <a:spcBef>
                <a:spcPts val="100"/>
              </a:spcBef>
              <a:spcAft>
                <a:spcPts val="100"/>
              </a:spcAft>
              <a:defRPr/>
            </a:pPr>
            <a:endParaRPr lang="en-US" sz="1200"/>
          </a:p>
        </p:txBody>
      </p:sp>
      <p:pic>
        <p:nvPicPr>
          <p:cNvPr id="156" name="Graphic 155">
            <a:extLst>
              <a:ext uri="{FF2B5EF4-FFF2-40B4-BE49-F238E27FC236}">
                <a16:creationId xmlns:a16="http://schemas.microsoft.com/office/drawing/2014/main" id="{2929053D-2C95-839B-B7C2-14B7BDEB57CF}"/>
              </a:ext>
            </a:extLst>
          </p:cNvPr>
          <p:cNvPicPr>
            <a:picLocks noChangeAspect="1"/>
          </p:cNvPicPr>
          <p:nvPr/>
        </p:nvPicPr>
        <p:blipFill>
          <a:blip r:embed="rId26">
            <a:extLst>
              <a:ext uri="{96DAC541-7B7A-43D3-8B79-37D633B846F1}">
                <asvg:svgBlip xmlns:asvg="http://schemas.microsoft.com/office/drawing/2016/SVG/main" r:embed="rId27"/>
              </a:ext>
            </a:extLst>
          </a:blip>
          <a:srcRect b="13817"/>
          <a:stretch>
            <a:fillRect/>
          </a:stretch>
        </p:blipFill>
        <p:spPr>
          <a:xfrm>
            <a:off x="7504619" y="4166903"/>
            <a:ext cx="371162" cy="387220"/>
          </a:xfrm>
          <a:prstGeom prst="rect">
            <a:avLst/>
          </a:prstGeom>
        </p:spPr>
      </p:pic>
      <p:pic>
        <p:nvPicPr>
          <p:cNvPr id="158" name="Graphic 157">
            <a:extLst>
              <a:ext uri="{FF2B5EF4-FFF2-40B4-BE49-F238E27FC236}">
                <a16:creationId xmlns:a16="http://schemas.microsoft.com/office/drawing/2014/main" id="{61F5DECC-09B9-3906-E801-7331D364E704}"/>
              </a:ext>
            </a:extLst>
          </p:cNvPr>
          <p:cNvPicPr>
            <a:picLocks noChangeAspect="1"/>
          </p:cNvPicPr>
          <p:nvPr/>
        </p:nvPicPr>
        <p:blipFill>
          <a:blip r:embed="rId28">
            <a:extLst>
              <a:ext uri="{96DAC541-7B7A-43D3-8B79-37D633B846F1}">
                <asvg:svgBlip xmlns:asvg="http://schemas.microsoft.com/office/drawing/2016/SVG/main" r:embed="rId29"/>
              </a:ext>
            </a:extLst>
          </a:blip>
          <a:srcRect b="18018"/>
          <a:stretch>
            <a:fillRect/>
          </a:stretch>
        </p:blipFill>
        <p:spPr>
          <a:xfrm>
            <a:off x="7455160" y="4838523"/>
            <a:ext cx="470080" cy="472967"/>
          </a:xfrm>
          <a:prstGeom prst="rect">
            <a:avLst/>
          </a:prstGeom>
        </p:spPr>
      </p:pic>
      <p:pic>
        <p:nvPicPr>
          <p:cNvPr id="160" name="Graphic 159">
            <a:extLst>
              <a:ext uri="{FF2B5EF4-FFF2-40B4-BE49-F238E27FC236}">
                <a16:creationId xmlns:a16="http://schemas.microsoft.com/office/drawing/2014/main" id="{B3B7240E-4B24-2B61-E7DB-C18F49429C1B}"/>
              </a:ext>
            </a:extLst>
          </p:cNvPr>
          <p:cNvPicPr>
            <a:picLocks noChangeAspect="1"/>
          </p:cNvPicPr>
          <p:nvPr/>
        </p:nvPicPr>
        <p:blipFill>
          <a:blip r:embed="rId30">
            <a:extLst>
              <a:ext uri="{96DAC541-7B7A-43D3-8B79-37D633B846F1}">
                <asvg:svgBlip xmlns:asvg="http://schemas.microsoft.com/office/drawing/2016/SVG/main" r:embed="rId31"/>
              </a:ext>
            </a:extLst>
          </a:blip>
          <a:srcRect b="18596"/>
          <a:stretch>
            <a:fillRect/>
          </a:stretch>
        </p:blipFill>
        <p:spPr>
          <a:xfrm>
            <a:off x="7459761" y="5738869"/>
            <a:ext cx="460878" cy="460440"/>
          </a:xfrm>
          <a:prstGeom prst="rect">
            <a:avLst/>
          </a:prstGeom>
        </p:spPr>
      </p:pic>
      <p:sp>
        <p:nvSpPr>
          <p:cNvPr id="43" name="Rectangle 42">
            <a:extLst>
              <a:ext uri="{FF2B5EF4-FFF2-40B4-BE49-F238E27FC236}">
                <a16:creationId xmlns:a16="http://schemas.microsoft.com/office/drawing/2014/main" id="{8BC598CE-5006-B33E-5355-4CB1114283A9}"/>
              </a:ext>
            </a:extLst>
          </p:cNvPr>
          <p:cNvSpPr/>
          <p:nvPr>
            <p:custDataLst>
              <p:tags r:id="rId19"/>
            </p:custDataLst>
          </p:nvPr>
        </p:nvSpPr>
        <p:spPr>
          <a:xfrm>
            <a:off x="9389967" y="1385527"/>
            <a:ext cx="1963833" cy="189638"/>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Key Assumptions, </a:t>
            </a:r>
            <a:r>
              <a:rPr kumimoji="0" lang="en-US" sz="1600"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2026</a:t>
            </a:r>
            <a:endParaRPr kumimoji="0" lang="en-US" sz="1600" b="1" i="0" u="none" strike="noStrike" kern="1200" cap="none" spc="0" normalizeH="0" baseline="0" noProof="0" dirty="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5" name="Rectangle 4">
            <a:extLst>
              <a:ext uri="{FF2B5EF4-FFF2-40B4-BE49-F238E27FC236}">
                <a16:creationId xmlns:a16="http://schemas.microsoft.com/office/drawing/2014/main" id="{C23148A2-BF8D-FC01-480B-9ED4080FBCA3}"/>
              </a:ext>
            </a:extLst>
          </p:cNvPr>
          <p:cNvSpPr/>
          <p:nvPr/>
        </p:nvSpPr>
        <p:spPr>
          <a:xfrm>
            <a:off x="9277350" y="2848412"/>
            <a:ext cx="1622941" cy="419184"/>
          </a:xfrm>
          <a:prstGeom prst="rect">
            <a:avLst/>
          </a:prstGeom>
          <a:noFill/>
          <a:ln w="6350">
            <a:solidFill>
              <a:srgbClr val="FF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TextBox 14">
            <a:extLst>
              <a:ext uri="{FF2B5EF4-FFF2-40B4-BE49-F238E27FC236}">
                <a16:creationId xmlns:a16="http://schemas.microsoft.com/office/drawing/2014/main" id="{45641E55-5EAC-242D-9878-19009CD47687}"/>
              </a:ext>
            </a:extLst>
          </p:cNvPr>
          <p:cNvSpPr txBox="1"/>
          <p:nvPr/>
        </p:nvSpPr>
        <p:spPr>
          <a:xfrm>
            <a:off x="7507220" y="6471029"/>
            <a:ext cx="3502274" cy="267547"/>
          </a:xfrm>
          <a:prstGeom prst="rect">
            <a:avLst/>
          </a:prstGeom>
          <a:noFill/>
        </p:spPr>
        <p:txBody>
          <a:bodyPr wrap="square" rtlCol="0">
            <a:spAutoFit/>
          </a:bodyPr>
          <a:lstStyle/>
          <a:p>
            <a:r>
              <a:rPr lang="en-GB" sz="1100" i="1"/>
              <a:t>Note: Estimated revenue through sizing can be found </a:t>
            </a:r>
            <a:r>
              <a:rPr lang="en-GB" sz="1100" i="1">
                <a:hlinkClick r:id="rId32"/>
              </a:rPr>
              <a:t>here</a:t>
            </a:r>
            <a:endParaRPr lang="en-GB" sz="1100" i="1"/>
          </a:p>
        </p:txBody>
      </p:sp>
    </p:spTree>
    <p:extLst>
      <p:ext uri="{BB962C8B-B14F-4D97-AF65-F5344CB8AC3E}">
        <p14:creationId xmlns:p14="http://schemas.microsoft.com/office/powerpoint/2010/main" val="25660077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F65DC0-C81B-F823-21AB-A78C3FEF9C5A}"/>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19F69A26-F01E-5351-F1EF-2D07A30CD7AF}"/>
              </a:ext>
            </a:extLst>
          </p:cNvPr>
          <p:cNvGraphicFramePr>
            <a:graphicFrameLocks/>
          </p:cNvGraphicFramePr>
          <p:nvPr>
            <p:custDataLst>
              <p:tags r:id="rId1"/>
            </p:custDataLst>
            <p:extLst>
              <p:ext uri="{D42A27DB-BD31-4B8C-83A1-F6EECF244321}">
                <p14:modId xmlns:p14="http://schemas.microsoft.com/office/powerpoint/2010/main" val="15171714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9" imgW="306" imgH="306" progId="TCLayout.ActiveDocument.1">
                  <p:embed/>
                </p:oleObj>
              </mc:Choice>
              <mc:Fallback>
                <p:oleObj name="think-cell Slide" r:id="rId39" imgW="306" imgH="306" progId="TCLayout.ActiveDocument.1">
                  <p:embed/>
                  <p:pic>
                    <p:nvPicPr>
                      <p:cNvPr id="9" name="Object 8" hidden="1">
                        <a:extLst>
                          <a:ext uri="{FF2B5EF4-FFF2-40B4-BE49-F238E27FC236}">
                            <a16:creationId xmlns:a16="http://schemas.microsoft.com/office/drawing/2014/main" id="{19F69A26-F01E-5351-F1EF-2D07A30CD7AF}"/>
                          </a:ext>
                        </a:extLst>
                      </p:cNvPr>
                      <p:cNvPicPr/>
                      <p:nvPr/>
                    </p:nvPicPr>
                    <p:blipFill>
                      <a:blip r:embed="rId40"/>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89224AC1-50A6-5F63-1E3A-F9D6D3DFB37E}"/>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Onco-Fertility</a:t>
            </a:r>
            <a:r>
              <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 </a:t>
            </a:r>
            <a:r>
              <a:rPr lang="en-US" sz="2600" b="0">
                <a:solidFill>
                  <a:srgbClr val="0A0A0A"/>
                </a:solidFill>
                <a:latin typeface="Georgia" panose="02040502050405020303" pitchFamily="18" charset="0"/>
                <a:cs typeface="Arial" panose="020B0604020202020204" pitchFamily="34" charset="0"/>
              </a:rPr>
              <a:t>represents a sizable </a:t>
            </a:r>
            <a:r>
              <a:rPr lang="en-US" sz="2600">
                <a:solidFill>
                  <a:srgbClr val="0A0A0A"/>
                </a:solidFill>
                <a:latin typeface="Georgia" panose="02040502050405020303" pitchFamily="18" charset="0"/>
                <a:cs typeface="Arial" panose="020B0604020202020204" pitchFamily="34" charset="0"/>
              </a:rPr>
              <a:t>~14-20%</a:t>
            </a:r>
            <a:r>
              <a:rPr kumimoji="0" lang="en-US" sz="260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 </a:t>
            </a:r>
            <a:r>
              <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of the IVF market, with an unmet demand of </a:t>
            </a:r>
            <a:r>
              <a:rPr kumimoji="0" lang="en-US" sz="260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~60%</a:t>
            </a:r>
            <a:r>
              <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 owing to both supply &amp; demand factors</a:t>
            </a:r>
            <a:endParaRPr kumimoji="0" lang="en-US" sz="260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13" name="Rectangle 12">
            <a:extLst>
              <a:ext uri="{FF2B5EF4-FFF2-40B4-BE49-F238E27FC236}">
                <a16:creationId xmlns:a16="http://schemas.microsoft.com/office/drawing/2014/main" id="{46E0F045-1F08-4803-5A96-AB8E6A4DE18C}"/>
              </a:ext>
            </a:extLst>
          </p:cNvPr>
          <p:cNvSpPr/>
          <p:nvPr/>
        </p:nvSpPr>
        <p:spPr>
          <a:xfrm>
            <a:off x="611664" y="1286857"/>
            <a:ext cx="5388503"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A2F1DF3E-F0C0-5E34-8AA0-F2D3B5851E50}"/>
              </a:ext>
            </a:extLst>
          </p:cNvPr>
          <p:cNvSpPr/>
          <p:nvPr/>
        </p:nvSpPr>
        <p:spPr>
          <a:xfrm>
            <a:off x="6187679" y="1286857"/>
            <a:ext cx="5423326"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4A108BEC-0F16-73AC-B064-5F59D9EDD067}"/>
              </a:ext>
            </a:extLst>
          </p:cNvPr>
          <p:cNvGrpSpPr/>
          <p:nvPr/>
        </p:nvGrpSpPr>
        <p:grpSpPr>
          <a:xfrm>
            <a:off x="611664" y="1369902"/>
            <a:ext cx="5296967" cy="266548"/>
            <a:chOff x="611665" y="1744663"/>
            <a:chExt cx="2693063" cy="266567"/>
          </a:xfrm>
        </p:grpSpPr>
        <p:sp>
          <p:nvSpPr>
            <p:cNvPr id="7" name="Rectangle 6">
              <a:extLst>
                <a:ext uri="{FF2B5EF4-FFF2-40B4-BE49-F238E27FC236}">
                  <a16:creationId xmlns:a16="http://schemas.microsoft.com/office/drawing/2014/main" id="{9A1AEB0F-66D3-C9E4-0D5E-DF3B122A174B}"/>
                </a:ext>
              </a:extLst>
            </p:cNvPr>
            <p:cNvSpPr/>
            <p:nvPr>
              <p:custDataLst>
                <p:tags r:id="rId36"/>
              </p:custDataLst>
            </p:nvPr>
          </p:nvSpPr>
          <p:spPr>
            <a:xfrm>
              <a:off x="640923"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Market size, </a:t>
              </a:r>
              <a:r>
                <a:rPr kumimoji="0" lang="en-US" sz="14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SAR Mn, 2026-2028F</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8" name="Straight Connector 7">
              <a:extLst>
                <a:ext uri="{FF2B5EF4-FFF2-40B4-BE49-F238E27FC236}">
                  <a16:creationId xmlns:a16="http://schemas.microsoft.com/office/drawing/2014/main" id="{A8A87FF8-CAB1-F725-3781-0F934E3D7FFA}"/>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07CD3724-8115-5710-897F-3295E673AED4}"/>
              </a:ext>
            </a:extLst>
          </p:cNvPr>
          <p:cNvGrpSpPr/>
          <p:nvPr/>
        </p:nvGrpSpPr>
        <p:grpSpPr>
          <a:xfrm>
            <a:off x="6255635" y="1369902"/>
            <a:ext cx="5275951" cy="266548"/>
            <a:chOff x="611665" y="1744663"/>
            <a:chExt cx="2682378" cy="266567"/>
          </a:xfrm>
        </p:grpSpPr>
        <p:sp>
          <p:nvSpPr>
            <p:cNvPr id="17" name="Rectangle 16">
              <a:extLst>
                <a:ext uri="{FF2B5EF4-FFF2-40B4-BE49-F238E27FC236}">
                  <a16:creationId xmlns:a16="http://schemas.microsoft.com/office/drawing/2014/main" id="{3D0760E8-36A4-8F3D-6810-90C93FD7FFFC}"/>
                </a:ext>
              </a:extLst>
            </p:cNvPr>
            <p:cNvSpPr/>
            <p:nvPr>
              <p:custDataLst>
                <p:tags r:id="rId35"/>
              </p:custDataLst>
            </p:nvPr>
          </p:nvSpPr>
          <p:spPr>
            <a:xfrm>
              <a:off x="630237"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Competition analysis</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19" name="Straight Connector 18">
              <a:extLst>
                <a:ext uri="{FF2B5EF4-FFF2-40B4-BE49-F238E27FC236}">
                  <a16:creationId xmlns:a16="http://schemas.microsoft.com/office/drawing/2014/main" id="{0E8E8902-5BA2-FA97-81E2-0E19D38B71C3}"/>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BB452EC5-42CE-F3BC-6580-E936BF6E4279}"/>
              </a:ext>
            </a:extLst>
          </p:cNvPr>
          <p:cNvSpPr/>
          <p:nvPr/>
        </p:nvSpPr>
        <p:spPr>
          <a:xfrm>
            <a:off x="611664" y="4083393"/>
            <a:ext cx="5388503" cy="2351085"/>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87C2F523-11B1-74BE-8A0A-CBC2D4310318}"/>
              </a:ext>
            </a:extLst>
          </p:cNvPr>
          <p:cNvSpPr/>
          <p:nvPr/>
        </p:nvSpPr>
        <p:spPr>
          <a:xfrm>
            <a:off x="6187679" y="4083393"/>
            <a:ext cx="5423326" cy="2351085"/>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32" name="Group 31">
            <a:extLst>
              <a:ext uri="{FF2B5EF4-FFF2-40B4-BE49-F238E27FC236}">
                <a16:creationId xmlns:a16="http://schemas.microsoft.com/office/drawing/2014/main" id="{647222B7-31C9-1B69-C896-015B6D662B7F}"/>
              </a:ext>
            </a:extLst>
          </p:cNvPr>
          <p:cNvGrpSpPr/>
          <p:nvPr/>
        </p:nvGrpSpPr>
        <p:grpSpPr>
          <a:xfrm>
            <a:off x="6255635" y="4183594"/>
            <a:ext cx="5275951" cy="266548"/>
            <a:chOff x="611665" y="1744663"/>
            <a:chExt cx="2682378" cy="266567"/>
          </a:xfrm>
        </p:grpSpPr>
        <p:sp>
          <p:nvSpPr>
            <p:cNvPr id="33" name="Rectangle 32">
              <a:extLst>
                <a:ext uri="{FF2B5EF4-FFF2-40B4-BE49-F238E27FC236}">
                  <a16:creationId xmlns:a16="http://schemas.microsoft.com/office/drawing/2014/main" id="{FE046D2F-79D1-A968-DA74-5C2FFC9E6570}"/>
                </a:ext>
              </a:extLst>
            </p:cNvPr>
            <p:cNvSpPr/>
            <p:nvPr>
              <p:custDataLst>
                <p:tags r:id="rId34"/>
              </p:custDataLst>
            </p:nvPr>
          </p:nvSpPr>
          <p:spPr>
            <a:xfrm>
              <a:off x="630237"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Risks</a:t>
              </a:r>
            </a:p>
          </p:txBody>
        </p:sp>
        <p:cxnSp>
          <p:nvCxnSpPr>
            <p:cNvPr id="34" name="Straight Connector 33">
              <a:extLst>
                <a:ext uri="{FF2B5EF4-FFF2-40B4-BE49-F238E27FC236}">
                  <a16:creationId xmlns:a16="http://schemas.microsoft.com/office/drawing/2014/main" id="{9DAE48FF-A8A9-3737-73DB-7B5E9B9AA089}"/>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56" name="Rectangle 55">
            <a:extLst>
              <a:ext uri="{FF2B5EF4-FFF2-40B4-BE49-F238E27FC236}">
                <a16:creationId xmlns:a16="http://schemas.microsoft.com/office/drawing/2014/main" id="{3057D833-EE38-3D98-55BB-8488CB86D3DB}"/>
              </a:ext>
            </a:extLst>
          </p:cNvPr>
          <p:cNvSpPr/>
          <p:nvPr>
            <p:custDataLst>
              <p:tags r:id="rId3"/>
            </p:custDataLst>
          </p:nvPr>
        </p:nvSpPr>
        <p:spPr>
          <a:xfrm>
            <a:off x="9703077" y="1363163"/>
            <a:ext cx="1466202" cy="22760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Market concentration</a:t>
            </a:r>
          </a:p>
        </p:txBody>
      </p:sp>
      <p:sp>
        <p:nvSpPr>
          <p:cNvPr id="55" name="TextBox 54">
            <a:extLst>
              <a:ext uri="{FF2B5EF4-FFF2-40B4-BE49-F238E27FC236}">
                <a16:creationId xmlns:a16="http://schemas.microsoft.com/office/drawing/2014/main" id="{E455BCDA-92FC-20E6-A39C-49A8A70C8DE7}"/>
              </a:ext>
            </a:extLst>
          </p:cNvPr>
          <p:cNvSpPr txBox="1"/>
          <p:nvPr/>
        </p:nvSpPr>
        <p:spPr>
          <a:xfrm>
            <a:off x="6227342" y="1644107"/>
            <a:ext cx="4295876" cy="1582114"/>
          </a:xfrm>
          <a:prstGeom prst="rect">
            <a:avLst/>
          </a:prstGeom>
          <a:noFill/>
        </p:spPr>
        <p:txBody>
          <a:bodyPr wrap="square" rtlCol="0">
            <a:noAutofit/>
          </a:bodyPr>
          <a:lstStyle/>
          <a:p>
            <a:pPr marL="180975" lvl="0" indent="-171450">
              <a:spcBef>
                <a:spcPts val="300"/>
              </a:spcBef>
              <a:spcAft>
                <a:spcPts val="300"/>
              </a:spcAft>
              <a:buFont typeface="Arial" panose="020B0604020202020204" pitchFamily="34" charset="0"/>
              <a:buChar char="•"/>
              <a:defRPr/>
            </a:pP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Geographic spread: </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T</a:t>
            </a:r>
            <a:r>
              <a:rPr lang="en-US" sz="1200"/>
              <a:t>he </a:t>
            </a:r>
            <a:r>
              <a:rPr lang="en-US" sz="1200" b="1"/>
              <a:t>Northern and Central regions</a:t>
            </a:r>
            <a:r>
              <a:rPr lang="en-US" sz="1200"/>
              <a:t> of Saudi Arabia dominate the IVF market, attributed to more developed healthcare infrastructure and higher population</a:t>
            </a:r>
            <a:endParaRPr kumimoji="0" lang="en-US" sz="1200" b="1" i="0" u="none" strike="noStrike" kern="1200" cap="none" spc="0" normalizeH="0" baseline="0" noProof="0">
              <a:ln>
                <a:noFill/>
              </a:ln>
              <a:solidFill>
                <a:prstClr val="black"/>
              </a:solidFill>
              <a:effectLst/>
              <a:uLnTx/>
              <a:uFillTx/>
              <a:latin typeface="Calibri" panose="020F0502020204030204"/>
              <a:ea typeface="+mn-ea"/>
              <a:cs typeface="+mn-cs"/>
            </a:endParaRPr>
          </a:p>
          <a:p>
            <a:pPr marL="180975" lvl="0" indent="-171450">
              <a:spcBef>
                <a:spcPts val="300"/>
              </a:spcBef>
              <a:spcAft>
                <a:spcPts val="300"/>
              </a:spcAft>
              <a:buFont typeface="Arial" panose="020B0604020202020204" pitchFamily="34" charset="0"/>
              <a:buChar char="•"/>
              <a:defRPr/>
            </a:pPr>
            <a:r>
              <a:rPr lang="en-US" sz="1200" b="1">
                <a:solidFill>
                  <a:prstClr val="black"/>
                </a:solidFill>
                <a:latin typeface="Calibri" panose="020F0502020204030204"/>
              </a:rPr>
              <a:t>Sector split: </a:t>
            </a:r>
            <a:r>
              <a:rPr lang="en-US" sz="1200" b="1"/>
              <a:t>35+ assisted reproductive technology (ART)</a:t>
            </a:r>
            <a:r>
              <a:rPr lang="en-US" sz="1200"/>
              <a:t> centers operate in KSA, mostly private</a:t>
            </a:r>
            <a:endParaRPr lang="en-US" sz="1200">
              <a:solidFill>
                <a:prstClr val="black"/>
              </a:solidFill>
              <a:latin typeface="Calibri" panose="020F0502020204030204"/>
            </a:endParaRPr>
          </a:p>
          <a:p>
            <a:pPr marL="18097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200" b="1">
                <a:solidFill>
                  <a:prstClr val="black"/>
                </a:solidFill>
                <a:latin typeface="Calibri" panose="020F0502020204030204"/>
              </a:rPr>
              <a:t>Market leader</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Al-Habib group as </a:t>
            </a:r>
            <a:r>
              <a:rPr lang="en-US" sz="1200">
                <a:solidFill>
                  <a:prstClr val="black"/>
                </a:solidFill>
                <a:latin typeface="Calibri" panose="020F0502020204030204"/>
              </a:rPr>
              <a:t>market leader with </a:t>
            </a:r>
            <a:r>
              <a:rPr lang="en-US" sz="1200" b="1">
                <a:solidFill>
                  <a:prstClr val="black"/>
                </a:solidFill>
                <a:latin typeface="Calibri" panose="020F0502020204030204"/>
              </a:rPr>
              <a:t>30% share</a:t>
            </a:r>
            <a:r>
              <a:rPr lang="en-US" sz="1200">
                <a:solidFill>
                  <a:prstClr val="black"/>
                </a:solidFill>
                <a:latin typeface="Calibri" panose="020F0502020204030204"/>
              </a:rPr>
              <a:t> and</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 having carried out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150,000+ IVF</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 procedures till date</a:t>
            </a:r>
          </a:p>
        </p:txBody>
      </p:sp>
      <p:sp>
        <p:nvSpPr>
          <p:cNvPr id="57" name="Rectangle 56">
            <a:extLst>
              <a:ext uri="{FF2B5EF4-FFF2-40B4-BE49-F238E27FC236}">
                <a16:creationId xmlns:a16="http://schemas.microsoft.com/office/drawing/2014/main" id="{60C5CA7F-6D90-4F50-0B60-A5C0FB29A3CE}"/>
              </a:ext>
            </a:extLst>
          </p:cNvPr>
          <p:cNvSpPr/>
          <p:nvPr>
            <p:custDataLst>
              <p:tags r:id="rId4"/>
            </p:custDataLst>
          </p:nvPr>
        </p:nvSpPr>
        <p:spPr>
          <a:xfrm>
            <a:off x="10523220" y="1720850"/>
            <a:ext cx="1033469" cy="448364"/>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rPr>
              <a:t>Competitive landscape</a:t>
            </a:r>
          </a:p>
        </p:txBody>
      </p:sp>
      <p:sp>
        <p:nvSpPr>
          <p:cNvPr id="60" name="Rectangle 59">
            <a:extLst>
              <a:ext uri="{FF2B5EF4-FFF2-40B4-BE49-F238E27FC236}">
                <a16:creationId xmlns:a16="http://schemas.microsoft.com/office/drawing/2014/main" id="{0C4116B3-2656-8B4F-E44A-F39D7658CC31}"/>
              </a:ext>
            </a:extLst>
          </p:cNvPr>
          <p:cNvSpPr/>
          <p:nvPr>
            <p:custDataLst>
              <p:tags r:id="rId5"/>
            </p:custDataLst>
          </p:nvPr>
        </p:nvSpPr>
        <p:spPr>
          <a:xfrm>
            <a:off x="10523220" y="2234998"/>
            <a:ext cx="1033469" cy="1194002"/>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Wingdings" panose="05000000000000000000" pitchFamily="2" charset="2"/>
              <a:buChar char="§"/>
              <a:tabLst/>
              <a:defRPr/>
            </a:pPr>
            <a:r>
              <a:rPr kumimoji="0" lang="en-US" sz="1200"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Highly consolidated</a:t>
            </a:r>
          </a:p>
        </p:txBody>
      </p:sp>
      <p:sp>
        <p:nvSpPr>
          <p:cNvPr id="283" name="Oval 282">
            <a:extLst>
              <a:ext uri="{FF2B5EF4-FFF2-40B4-BE49-F238E27FC236}">
                <a16:creationId xmlns:a16="http://schemas.microsoft.com/office/drawing/2014/main" id="{EBEB0DD0-74D3-A620-8321-D22EB654A7E8}"/>
              </a:ext>
            </a:extLst>
          </p:cNvPr>
          <p:cNvSpPr/>
          <p:nvPr/>
        </p:nvSpPr>
        <p:spPr bwMode="auto">
          <a:xfrm>
            <a:off x="11232028" y="4164621"/>
            <a:ext cx="252000" cy="252000"/>
          </a:xfrm>
          <a:prstGeom prst="ellipse">
            <a:avLst/>
          </a:prstGeom>
          <a:solidFill>
            <a:srgbClr val="FF0000"/>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84" name="Rectangle 283">
            <a:extLst>
              <a:ext uri="{FF2B5EF4-FFF2-40B4-BE49-F238E27FC236}">
                <a16:creationId xmlns:a16="http://schemas.microsoft.com/office/drawing/2014/main" id="{8D15A1E3-68D4-FB63-754E-E507D8C2BBF2}"/>
              </a:ext>
            </a:extLst>
          </p:cNvPr>
          <p:cNvSpPr/>
          <p:nvPr>
            <p:custDataLst>
              <p:tags r:id="rId6"/>
            </p:custDataLst>
          </p:nvPr>
        </p:nvSpPr>
        <p:spPr>
          <a:xfrm>
            <a:off x="9703077" y="4176821"/>
            <a:ext cx="1466202" cy="22760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Level of risk; High</a:t>
            </a:r>
          </a:p>
        </p:txBody>
      </p:sp>
      <p:graphicFrame>
        <p:nvGraphicFramePr>
          <p:cNvPr id="3146" name="Chart 3145">
            <a:extLst>
              <a:ext uri="{FF2B5EF4-FFF2-40B4-BE49-F238E27FC236}">
                <a16:creationId xmlns:a16="http://schemas.microsoft.com/office/drawing/2014/main" id="{6E091C76-8FB9-0089-28CC-B72E101260D5}"/>
              </a:ext>
            </a:extLst>
          </p:cNvPr>
          <p:cNvGraphicFramePr/>
          <p:nvPr>
            <p:custDataLst>
              <p:tags r:id="rId7"/>
            </p:custDataLst>
            <p:extLst>
              <p:ext uri="{D42A27DB-BD31-4B8C-83A1-F6EECF244321}">
                <p14:modId xmlns:p14="http://schemas.microsoft.com/office/powerpoint/2010/main" val="4214480294"/>
              </p:ext>
            </p:extLst>
          </p:nvPr>
        </p:nvGraphicFramePr>
        <p:xfrm>
          <a:off x="590550" y="2100263"/>
          <a:ext cx="2227263" cy="1597025"/>
        </p:xfrm>
        <a:graphic>
          <a:graphicData uri="http://schemas.openxmlformats.org/drawingml/2006/chart">
            <c:chart xmlns:c="http://schemas.openxmlformats.org/drawingml/2006/chart" xmlns:r="http://schemas.openxmlformats.org/officeDocument/2006/relationships" r:id="rId41"/>
          </a:graphicData>
        </a:graphic>
      </p:graphicFrame>
      <p:cxnSp>
        <p:nvCxnSpPr>
          <p:cNvPr id="3147" name="Straight Connector 3146">
            <a:extLst>
              <a:ext uri="{FF2B5EF4-FFF2-40B4-BE49-F238E27FC236}">
                <a16:creationId xmlns:a16="http://schemas.microsoft.com/office/drawing/2014/main" id="{8CEA3480-66FB-AC76-FE72-90CE9144D2FF}"/>
              </a:ext>
            </a:extLst>
          </p:cNvPr>
          <p:cNvCxnSpPr/>
          <p:nvPr>
            <p:custDataLst>
              <p:tags r:id="rId8"/>
            </p:custDataLst>
          </p:nvPr>
        </p:nvCxnSpPr>
        <p:spPr bwMode="auto">
          <a:xfrm flipV="1">
            <a:off x="1189038" y="2003425"/>
            <a:ext cx="1030288" cy="16192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6" name="Text Placeholder 4">
            <a:extLst>
              <a:ext uri="{FF2B5EF4-FFF2-40B4-BE49-F238E27FC236}">
                <a16:creationId xmlns:a16="http://schemas.microsoft.com/office/drawing/2014/main" id="{312F8FC6-4861-595B-8F3D-3D7540307A37}"/>
              </a:ext>
            </a:extLst>
          </p:cNvPr>
          <p:cNvSpPr>
            <a:spLocks/>
          </p:cNvSpPr>
          <p:nvPr>
            <p:custDataLst>
              <p:tags r:id="rId9"/>
            </p:custDataLst>
          </p:nvPr>
        </p:nvSpPr>
        <p:spPr bwMode="auto">
          <a:xfrm>
            <a:off x="992188"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405E655F-C9D9-4C4B-A91C-0C9EB9B630A9}"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5" name="Text Placeholder 4">
            <a:extLst>
              <a:ext uri="{FF2B5EF4-FFF2-40B4-BE49-F238E27FC236}">
                <a16:creationId xmlns:a16="http://schemas.microsoft.com/office/drawing/2014/main" id="{6DF2B4A5-B97C-E007-D44E-D4B0925174A9}"/>
              </a:ext>
            </a:extLst>
          </p:cNvPr>
          <p:cNvSpPr>
            <a:spLocks/>
          </p:cNvSpPr>
          <p:nvPr>
            <p:custDataLst>
              <p:tags r:id="rId10"/>
            </p:custDataLst>
          </p:nvPr>
        </p:nvSpPr>
        <p:spPr bwMode="auto">
          <a:xfrm>
            <a:off x="2022475"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F491C21F-D21C-4425-8EB4-60259CDF8FC7}"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6" name="Text Placeholder 2">
            <a:extLst>
              <a:ext uri="{FF2B5EF4-FFF2-40B4-BE49-F238E27FC236}">
                <a16:creationId xmlns:a16="http://schemas.microsoft.com/office/drawing/2014/main" id="{D9570B6C-0720-056A-2DA9-05BC7F8A9CA9}"/>
              </a:ext>
            </a:extLst>
          </p:cNvPr>
          <p:cNvSpPr>
            <a:spLocks/>
          </p:cNvSpPr>
          <p:nvPr>
            <p:custDataLst>
              <p:tags r:id="rId11"/>
            </p:custDataLst>
          </p:nvPr>
        </p:nvSpPr>
        <p:spPr bwMode="gray">
          <a:xfrm>
            <a:off x="992188" y="2297113"/>
            <a:ext cx="3952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D87DC554-0040-4353-8210-457054258298}" type="datetime'1'''''''',''''''''''''''''6''''5''''''3'''''''''''''''''''''">
              <a:rPr lang="en-US" altLang="en-US" sz="1200" b="1" smtClean="0">
                <a:solidFill>
                  <a:srgbClr val="000000"/>
                </a:solidFill>
              </a:rPr>
              <a:pPr marL="0" lvl="0" indent="0" algn="ctr">
                <a:spcBef>
                  <a:spcPct val="0"/>
                </a:spcBef>
                <a:spcAft>
                  <a:spcPct val="0"/>
                </a:spcAft>
                <a:buNone/>
                <a:defRPr/>
              </a:pPr>
              <a:t>1,653</a:t>
            </a:fld>
            <a:endParaRPr kumimoji="0" lang="en-US" sz="1200" b="1" i="0" strike="noStrike" kern="1200" cap="none" spc="0" normalizeH="0" baseline="0" noProof="0">
              <a:ln>
                <a:noFill/>
              </a:ln>
              <a:solidFill>
                <a:srgbClr val="000000"/>
              </a:solidFill>
              <a:effectLst/>
              <a:uLnTx/>
              <a:uFillTx/>
              <a:sym typeface="Arial\"/>
            </a:endParaRPr>
          </a:p>
        </p:txBody>
      </p:sp>
      <p:sp>
        <p:nvSpPr>
          <p:cNvPr id="39" name="Text Placeholder 2">
            <a:extLst>
              <a:ext uri="{FF2B5EF4-FFF2-40B4-BE49-F238E27FC236}">
                <a16:creationId xmlns:a16="http://schemas.microsoft.com/office/drawing/2014/main" id="{3AE0118E-EBF0-77B3-A9E9-199A7637D5FD}"/>
              </a:ext>
            </a:extLst>
          </p:cNvPr>
          <p:cNvSpPr>
            <a:spLocks/>
          </p:cNvSpPr>
          <p:nvPr>
            <p:custDataLst>
              <p:tags r:id="rId12"/>
            </p:custDataLst>
          </p:nvPr>
        </p:nvSpPr>
        <p:spPr bwMode="gray">
          <a:xfrm>
            <a:off x="2022475" y="2135188"/>
            <a:ext cx="3952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77E2D9EB-2A1F-4E46-B21A-2AEADB39DFB1}" type="datetime'''''''''''''''''1'''',9''''''''''''''''''''2''''''''''''''5'">
              <a:rPr lang="en-US" altLang="en-US" sz="1200" b="1" smtClean="0">
                <a:solidFill>
                  <a:srgbClr val="000000"/>
                </a:solidFill>
              </a:rPr>
              <a:pPr marL="0" lvl="0" indent="0" algn="ctr">
                <a:spcBef>
                  <a:spcPct val="0"/>
                </a:spcBef>
                <a:spcAft>
                  <a:spcPct val="0"/>
                </a:spcAft>
                <a:buNone/>
                <a:defRPr/>
              </a:pPr>
              <a:t>1,925</a:t>
            </a:fld>
            <a:endParaRPr kumimoji="0" lang="en-US" sz="1200" b="1" i="0" strike="noStrike" kern="1200" cap="none" spc="0" normalizeH="0" baseline="0" noProof="0">
              <a:ln>
                <a:noFill/>
              </a:ln>
              <a:solidFill>
                <a:srgbClr val="000000"/>
              </a:solidFill>
              <a:effectLst/>
              <a:uLnTx/>
              <a:uFillTx/>
              <a:sym typeface="Arial\"/>
            </a:endParaRPr>
          </a:p>
        </p:txBody>
      </p:sp>
      <p:sp>
        <p:nvSpPr>
          <p:cNvPr id="268" name="Text Placeholder 2">
            <a:extLst>
              <a:ext uri="{FF2B5EF4-FFF2-40B4-BE49-F238E27FC236}">
                <a16:creationId xmlns:a16="http://schemas.microsoft.com/office/drawing/2014/main" id="{83954FD2-4161-17A0-472F-88E893684E3B}"/>
              </a:ext>
            </a:extLst>
          </p:cNvPr>
          <p:cNvSpPr>
            <a:spLocks/>
          </p:cNvSpPr>
          <p:nvPr>
            <p:custDataLst>
              <p:tags r:id="rId13"/>
            </p:custDataLst>
          </p:nvPr>
        </p:nvSpPr>
        <p:spPr bwMode="auto">
          <a:xfrm>
            <a:off x="2686050" y="3306763"/>
            <a:ext cx="6461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54DA35ED-16E1-48BA-8D65-611DE2E20D4C}" type="datetime'O''''nc''''of''''''''e''''''''''r''t''''''''''''''ili''ty'">
              <a:rPr lang="en-US" altLang="en-US" sz="1000" smtClean="0"/>
              <a:pPr marL="0" lvl="0" indent="0">
                <a:spcBef>
                  <a:spcPct val="0"/>
                </a:spcBef>
                <a:spcAft>
                  <a:spcPct val="0"/>
                </a:spcAft>
                <a:buNone/>
              </a:pPr>
              <a:t>Oncofertility</a:t>
            </a:fld>
            <a:endParaRPr lang="en-US" sz="1000">
              <a:sym typeface="Arial\"/>
            </a:endParaRPr>
          </a:p>
        </p:txBody>
      </p:sp>
      <p:sp>
        <p:nvSpPr>
          <p:cNvPr id="269" name="Text Placeholder 2">
            <a:extLst>
              <a:ext uri="{FF2B5EF4-FFF2-40B4-BE49-F238E27FC236}">
                <a16:creationId xmlns:a16="http://schemas.microsoft.com/office/drawing/2014/main" id="{76E7D26F-3EC7-EDB0-A18F-719E67C01A66}"/>
              </a:ext>
            </a:extLst>
          </p:cNvPr>
          <p:cNvSpPr>
            <a:spLocks/>
          </p:cNvSpPr>
          <p:nvPr>
            <p:custDataLst>
              <p:tags r:id="rId14"/>
            </p:custDataLst>
          </p:nvPr>
        </p:nvSpPr>
        <p:spPr bwMode="auto">
          <a:xfrm>
            <a:off x="2686050" y="2665413"/>
            <a:ext cx="536575"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CEEE8B85-DE50-4171-8C15-7BAD4E235278}" type="datetime'''N''''''''o''''n''-on''''co'''' ''&#10;''''f''e''rtili''t''y'''">
              <a:rPr lang="en-US" altLang="en-US" sz="1000" smtClean="0"/>
              <a:pPr marL="0" lvl="0" indent="0">
                <a:spcBef>
                  <a:spcPct val="0"/>
                </a:spcBef>
                <a:spcAft>
                  <a:spcPct val="0"/>
                </a:spcAft>
                <a:buNone/>
              </a:pPr>
              <a:t>Non-onco 
fertility</a:t>
            </a:fld>
            <a:r>
              <a:rPr lang="en-US" altLang="en-US" sz="1000"/>
              <a:t>*</a:t>
            </a:r>
            <a:endParaRPr lang="en-US" sz="1000">
              <a:sym typeface="Arial\"/>
            </a:endParaRPr>
          </a:p>
        </p:txBody>
      </p:sp>
      <p:sp>
        <p:nvSpPr>
          <p:cNvPr id="3144" name="Text Placeholder 2">
            <a:extLst>
              <a:ext uri="{FF2B5EF4-FFF2-40B4-BE49-F238E27FC236}">
                <a16:creationId xmlns:a16="http://schemas.microsoft.com/office/drawing/2014/main" id="{87BB863F-9716-77B5-70B5-97E8A856AB8A}"/>
              </a:ext>
            </a:extLst>
          </p:cNvPr>
          <p:cNvSpPr>
            <a:spLocks/>
          </p:cNvSpPr>
          <p:nvPr>
            <p:custDataLst>
              <p:tags r:id="rId15"/>
            </p:custDataLst>
          </p:nvPr>
        </p:nvSpPr>
        <p:spPr bwMode="auto">
          <a:xfrm>
            <a:off x="1516063" y="1966913"/>
            <a:ext cx="376238"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50BF2AA-DC91-4D56-A338-4770AFEB4DEF}" type="datetime'''+''''''''''''''''''''8''''''''''''''''%'''''''''''">
              <a:rPr lang="en-US" altLang="en-US" sz="1200" b="1" smtClean="0">
                <a:solidFill>
                  <a:schemeClr val="bg1"/>
                </a:solidFill>
                <a:effectLst/>
              </a:rPr>
              <a:pPr marL="0" lvl="0" indent="0" algn="ctr">
                <a:spcBef>
                  <a:spcPct val="0"/>
                </a:spcBef>
                <a:spcAft>
                  <a:spcPct val="0"/>
                </a:spcAft>
                <a:buNone/>
              </a:pPr>
              <a:t>+8%</a:t>
            </a:fld>
            <a:endParaRPr lang="en-US" sz="1200" b="1">
              <a:solidFill>
                <a:schemeClr val="bg1"/>
              </a:solidFill>
              <a:sym typeface="Arial\"/>
            </a:endParaRPr>
          </a:p>
        </p:txBody>
      </p:sp>
      <p:sp>
        <p:nvSpPr>
          <p:cNvPr id="42" name="Rectangle 41">
            <a:extLst>
              <a:ext uri="{FF2B5EF4-FFF2-40B4-BE49-F238E27FC236}">
                <a16:creationId xmlns:a16="http://schemas.microsoft.com/office/drawing/2014/main" id="{5BF604A2-A02E-49F8-2635-396685900C7B}"/>
              </a:ext>
            </a:extLst>
          </p:cNvPr>
          <p:cNvSpPr/>
          <p:nvPr>
            <p:custDataLst>
              <p:tags r:id="rId16"/>
            </p:custDataLst>
          </p:nvPr>
        </p:nvSpPr>
        <p:spPr>
          <a:xfrm>
            <a:off x="679723" y="1644107"/>
            <a:ext cx="2375995"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r>
              <a:rPr kumimoji="0" lang="en-US" sz="1400" b="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rPr>
              <a:t>IVF - KSA</a:t>
            </a:r>
          </a:p>
        </p:txBody>
      </p:sp>
      <p:sp>
        <p:nvSpPr>
          <p:cNvPr id="3137" name="Rectangle 3136">
            <a:extLst>
              <a:ext uri="{FF2B5EF4-FFF2-40B4-BE49-F238E27FC236}">
                <a16:creationId xmlns:a16="http://schemas.microsoft.com/office/drawing/2014/main" id="{F8F3B7C0-51F5-D945-A461-8AE4E366C281}"/>
              </a:ext>
            </a:extLst>
          </p:cNvPr>
          <p:cNvSpPr/>
          <p:nvPr/>
        </p:nvSpPr>
        <p:spPr>
          <a:xfrm>
            <a:off x="3429552" y="1743521"/>
            <a:ext cx="2489239" cy="1787158"/>
          </a:xfrm>
          <a:prstGeom prst="rect">
            <a:avLst/>
          </a:prstGeom>
          <a:noFill/>
        </p:spPr>
        <p:txBody>
          <a:bodyPr wrap="square" lIns="36000" tIns="36000" rIns="36000" bIns="36000" rtlCol="0" anchor="t">
            <a:noAutofit/>
          </a:bodyPr>
          <a:lstStyle/>
          <a:p>
            <a:pPr marL="9525">
              <a:spcBef>
                <a:spcPts val="400"/>
              </a:spcBef>
              <a:spcAft>
                <a:spcPts val="400"/>
              </a:spcAft>
            </a:pPr>
            <a:r>
              <a:rPr lang="en-US" sz="1200" b="1" i="1">
                <a:solidFill>
                  <a:prstClr val="black"/>
                </a:solidFill>
                <a:latin typeface="Calibri" panose="020F0502020204030204"/>
              </a:rPr>
              <a:t>Key drivers of growth</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Increasing prevalence of fertility related issues (15%) due to lifestyle factors such as obesity, diabetes, and delayed childbearing</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Increasing survival rate amongst cancer patients has led to emphasis on fertility preservation</a:t>
            </a:r>
          </a:p>
        </p:txBody>
      </p:sp>
      <p:grpSp>
        <p:nvGrpSpPr>
          <p:cNvPr id="3161" name="Group 3160">
            <a:extLst>
              <a:ext uri="{FF2B5EF4-FFF2-40B4-BE49-F238E27FC236}">
                <a16:creationId xmlns:a16="http://schemas.microsoft.com/office/drawing/2014/main" id="{4D5EC47B-56ED-DAC9-5426-3984A35C51CF}"/>
              </a:ext>
            </a:extLst>
          </p:cNvPr>
          <p:cNvGrpSpPr/>
          <p:nvPr/>
        </p:nvGrpSpPr>
        <p:grpSpPr>
          <a:xfrm>
            <a:off x="11132607" y="1363796"/>
            <a:ext cx="197597" cy="198915"/>
            <a:chOff x="8580369" y="718633"/>
            <a:chExt cx="255364" cy="252001"/>
          </a:xfrm>
        </p:grpSpPr>
        <p:sp>
          <p:nvSpPr>
            <p:cNvPr id="3162" name="Oval 3161">
              <a:extLst>
                <a:ext uri="{FF2B5EF4-FFF2-40B4-BE49-F238E27FC236}">
                  <a16:creationId xmlns:a16="http://schemas.microsoft.com/office/drawing/2014/main" id="{31AEC783-7EE0-825E-1E18-A721A7A6DC96}"/>
                </a:ext>
              </a:extLst>
            </p:cNvPr>
            <p:cNvSpPr/>
            <p:nvPr/>
          </p:nvSpPr>
          <p:spPr bwMode="auto">
            <a:xfrm>
              <a:off x="8583681" y="718633"/>
              <a:ext cx="252052" cy="252001"/>
            </a:xfrm>
            <a:prstGeom prst="ellipse">
              <a:avLst/>
            </a:prstGeom>
            <a:solidFill>
              <a:schemeClr val="bg1"/>
            </a:solidFill>
            <a:ln w="6350" cap="flat" cmpd="sng" algn="ctr">
              <a:solidFill>
                <a:srgbClr val="0A5041"/>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163" name="Arc 3162">
              <a:extLst>
                <a:ext uri="{FF2B5EF4-FFF2-40B4-BE49-F238E27FC236}">
                  <a16:creationId xmlns:a16="http://schemas.microsoft.com/office/drawing/2014/main" id="{4B59E495-B0EE-24FE-9BC5-B5CAD7520913}"/>
                </a:ext>
              </a:extLst>
            </p:cNvPr>
            <p:cNvSpPr/>
            <p:nvPr/>
          </p:nvSpPr>
          <p:spPr bwMode="gray">
            <a:xfrm>
              <a:off x="8580369" y="718634"/>
              <a:ext cx="252050" cy="251997"/>
            </a:xfrm>
            <a:prstGeom prst="arc">
              <a:avLst>
                <a:gd name="adj1" fmla="val 16200000"/>
                <a:gd name="adj2" fmla="val 21517512"/>
              </a:avLst>
            </a:prstGeom>
            <a:solidFill>
              <a:srgbClr val="206971"/>
            </a:solidFill>
            <a:ln w="6350" cap="flat" cmpd="sng" algn="ctr">
              <a:solidFill>
                <a:srgbClr val="0A504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C3846"/>
                </a:solidFill>
                <a:effectLst/>
                <a:uLnTx/>
                <a:uFillTx/>
                <a:latin typeface="Arial"/>
                <a:ea typeface="+mn-ea"/>
                <a:cs typeface="+mn-cs"/>
              </a:endParaRPr>
            </a:p>
          </p:txBody>
        </p:sp>
      </p:grpSp>
      <p:pic>
        <p:nvPicPr>
          <p:cNvPr id="2052" name="Picture 4" descr="Dr. Sulaiman Al-Habib Medical Services Group Company (HMG ...">
            <a:extLst>
              <a:ext uri="{FF2B5EF4-FFF2-40B4-BE49-F238E27FC236}">
                <a16:creationId xmlns:a16="http://schemas.microsoft.com/office/drawing/2014/main" id="{DE9F65B6-5F00-F926-3DFC-B9F44DF1440F}"/>
              </a:ext>
            </a:extLst>
          </p:cNvPr>
          <p:cNvPicPr>
            <a:picLocks noChangeAspect="1" noChangeArrowheads="1"/>
          </p:cNvPicPr>
          <p:nvPr/>
        </p:nvPicPr>
        <p:blipFill>
          <a:blip r:embed="rId4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371851" y="2616330"/>
            <a:ext cx="1661805" cy="1582114"/>
          </a:xfrm>
          <a:prstGeom prst="rect">
            <a:avLst/>
          </a:prstGeom>
          <a:noFill/>
          <a:extLst>
            <a:ext uri="{909E8E84-426E-40DD-AFC4-6F175D3DCCD1}">
              <a14:hiddenFill xmlns:a14="http://schemas.microsoft.com/office/drawing/2010/main">
                <a:solidFill>
                  <a:srgbClr val="FFFFFF"/>
                </a:solidFill>
              </a14:hiddenFill>
            </a:ext>
          </a:extLst>
        </p:spPr>
      </p:pic>
      <p:sp>
        <p:nvSpPr>
          <p:cNvPr id="14" name="AutoShape 10" descr="King Faisal Specialist Hospital &amp; Research Center Logo PNG Vector (AI) Free  Download">
            <a:extLst>
              <a:ext uri="{FF2B5EF4-FFF2-40B4-BE49-F238E27FC236}">
                <a16:creationId xmlns:a16="http://schemas.microsoft.com/office/drawing/2014/main" id="{13602DAE-54F6-2B8A-AC6D-301895528DC3}"/>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2060" name="Picture 12" descr="Saudi German Hospitals Group rebrands to mark a new era in ...">
            <a:extLst>
              <a:ext uri="{FF2B5EF4-FFF2-40B4-BE49-F238E27FC236}">
                <a16:creationId xmlns:a16="http://schemas.microsoft.com/office/drawing/2014/main" id="{6BE1B9B5-1A4A-628E-687A-E5948BDD2247}"/>
              </a:ext>
            </a:extLst>
          </p:cNvPr>
          <p:cNvPicPr>
            <a:picLocks noChangeAspect="1" noChangeArrowheads="1"/>
          </p:cNvPicPr>
          <p:nvPr/>
        </p:nvPicPr>
        <p:blipFill>
          <a:blip r:embed="rId4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087706" y="3098790"/>
            <a:ext cx="1071599" cy="494220"/>
          </a:xfrm>
          <a:prstGeom prst="rect">
            <a:avLst/>
          </a:prstGeom>
          <a:noFill/>
          <a:extLst>
            <a:ext uri="{909E8E84-426E-40DD-AFC4-6F175D3DCCD1}">
              <a14:hiddenFill xmlns:a14="http://schemas.microsoft.com/office/drawing/2010/main">
                <a:solidFill>
                  <a:srgbClr val="FFFFFF"/>
                </a:solidFill>
              </a14:hiddenFill>
            </a:ext>
          </a:extLst>
        </p:spPr>
      </p:pic>
      <p:pic>
        <p:nvPicPr>
          <p:cNvPr id="2064" name="Picture 16" descr="Employee Portal">
            <a:extLst>
              <a:ext uri="{FF2B5EF4-FFF2-40B4-BE49-F238E27FC236}">
                <a16:creationId xmlns:a16="http://schemas.microsoft.com/office/drawing/2014/main" id="{7F3410ED-1C21-EE0E-1031-DF1EA97D6BB6}"/>
              </a:ext>
            </a:extLst>
          </p:cNvPr>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9228164" y="3232994"/>
            <a:ext cx="1295055" cy="360776"/>
          </a:xfrm>
          <a:prstGeom prst="rect">
            <a:avLst/>
          </a:prstGeom>
          <a:noFill/>
          <a:extLst>
            <a:ext uri="{909E8E84-426E-40DD-AFC4-6F175D3DCCD1}">
              <a14:hiddenFill xmlns:a14="http://schemas.microsoft.com/office/drawing/2010/main">
                <a:solidFill>
                  <a:srgbClr val="FFFFFF"/>
                </a:solidFill>
              </a14:hiddenFill>
            </a:ext>
          </a:extLst>
        </p:spPr>
      </p:pic>
      <p:pic>
        <p:nvPicPr>
          <p:cNvPr id="2066" name="Picture 18" descr="Dr.Samir Abbas Medical Clinics - Riyadh - Best Medical Centers in Saudi  Arabia - Book now - Tebcan">
            <a:extLst>
              <a:ext uri="{FF2B5EF4-FFF2-40B4-BE49-F238E27FC236}">
                <a16:creationId xmlns:a16="http://schemas.microsoft.com/office/drawing/2014/main" id="{69F92149-1043-B7E8-936E-D6AF02645F77}"/>
              </a:ext>
            </a:extLst>
          </p:cNvPr>
          <p:cNvPicPr>
            <a:picLocks noChangeAspect="1" noChangeArrowheads="1"/>
          </p:cNvPicPr>
          <p:nvPr/>
        </p:nvPicPr>
        <p:blipFill>
          <a:blip r:embed="rId4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640891" y="3048538"/>
            <a:ext cx="979609" cy="681808"/>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2">
            <a:extLst>
              <a:ext uri="{FF2B5EF4-FFF2-40B4-BE49-F238E27FC236}">
                <a16:creationId xmlns:a16="http://schemas.microsoft.com/office/drawing/2014/main" id="{DF12B54E-CF54-629A-5A76-B495C2C05BB3}"/>
              </a:ext>
            </a:extLst>
          </p:cNvPr>
          <p:cNvSpPr>
            <a:spLocks noGrp="1"/>
          </p:cNvSpPr>
          <p:nvPr>
            <p:ph type="sldNum" sz="quarter" idx="12"/>
          </p:nvPr>
        </p:nvSpPr>
        <p:spPr/>
        <p:txBody>
          <a:bodyPr/>
          <a:lstStyle/>
          <a:p>
            <a:fld id="{8E1CF2E5-4A16-4FBD-9713-265FD1DAAE65}" type="slidenum">
              <a:rPr lang="en-US" smtClean="0"/>
              <a:t>35</a:t>
            </a:fld>
            <a:endParaRPr lang="en-US"/>
          </a:p>
        </p:txBody>
      </p:sp>
      <p:grpSp>
        <p:nvGrpSpPr>
          <p:cNvPr id="44" name="Group 43">
            <a:extLst>
              <a:ext uri="{FF2B5EF4-FFF2-40B4-BE49-F238E27FC236}">
                <a16:creationId xmlns:a16="http://schemas.microsoft.com/office/drawing/2014/main" id="{23E974A1-0974-8FC2-72AD-5BAC3D3380AE}"/>
              </a:ext>
            </a:extLst>
          </p:cNvPr>
          <p:cNvGrpSpPr/>
          <p:nvPr/>
        </p:nvGrpSpPr>
        <p:grpSpPr>
          <a:xfrm>
            <a:off x="797082" y="5786105"/>
            <a:ext cx="5133818" cy="457200"/>
            <a:chOff x="797082" y="4485141"/>
            <a:chExt cx="5133818" cy="457200"/>
          </a:xfrm>
        </p:grpSpPr>
        <p:sp>
          <p:nvSpPr>
            <p:cNvPr id="80" name="TextBox 79">
              <a:extLst>
                <a:ext uri="{FF2B5EF4-FFF2-40B4-BE49-F238E27FC236}">
                  <a16:creationId xmlns:a16="http://schemas.microsoft.com/office/drawing/2014/main" id="{A949A917-F0B0-D31C-D9B9-CE3E1B68B7A4}"/>
                </a:ext>
              </a:extLst>
            </p:cNvPr>
            <p:cNvSpPr txBox="1"/>
            <p:nvPr/>
          </p:nvSpPr>
          <p:spPr>
            <a:xfrm>
              <a:off x="1273837" y="4485141"/>
              <a:ext cx="4657063" cy="457200"/>
            </a:xfrm>
            <a:prstGeom prst="rect">
              <a:avLst/>
            </a:prstGeom>
            <a:noFill/>
          </p:spPr>
          <p:txBody>
            <a:bodyPr wrap="square" lIns="36000" tIns="36000" rIns="36000" bIns="36000" rtlCol="0" anchor="t">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Recent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Fatwa approval </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permitting gamete and ovarian tissue cryopreservation has improved religious acceptance</a:t>
              </a:r>
            </a:p>
          </p:txBody>
        </p:sp>
        <p:pic>
          <p:nvPicPr>
            <p:cNvPr id="29" name="Graphic 28">
              <a:extLst>
                <a:ext uri="{FF2B5EF4-FFF2-40B4-BE49-F238E27FC236}">
                  <a16:creationId xmlns:a16="http://schemas.microsoft.com/office/drawing/2014/main" id="{35E703A8-4D6B-45AB-5A4E-C85E0B3ED93B}"/>
                </a:ext>
              </a:extLst>
            </p:cNvPr>
            <p:cNvPicPr>
              <a:picLocks noChangeAspect="1"/>
            </p:cNvPicPr>
            <p:nvPr/>
          </p:nvPicPr>
          <p:blipFill>
            <a:blip r:embed="rId46">
              <a:extLst>
                <a:ext uri="{96DAC541-7B7A-43D3-8B79-37D633B846F1}">
                  <asvg:svgBlip xmlns:asvg="http://schemas.microsoft.com/office/drawing/2016/SVG/main" r:embed="rId47"/>
                </a:ext>
              </a:extLst>
            </a:blip>
            <a:srcRect b="10789"/>
            <a:stretch>
              <a:fillRect/>
            </a:stretch>
          </p:blipFill>
          <p:spPr>
            <a:xfrm>
              <a:off x="797082" y="4528229"/>
              <a:ext cx="334782" cy="366537"/>
            </a:xfrm>
            <a:prstGeom prst="rect">
              <a:avLst/>
            </a:prstGeom>
          </p:spPr>
        </p:pic>
      </p:grpSp>
      <p:sp>
        <p:nvSpPr>
          <p:cNvPr id="81" name="TextBox 80">
            <a:extLst>
              <a:ext uri="{FF2B5EF4-FFF2-40B4-BE49-F238E27FC236}">
                <a16:creationId xmlns:a16="http://schemas.microsoft.com/office/drawing/2014/main" id="{5EDF62BF-C056-9E07-4DCD-B0BA89499EC1}"/>
              </a:ext>
            </a:extLst>
          </p:cNvPr>
          <p:cNvSpPr txBox="1"/>
          <p:nvPr/>
        </p:nvSpPr>
        <p:spPr>
          <a:xfrm>
            <a:off x="1273837" y="5103059"/>
            <a:ext cx="4657063" cy="457200"/>
          </a:xfrm>
          <a:prstGeom prst="rect">
            <a:avLst/>
          </a:prstGeom>
          <a:noFill/>
        </p:spPr>
        <p:txBody>
          <a:bodyPr wrap="square" lIns="36000" tIns="36000" rIns="36000" bIns="36000" rtlCol="0" anchor="t">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Sperm preservation is the most common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(47.4</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followed by Oocyte preservation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(26.3%) </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and</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shield from radiation field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15.8%)</a:t>
            </a:r>
          </a:p>
        </p:txBody>
      </p:sp>
      <p:pic>
        <p:nvPicPr>
          <p:cNvPr id="31" name="Graphic 30">
            <a:extLst>
              <a:ext uri="{FF2B5EF4-FFF2-40B4-BE49-F238E27FC236}">
                <a16:creationId xmlns:a16="http://schemas.microsoft.com/office/drawing/2014/main" id="{BF1BB91E-207F-5892-8919-53DE4704F4A9}"/>
              </a:ext>
            </a:extLst>
          </p:cNvPr>
          <p:cNvPicPr>
            <a:picLocks noChangeAspect="1"/>
          </p:cNvPicPr>
          <p:nvPr/>
        </p:nvPicPr>
        <p:blipFill>
          <a:blip r:embed="rId48">
            <a:extLst>
              <a:ext uri="{96DAC541-7B7A-43D3-8B79-37D633B846F1}">
                <asvg:svgBlip xmlns:asvg="http://schemas.microsoft.com/office/drawing/2016/SVG/main" r:embed="rId49"/>
              </a:ext>
            </a:extLst>
          </a:blip>
          <a:srcRect b="17425"/>
          <a:stretch>
            <a:fillRect/>
          </a:stretch>
        </p:blipFill>
        <p:spPr>
          <a:xfrm>
            <a:off x="797082" y="5183728"/>
            <a:ext cx="334782" cy="295863"/>
          </a:xfrm>
          <a:prstGeom prst="rect">
            <a:avLst/>
          </a:prstGeom>
        </p:spPr>
      </p:pic>
      <p:sp>
        <p:nvSpPr>
          <p:cNvPr id="273" name="TextBox 272">
            <a:extLst>
              <a:ext uri="{FF2B5EF4-FFF2-40B4-BE49-F238E27FC236}">
                <a16:creationId xmlns:a16="http://schemas.microsoft.com/office/drawing/2014/main" id="{FA3C02A9-0839-23C6-7D5B-CF658BCFFB1F}"/>
              </a:ext>
            </a:extLst>
          </p:cNvPr>
          <p:cNvSpPr txBox="1"/>
          <p:nvPr/>
        </p:nvSpPr>
        <p:spPr>
          <a:xfrm>
            <a:off x="1286537" y="4520363"/>
            <a:ext cx="4657063" cy="457200"/>
          </a:xfrm>
          <a:prstGeom prst="rect">
            <a:avLst/>
          </a:prstGeom>
          <a:noFill/>
        </p:spPr>
        <p:txBody>
          <a:bodyPr wrap="square" lIns="36000" tIns="36000" rIns="36000" bIns="36000" rtlCol="0" anchor="t">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Unmet demand for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fertility preservation</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 amongst oncology patients rose to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60%</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 in 2022 in KSA</a:t>
            </a:r>
          </a:p>
        </p:txBody>
      </p:sp>
      <p:pic>
        <p:nvPicPr>
          <p:cNvPr id="38" name="Graphic 37">
            <a:extLst>
              <a:ext uri="{FF2B5EF4-FFF2-40B4-BE49-F238E27FC236}">
                <a16:creationId xmlns:a16="http://schemas.microsoft.com/office/drawing/2014/main" id="{82654D77-61DE-B56A-496E-472931C450F2}"/>
              </a:ext>
            </a:extLst>
          </p:cNvPr>
          <p:cNvPicPr>
            <a:picLocks noChangeAspect="1"/>
          </p:cNvPicPr>
          <p:nvPr/>
        </p:nvPicPr>
        <p:blipFill>
          <a:blip r:embed="rId50">
            <a:extLst>
              <a:ext uri="{96DAC541-7B7A-43D3-8B79-37D633B846F1}">
                <asvg:svgBlip xmlns:asvg="http://schemas.microsoft.com/office/drawing/2016/SVG/main" r:embed="rId51"/>
              </a:ext>
            </a:extLst>
          </a:blip>
          <a:srcRect b="20169"/>
          <a:stretch>
            <a:fillRect/>
          </a:stretch>
        </p:blipFill>
        <p:spPr>
          <a:xfrm>
            <a:off x="777416" y="4520462"/>
            <a:ext cx="374115" cy="366537"/>
          </a:xfrm>
          <a:prstGeom prst="rect">
            <a:avLst/>
          </a:prstGeom>
        </p:spPr>
      </p:pic>
      <p:sp>
        <p:nvSpPr>
          <p:cNvPr id="272" name="TextBox 271">
            <a:extLst>
              <a:ext uri="{FF2B5EF4-FFF2-40B4-BE49-F238E27FC236}">
                <a16:creationId xmlns:a16="http://schemas.microsoft.com/office/drawing/2014/main" id="{35C80030-536B-7189-5B0F-6299215C4BF0}"/>
              </a:ext>
            </a:extLst>
          </p:cNvPr>
          <p:cNvSpPr txBox="1"/>
          <p:nvPr/>
        </p:nvSpPr>
        <p:spPr>
          <a:xfrm>
            <a:off x="6935981" y="4490318"/>
            <a:ext cx="4607129" cy="517291"/>
          </a:xfrm>
          <a:prstGeom prst="rect">
            <a:avLst/>
          </a:prstGeom>
          <a:noFill/>
        </p:spPr>
        <p:txBody>
          <a:bodyPr wrap="square" rtlCol="0">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lang="en-US" sz="1200">
                <a:solidFill>
                  <a:prstClr val="black"/>
                </a:solidFill>
                <a:latin typeface="Calibri" panose="020F0502020204030204"/>
              </a:rPr>
              <a:t>Establishment is not allowed </a:t>
            </a:r>
            <a:r>
              <a:rPr lang="en-US" sz="1200" b="1">
                <a:solidFill>
                  <a:prstClr val="black"/>
                </a:solidFill>
                <a:latin typeface="Calibri" panose="020F0502020204030204"/>
              </a:rPr>
              <a:t>without Ministry of Health (MoH) approval</a:t>
            </a:r>
            <a:r>
              <a:rPr lang="en-US" sz="1200">
                <a:solidFill>
                  <a:prstClr val="black"/>
                </a:solidFill>
                <a:latin typeface="Calibri" panose="020F0502020204030204"/>
              </a:rPr>
              <a:t> and recommendation from the </a:t>
            </a:r>
            <a:r>
              <a:rPr lang="en-US" sz="1200" b="1">
                <a:solidFill>
                  <a:prstClr val="black"/>
                </a:solidFill>
                <a:latin typeface="Calibri" panose="020F0502020204030204"/>
              </a:rPr>
              <a:t>Supervisory Committee</a:t>
            </a:r>
            <a:endParaRPr kumimoji="0" lang="en-US" sz="1200" b="1"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45" name="Graphic 44">
            <a:extLst>
              <a:ext uri="{FF2B5EF4-FFF2-40B4-BE49-F238E27FC236}">
                <a16:creationId xmlns:a16="http://schemas.microsoft.com/office/drawing/2014/main" id="{65EDF385-B5A3-64ED-B602-5035F2E0869B}"/>
              </a:ext>
            </a:extLst>
          </p:cNvPr>
          <p:cNvPicPr>
            <a:picLocks noChangeAspect="1"/>
          </p:cNvPicPr>
          <p:nvPr/>
        </p:nvPicPr>
        <p:blipFill>
          <a:blip r:embed="rId52">
            <a:extLst>
              <a:ext uri="{96DAC541-7B7A-43D3-8B79-37D633B846F1}">
                <asvg:svgBlip xmlns:asvg="http://schemas.microsoft.com/office/drawing/2016/SVG/main" r:embed="rId53"/>
              </a:ext>
            </a:extLst>
          </a:blip>
          <a:srcRect t="7883" b="11074"/>
          <a:stretch>
            <a:fillRect/>
          </a:stretch>
        </p:blipFill>
        <p:spPr>
          <a:xfrm>
            <a:off x="6428160" y="4555879"/>
            <a:ext cx="338623" cy="336798"/>
          </a:xfrm>
          <a:prstGeom prst="rect">
            <a:avLst/>
          </a:prstGeom>
        </p:spPr>
      </p:pic>
      <p:sp>
        <p:nvSpPr>
          <p:cNvPr id="278" name="TextBox 277">
            <a:extLst>
              <a:ext uri="{FF2B5EF4-FFF2-40B4-BE49-F238E27FC236}">
                <a16:creationId xmlns:a16="http://schemas.microsoft.com/office/drawing/2014/main" id="{91A04201-722D-D2A2-12CE-99155E1938CF}"/>
              </a:ext>
            </a:extLst>
          </p:cNvPr>
          <p:cNvSpPr txBox="1"/>
          <p:nvPr/>
        </p:nvSpPr>
        <p:spPr>
          <a:xfrm>
            <a:off x="6935981" y="5103059"/>
            <a:ext cx="4607129" cy="517291"/>
          </a:xfrm>
          <a:prstGeom prst="rect">
            <a:avLst/>
          </a:prstGeom>
          <a:noFill/>
        </p:spPr>
        <p:txBody>
          <a:bodyPr wrap="square" rtlCol="0">
            <a:noAutofit/>
          </a:bodyPr>
          <a:lstStyle/>
          <a:p>
            <a:pPr marL="9525" lvl="0">
              <a:defRPr/>
            </a:pPr>
            <a:r>
              <a:rPr lang="en-US" sz="1200"/>
              <a:t>Clinics must have a </a:t>
            </a:r>
            <a:r>
              <a:rPr lang="en-US" sz="1200" b="1"/>
              <a:t>separate license for cancer patient fertility </a:t>
            </a:r>
            <a:r>
              <a:rPr lang="en-US" sz="1200"/>
              <a:t>preservation on top of general IVF licenses</a:t>
            </a:r>
            <a:endParaRPr kumimoji="0" lang="en-US" sz="120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47" name="Graphic 46">
            <a:extLst>
              <a:ext uri="{FF2B5EF4-FFF2-40B4-BE49-F238E27FC236}">
                <a16:creationId xmlns:a16="http://schemas.microsoft.com/office/drawing/2014/main" id="{4485A0A7-2C61-8D71-0B98-F0C65DBF9E4A}"/>
              </a:ext>
            </a:extLst>
          </p:cNvPr>
          <p:cNvPicPr>
            <a:picLocks noChangeAspect="1"/>
          </p:cNvPicPr>
          <p:nvPr/>
        </p:nvPicPr>
        <p:blipFill>
          <a:blip r:embed="rId54">
            <a:extLst>
              <a:ext uri="{96DAC541-7B7A-43D3-8B79-37D633B846F1}">
                <asvg:svgBlip xmlns:asvg="http://schemas.microsoft.com/office/drawing/2016/SVG/main" r:embed="rId55"/>
              </a:ext>
            </a:extLst>
          </a:blip>
          <a:srcRect b="14444"/>
          <a:stretch>
            <a:fillRect/>
          </a:stretch>
        </p:blipFill>
        <p:spPr>
          <a:xfrm>
            <a:off x="6385474" y="5098011"/>
            <a:ext cx="423994" cy="445195"/>
          </a:xfrm>
          <a:prstGeom prst="rect">
            <a:avLst/>
          </a:prstGeom>
        </p:spPr>
      </p:pic>
      <p:grpSp>
        <p:nvGrpSpPr>
          <p:cNvPr id="58" name="Group 57">
            <a:extLst>
              <a:ext uri="{FF2B5EF4-FFF2-40B4-BE49-F238E27FC236}">
                <a16:creationId xmlns:a16="http://schemas.microsoft.com/office/drawing/2014/main" id="{6C252B88-1938-1994-3247-AFA2B902FEBD}"/>
              </a:ext>
            </a:extLst>
          </p:cNvPr>
          <p:cNvGrpSpPr/>
          <p:nvPr/>
        </p:nvGrpSpPr>
        <p:grpSpPr>
          <a:xfrm>
            <a:off x="6370148" y="5720977"/>
            <a:ext cx="5172962" cy="517291"/>
            <a:chOff x="6370148" y="5720977"/>
            <a:chExt cx="5172962" cy="517291"/>
          </a:xfrm>
        </p:grpSpPr>
        <p:sp>
          <p:nvSpPr>
            <p:cNvPr id="86" name="TextBox 85">
              <a:extLst>
                <a:ext uri="{FF2B5EF4-FFF2-40B4-BE49-F238E27FC236}">
                  <a16:creationId xmlns:a16="http://schemas.microsoft.com/office/drawing/2014/main" id="{29E933B2-EB61-1226-C075-29BDAF368C4E}"/>
                </a:ext>
              </a:extLst>
            </p:cNvPr>
            <p:cNvSpPr txBox="1"/>
            <p:nvPr/>
          </p:nvSpPr>
          <p:spPr>
            <a:xfrm>
              <a:off x="6935981" y="5720977"/>
              <a:ext cx="4607129" cy="517291"/>
            </a:xfrm>
            <a:prstGeom prst="rect">
              <a:avLst/>
            </a:prstGeom>
            <a:noFill/>
          </p:spPr>
          <p:txBody>
            <a:bodyPr wrap="square" rtlCol="0">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The law mandates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double-checking</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 and </a:t>
              </a:r>
              <a:r>
                <a:rPr kumimoji="0" lang="en-US" sz="1200" b="1" i="0" u="none" strike="noStrike" kern="1200" cap="none" spc="0" normalizeH="0" baseline="0" noProof="0">
                  <a:ln>
                    <a:noFill/>
                  </a:ln>
                  <a:solidFill>
                    <a:prstClr val="black"/>
                  </a:solidFill>
                  <a:effectLst/>
                  <a:uLnTx/>
                  <a:uFillTx/>
                  <a:latin typeface="Calibri" panose="020F0502020204030204"/>
                  <a:ea typeface="+mn-ea"/>
                  <a:cs typeface="+mn-cs"/>
                </a:rPr>
                <a:t>strict segregation of sperm, eggs, and embryos</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 any mix-up is considered a major offense and can result in liability for physicians and technicians</a:t>
              </a:r>
            </a:p>
          </p:txBody>
        </p:sp>
        <p:pic>
          <p:nvPicPr>
            <p:cNvPr id="54" name="Graphic 53">
              <a:extLst>
                <a:ext uri="{FF2B5EF4-FFF2-40B4-BE49-F238E27FC236}">
                  <a16:creationId xmlns:a16="http://schemas.microsoft.com/office/drawing/2014/main" id="{38E50103-ED18-94C3-B570-3715380ADFC9}"/>
                </a:ext>
              </a:extLst>
            </p:cNvPr>
            <p:cNvPicPr>
              <a:picLocks noChangeAspect="1"/>
            </p:cNvPicPr>
            <p:nvPr/>
          </p:nvPicPr>
          <p:blipFill>
            <a:blip r:embed="rId56">
              <a:extLst>
                <a:ext uri="{96DAC541-7B7A-43D3-8B79-37D633B846F1}">
                  <asvg:svgBlip xmlns:asvg="http://schemas.microsoft.com/office/drawing/2016/SVG/main" r:embed="rId57"/>
                </a:ext>
              </a:extLst>
            </a:blip>
            <a:srcRect b="19838"/>
            <a:stretch>
              <a:fillRect/>
            </a:stretch>
          </p:blipFill>
          <p:spPr>
            <a:xfrm>
              <a:off x="6370148" y="5797416"/>
              <a:ext cx="394229" cy="387845"/>
            </a:xfrm>
            <a:prstGeom prst="rect">
              <a:avLst/>
            </a:prstGeom>
          </p:spPr>
        </p:pic>
      </p:grpSp>
      <p:grpSp>
        <p:nvGrpSpPr>
          <p:cNvPr id="40" name="Group 39">
            <a:extLst>
              <a:ext uri="{FF2B5EF4-FFF2-40B4-BE49-F238E27FC236}">
                <a16:creationId xmlns:a16="http://schemas.microsoft.com/office/drawing/2014/main" id="{8BF87808-B39C-0EF0-9442-3C24F328EE1C}"/>
              </a:ext>
            </a:extLst>
          </p:cNvPr>
          <p:cNvGrpSpPr/>
          <p:nvPr/>
        </p:nvGrpSpPr>
        <p:grpSpPr>
          <a:xfrm>
            <a:off x="664402" y="4183594"/>
            <a:ext cx="5275951" cy="266548"/>
            <a:chOff x="611665" y="1744663"/>
            <a:chExt cx="2682378" cy="266567"/>
          </a:xfrm>
        </p:grpSpPr>
        <p:sp>
          <p:nvSpPr>
            <p:cNvPr id="41" name="Rectangle 40">
              <a:extLst>
                <a:ext uri="{FF2B5EF4-FFF2-40B4-BE49-F238E27FC236}">
                  <a16:creationId xmlns:a16="http://schemas.microsoft.com/office/drawing/2014/main" id="{4F430564-0DC4-B13C-92AC-86F43D925DA9}"/>
                </a:ext>
              </a:extLst>
            </p:cNvPr>
            <p:cNvSpPr/>
            <p:nvPr>
              <p:custDataLst>
                <p:tags r:id="rId33"/>
              </p:custDataLst>
            </p:nvPr>
          </p:nvSpPr>
          <p:spPr>
            <a:xfrm>
              <a:off x="630237"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Key Trends</a:t>
              </a:r>
            </a:p>
          </p:txBody>
        </p:sp>
        <p:cxnSp>
          <p:nvCxnSpPr>
            <p:cNvPr id="43" name="Straight Connector 42">
              <a:extLst>
                <a:ext uri="{FF2B5EF4-FFF2-40B4-BE49-F238E27FC236}">
                  <a16:creationId xmlns:a16="http://schemas.microsoft.com/office/drawing/2014/main" id="{FC388B0A-5893-957E-BD10-015C99C0853A}"/>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62" name="TextBox 61">
            <a:extLst>
              <a:ext uri="{FF2B5EF4-FFF2-40B4-BE49-F238E27FC236}">
                <a16:creationId xmlns:a16="http://schemas.microsoft.com/office/drawing/2014/main" id="{4634AF30-CBEF-EC4B-16F7-BBCD43D6BFA1}"/>
              </a:ext>
            </a:extLst>
          </p:cNvPr>
          <p:cNvSpPr txBox="1"/>
          <p:nvPr/>
        </p:nvSpPr>
        <p:spPr>
          <a:xfrm>
            <a:off x="631039" y="3744777"/>
            <a:ext cx="5319287" cy="319260"/>
          </a:xfrm>
          <a:prstGeom prst="rect">
            <a:avLst/>
          </a:prstGeom>
          <a:noFill/>
        </p:spPr>
        <p:txBody>
          <a:bodyPr wrap="square" lIns="36000" tIns="36000" rIns="36000" bIns="36000" rtlCol="0" anchor="t">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kumimoji="0" lang="en-US" sz="800" i="1" u="none" strike="noStrike" kern="1200" cap="none" spc="0" normalizeH="0" baseline="0" noProof="0">
                <a:ln>
                  <a:noFill/>
                </a:ln>
                <a:solidFill>
                  <a:prstClr val="black"/>
                </a:solidFill>
                <a:effectLst/>
                <a:uLnTx/>
                <a:uFillTx/>
                <a:latin typeface="Calibri" panose="020F0502020204030204"/>
                <a:ea typeface="+mn-ea"/>
                <a:cs typeface="+mn-cs"/>
              </a:rPr>
              <a:t>*Non-</a:t>
            </a:r>
            <a:r>
              <a:rPr lang="en-US" sz="800" i="1">
                <a:solidFill>
                  <a:prstClr val="black"/>
                </a:solidFill>
                <a:latin typeface="Calibri" panose="020F0502020204030204"/>
              </a:rPr>
              <a:t>O</a:t>
            </a:r>
            <a:r>
              <a:rPr kumimoji="0" lang="en-US" sz="800" i="1" u="none" strike="noStrike" kern="1200" cap="none" spc="0" normalizeH="0" baseline="0" noProof="0">
                <a:ln>
                  <a:noFill/>
                </a:ln>
                <a:solidFill>
                  <a:prstClr val="black"/>
                </a:solidFill>
                <a:effectLst/>
                <a:uLnTx/>
                <a:uFillTx/>
                <a:latin typeface="Calibri" panose="020F0502020204030204"/>
                <a:ea typeface="+mn-ea"/>
                <a:cs typeface="+mn-cs"/>
              </a:rPr>
              <a:t>nco</a:t>
            </a:r>
            <a:r>
              <a:rPr lang="en-US" sz="800" i="1">
                <a:solidFill>
                  <a:prstClr val="black"/>
                </a:solidFill>
                <a:latin typeface="Calibri" panose="020F0502020204030204"/>
              </a:rPr>
              <a:t>logy fertility includes diagnosis (DNA fragmentation, microscopic examination, hormone testing, Ovarian reserve testing), IVF treatment, Artificial Insemination, general egg &amp; embryo freezing</a:t>
            </a:r>
            <a:endParaRPr kumimoji="0" lang="en-US" sz="800" i="1"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01FD2480-C317-69E7-37A9-13F703B27F4A}"/>
              </a:ext>
            </a:extLst>
          </p:cNvPr>
          <p:cNvSpPr/>
          <p:nvPr>
            <p:custDataLst>
              <p:tags r:id="rId17"/>
            </p:custDataLst>
          </p:nvPr>
        </p:nvSpPr>
        <p:spPr>
          <a:xfrm>
            <a:off x="6180138" y="3849688"/>
            <a:ext cx="1828917"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Level of market concentration:</a:t>
            </a:r>
          </a:p>
        </p:txBody>
      </p:sp>
      <p:sp>
        <p:nvSpPr>
          <p:cNvPr id="6" name="Rectangle 5">
            <a:extLst>
              <a:ext uri="{FF2B5EF4-FFF2-40B4-BE49-F238E27FC236}">
                <a16:creationId xmlns:a16="http://schemas.microsoft.com/office/drawing/2014/main" id="{D2092EA7-D634-05E8-08D3-9FAEDA252D42}"/>
              </a:ext>
            </a:extLst>
          </p:cNvPr>
          <p:cNvSpPr/>
          <p:nvPr>
            <p:custDataLst>
              <p:tags r:id="rId18"/>
            </p:custDataLst>
          </p:nvPr>
        </p:nvSpPr>
        <p:spPr>
          <a:xfrm>
            <a:off x="9344025" y="3825875"/>
            <a:ext cx="312301"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a:t>
            </a:r>
            <a:endPar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endParaRPr>
          </a:p>
        </p:txBody>
      </p:sp>
      <p:sp>
        <p:nvSpPr>
          <p:cNvPr id="10" name="Rectangle 9">
            <a:extLst>
              <a:ext uri="{FF2B5EF4-FFF2-40B4-BE49-F238E27FC236}">
                <a16:creationId xmlns:a16="http://schemas.microsoft.com/office/drawing/2014/main" id="{B8EF8210-B2F9-BAC4-9AA1-0A6D2BF5B35F}"/>
              </a:ext>
            </a:extLst>
          </p:cNvPr>
          <p:cNvSpPr/>
          <p:nvPr>
            <p:custDataLst>
              <p:tags r:id="rId19"/>
            </p:custDataLst>
          </p:nvPr>
        </p:nvSpPr>
        <p:spPr>
          <a:xfrm>
            <a:off x="8032750" y="3825875"/>
            <a:ext cx="264122"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Low</a:t>
            </a:r>
            <a:endPar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endParaRPr>
          </a:p>
        </p:txBody>
      </p:sp>
      <p:sp>
        <p:nvSpPr>
          <p:cNvPr id="11" name="Rectangle 10">
            <a:extLst>
              <a:ext uri="{FF2B5EF4-FFF2-40B4-BE49-F238E27FC236}">
                <a16:creationId xmlns:a16="http://schemas.microsoft.com/office/drawing/2014/main" id="{31CFA70D-6DD1-E693-050A-C102CEC1B7F3}"/>
              </a:ext>
            </a:extLst>
          </p:cNvPr>
          <p:cNvSpPr/>
          <p:nvPr/>
        </p:nvSpPr>
        <p:spPr>
          <a:xfrm>
            <a:off x="6188075" y="3797319"/>
            <a:ext cx="3505958" cy="220727"/>
          </a:xfrm>
          <a:prstGeom prst="rect">
            <a:avLst/>
          </a:prstGeom>
          <a:noFill/>
          <a:ln w="6350" cap="sq">
            <a:solidFill>
              <a:srgbClr val="016347"/>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grpSp>
        <p:nvGrpSpPr>
          <p:cNvPr id="21" name="Group 20">
            <a:extLst>
              <a:ext uri="{FF2B5EF4-FFF2-40B4-BE49-F238E27FC236}">
                <a16:creationId xmlns:a16="http://schemas.microsoft.com/office/drawing/2014/main" id="{ECAB5C54-4BE1-39E9-71B4-86F3EE524913}"/>
              </a:ext>
            </a:extLst>
          </p:cNvPr>
          <p:cNvGrpSpPr/>
          <p:nvPr/>
        </p:nvGrpSpPr>
        <p:grpSpPr>
          <a:xfrm>
            <a:off x="6194182" y="6555407"/>
            <a:ext cx="2628227" cy="178361"/>
            <a:chOff x="5926495" y="6335604"/>
            <a:chExt cx="2628227" cy="178361"/>
          </a:xfrm>
        </p:grpSpPr>
        <p:sp>
          <p:nvSpPr>
            <p:cNvPr id="22" name="Rectangle 21">
              <a:extLst>
                <a:ext uri="{FF2B5EF4-FFF2-40B4-BE49-F238E27FC236}">
                  <a16:creationId xmlns:a16="http://schemas.microsoft.com/office/drawing/2014/main" id="{34497DB6-F510-F6FF-AABC-FB5A0FD08B5B}"/>
                </a:ext>
              </a:extLst>
            </p:cNvPr>
            <p:cNvSpPr/>
            <p:nvPr>
              <p:custDataLst>
                <p:tags r:id="rId29"/>
              </p:custDataLst>
            </p:nvPr>
          </p:nvSpPr>
          <p:spPr>
            <a:xfrm>
              <a:off x="5926495" y="6359335"/>
              <a:ext cx="828327"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Sectorial</a:t>
              </a: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 risk:</a:t>
              </a:r>
            </a:p>
          </p:txBody>
        </p:sp>
        <p:grpSp>
          <p:nvGrpSpPr>
            <p:cNvPr id="23" name="Group 22">
              <a:extLst>
                <a:ext uri="{FF2B5EF4-FFF2-40B4-BE49-F238E27FC236}">
                  <a16:creationId xmlns:a16="http://schemas.microsoft.com/office/drawing/2014/main" id="{BB65DA77-E56A-9409-BDAF-6836751B628E}"/>
                </a:ext>
              </a:extLst>
            </p:cNvPr>
            <p:cNvGrpSpPr/>
            <p:nvPr/>
          </p:nvGrpSpPr>
          <p:grpSpPr>
            <a:xfrm>
              <a:off x="6764067" y="6335604"/>
              <a:ext cx="1790655" cy="178361"/>
              <a:chOff x="1330328" y="6428089"/>
              <a:chExt cx="1478843" cy="178361"/>
            </a:xfrm>
          </p:grpSpPr>
          <p:sp>
            <p:nvSpPr>
              <p:cNvPr id="25" name="Oval 24">
                <a:extLst>
                  <a:ext uri="{FF2B5EF4-FFF2-40B4-BE49-F238E27FC236}">
                    <a16:creationId xmlns:a16="http://schemas.microsoft.com/office/drawing/2014/main" id="{6554BFD9-4819-D04F-D092-E506C091A2C6}"/>
                  </a:ext>
                </a:extLst>
              </p:cNvPr>
              <p:cNvSpPr/>
              <p:nvPr/>
            </p:nvSpPr>
            <p:spPr bwMode="auto">
              <a:xfrm>
                <a:off x="2672011" y="6448689"/>
                <a:ext cx="137160" cy="137160"/>
              </a:xfrm>
              <a:prstGeom prst="ellipse">
                <a:avLst/>
              </a:prstGeom>
              <a:solidFill>
                <a:srgbClr val="FF0000"/>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30" name="Oval 29">
                <a:extLst>
                  <a:ext uri="{FF2B5EF4-FFF2-40B4-BE49-F238E27FC236}">
                    <a16:creationId xmlns:a16="http://schemas.microsoft.com/office/drawing/2014/main" id="{9E81C2E8-0B68-F9EF-14EE-F43601245A76}"/>
                  </a:ext>
                </a:extLst>
              </p:cNvPr>
              <p:cNvSpPr/>
              <p:nvPr/>
            </p:nvSpPr>
            <p:spPr bwMode="auto">
              <a:xfrm>
                <a:off x="2219459" y="6448689"/>
                <a:ext cx="137160" cy="137160"/>
              </a:xfrm>
              <a:prstGeom prst="ellipse">
                <a:avLst/>
              </a:prstGeom>
              <a:solidFill>
                <a:schemeClr val="accent4"/>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37" name="Oval 36">
                <a:extLst>
                  <a:ext uri="{FF2B5EF4-FFF2-40B4-BE49-F238E27FC236}">
                    <a16:creationId xmlns:a16="http://schemas.microsoft.com/office/drawing/2014/main" id="{5F0F3846-191D-FBB3-8CED-4BB2B6804E83}"/>
                  </a:ext>
                </a:extLst>
              </p:cNvPr>
              <p:cNvSpPr/>
              <p:nvPr/>
            </p:nvSpPr>
            <p:spPr bwMode="auto">
              <a:xfrm>
                <a:off x="1584301" y="6448689"/>
                <a:ext cx="137160" cy="137160"/>
              </a:xfrm>
              <a:prstGeom prst="ellipse">
                <a:avLst/>
              </a:prstGeom>
              <a:solidFill>
                <a:srgbClr val="548235"/>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46" name="Rectangle 45">
                <a:extLst>
                  <a:ext uri="{FF2B5EF4-FFF2-40B4-BE49-F238E27FC236}">
                    <a16:creationId xmlns:a16="http://schemas.microsoft.com/office/drawing/2014/main" id="{D26E6BEE-21C8-175D-BB1F-19581C7BC092}"/>
                  </a:ext>
                </a:extLst>
              </p:cNvPr>
              <p:cNvSpPr/>
              <p:nvPr>
                <p:custDataLst>
                  <p:tags r:id="rId30"/>
                </p:custDataLst>
              </p:nvPr>
            </p:nvSpPr>
            <p:spPr>
              <a:xfrm>
                <a:off x="1330328" y="6428089"/>
                <a:ext cx="211949"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Low</a:t>
                </a:r>
              </a:p>
            </p:txBody>
          </p:sp>
          <p:sp>
            <p:nvSpPr>
              <p:cNvPr id="48" name="Rectangle 47">
                <a:extLst>
                  <a:ext uri="{FF2B5EF4-FFF2-40B4-BE49-F238E27FC236}">
                    <a16:creationId xmlns:a16="http://schemas.microsoft.com/office/drawing/2014/main" id="{43B060B1-DA12-625F-7AE5-051E7851C601}"/>
                  </a:ext>
                </a:extLst>
              </p:cNvPr>
              <p:cNvSpPr/>
              <p:nvPr>
                <p:custDataLst>
                  <p:tags r:id="rId31"/>
                </p:custDataLst>
              </p:nvPr>
            </p:nvSpPr>
            <p:spPr>
              <a:xfrm>
                <a:off x="1763485" y="6428089"/>
                <a:ext cx="413950"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Medium</a:t>
                </a:r>
                <a:endPar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endParaRPr>
              </a:p>
            </p:txBody>
          </p:sp>
          <p:sp>
            <p:nvSpPr>
              <p:cNvPr id="59" name="Rectangle 58">
                <a:extLst>
                  <a:ext uri="{FF2B5EF4-FFF2-40B4-BE49-F238E27FC236}">
                    <a16:creationId xmlns:a16="http://schemas.microsoft.com/office/drawing/2014/main" id="{BB6D4DFC-B523-3B27-0D45-F2FA7260D948}"/>
                  </a:ext>
                </a:extLst>
              </p:cNvPr>
              <p:cNvSpPr/>
              <p:nvPr>
                <p:custDataLst>
                  <p:tags r:id="rId32"/>
                </p:custDataLst>
              </p:nvPr>
            </p:nvSpPr>
            <p:spPr>
              <a:xfrm>
                <a:off x="2398643" y="6428089"/>
                <a:ext cx="231342"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a:t>
                </a:r>
                <a:endPar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endParaRPr>
              </a:p>
            </p:txBody>
          </p:sp>
        </p:grpSp>
      </p:grpSp>
      <p:sp>
        <p:nvSpPr>
          <p:cNvPr id="61" name="Rectangle 60">
            <a:extLst>
              <a:ext uri="{FF2B5EF4-FFF2-40B4-BE49-F238E27FC236}">
                <a16:creationId xmlns:a16="http://schemas.microsoft.com/office/drawing/2014/main" id="{26F80BDE-5B75-8326-89E1-64CB1A6DF9F2}"/>
              </a:ext>
            </a:extLst>
          </p:cNvPr>
          <p:cNvSpPr/>
          <p:nvPr/>
        </p:nvSpPr>
        <p:spPr>
          <a:xfrm>
            <a:off x="6187679" y="6515777"/>
            <a:ext cx="2743200" cy="242800"/>
          </a:xfrm>
          <a:prstGeom prst="rect">
            <a:avLst/>
          </a:prstGeom>
          <a:noFill/>
          <a:ln w="6350" cap="sq">
            <a:solidFill>
              <a:srgbClr val="1B5B74"/>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sp>
        <p:nvSpPr>
          <p:cNvPr id="63" name="Oval 62">
            <a:extLst>
              <a:ext uri="{FF2B5EF4-FFF2-40B4-BE49-F238E27FC236}">
                <a16:creationId xmlns:a16="http://schemas.microsoft.com/office/drawing/2014/main" id="{7C83F3BD-9A58-3CDE-40DF-4010F2D3F978}"/>
              </a:ext>
            </a:extLst>
          </p:cNvPr>
          <p:cNvSpPr/>
          <p:nvPr>
            <p:custDataLst>
              <p:tags r:id="rId20"/>
            </p:custDataLst>
          </p:nvPr>
        </p:nvSpPr>
        <p:spPr bwMode="auto">
          <a:xfrm>
            <a:off x="8555038" y="384651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6" name="Arc 3135">
            <a:extLst>
              <a:ext uri="{FF2B5EF4-FFF2-40B4-BE49-F238E27FC236}">
                <a16:creationId xmlns:a16="http://schemas.microsoft.com/office/drawing/2014/main" id="{3053E174-BF7C-0E16-BB89-801E76BA21FB}"/>
              </a:ext>
            </a:extLst>
          </p:cNvPr>
          <p:cNvSpPr/>
          <p:nvPr>
            <p:custDataLst>
              <p:tags r:id="rId21"/>
            </p:custDataLst>
          </p:nvPr>
        </p:nvSpPr>
        <p:spPr bwMode="gray">
          <a:xfrm>
            <a:off x="8555038" y="3846513"/>
            <a:ext cx="136525" cy="136525"/>
          </a:xfrm>
          <a:prstGeom prst="arc">
            <a:avLst>
              <a:gd name="adj1" fmla="val 16200000"/>
              <a:gd name="adj2" fmla="val 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38" name="Oval 3137">
            <a:extLst>
              <a:ext uri="{FF2B5EF4-FFF2-40B4-BE49-F238E27FC236}">
                <a16:creationId xmlns:a16="http://schemas.microsoft.com/office/drawing/2014/main" id="{C75AB20D-134C-A957-84D2-665AD0A3B7ED}"/>
              </a:ext>
            </a:extLst>
          </p:cNvPr>
          <p:cNvSpPr/>
          <p:nvPr>
            <p:custDataLst>
              <p:tags r:id="rId22"/>
            </p:custDataLst>
          </p:nvPr>
        </p:nvSpPr>
        <p:spPr bwMode="auto">
          <a:xfrm>
            <a:off x="8761413" y="384651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9" name="Arc 3138">
            <a:extLst>
              <a:ext uri="{FF2B5EF4-FFF2-40B4-BE49-F238E27FC236}">
                <a16:creationId xmlns:a16="http://schemas.microsoft.com/office/drawing/2014/main" id="{3D131D84-2BD2-F08A-09D4-85D8DF7EAAF3}"/>
              </a:ext>
            </a:extLst>
          </p:cNvPr>
          <p:cNvSpPr/>
          <p:nvPr>
            <p:custDataLst>
              <p:tags r:id="rId23"/>
            </p:custDataLst>
          </p:nvPr>
        </p:nvSpPr>
        <p:spPr bwMode="gray">
          <a:xfrm>
            <a:off x="8761413" y="3846513"/>
            <a:ext cx="136525" cy="136525"/>
          </a:xfrm>
          <a:prstGeom prst="arc">
            <a:avLst>
              <a:gd name="adj1" fmla="val 16200000"/>
              <a:gd name="adj2" fmla="val 540000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40" name="Oval 3139">
            <a:extLst>
              <a:ext uri="{FF2B5EF4-FFF2-40B4-BE49-F238E27FC236}">
                <a16:creationId xmlns:a16="http://schemas.microsoft.com/office/drawing/2014/main" id="{3C59BB1A-E5D3-82D5-B07E-DFCF2BC3B704}"/>
              </a:ext>
            </a:extLst>
          </p:cNvPr>
          <p:cNvSpPr/>
          <p:nvPr>
            <p:custDataLst>
              <p:tags r:id="rId24"/>
            </p:custDataLst>
          </p:nvPr>
        </p:nvSpPr>
        <p:spPr bwMode="auto">
          <a:xfrm>
            <a:off x="8967788" y="384651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1" name="Arc 3140">
            <a:extLst>
              <a:ext uri="{FF2B5EF4-FFF2-40B4-BE49-F238E27FC236}">
                <a16:creationId xmlns:a16="http://schemas.microsoft.com/office/drawing/2014/main" id="{7F7D09C5-F45B-BCAF-CDC0-CA0FEE9F5C1F}"/>
              </a:ext>
            </a:extLst>
          </p:cNvPr>
          <p:cNvSpPr/>
          <p:nvPr>
            <p:custDataLst>
              <p:tags r:id="rId25"/>
            </p:custDataLst>
          </p:nvPr>
        </p:nvSpPr>
        <p:spPr bwMode="gray">
          <a:xfrm>
            <a:off x="8967788" y="3846513"/>
            <a:ext cx="136525" cy="136525"/>
          </a:xfrm>
          <a:prstGeom prst="arc">
            <a:avLst>
              <a:gd name="adj1" fmla="val 16200000"/>
              <a:gd name="adj2" fmla="val 1080000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42" name="Oval 3141">
            <a:extLst>
              <a:ext uri="{FF2B5EF4-FFF2-40B4-BE49-F238E27FC236}">
                <a16:creationId xmlns:a16="http://schemas.microsoft.com/office/drawing/2014/main" id="{5FEC1FB3-73B4-41F2-B6D4-41B6571695DF}"/>
              </a:ext>
            </a:extLst>
          </p:cNvPr>
          <p:cNvSpPr/>
          <p:nvPr>
            <p:custDataLst>
              <p:tags r:id="rId26"/>
            </p:custDataLst>
          </p:nvPr>
        </p:nvSpPr>
        <p:spPr bwMode="auto">
          <a:xfrm>
            <a:off x="9175750" y="3846513"/>
            <a:ext cx="136525" cy="136525"/>
          </a:xfrm>
          <a:prstGeom prst="ellipse">
            <a:avLst/>
          </a:prstGeom>
          <a:solidFill>
            <a:srgbClr val="1B5B74"/>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3" name="Oval 3142">
            <a:extLst>
              <a:ext uri="{FF2B5EF4-FFF2-40B4-BE49-F238E27FC236}">
                <a16:creationId xmlns:a16="http://schemas.microsoft.com/office/drawing/2014/main" id="{B17A3C34-61F4-679E-135A-FBC16BB144F0}"/>
              </a:ext>
            </a:extLst>
          </p:cNvPr>
          <p:cNvSpPr/>
          <p:nvPr>
            <p:custDataLst>
              <p:tags r:id="rId27"/>
            </p:custDataLst>
          </p:nvPr>
        </p:nvSpPr>
        <p:spPr bwMode="auto">
          <a:xfrm>
            <a:off x="8347075" y="384651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Line 15">
            <a:extLst>
              <a:ext uri="{FF2B5EF4-FFF2-40B4-BE49-F238E27FC236}">
                <a16:creationId xmlns:a16="http://schemas.microsoft.com/office/drawing/2014/main" id="{69318862-BAF1-3BC9-A2BE-D1729A8BD5E6}"/>
              </a:ext>
            </a:extLst>
          </p:cNvPr>
          <p:cNvSpPr>
            <a:spLocks noChangeShapeType="1"/>
          </p:cNvSpPr>
          <p:nvPr>
            <p:custDataLst>
              <p:tags r:id="rId28"/>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5FADD8EB-6291-690C-7192-8589599A409F}"/>
              </a:ext>
            </a:extLst>
          </p:cNvPr>
          <p:cNvGrpSpPr/>
          <p:nvPr/>
        </p:nvGrpSpPr>
        <p:grpSpPr>
          <a:xfrm>
            <a:off x="15130" y="47516"/>
            <a:ext cx="171132" cy="228600"/>
            <a:chOff x="0" y="49329"/>
            <a:chExt cx="171132" cy="228600"/>
          </a:xfrm>
        </p:grpSpPr>
        <p:cxnSp>
          <p:nvCxnSpPr>
            <p:cNvPr id="52" name="Straight Connector 51">
              <a:extLst>
                <a:ext uri="{FF2B5EF4-FFF2-40B4-BE49-F238E27FC236}">
                  <a16:creationId xmlns:a16="http://schemas.microsoft.com/office/drawing/2014/main" id="{6C43360A-3AAB-D5C3-2670-3B82DEBED835}"/>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3" name="Rectangle: Rounded Corners 52">
              <a:extLst>
                <a:ext uri="{FF2B5EF4-FFF2-40B4-BE49-F238E27FC236}">
                  <a16:creationId xmlns:a16="http://schemas.microsoft.com/office/drawing/2014/main" id="{A88B4B05-3824-0D4D-1441-F546B676096E}"/>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3145" name="Google Shape;1129;p23">
            <a:extLst>
              <a:ext uri="{FF2B5EF4-FFF2-40B4-BE49-F238E27FC236}">
                <a16:creationId xmlns:a16="http://schemas.microsoft.com/office/drawing/2014/main" id="{095D848E-06FB-C55B-8A30-F635A7489456}"/>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Onco-Fertility</a:t>
            </a:r>
            <a:endParaRPr lang="en-US">
              <a:solidFill>
                <a:schemeClr val="bg1"/>
              </a:solidFill>
              <a:latin typeface="Calibri"/>
              <a:ea typeface="Calibri"/>
              <a:cs typeface="Calibri"/>
            </a:endParaRPr>
          </a:p>
        </p:txBody>
      </p:sp>
    </p:spTree>
    <p:extLst>
      <p:ext uri="{BB962C8B-B14F-4D97-AF65-F5344CB8AC3E}">
        <p14:creationId xmlns:p14="http://schemas.microsoft.com/office/powerpoint/2010/main" val="398030567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BB2271-C07D-CEF5-83E4-2EB7DEEBB215}"/>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CD027B5F-D446-AEB2-A045-968394C92BB9}"/>
              </a:ext>
            </a:extLst>
          </p:cNvPr>
          <p:cNvGraphicFramePr>
            <a:graphicFrameLocks/>
          </p:cNvGraphicFramePr>
          <p:nvPr>
            <p:custDataLst>
              <p:tags r:id="rId1"/>
            </p:custDataLst>
            <p:extLst>
              <p:ext uri="{D42A27DB-BD31-4B8C-83A1-F6EECF244321}">
                <p14:modId xmlns:p14="http://schemas.microsoft.com/office/powerpoint/2010/main" val="29593192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3" imgW="306" imgH="306" progId="TCLayout.ActiveDocument.1">
                  <p:embed/>
                </p:oleObj>
              </mc:Choice>
              <mc:Fallback>
                <p:oleObj name="think-cell Slide" r:id="rId83" imgW="306" imgH="306" progId="TCLayout.ActiveDocument.1">
                  <p:embed/>
                  <p:pic>
                    <p:nvPicPr>
                      <p:cNvPr id="9" name="Object 8" hidden="1">
                        <a:extLst>
                          <a:ext uri="{FF2B5EF4-FFF2-40B4-BE49-F238E27FC236}">
                            <a16:creationId xmlns:a16="http://schemas.microsoft.com/office/drawing/2014/main" id="{CD027B5F-D446-AEB2-A045-968394C92BB9}"/>
                          </a:ext>
                        </a:extLst>
                      </p:cNvPr>
                      <p:cNvPicPr/>
                      <p:nvPr/>
                    </p:nvPicPr>
                    <p:blipFill>
                      <a:blip r:embed="rId84"/>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D7580078-34D3-E487-1C3D-B39E31A587C5}"/>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With </a:t>
            </a:r>
            <a:r>
              <a:rPr lang="en-US" sz="2600">
                <a:solidFill>
                  <a:srgbClr val="0A0A0A"/>
                </a:solidFill>
                <a:latin typeface="Georgia" panose="02040502050405020303" pitchFamily="18" charset="0"/>
                <a:cs typeface="Arial" panose="020B0604020202020204" pitchFamily="34" charset="0"/>
              </a:rPr>
              <a:t>three modes </a:t>
            </a:r>
            <a:r>
              <a:rPr lang="en-US" sz="2600" b="0">
                <a:solidFill>
                  <a:srgbClr val="0A0A0A"/>
                </a:solidFill>
                <a:latin typeface="Georgia" panose="02040502050405020303" pitchFamily="18" charset="0"/>
                <a:cs typeface="Arial" panose="020B0604020202020204" pitchFamily="34" charset="0"/>
              </a:rPr>
              <a:t>of entering the market, a referral-based partnership model stands out as the </a:t>
            </a:r>
            <a:r>
              <a:rPr lang="en-US" sz="2600">
                <a:solidFill>
                  <a:srgbClr val="0A0A0A"/>
                </a:solidFill>
                <a:latin typeface="Georgia" panose="02040502050405020303" pitchFamily="18" charset="0"/>
                <a:cs typeface="Arial" panose="020B0604020202020204" pitchFamily="34" charset="0"/>
              </a:rPr>
              <a:t>most feasible </a:t>
            </a:r>
            <a:r>
              <a:rPr lang="en-US" sz="2600" b="0">
                <a:solidFill>
                  <a:srgbClr val="0A0A0A"/>
                </a:solidFill>
                <a:latin typeface="Georgia" panose="02040502050405020303" pitchFamily="18" charset="0"/>
                <a:cs typeface="Arial" panose="020B0604020202020204" pitchFamily="34" charset="0"/>
              </a:rPr>
              <a:t>for immediate implementation </a:t>
            </a:r>
            <a:endPar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graphicFrame>
        <p:nvGraphicFramePr>
          <p:cNvPr id="28" name="Chart 27">
            <a:extLst>
              <a:ext uri="{FF2B5EF4-FFF2-40B4-BE49-F238E27FC236}">
                <a16:creationId xmlns:a16="http://schemas.microsoft.com/office/drawing/2014/main" id="{8975392D-1AF7-6C6D-8912-113CBE91ADD3}"/>
              </a:ext>
            </a:extLst>
          </p:cNvPr>
          <p:cNvGraphicFramePr/>
          <p:nvPr>
            <p:custDataLst>
              <p:tags r:id="rId3"/>
            </p:custDataLst>
            <p:extLst>
              <p:ext uri="{D42A27DB-BD31-4B8C-83A1-F6EECF244321}">
                <p14:modId xmlns:p14="http://schemas.microsoft.com/office/powerpoint/2010/main" val="2071097265"/>
              </p:ext>
            </p:extLst>
          </p:nvPr>
        </p:nvGraphicFramePr>
        <p:xfrm>
          <a:off x="962025" y="2316163"/>
          <a:ext cx="2681288" cy="1362075"/>
        </p:xfrm>
        <a:graphic>
          <a:graphicData uri="http://schemas.openxmlformats.org/drawingml/2006/chart">
            <c:chart xmlns:c="http://schemas.openxmlformats.org/drawingml/2006/chart" xmlns:r="http://schemas.openxmlformats.org/officeDocument/2006/relationships" r:id="rId85"/>
          </a:graphicData>
        </a:graphic>
      </p:graphicFrame>
      <p:cxnSp>
        <p:nvCxnSpPr>
          <p:cNvPr id="23" name="Straight Connector 22">
            <a:extLst>
              <a:ext uri="{FF2B5EF4-FFF2-40B4-BE49-F238E27FC236}">
                <a16:creationId xmlns:a16="http://schemas.microsoft.com/office/drawing/2014/main" id="{92AA52CE-466B-2A5D-EDEC-3B3F510D7B0E}"/>
              </a:ext>
            </a:extLst>
          </p:cNvPr>
          <p:cNvCxnSpPr>
            <a:cxnSpLocks/>
          </p:cNvCxnSpPr>
          <p:nvPr>
            <p:custDataLst>
              <p:tags r:id="rId4"/>
            </p:custDataLst>
          </p:nvPr>
        </p:nvCxnSpPr>
        <p:spPr bwMode="auto">
          <a:xfrm flipV="1">
            <a:off x="1463675" y="2130425"/>
            <a:ext cx="1677988" cy="33178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6" name="Text Placeholder 4">
            <a:extLst>
              <a:ext uri="{FF2B5EF4-FFF2-40B4-BE49-F238E27FC236}">
                <a16:creationId xmlns:a16="http://schemas.microsoft.com/office/drawing/2014/main" id="{7AF0AFE3-5E55-BF57-FB32-C70B1B3ED543}"/>
              </a:ext>
            </a:extLst>
          </p:cNvPr>
          <p:cNvSpPr>
            <a:spLocks/>
          </p:cNvSpPr>
          <p:nvPr>
            <p:custDataLst>
              <p:tags r:id="rId5"/>
            </p:custDataLst>
          </p:nvPr>
        </p:nvSpPr>
        <p:spPr bwMode="auto">
          <a:xfrm>
            <a:off x="1266825" y="350361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405E655F-C9D9-4C4B-A91C-0C9EB9B630A9}"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5" name="Text Placeholder 4">
            <a:extLst>
              <a:ext uri="{FF2B5EF4-FFF2-40B4-BE49-F238E27FC236}">
                <a16:creationId xmlns:a16="http://schemas.microsoft.com/office/drawing/2014/main" id="{FF9CF5FD-6334-755A-2130-5D5B700970C6}"/>
              </a:ext>
            </a:extLst>
          </p:cNvPr>
          <p:cNvSpPr>
            <a:spLocks/>
          </p:cNvSpPr>
          <p:nvPr>
            <p:custDataLst>
              <p:tags r:id="rId6"/>
            </p:custDataLst>
          </p:nvPr>
        </p:nvSpPr>
        <p:spPr bwMode="auto">
          <a:xfrm>
            <a:off x="2105025" y="350361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0674D272-713D-439F-9238-F5A0132528FB}"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 name="Text Placeholder 4">
            <a:extLst>
              <a:ext uri="{FF2B5EF4-FFF2-40B4-BE49-F238E27FC236}">
                <a16:creationId xmlns:a16="http://schemas.microsoft.com/office/drawing/2014/main" id="{4AE705A9-7AD7-7B05-35FA-0A3C2A7DACD1}"/>
              </a:ext>
            </a:extLst>
          </p:cNvPr>
          <p:cNvSpPr>
            <a:spLocks/>
          </p:cNvSpPr>
          <p:nvPr>
            <p:custDataLst>
              <p:tags r:id="rId7"/>
            </p:custDataLst>
          </p:nvPr>
        </p:nvSpPr>
        <p:spPr bwMode="auto">
          <a:xfrm>
            <a:off x="2944813" y="350361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2DBF6BA1-C640-4AD5-AA19-E87C9D5F653C}"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6" name="Text Placeholder 2">
            <a:extLst>
              <a:ext uri="{FF2B5EF4-FFF2-40B4-BE49-F238E27FC236}">
                <a16:creationId xmlns:a16="http://schemas.microsoft.com/office/drawing/2014/main" id="{B82D6162-D18B-4722-F81E-22F9E5731B23}"/>
              </a:ext>
            </a:extLst>
          </p:cNvPr>
          <p:cNvSpPr>
            <a:spLocks/>
          </p:cNvSpPr>
          <p:nvPr>
            <p:custDataLst>
              <p:tags r:id="rId8"/>
            </p:custDataLst>
          </p:nvPr>
        </p:nvSpPr>
        <p:spPr bwMode="gray">
          <a:xfrm>
            <a:off x="1363663" y="2682875"/>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C6B1A9C5-74A2-4237-9A58-4F822425D7F4}" type="datetime'''''''''''''''''''''''''''''''''''''''''''''''8''''''9'">
              <a:rPr lang="en-US" altLang="en-US" sz="1200" b="1" smtClean="0">
                <a:solidFill>
                  <a:srgbClr val="000000"/>
                </a:solidFill>
              </a:rPr>
              <a:pPr marL="0" lvl="0" indent="0" algn="ctr">
                <a:spcBef>
                  <a:spcPct val="0"/>
                </a:spcBef>
                <a:spcAft>
                  <a:spcPct val="0"/>
                </a:spcAft>
                <a:buNone/>
                <a:defRPr/>
              </a:pPr>
              <a:t>89</a:t>
            </a:fld>
            <a:endParaRPr kumimoji="0" lang="en-US" sz="1200" b="1" i="0" strike="noStrike" kern="1200" cap="none" spc="0" normalizeH="0" baseline="0" noProof="0">
              <a:ln>
                <a:noFill/>
              </a:ln>
              <a:solidFill>
                <a:srgbClr val="000000"/>
              </a:solidFill>
              <a:effectLst/>
              <a:uLnTx/>
              <a:uFillTx/>
              <a:sym typeface="Arial\"/>
            </a:endParaRPr>
          </a:p>
        </p:txBody>
      </p:sp>
      <p:sp>
        <p:nvSpPr>
          <p:cNvPr id="39" name="Text Placeholder 2">
            <a:extLst>
              <a:ext uri="{FF2B5EF4-FFF2-40B4-BE49-F238E27FC236}">
                <a16:creationId xmlns:a16="http://schemas.microsoft.com/office/drawing/2014/main" id="{23383781-4066-8DC7-0228-1C661137A289}"/>
              </a:ext>
            </a:extLst>
          </p:cNvPr>
          <p:cNvSpPr>
            <a:spLocks/>
          </p:cNvSpPr>
          <p:nvPr>
            <p:custDataLst>
              <p:tags r:id="rId9"/>
            </p:custDataLst>
          </p:nvPr>
        </p:nvSpPr>
        <p:spPr bwMode="gray">
          <a:xfrm>
            <a:off x="2163763" y="2514600"/>
            <a:ext cx="2778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0C51B9F0-831A-402C-B551-9C7A2CAC2AB3}" type="datetime'''''''''''''''''''''1''''''1''''''5'''''''''''''">
              <a:rPr lang="en-US" altLang="en-US" sz="1200" b="1" smtClean="0">
                <a:solidFill>
                  <a:srgbClr val="000000"/>
                </a:solidFill>
              </a:rPr>
              <a:pPr marL="0" lvl="0" indent="0" algn="ctr">
                <a:spcBef>
                  <a:spcPct val="0"/>
                </a:spcBef>
                <a:spcAft>
                  <a:spcPct val="0"/>
                </a:spcAft>
                <a:buNone/>
                <a:defRPr/>
              </a:pPr>
              <a:t>115</a:t>
            </a:fld>
            <a:endParaRPr kumimoji="0" lang="en-US" sz="1200" b="1" i="0" strike="noStrike" kern="1200" cap="none" spc="0" normalizeH="0" baseline="0" noProof="0">
              <a:ln>
                <a:noFill/>
              </a:ln>
              <a:solidFill>
                <a:srgbClr val="000000"/>
              </a:solidFill>
              <a:effectLst/>
              <a:uLnTx/>
              <a:uFillTx/>
              <a:sym typeface="Arial\"/>
            </a:endParaRPr>
          </a:p>
        </p:txBody>
      </p:sp>
      <p:sp>
        <p:nvSpPr>
          <p:cNvPr id="11" name="Text Placeholder 2">
            <a:extLst>
              <a:ext uri="{FF2B5EF4-FFF2-40B4-BE49-F238E27FC236}">
                <a16:creationId xmlns:a16="http://schemas.microsoft.com/office/drawing/2014/main" id="{D7D96782-2A3D-968F-B30C-56C811E36758}"/>
              </a:ext>
            </a:extLst>
          </p:cNvPr>
          <p:cNvSpPr>
            <a:spLocks/>
          </p:cNvSpPr>
          <p:nvPr>
            <p:custDataLst>
              <p:tags r:id="rId10"/>
            </p:custDataLst>
          </p:nvPr>
        </p:nvSpPr>
        <p:spPr bwMode="gray">
          <a:xfrm>
            <a:off x="3003550" y="2351088"/>
            <a:ext cx="2778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0CE95E65-9452-4566-B3DE-151777E4DE73}" type="datetime'''''1''''''''''''''''''''''''''4''0'''''''''''''''''''''">
              <a:rPr lang="en-US" altLang="en-US" sz="1200" b="1" smtClean="0">
                <a:solidFill>
                  <a:srgbClr val="000000"/>
                </a:solidFill>
              </a:rPr>
              <a:pPr marL="0" lvl="0" indent="0" algn="ctr">
                <a:spcBef>
                  <a:spcPct val="0"/>
                </a:spcBef>
                <a:spcAft>
                  <a:spcPct val="0"/>
                </a:spcAft>
                <a:buNone/>
                <a:defRPr/>
              </a:pPr>
              <a:t>140</a:t>
            </a:fld>
            <a:endParaRPr kumimoji="0" lang="en-US" sz="1200" b="1" i="0" strike="noStrike" kern="1200" cap="none" spc="0" normalizeH="0" baseline="0" noProof="0">
              <a:ln>
                <a:noFill/>
              </a:ln>
              <a:solidFill>
                <a:srgbClr val="000000"/>
              </a:solidFill>
              <a:effectLst/>
              <a:uLnTx/>
              <a:uFillTx/>
              <a:sym typeface="Arial\"/>
            </a:endParaRPr>
          </a:p>
        </p:txBody>
      </p:sp>
      <p:sp>
        <p:nvSpPr>
          <p:cNvPr id="41" name="Text Placeholder 2">
            <a:extLst>
              <a:ext uri="{FF2B5EF4-FFF2-40B4-BE49-F238E27FC236}">
                <a16:creationId xmlns:a16="http://schemas.microsoft.com/office/drawing/2014/main" id="{9EEB3DC4-A361-4385-1B9F-38DD02E96519}"/>
              </a:ext>
            </a:extLst>
          </p:cNvPr>
          <p:cNvSpPr>
            <a:spLocks/>
          </p:cNvSpPr>
          <p:nvPr>
            <p:custDataLst>
              <p:tags r:id="rId11"/>
            </p:custDataLst>
          </p:nvPr>
        </p:nvSpPr>
        <p:spPr bwMode="auto">
          <a:xfrm>
            <a:off x="2058988" y="2178050"/>
            <a:ext cx="485775"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DFEAF301-BCE5-4B8E-9486-3B619C561E59}" type="datetime'+2''''''''''''''''''''''''''''5''''''''''''''''%'''''">
              <a:rPr lang="en-US" altLang="en-US" sz="1200" b="1" smtClean="0">
                <a:solidFill>
                  <a:srgbClr val="FFFFFF"/>
                </a:solidFill>
                <a:effectLst/>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+25%</a:t>
            </a:fld>
            <a:endParaRPr kumimoji="0" lang="en-US" sz="1200" b="1" i="0" strike="noStrike" kern="1200" cap="none" spc="0" normalizeH="0" baseline="0" noProof="0">
              <a:ln>
                <a:noFill/>
              </a:ln>
              <a:solidFill>
                <a:srgbClr val="FFFFFF"/>
              </a:solidFill>
              <a:effectLst/>
              <a:uLnTx/>
              <a:uFillTx/>
              <a:ea typeface="+mn-ea"/>
              <a:cs typeface="+mn-cs"/>
              <a:sym typeface="Arial\"/>
            </a:endParaRPr>
          </a:p>
        </p:txBody>
      </p:sp>
      <p:sp>
        <p:nvSpPr>
          <p:cNvPr id="42" name="Rectangle 41">
            <a:extLst>
              <a:ext uri="{FF2B5EF4-FFF2-40B4-BE49-F238E27FC236}">
                <a16:creationId xmlns:a16="http://schemas.microsoft.com/office/drawing/2014/main" id="{32960707-F029-E71E-8E30-00DED1BF6E4B}"/>
              </a:ext>
            </a:extLst>
          </p:cNvPr>
          <p:cNvSpPr/>
          <p:nvPr>
            <p:custDataLst>
              <p:tags r:id="rId12"/>
            </p:custDataLst>
          </p:nvPr>
        </p:nvSpPr>
        <p:spPr>
          <a:xfrm>
            <a:off x="1019175" y="1700955"/>
            <a:ext cx="2376488" cy="226997"/>
          </a:xfrm>
          <a:prstGeom prst="rect">
            <a:avLst/>
          </a:prstGeom>
          <a:noFill/>
          <a:ln w="9525" cap="sq">
            <a:solidFill>
              <a:srgbClr val="364D6E"/>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rPr>
              <a:t>Case 1: Referral</a:t>
            </a:r>
          </a:p>
        </p:txBody>
      </p:sp>
      <p:sp>
        <p:nvSpPr>
          <p:cNvPr id="87" name="Rectangle 86">
            <a:extLst>
              <a:ext uri="{FF2B5EF4-FFF2-40B4-BE49-F238E27FC236}">
                <a16:creationId xmlns:a16="http://schemas.microsoft.com/office/drawing/2014/main" id="{8843640C-EA0C-548E-1410-E30ADDF768D6}"/>
              </a:ext>
            </a:extLst>
          </p:cNvPr>
          <p:cNvSpPr/>
          <p:nvPr>
            <p:custDataLst>
              <p:tags r:id="rId13"/>
            </p:custDataLst>
          </p:nvPr>
        </p:nvSpPr>
        <p:spPr>
          <a:xfrm>
            <a:off x="4937804" y="1700213"/>
            <a:ext cx="2374900" cy="226997"/>
          </a:xfrm>
          <a:prstGeom prst="rect">
            <a:avLst/>
          </a:prstGeom>
          <a:noFill/>
          <a:ln w="9525" cap="sq">
            <a:solidFill>
              <a:srgbClr val="364D6E"/>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rPr>
              <a:t>Case 2: Cryopreservation only</a:t>
            </a:r>
          </a:p>
        </p:txBody>
      </p:sp>
      <p:graphicFrame>
        <p:nvGraphicFramePr>
          <p:cNvPr id="29" name="Chart 28">
            <a:extLst>
              <a:ext uri="{FF2B5EF4-FFF2-40B4-BE49-F238E27FC236}">
                <a16:creationId xmlns:a16="http://schemas.microsoft.com/office/drawing/2014/main" id="{34857D99-41C9-DC2B-25A8-5E20FBA1FD82}"/>
              </a:ext>
            </a:extLst>
          </p:cNvPr>
          <p:cNvGraphicFramePr/>
          <p:nvPr>
            <p:custDataLst>
              <p:tags r:id="rId14"/>
            </p:custDataLst>
            <p:extLst>
              <p:ext uri="{D42A27DB-BD31-4B8C-83A1-F6EECF244321}">
                <p14:modId xmlns:p14="http://schemas.microsoft.com/office/powerpoint/2010/main" val="392531836"/>
              </p:ext>
            </p:extLst>
          </p:nvPr>
        </p:nvGraphicFramePr>
        <p:xfrm>
          <a:off x="4733925" y="2316163"/>
          <a:ext cx="2681288" cy="1362075"/>
        </p:xfrm>
        <a:graphic>
          <a:graphicData uri="http://schemas.openxmlformats.org/drawingml/2006/chart">
            <c:chart xmlns:c="http://schemas.openxmlformats.org/drawingml/2006/chart" xmlns:r="http://schemas.openxmlformats.org/officeDocument/2006/relationships" r:id="rId86"/>
          </a:graphicData>
        </a:graphic>
      </p:graphicFrame>
      <p:cxnSp>
        <p:nvCxnSpPr>
          <p:cNvPr id="34" name="Straight Connector 33">
            <a:extLst>
              <a:ext uri="{FF2B5EF4-FFF2-40B4-BE49-F238E27FC236}">
                <a16:creationId xmlns:a16="http://schemas.microsoft.com/office/drawing/2014/main" id="{1E7FCA1F-28B2-9C05-CEAE-B6642682606C}"/>
              </a:ext>
            </a:extLst>
          </p:cNvPr>
          <p:cNvCxnSpPr>
            <a:cxnSpLocks/>
          </p:cNvCxnSpPr>
          <p:nvPr>
            <p:custDataLst>
              <p:tags r:id="rId15"/>
            </p:custDataLst>
          </p:nvPr>
        </p:nvCxnSpPr>
        <p:spPr bwMode="auto">
          <a:xfrm flipV="1">
            <a:off x="5235575" y="2130425"/>
            <a:ext cx="1677988" cy="33178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7" name="Text Placeholder 4">
            <a:extLst>
              <a:ext uri="{FF2B5EF4-FFF2-40B4-BE49-F238E27FC236}">
                <a16:creationId xmlns:a16="http://schemas.microsoft.com/office/drawing/2014/main" id="{52A33B95-B1E5-FCC9-5E9A-61330BE739EC}"/>
              </a:ext>
            </a:extLst>
          </p:cNvPr>
          <p:cNvSpPr>
            <a:spLocks/>
          </p:cNvSpPr>
          <p:nvPr>
            <p:custDataLst>
              <p:tags r:id="rId16"/>
            </p:custDataLst>
          </p:nvPr>
        </p:nvSpPr>
        <p:spPr bwMode="auto">
          <a:xfrm>
            <a:off x="5038725" y="350361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6AC45C73-CA0A-4806-BAE9-BC1BF07F4102}"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8" name="Text Placeholder 4">
            <a:extLst>
              <a:ext uri="{FF2B5EF4-FFF2-40B4-BE49-F238E27FC236}">
                <a16:creationId xmlns:a16="http://schemas.microsoft.com/office/drawing/2014/main" id="{6239D360-71B6-CD3C-CE58-E133EF375E0D}"/>
              </a:ext>
            </a:extLst>
          </p:cNvPr>
          <p:cNvSpPr>
            <a:spLocks/>
          </p:cNvSpPr>
          <p:nvPr>
            <p:custDataLst>
              <p:tags r:id="rId17"/>
            </p:custDataLst>
          </p:nvPr>
        </p:nvSpPr>
        <p:spPr bwMode="auto">
          <a:xfrm>
            <a:off x="5876925" y="350361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90ABD8A8-F716-4B1E-B835-C6AB40F8F789}"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40" name="Text Placeholder 4">
            <a:extLst>
              <a:ext uri="{FF2B5EF4-FFF2-40B4-BE49-F238E27FC236}">
                <a16:creationId xmlns:a16="http://schemas.microsoft.com/office/drawing/2014/main" id="{1F92D7F3-3370-D570-FD6B-7952155B99F9}"/>
              </a:ext>
            </a:extLst>
          </p:cNvPr>
          <p:cNvSpPr>
            <a:spLocks/>
          </p:cNvSpPr>
          <p:nvPr>
            <p:custDataLst>
              <p:tags r:id="rId18"/>
            </p:custDataLst>
          </p:nvPr>
        </p:nvSpPr>
        <p:spPr bwMode="auto">
          <a:xfrm>
            <a:off x="6716713" y="350361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277C2322-E02A-49A4-A2E2-C510C0156375}"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43" name="Text Placeholder 2">
            <a:extLst>
              <a:ext uri="{FF2B5EF4-FFF2-40B4-BE49-F238E27FC236}">
                <a16:creationId xmlns:a16="http://schemas.microsoft.com/office/drawing/2014/main" id="{BB97CD4D-08A5-3721-334D-322800076F0C}"/>
              </a:ext>
            </a:extLst>
          </p:cNvPr>
          <p:cNvSpPr>
            <a:spLocks/>
          </p:cNvSpPr>
          <p:nvPr>
            <p:custDataLst>
              <p:tags r:id="rId19"/>
            </p:custDataLst>
          </p:nvPr>
        </p:nvSpPr>
        <p:spPr bwMode="gray">
          <a:xfrm>
            <a:off x="5135563" y="2682875"/>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62833BE9-B8C9-44A1-BD4B-45F7C84A466F}" type="datetime'8''''''9'''''''''''''''''''''''''''''''''''''''''''''''''''">
              <a:rPr lang="en-US" altLang="en-US" sz="1200" b="1" smtClean="0">
                <a:solidFill>
                  <a:srgbClr val="000000"/>
                </a:solidFill>
              </a:rPr>
              <a:pPr marL="0" lvl="0" indent="0" algn="ctr">
                <a:spcBef>
                  <a:spcPct val="0"/>
                </a:spcBef>
                <a:spcAft>
                  <a:spcPct val="0"/>
                </a:spcAft>
                <a:buNone/>
                <a:defRPr/>
              </a:pPr>
              <a:t>89</a:t>
            </a:fld>
            <a:endParaRPr kumimoji="0" lang="en-US" sz="1200" b="1" i="0" strike="noStrike" kern="1200" cap="none" spc="0" normalizeH="0" baseline="0" noProof="0">
              <a:ln>
                <a:noFill/>
              </a:ln>
              <a:solidFill>
                <a:srgbClr val="000000"/>
              </a:solidFill>
              <a:effectLst/>
              <a:uLnTx/>
              <a:uFillTx/>
              <a:sym typeface="Arial\"/>
            </a:endParaRPr>
          </a:p>
        </p:txBody>
      </p:sp>
      <p:sp>
        <p:nvSpPr>
          <p:cNvPr id="44" name="Text Placeholder 2">
            <a:extLst>
              <a:ext uri="{FF2B5EF4-FFF2-40B4-BE49-F238E27FC236}">
                <a16:creationId xmlns:a16="http://schemas.microsoft.com/office/drawing/2014/main" id="{758DD1E6-EF45-A6FF-887D-D57BAF9BAED0}"/>
              </a:ext>
            </a:extLst>
          </p:cNvPr>
          <p:cNvSpPr>
            <a:spLocks/>
          </p:cNvSpPr>
          <p:nvPr>
            <p:custDataLst>
              <p:tags r:id="rId20"/>
            </p:custDataLst>
          </p:nvPr>
        </p:nvSpPr>
        <p:spPr bwMode="gray">
          <a:xfrm>
            <a:off x="5935663" y="2514600"/>
            <a:ext cx="2778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0A5F8F00-1540-4B0D-93D7-36C99453DB5D}" type="datetime'''''''1''''''''''15'''''''''''''''''''''''''''''">
              <a:rPr lang="en-US" altLang="en-US" sz="1200" b="1" smtClean="0">
                <a:solidFill>
                  <a:srgbClr val="000000"/>
                </a:solidFill>
              </a:rPr>
              <a:pPr marL="0" lvl="0" indent="0" algn="ctr">
                <a:spcBef>
                  <a:spcPct val="0"/>
                </a:spcBef>
                <a:spcAft>
                  <a:spcPct val="0"/>
                </a:spcAft>
                <a:buNone/>
                <a:defRPr/>
              </a:pPr>
              <a:t>115</a:t>
            </a:fld>
            <a:endParaRPr kumimoji="0" lang="en-US" sz="1200" b="1" i="0" strike="noStrike" kern="1200" cap="none" spc="0" normalizeH="0" baseline="0" noProof="0">
              <a:ln>
                <a:noFill/>
              </a:ln>
              <a:solidFill>
                <a:srgbClr val="000000"/>
              </a:solidFill>
              <a:effectLst/>
              <a:uLnTx/>
              <a:uFillTx/>
              <a:sym typeface="Arial\"/>
            </a:endParaRPr>
          </a:p>
        </p:txBody>
      </p:sp>
      <p:sp>
        <p:nvSpPr>
          <p:cNvPr id="45" name="Text Placeholder 2">
            <a:extLst>
              <a:ext uri="{FF2B5EF4-FFF2-40B4-BE49-F238E27FC236}">
                <a16:creationId xmlns:a16="http://schemas.microsoft.com/office/drawing/2014/main" id="{ACC207DE-E281-C09F-AFC4-843A46681514}"/>
              </a:ext>
            </a:extLst>
          </p:cNvPr>
          <p:cNvSpPr>
            <a:spLocks/>
          </p:cNvSpPr>
          <p:nvPr>
            <p:custDataLst>
              <p:tags r:id="rId21"/>
            </p:custDataLst>
          </p:nvPr>
        </p:nvSpPr>
        <p:spPr bwMode="gray">
          <a:xfrm>
            <a:off x="6775450" y="2351088"/>
            <a:ext cx="2778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F684128B-76CC-4433-B78A-2080DB1BC3CF}" type="datetime'''''''''''''1''''''''''''''''''''''4''''''''''''0'''''">
              <a:rPr lang="en-US" altLang="en-US" sz="1200" b="1" smtClean="0">
                <a:solidFill>
                  <a:srgbClr val="000000"/>
                </a:solidFill>
              </a:rPr>
              <a:pPr marL="0" lvl="0" indent="0" algn="ctr">
                <a:spcBef>
                  <a:spcPct val="0"/>
                </a:spcBef>
                <a:spcAft>
                  <a:spcPct val="0"/>
                </a:spcAft>
                <a:buNone/>
                <a:defRPr/>
              </a:pPr>
              <a:t>140</a:t>
            </a:fld>
            <a:endParaRPr kumimoji="0" lang="en-US" sz="1200" b="1" i="0" strike="noStrike" kern="1200" cap="none" spc="0" normalizeH="0" baseline="0" noProof="0">
              <a:ln>
                <a:noFill/>
              </a:ln>
              <a:solidFill>
                <a:srgbClr val="000000"/>
              </a:solidFill>
              <a:effectLst/>
              <a:uLnTx/>
              <a:uFillTx/>
              <a:sym typeface="Arial\"/>
            </a:endParaRPr>
          </a:p>
        </p:txBody>
      </p:sp>
      <p:sp>
        <p:nvSpPr>
          <p:cNvPr id="46" name="Text Placeholder 2">
            <a:extLst>
              <a:ext uri="{FF2B5EF4-FFF2-40B4-BE49-F238E27FC236}">
                <a16:creationId xmlns:a16="http://schemas.microsoft.com/office/drawing/2014/main" id="{4B9AC02E-D57B-FCAA-500E-453592A21D0F}"/>
              </a:ext>
            </a:extLst>
          </p:cNvPr>
          <p:cNvSpPr>
            <a:spLocks/>
          </p:cNvSpPr>
          <p:nvPr>
            <p:custDataLst>
              <p:tags r:id="rId22"/>
            </p:custDataLst>
          </p:nvPr>
        </p:nvSpPr>
        <p:spPr bwMode="auto">
          <a:xfrm>
            <a:off x="5830888" y="2178050"/>
            <a:ext cx="485775"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4B5F298A-6055-4DCE-B400-9C5912F03371}" type="datetime'+''''''''''''''''2''5''''''%'''''''''">
              <a:rPr lang="en-US" altLang="en-US" sz="1200" b="1" smtClean="0">
                <a:solidFill>
                  <a:srgbClr val="FFFFFF"/>
                </a:solidFill>
                <a:effectLst/>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+25%</a:t>
            </a:fld>
            <a:endParaRPr kumimoji="0" lang="en-US" sz="1200" b="1" i="0" strike="noStrike" kern="1200" cap="none" spc="0" normalizeH="0" baseline="0" noProof="0">
              <a:ln>
                <a:noFill/>
              </a:ln>
              <a:solidFill>
                <a:srgbClr val="FFFFFF"/>
              </a:solidFill>
              <a:effectLst/>
              <a:uLnTx/>
              <a:uFillTx/>
              <a:ea typeface="+mn-ea"/>
              <a:cs typeface="+mn-cs"/>
              <a:sym typeface="Arial\"/>
            </a:endParaRPr>
          </a:p>
        </p:txBody>
      </p:sp>
      <p:sp>
        <p:nvSpPr>
          <p:cNvPr id="55" name="Rectangle 54">
            <a:extLst>
              <a:ext uri="{FF2B5EF4-FFF2-40B4-BE49-F238E27FC236}">
                <a16:creationId xmlns:a16="http://schemas.microsoft.com/office/drawing/2014/main" id="{FE6D66BB-254B-C689-DC27-6587699871AF}"/>
              </a:ext>
            </a:extLst>
          </p:cNvPr>
          <p:cNvSpPr/>
          <p:nvPr>
            <p:custDataLst>
              <p:tags r:id="rId23"/>
            </p:custDataLst>
          </p:nvPr>
        </p:nvSpPr>
        <p:spPr>
          <a:xfrm>
            <a:off x="8726488" y="1700955"/>
            <a:ext cx="2376488" cy="226997"/>
          </a:xfrm>
          <a:prstGeom prst="rect">
            <a:avLst/>
          </a:prstGeom>
          <a:noFill/>
          <a:ln w="9525" cap="sq">
            <a:solidFill>
              <a:srgbClr val="364D6E"/>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rPr>
              <a:t>Case 3:End to end IVF clinic</a:t>
            </a:r>
          </a:p>
        </p:txBody>
      </p:sp>
      <p:graphicFrame>
        <p:nvGraphicFramePr>
          <p:cNvPr id="3199" name="Chart 3198">
            <a:extLst>
              <a:ext uri="{FF2B5EF4-FFF2-40B4-BE49-F238E27FC236}">
                <a16:creationId xmlns:a16="http://schemas.microsoft.com/office/drawing/2014/main" id="{01D5707B-DDF2-FA7B-A6B6-115AE525462F}"/>
              </a:ext>
            </a:extLst>
          </p:cNvPr>
          <p:cNvGraphicFramePr/>
          <p:nvPr>
            <p:custDataLst>
              <p:tags r:id="rId24"/>
            </p:custDataLst>
            <p:extLst>
              <p:ext uri="{D42A27DB-BD31-4B8C-83A1-F6EECF244321}">
                <p14:modId xmlns:p14="http://schemas.microsoft.com/office/powerpoint/2010/main" val="2952981881"/>
              </p:ext>
            </p:extLst>
          </p:nvPr>
        </p:nvGraphicFramePr>
        <p:xfrm>
          <a:off x="8591550" y="2316163"/>
          <a:ext cx="2681288" cy="1362075"/>
        </p:xfrm>
        <a:graphic>
          <a:graphicData uri="http://schemas.openxmlformats.org/drawingml/2006/chart">
            <c:chart xmlns:c="http://schemas.openxmlformats.org/drawingml/2006/chart" xmlns:r="http://schemas.openxmlformats.org/officeDocument/2006/relationships" r:id="rId87"/>
          </a:graphicData>
        </a:graphic>
      </p:graphicFrame>
      <p:cxnSp>
        <p:nvCxnSpPr>
          <p:cNvPr id="57" name="Straight Connector 56">
            <a:extLst>
              <a:ext uri="{FF2B5EF4-FFF2-40B4-BE49-F238E27FC236}">
                <a16:creationId xmlns:a16="http://schemas.microsoft.com/office/drawing/2014/main" id="{74DAF61C-DAD9-2439-7C82-E694F4BBB68D}"/>
              </a:ext>
            </a:extLst>
          </p:cNvPr>
          <p:cNvCxnSpPr>
            <a:cxnSpLocks/>
          </p:cNvCxnSpPr>
          <p:nvPr>
            <p:custDataLst>
              <p:tags r:id="rId25"/>
            </p:custDataLst>
          </p:nvPr>
        </p:nvCxnSpPr>
        <p:spPr bwMode="auto">
          <a:xfrm flipV="1">
            <a:off x="9093200" y="2201863"/>
            <a:ext cx="1677988" cy="50165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1" name="Text Placeholder 2">
            <a:extLst>
              <a:ext uri="{FF2B5EF4-FFF2-40B4-BE49-F238E27FC236}">
                <a16:creationId xmlns:a16="http://schemas.microsoft.com/office/drawing/2014/main" id="{87BB863F-9716-77B5-70B5-97E8A856AB8A}"/>
              </a:ext>
            </a:extLst>
          </p:cNvPr>
          <p:cNvSpPr>
            <a:spLocks/>
          </p:cNvSpPr>
          <p:nvPr>
            <p:custDataLst>
              <p:tags r:id="rId26"/>
            </p:custDataLst>
          </p:nvPr>
        </p:nvSpPr>
        <p:spPr bwMode="gray">
          <a:xfrm>
            <a:off x="9010650" y="3340100"/>
            <a:ext cx="165100" cy="136525"/>
          </a:xfrm>
          <a:prstGeom prst="rect">
            <a:avLst/>
          </a:prstGeom>
          <a:solidFill>
            <a:srgbClr val="04748A"/>
          </a:solidFill>
          <a:ln>
            <a:noFill/>
          </a:ln>
          <a:effec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6D1C463-3AF4-4383-A449-795733A574C8}" type="datetime'''''''''53'''''''''''''''''''''''''''''''''">
              <a:rPr lang="en-US" altLang="en-US" sz="1000" smtClean="0">
                <a:solidFill>
                  <a:srgbClr val="FFFFFF"/>
                </a:solidFill>
                <a:effectLst/>
                <a:sym typeface="Arial\"/>
              </a:rPr>
              <a:pPr marL="0" lvl="0" indent="0" algn="ctr">
                <a:spcBef>
                  <a:spcPct val="0"/>
                </a:spcBef>
                <a:spcAft>
                  <a:spcPct val="0"/>
                </a:spcAft>
                <a:buNone/>
              </a:pPr>
              <a:t>53</a:t>
            </a:fld>
            <a:endParaRPr lang="en-US" sz="1000">
              <a:solidFill>
                <a:srgbClr val="FFFFFF"/>
              </a:solidFill>
              <a:sym typeface="Arial\"/>
            </a:endParaRPr>
          </a:p>
        </p:txBody>
      </p:sp>
      <p:sp>
        <p:nvSpPr>
          <p:cNvPr id="58" name="Text Placeholder 4">
            <a:extLst>
              <a:ext uri="{FF2B5EF4-FFF2-40B4-BE49-F238E27FC236}">
                <a16:creationId xmlns:a16="http://schemas.microsoft.com/office/drawing/2014/main" id="{0E1E2D2C-3B30-1ED2-CB63-455792D5DA92}"/>
              </a:ext>
            </a:extLst>
          </p:cNvPr>
          <p:cNvSpPr>
            <a:spLocks/>
          </p:cNvSpPr>
          <p:nvPr>
            <p:custDataLst>
              <p:tags r:id="rId27"/>
            </p:custDataLst>
          </p:nvPr>
        </p:nvSpPr>
        <p:spPr bwMode="auto">
          <a:xfrm>
            <a:off x="8896350" y="35274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719E091A-A128-42CB-A94F-48B005860B15}"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2" name="Text Placeholder 2">
            <a:extLst>
              <a:ext uri="{FF2B5EF4-FFF2-40B4-BE49-F238E27FC236}">
                <a16:creationId xmlns:a16="http://schemas.microsoft.com/office/drawing/2014/main" id="{87BB863F-9716-77B5-70B5-97E8A856AB8A}"/>
              </a:ext>
            </a:extLst>
          </p:cNvPr>
          <p:cNvSpPr>
            <a:spLocks/>
          </p:cNvSpPr>
          <p:nvPr>
            <p:custDataLst>
              <p:tags r:id="rId28"/>
            </p:custDataLst>
          </p:nvPr>
        </p:nvSpPr>
        <p:spPr bwMode="gray">
          <a:xfrm>
            <a:off x="9848850" y="3327400"/>
            <a:ext cx="165100" cy="136525"/>
          </a:xfrm>
          <a:prstGeom prst="rect">
            <a:avLst/>
          </a:prstGeom>
          <a:solidFill>
            <a:srgbClr val="04748A"/>
          </a:solidFill>
          <a:ln>
            <a:noFill/>
          </a:ln>
          <a:effec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AFD50B8-04A1-4E38-949F-9B97019214AB}" type="datetime'''''6''''''7'">
              <a:rPr lang="en-US" altLang="en-US" sz="1000" smtClean="0">
                <a:solidFill>
                  <a:srgbClr val="FFFFFF"/>
                </a:solidFill>
                <a:effectLst/>
                <a:sym typeface="Arial\"/>
              </a:rPr>
              <a:pPr marL="0" lvl="0" indent="0" algn="ctr">
                <a:spcBef>
                  <a:spcPct val="0"/>
                </a:spcBef>
                <a:spcAft>
                  <a:spcPct val="0"/>
                </a:spcAft>
                <a:buNone/>
              </a:pPr>
              <a:t>67</a:t>
            </a:fld>
            <a:endParaRPr lang="en-US" sz="1000">
              <a:solidFill>
                <a:srgbClr val="FFFFFF"/>
              </a:solidFill>
              <a:sym typeface="Arial\"/>
            </a:endParaRPr>
          </a:p>
        </p:txBody>
      </p:sp>
      <p:sp>
        <p:nvSpPr>
          <p:cNvPr id="59" name="Text Placeholder 4">
            <a:extLst>
              <a:ext uri="{FF2B5EF4-FFF2-40B4-BE49-F238E27FC236}">
                <a16:creationId xmlns:a16="http://schemas.microsoft.com/office/drawing/2014/main" id="{91CBF533-B2A3-4A26-BD0F-E677D0A3B6FB}"/>
              </a:ext>
            </a:extLst>
          </p:cNvPr>
          <p:cNvSpPr>
            <a:spLocks/>
          </p:cNvSpPr>
          <p:nvPr>
            <p:custDataLst>
              <p:tags r:id="rId29"/>
            </p:custDataLst>
          </p:nvPr>
        </p:nvSpPr>
        <p:spPr bwMode="auto">
          <a:xfrm>
            <a:off x="9734550" y="35274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2163D41F-C93D-4A5E-A626-D743DAAD89FF}"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60" name="Text Placeholder 4">
            <a:extLst>
              <a:ext uri="{FF2B5EF4-FFF2-40B4-BE49-F238E27FC236}">
                <a16:creationId xmlns:a16="http://schemas.microsoft.com/office/drawing/2014/main" id="{AF05DBCF-F19A-3997-FF9A-A21A2F213A45}"/>
              </a:ext>
            </a:extLst>
          </p:cNvPr>
          <p:cNvSpPr>
            <a:spLocks/>
          </p:cNvSpPr>
          <p:nvPr>
            <p:custDataLst>
              <p:tags r:id="rId30"/>
            </p:custDataLst>
          </p:nvPr>
        </p:nvSpPr>
        <p:spPr bwMode="auto">
          <a:xfrm>
            <a:off x="10574338" y="35274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DA5A2C92-AB77-4A07-ACFE-498F15CE9E99}"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61" name="Text Placeholder 2">
            <a:extLst>
              <a:ext uri="{FF2B5EF4-FFF2-40B4-BE49-F238E27FC236}">
                <a16:creationId xmlns:a16="http://schemas.microsoft.com/office/drawing/2014/main" id="{4F657211-B2DB-3251-9A9D-A5BA08285DEF}"/>
              </a:ext>
            </a:extLst>
          </p:cNvPr>
          <p:cNvSpPr>
            <a:spLocks/>
          </p:cNvSpPr>
          <p:nvPr>
            <p:custDataLst>
              <p:tags r:id="rId31"/>
            </p:custDataLst>
          </p:nvPr>
        </p:nvSpPr>
        <p:spPr bwMode="gray">
          <a:xfrm>
            <a:off x="8955088" y="2852738"/>
            <a:ext cx="2778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E9947E3B-7A11-4696-A70D-2E32B8E241CB}" type="datetime'''''''24''''''''''''4'''''">
              <a:rPr lang="en-US" altLang="en-US" sz="1200" b="1" smtClean="0">
                <a:solidFill>
                  <a:srgbClr val="000000"/>
                </a:solidFill>
              </a:rPr>
              <a:pPr marL="0" lvl="0" indent="0" algn="ctr">
                <a:spcBef>
                  <a:spcPct val="0"/>
                </a:spcBef>
                <a:spcAft>
                  <a:spcPct val="0"/>
                </a:spcAft>
                <a:buNone/>
                <a:defRPr/>
              </a:pPr>
              <a:t>244</a:t>
            </a:fld>
            <a:endParaRPr kumimoji="0" lang="en-US" sz="1200" b="1" i="0" strike="noStrike" kern="1200" cap="none" spc="0" normalizeH="0" baseline="0" noProof="0">
              <a:ln>
                <a:noFill/>
              </a:ln>
              <a:solidFill>
                <a:srgbClr val="000000"/>
              </a:solidFill>
              <a:effectLst/>
              <a:uLnTx/>
              <a:uFillTx/>
              <a:sym typeface="Arial\"/>
            </a:endParaRPr>
          </a:p>
        </p:txBody>
      </p:sp>
      <p:sp>
        <p:nvSpPr>
          <p:cNvPr id="62" name="Text Placeholder 2">
            <a:extLst>
              <a:ext uri="{FF2B5EF4-FFF2-40B4-BE49-F238E27FC236}">
                <a16:creationId xmlns:a16="http://schemas.microsoft.com/office/drawing/2014/main" id="{FB5F9E9F-5A5D-7E76-1C76-7729C1BAD19F}"/>
              </a:ext>
            </a:extLst>
          </p:cNvPr>
          <p:cNvSpPr>
            <a:spLocks/>
          </p:cNvSpPr>
          <p:nvPr>
            <p:custDataLst>
              <p:tags r:id="rId32"/>
            </p:custDataLst>
          </p:nvPr>
        </p:nvSpPr>
        <p:spPr bwMode="gray">
          <a:xfrm>
            <a:off x="9793288" y="2671763"/>
            <a:ext cx="2778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BADA52F3-8061-4EC4-844A-AA94C483170D}" type="datetime'''''3''''5''''''''''2'''''''">
              <a:rPr lang="en-US" altLang="en-US" sz="1200" b="1" smtClean="0">
                <a:solidFill>
                  <a:srgbClr val="000000"/>
                </a:solidFill>
              </a:rPr>
              <a:pPr marL="0" lvl="0" indent="0" algn="ctr">
                <a:spcBef>
                  <a:spcPct val="0"/>
                </a:spcBef>
                <a:spcAft>
                  <a:spcPct val="0"/>
                </a:spcAft>
                <a:buNone/>
                <a:defRPr/>
              </a:pPr>
              <a:t>352</a:t>
            </a:fld>
            <a:endParaRPr kumimoji="0" lang="en-US" sz="1200" b="1" i="0" strike="noStrike" kern="1200" cap="none" spc="0" normalizeH="0" baseline="0" noProof="0">
              <a:ln>
                <a:noFill/>
              </a:ln>
              <a:solidFill>
                <a:srgbClr val="000000"/>
              </a:solidFill>
              <a:effectLst/>
              <a:uLnTx/>
              <a:uFillTx/>
              <a:sym typeface="Arial\"/>
            </a:endParaRPr>
          </a:p>
        </p:txBody>
      </p:sp>
      <p:sp>
        <p:nvSpPr>
          <p:cNvPr id="63" name="Text Placeholder 2">
            <a:extLst>
              <a:ext uri="{FF2B5EF4-FFF2-40B4-BE49-F238E27FC236}">
                <a16:creationId xmlns:a16="http://schemas.microsoft.com/office/drawing/2014/main" id="{C9CF49DC-4474-FF29-601F-B01D78AA29E3}"/>
              </a:ext>
            </a:extLst>
          </p:cNvPr>
          <p:cNvSpPr>
            <a:spLocks/>
          </p:cNvSpPr>
          <p:nvPr>
            <p:custDataLst>
              <p:tags r:id="rId33"/>
            </p:custDataLst>
          </p:nvPr>
        </p:nvSpPr>
        <p:spPr bwMode="gray">
          <a:xfrm>
            <a:off x="10633075" y="2351088"/>
            <a:ext cx="2778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B7A33AFA-FE1F-45B1-A7AA-0629E21755AE}" type="datetime'''5''''''''''''''''''''''''''''''4''''''''''''''''''''3'''''">
              <a:rPr lang="en-US" altLang="en-US" sz="1200" b="1" smtClean="0">
                <a:solidFill>
                  <a:srgbClr val="000000"/>
                </a:solidFill>
              </a:rPr>
              <a:pPr marL="0" lvl="0" indent="0" algn="ctr">
                <a:spcBef>
                  <a:spcPct val="0"/>
                </a:spcBef>
                <a:spcAft>
                  <a:spcPct val="0"/>
                </a:spcAft>
                <a:buNone/>
                <a:defRPr/>
              </a:pPr>
              <a:t>543</a:t>
            </a:fld>
            <a:endParaRPr kumimoji="0" lang="en-US" sz="1200" b="1" i="0" strike="noStrike" kern="1200" cap="none" spc="0" normalizeH="0" baseline="0" noProof="0">
              <a:ln>
                <a:noFill/>
              </a:ln>
              <a:solidFill>
                <a:srgbClr val="000000"/>
              </a:solidFill>
              <a:effectLst/>
              <a:uLnTx/>
              <a:uFillTx/>
              <a:sym typeface="Arial\"/>
            </a:endParaRPr>
          </a:p>
        </p:txBody>
      </p:sp>
      <p:sp>
        <p:nvSpPr>
          <p:cNvPr id="3136" name="Text Placeholder 2">
            <a:extLst>
              <a:ext uri="{FF2B5EF4-FFF2-40B4-BE49-F238E27FC236}">
                <a16:creationId xmlns:a16="http://schemas.microsoft.com/office/drawing/2014/main" id="{B04F50F5-C68C-D9F2-AFE9-CE0D47071B5B}"/>
              </a:ext>
            </a:extLst>
          </p:cNvPr>
          <p:cNvSpPr>
            <a:spLocks/>
          </p:cNvSpPr>
          <p:nvPr>
            <p:custDataLst>
              <p:tags r:id="rId34"/>
            </p:custDataLst>
          </p:nvPr>
        </p:nvSpPr>
        <p:spPr bwMode="auto">
          <a:xfrm>
            <a:off x="9688513" y="2335213"/>
            <a:ext cx="485775"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E10BA96A-5C45-4F3E-8D73-B3BCF2926747}" type="datetime'''''''+''''''''''''''''4''''''''''''''9''''%'''''''''">
              <a:rPr lang="en-US" altLang="en-US" sz="1200" b="1" smtClean="0">
                <a:solidFill>
                  <a:srgbClr val="FFFFFF"/>
                </a:solidFill>
                <a:effectLst/>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+49%</a:t>
            </a:fld>
            <a:endParaRPr kumimoji="0" lang="en-US" sz="1200" b="1" i="0" strike="noStrike" kern="1200" cap="none" spc="0" normalizeH="0" baseline="0" noProof="0">
              <a:ln>
                <a:noFill/>
              </a:ln>
              <a:solidFill>
                <a:srgbClr val="FFFFFF"/>
              </a:solidFill>
              <a:effectLst/>
              <a:uLnTx/>
              <a:uFillTx/>
              <a:ea typeface="+mn-ea"/>
              <a:cs typeface="+mn-cs"/>
              <a:sym typeface="Arial\"/>
            </a:endParaRPr>
          </a:p>
        </p:txBody>
      </p:sp>
      <p:graphicFrame>
        <p:nvGraphicFramePr>
          <p:cNvPr id="3153" name="Chart 3152">
            <a:extLst>
              <a:ext uri="{FF2B5EF4-FFF2-40B4-BE49-F238E27FC236}">
                <a16:creationId xmlns:a16="http://schemas.microsoft.com/office/drawing/2014/main" id="{5EB47101-989F-1C82-2841-90C9BB0C88B2}"/>
              </a:ext>
            </a:extLst>
          </p:cNvPr>
          <p:cNvGraphicFramePr/>
          <p:nvPr>
            <p:custDataLst>
              <p:tags r:id="rId35"/>
            </p:custDataLst>
            <p:extLst>
              <p:ext uri="{D42A27DB-BD31-4B8C-83A1-F6EECF244321}">
                <p14:modId xmlns:p14="http://schemas.microsoft.com/office/powerpoint/2010/main" val="3879391662"/>
              </p:ext>
            </p:extLst>
          </p:nvPr>
        </p:nvGraphicFramePr>
        <p:xfrm>
          <a:off x="962025" y="4921250"/>
          <a:ext cx="2681288" cy="1190625"/>
        </p:xfrm>
        <a:graphic>
          <a:graphicData uri="http://schemas.openxmlformats.org/drawingml/2006/chart">
            <c:chart xmlns:c="http://schemas.openxmlformats.org/drawingml/2006/chart" xmlns:r="http://schemas.openxmlformats.org/officeDocument/2006/relationships" r:id="rId88"/>
          </a:graphicData>
        </a:graphic>
      </p:graphicFrame>
      <p:cxnSp>
        <p:nvCxnSpPr>
          <p:cNvPr id="3159" name="Straight Connector 3158">
            <a:extLst>
              <a:ext uri="{FF2B5EF4-FFF2-40B4-BE49-F238E27FC236}">
                <a16:creationId xmlns:a16="http://schemas.microsoft.com/office/drawing/2014/main" id="{C1D159C4-3C9F-6116-7634-17AD64D90D55}"/>
              </a:ext>
            </a:extLst>
          </p:cNvPr>
          <p:cNvCxnSpPr>
            <a:cxnSpLocks/>
          </p:cNvCxnSpPr>
          <p:nvPr>
            <p:custDataLst>
              <p:tags r:id="rId36"/>
            </p:custDataLst>
          </p:nvPr>
        </p:nvCxnSpPr>
        <p:spPr bwMode="auto">
          <a:xfrm flipV="1">
            <a:off x="1463675" y="4594225"/>
            <a:ext cx="1677988" cy="38893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151" name="Text Placeholder 2">
            <a:extLst>
              <a:ext uri="{FF2B5EF4-FFF2-40B4-BE49-F238E27FC236}">
                <a16:creationId xmlns:a16="http://schemas.microsoft.com/office/drawing/2014/main" id="{87BB863F-9716-77B5-70B5-97E8A856AB8A}"/>
              </a:ext>
            </a:extLst>
          </p:cNvPr>
          <p:cNvSpPr>
            <a:spLocks/>
          </p:cNvSpPr>
          <p:nvPr>
            <p:custDataLst>
              <p:tags r:id="rId37"/>
            </p:custDataLst>
          </p:nvPr>
        </p:nvSpPr>
        <p:spPr bwMode="gray">
          <a:xfrm>
            <a:off x="1300163" y="5903913"/>
            <a:ext cx="327025" cy="136525"/>
          </a:xfrm>
          <a:prstGeom prst="rect">
            <a:avLst/>
          </a:prstGeom>
          <a:solidFill>
            <a:srgbClr val="04748A"/>
          </a:solidFill>
          <a:ln>
            <a:noFill/>
          </a:ln>
          <a:effec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ADCE7E7-5F29-4DB3-98F1-EC8DB1481BD8}" type="datetime'''''''''''''''''0''''''''.''''''''''''0''2''''''''''''''''''8'">
              <a:rPr lang="en-US" altLang="en-US" sz="1000" smtClean="0">
                <a:solidFill>
                  <a:srgbClr val="FFFFFF"/>
                </a:solidFill>
                <a:effectLst/>
                <a:sym typeface="Arial\"/>
              </a:rPr>
              <a:pPr marL="0" lvl="0" indent="0" algn="ctr">
                <a:spcBef>
                  <a:spcPct val="0"/>
                </a:spcBef>
                <a:spcAft>
                  <a:spcPct val="0"/>
                </a:spcAft>
                <a:buNone/>
              </a:pPr>
              <a:t>0.028</a:t>
            </a:fld>
            <a:endParaRPr lang="en-US" sz="1000">
              <a:solidFill>
                <a:srgbClr val="FFFFFF"/>
              </a:solidFill>
              <a:sym typeface="Arial\"/>
            </a:endParaRPr>
          </a:p>
        </p:txBody>
      </p:sp>
      <p:sp>
        <p:nvSpPr>
          <p:cNvPr id="3152" name="Text Placeholder 2">
            <a:extLst>
              <a:ext uri="{FF2B5EF4-FFF2-40B4-BE49-F238E27FC236}">
                <a16:creationId xmlns:a16="http://schemas.microsoft.com/office/drawing/2014/main" id="{87BB863F-9716-77B5-70B5-97E8A856AB8A}"/>
              </a:ext>
            </a:extLst>
          </p:cNvPr>
          <p:cNvSpPr>
            <a:spLocks/>
          </p:cNvSpPr>
          <p:nvPr>
            <p:custDataLst>
              <p:tags r:id="rId38"/>
            </p:custDataLst>
          </p:nvPr>
        </p:nvSpPr>
        <p:spPr bwMode="gray">
          <a:xfrm>
            <a:off x="1300163" y="5586413"/>
            <a:ext cx="3270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FAFAC785-E77A-4ADE-B258-0F0ACF846CDF}" type="datetime'''''0''''''''''''.1''''28'''''''">
              <a:rPr lang="en-US" altLang="en-US" sz="1000" smtClean="0">
                <a:solidFill>
                  <a:srgbClr val="FFFFFF"/>
                </a:solidFill>
                <a:effectLst/>
                <a:sym typeface="Arial\"/>
              </a:rPr>
              <a:pPr marL="0" lvl="0" indent="0" algn="ctr">
                <a:spcBef>
                  <a:spcPct val="0"/>
                </a:spcBef>
                <a:spcAft>
                  <a:spcPct val="0"/>
                </a:spcAft>
                <a:buNone/>
              </a:pPr>
              <a:t>0.128</a:t>
            </a:fld>
            <a:endParaRPr lang="en-US" sz="1000">
              <a:solidFill>
                <a:srgbClr val="FFFFFF"/>
              </a:solidFill>
              <a:sym typeface="Arial\"/>
            </a:endParaRPr>
          </a:p>
        </p:txBody>
      </p:sp>
      <p:sp>
        <p:nvSpPr>
          <p:cNvPr id="3160" name="Text Placeholder 4">
            <a:extLst>
              <a:ext uri="{FF2B5EF4-FFF2-40B4-BE49-F238E27FC236}">
                <a16:creationId xmlns:a16="http://schemas.microsoft.com/office/drawing/2014/main" id="{FC44A85E-EB76-CD36-7953-DABDA0DFDA36}"/>
              </a:ext>
            </a:extLst>
          </p:cNvPr>
          <p:cNvSpPr>
            <a:spLocks/>
          </p:cNvSpPr>
          <p:nvPr>
            <p:custDataLst>
              <p:tags r:id="rId39"/>
            </p:custDataLst>
          </p:nvPr>
        </p:nvSpPr>
        <p:spPr bwMode="auto">
          <a:xfrm>
            <a:off x="1266825" y="609123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BBC292F6-81D6-42ED-9DF1-C3CE6DDF5144}"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88" name="Text Placeholder 2">
            <a:extLst>
              <a:ext uri="{FF2B5EF4-FFF2-40B4-BE49-F238E27FC236}">
                <a16:creationId xmlns:a16="http://schemas.microsoft.com/office/drawing/2014/main" id="{87BB863F-9716-77B5-70B5-97E8A856AB8A}"/>
              </a:ext>
            </a:extLst>
          </p:cNvPr>
          <p:cNvSpPr>
            <a:spLocks/>
          </p:cNvSpPr>
          <p:nvPr>
            <p:custDataLst>
              <p:tags r:id="rId40"/>
            </p:custDataLst>
          </p:nvPr>
        </p:nvSpPr>
        <p:spPr bwMode="gray">
          <a:xfrm>
            <a:off x="2138363" y="5886450"/>
            <a:ext cx="327025" cy="136525"/>
          </a:xfrm>
          <a:prstGeom prst="rect">
            <a:avLst/>
          </a:prstGeom>
          <a:noFill/>
          <a:ln>
            <a:noFill/>
          </a:ln>
          <a:effectLst/>
          <a:extLst>
            <a:ext uri="{909E8E84-426E-40DD-AFC4-6F175D3DCCD1}">
              <a14:hiddenFill xmlns:a14="http://schemas.microsoft.com/office/drawing/2010/main">
                <a:solidFill>
                  <a:srgbClr val="04748A"/>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F4E7288-25F1-4936-AC17-C3C28CB05617}" type="datetime'''''''''0''''''''.''''''''''''''''0''''3''''''''''6'''''''''">
              <a:rPr lang="en-US" altLang="en-US" sz="1000" smtClean="0">
                <a:solidFill>
                  <a:srgbClr val="FFFFFF"/>
                </a:solidFill>
                <a:effectLst/>
              </a:rPr>
              <a:pPr marL="0" lvl="0" indent="0" algn="ctr">
                <a:spcBef>
                  <a:spcPct val="0"/>
                </a:spcBef>
                <a:spcAft>
                  <a:spcPct val="0"/>
                </a:spcAft>
                <a:buNone/>
              </a:pPr>
              <a:t>0.036</a:t>
            </a:fld>
            <a:endParaRPr lang="en-US" sz="1000">
              <a:solidFill>
                <a:srgbClr val="FFFFFF"/>
              </a:solidFill>
              <a:sym typeface="Arial\"/>
            </a:endParaRPr>
          </a:p>
        </p:txBody>
      </p:sp>
      <p:sp>
        <p:nvSpPr>
          <p:cNvPr id="51" name="Text Placeholder 2">
            <a:extLst>
              <a:ext uri="{FF2B5EF4-FFF2-40B4-BE49-F238E27FC236}">
                <a16:creationId xmlns:a16="http://schemas.microsoft.com/office/drawing/2014/main" id="{87BB863F-9716-77B5-70B5-97E8A856AB8A}"/>
              </a:ext>
            </a:extLst>
          </p:cNvPr>
          <p:cNvSpPr>
            <a:spLocks/>
          </p:cNvSpPr>
          <p:nvPr>
            <p:custDataLst>
              <p:tags r:id="rId41"/>
            </p:custDataLst>
          </p:nvPr>
        </p:nvSpPr>
        <p:spPr bwMode="gray">
          <a:xfrm>
            <a:off x="2138363" y="5470525"/>
            <a:ext cx="327025" cy="136525"/>
          </a:xfrm>
          <a:prstGeom prst="rect">
            <a:avLst/>
          </a:prstGeom>
          <a:noFill/>
          <a:ln>
            <a:noFill/>
          </a:ln>
          <a:effectLst/>
          <a:extLst>
            <a:ext uri="{909E8E84-426E-40DD-AFC4-6F175D3DCCD1}">
              <a14:hiddenFill xmlns:a14="http://schemas.microsoft.com/office/drawing/2010/main">
                <a:solidFill>
                  <a:srgbClr val="17B2AF"/>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648746D-74E6-4792-AF58-3E7CB8925A02}" type="datetime'''''''''''''''''''''''''0''''''''.''''''''16''8'''">
              <a:rPr lang="en-US" altLang="en-US" sz="1000" smtClean="0">
                <a:solidFill>
                  <a:srgbClr val="FFFFFF"/>
                </a:solidFill>
                <a:effectLst/>
              </a:rPr>
              <a:pPr marL="0" lvl="0" indent="0" algn="ctr">
                <a:spcBef>
                  <a:spcPct val="0"/>
                </a:spcBef>
                <a:spcAft>
                  <a:spcPct val="0"/>
                </a:spcAft>
                <a:buNone/>
              </a:pPr>
              <a:t>0.168</a:t>
            </a:fld>
            <a:endParaRPr lang="en-US" sz="1000">
              <a:solidFill>
                <a:srgbClr val="FFFFFF"/>
              </a:solidFill>
              <a:sym typeface="Arial\"/>
            </a:endParaRPr>
          </a:p>
        </p:txBody>
      </p:sp>
      <p:sp>
        <p:nvSpPr>
          <p:cNvPr id="3161" name="Text Placeholder 4">
            <a:extLst>
              <a:ext uri="{FF2B5EF4-FFF2-40B4-BE49-F238E27FC236}">
                <a16:creationId xmlns:a16="http://schemas.microsoft.com/office/drawing/2014/main" id="{621E49B3-DFFA-9447-D611-D2377AFD1D04}"/>
              </a:ext>
            </a:extLst>
          </p:cNvPr>
          <p:cNvSpPr>
            <a:spLocks/>
          </p:cNvSpPr>
          <p:nvPr>
            <p:custDataLst>
              <p:tags r:id="rId42"/>
            </p:custDataLst>
          </p:nvPr>
        </p:nvSpPr>
        <p:spPr bwMode="auto">
          <a:xfrm>
            <a:off x="2105025" y="609123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F393C56F-F2B1-4800-B300-635094F827A3}"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109" name="Text Placeholder 2">
            <a:extLst>
              <a:ext uri="{FF2B5EF4-FFF2-40B4-BE49-F238E27FC236}">
                <a16:creationId xmlns:a16="http://schemas.microsoft.com/office/drawing/2014/main" id="{87BB863F-9716-77B5-70B5-97E8A856AB8A}"/>
              </a:ext>
            </a:extLst>
          </p:cNvPr>
          <p:cNvSpPr>
            <a:spLocks/>
          </p:cNvSpPr>
          <p:nvPr>
            <p:custDataLst>
              <p:tags r:id="rId43"/>
            </p:custDataLst>
          </p:nvPr>
        </p:nvSpPr>
        <p:spPr bwMode="gray">
          <a:xfrm>
            <a:off x="2978150" y="5868988"/>
            <a:ext cx="327025" cy="136525"/>
          </a:xfrm>
          <a:prstGeom prst="rect">
            <a:avLst/>
          </a:prstGeom>
          <a:noFill/>
          <a:ln>
            <a:noFill/>
          </a:ln>
          <a:effectLst/>
          <a:extLst>
            <a:ext uri="{909E8E84-426E-40DD-AFC4-6F175D3DCCD1}">
              <a14:hiddenFill xmlns:a14="http://schemas.microsoft.com/office/drawing/2010/main">
                <a:solidFill>
                  <a:srgbClr val="04748A"/>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C383BA4-E4FC-4849-8BC9-E081EDF615D7}" type="datetime'''''0.''''0''''''4''''''''''''''''''5'''''''''''''''''''''''">
              <a:rPr lang="en-US" altLang="en-US" sz="1000" smtClean="0">
                <a:solidFill>
                  <a:srgbClr val="FFFFFF"/>
                </a:solidFill>
                <a:effectLst/>
              </a:rPr>
              <a:pPr marL="0" lvl="0" indent="0" algn="ctr">
                <a:spcBef>
                  <a:spcPct val="0"/>
                </a:spcBef>
                <a:spcAft>
                  <a:spcPct val="0"/>
                </a:spcAft>
                <a:buNone/>
              </a:pPr>
              <a:t>0.045</a:t>
            </a:fld>
            <a:endParaRPr lang="en-US" sz="1000">
              <a:solidFill>
                <a:srgbClr val="FFFFFF"/>
              </a:solidFill>
              <a:sym typeface="Arial\"/>
            </a:endParaRPr>
          </a:p>
        </p:txBody>
      </p:sp>
      <p:sp>
        <p:nvSpPr>
          <p:cNvPr id="54" name="Text Placeholder 2">
            <a:extLst>
              <a:ext uri="{FF2B5EF4-FFF2-40B4-BE49-F238E27FC236}">
                <a16:creationId xmlns:a16="http://schemas.microsoft.com/office/drawing/2014/main" id="{87BB863F-9716-77B5-70B5-97E8A856AB8A}"/>
              </a:ext>
            </a:extLst>
          </p:cNvPr>
          <p:cNvSpPr>
            <a:spLocks/>
          </p:cNvSpPr>
          <p:nvPr>
            <p:custDataLst>
              <p:tags r:id="rId44"/>
            </p:custDataLst>
          </p:nvPr>
        </p:nvSpPr>
        <p:spPr bwMode="gray">
          <a:xfrm>
            <a:off x="2978150" y="5356225"/>
            <a:ext cx="327025" cy="136525"/>
          </a:xfrm>
          <a:prstGeom prst="rect">
            <a:avLst/>
          </a:prstGeom>
          <a:noFill/>
          <a:ln>
            <a:noFill/>
          </a:ln>
          <a:effectLst/>
          <a:extLst>
            <a:ext uri="{909E8E84-426E-40DD-AFC4-6F175D3DCCD1}">
              <a14:hiddenFill xmlns:a14="http://schemas.microsoft.com/office/drawing/2010/main">
                <a:solidFill>
                  <a:srgbClr val="17B2AF"/>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B9D9355-C43D-402D-8D0D-20A5F51E7254}" type="datetime'''''''''''''''''''''0.''''''2''''''''''''''''07'''''''''''''">
              <a:rPr lang="en-US" altLang="en-US" sz="1000" smtClean="0">
                <a:solidFill>
                  <a:srgbClr val="FFFFFF"/>
                </a:solidFill>
                <a:effectLst/>
              </a:rPr>
              <a:pPr marL="0" lvl="0" indent="0" algn="ctr">
                <a:spcBef>
                  <a:spcPct val="0"/>
                </a:spcBef>
                <a:spcAft>
                  <a:spcPct val="0"/>
                </a:spcAft>
                <a:buNone/>
              </a:pPr>
              <a:t>0.207</a:t>
            </a:fld>
            <a:endParaRPr lang="en-US" sz="1000">
              <a:solidFill>
                <a:srgbClr val="FFFFFF"/>
              </a:solidFill>
              <a:sym typeface="Arial\"/>
            </a:endParaRPr>
          </a:p>
        </p:txBody>
      </p:sp>
      <p:sp>
        <p:nvSpPr>
          <p:cNvPr id="3162" name="Text Placeholder 4">
            <a:extLst>
              <a:ext uri="{FF2B5EF4-FFF2-40B4-BE49-F238E27FC236}">
                <a16:creationId xmlns:a16="http://schemas.microsoft.com/office/drawing/2014/main" id="{AB9F15D3-C646-E385-C499-F4A73920571B}"/>
              </a:ext>
            </a:extLst>
          </p:cNvPr>
          <p:cNvSpPr>
            <a:spLocks/>
          </p:cNvSpPr>
          <p:nvPr>
            <p:custDataLst>
              <p:tags r:id="rId45"/>
            </p:custDataLst>
          </p:nvPr>
        </p:nvSpPr>
        <p:spPr bwMode="auto">
          <a:xfrm>
            <a:off x="2944813" y="609123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330F0A87-EAF6-4B1C-8802-2A0A27044B0A}"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63" name="Text Placeholder 2">
            <a:extLst>
              <a:ext uri="{FF2B5EF4-FFF2-40B4-BE49-F238E27FC236}">
                <a16:creationId xmlns:a16="http://schemas.microsoft.com/office/drawing/2014/main" id="{8DC5B1B1-5F52-6463-64DE-F5738A1675AE}"/>
              </a:ext>
            </a:extLst>
          </p:cNvPr>
          <p:cNvSpPr>
            <a:spLocks/>
          </p:cNvSpPr>
          <p:nvPr>
            <p:custDataLst>
              <p:tags r:id="rId46"/>
            </p:custDataLst>
          </p:nvPr>
        </p:nvSpPr>
        <p:spPr bwMode="gray">
          <a:xfrm>
            <a:off x="1265238" y="5202238"/>
            <a:ext cx="3968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5AE37B4C-5FC4-49E3-8C35-8C7DB8D4F5F2}" type="datetime'''0''''''''''''''''''''''''''''''.''''''''15''6'''">
              <a:rPr lang="en-US" altLang="en-US" sz="1200" b="1" smtClean="0">
                <a:solidFill>
                  <a:srgbClr val="000000"/>
                </a:solidFill>
              </a:rPr>
              <a:pPr marL="0" lvl="0" indent="0" algn="ctr">
                <a:spcBef>
                  <a:spcPct val="0"/>
                </a:spcBef>
                <a:spcAft>
                  <a:spcPct val="0"/>
                </a:spcAft>
                <a:buNone/>
                <a:defRPr/>
              </a:pPr>
              <a:t>0.156</a:t>
            </a:fld>
            <a:endParaRPr kumimoji="0" lang="en-US" sz="1200" b="1" i="0" strike="noStrike" kern="1200" cap="none" spc="0" normalizeH="0" baseline="0" noProof="0">
              <a:ln>
                <a:noFill/>
              </a:ln>
              <a:solidFill>
                <a:srgbClr val="000000"/>
              </a:solidFill>
              <a:effectLst/>
              <a:uLnTx/>
              <a:uFillTx/>
              <a:sym typeface="Arial\"/>
            </a:endParaRPr>
          </a:p>
        </p:txBody>
      </p:sp>
      <p:sp>
        <p:nvSpPr>
          <p:cNvPr id="3164" name="Text Placeholder 2">
            <a:extLst>
              <a:ext uri="{FF2B5EF4-FFF2-40B4-BE49-F238E27FC236}">
                <a16:creationId xmlns:a16="http://schemas.microsoft.com/office/drawing/2014/main" id="{72204F12-5A8B-A1AC-15F9-81217746022F}"/>
              </a:ext>
            </a:extLst>
          </p:cNvPr>
          <p:cNvSpPr>
            <a:spLocks/>
          </p:cNvSpPr>
          <p:nvPr>
            <p:custDataLst>
              <p:tags r:id="rId47"/>
            </p:custDataLst>
          </p:nvPr>
        </p:nvSpPr>
        <p:spPr bwMode="gray">
          <a:xfrm>
            <a:off x="2103438" y="5006975"/>
            <a:ext cx="3968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900535F6-0CF2-46E6-82AE-4C87CD790C94}" type="datetime'''''''''''0.''''''''''''''''''''2''''''''''''0''''''''4'">
              <a:rPr lang="en-US" altLang="en-US" sz="1200" b="1" smtClean="0">
                <a:solidFill>
                  <a:srgbClr val="000000"/>
                </a:solidFill>
              </a:rPr>
              <a:pPr marL="0" lvl="0" indent="0" algn="ctr">
                <a:spcBef>
                  <a:spcPct val="0"/>
                </a:spcBef>
                <a:spcAft>
                  <a:spcPct val="0"/>
                </a:spcAft>
                <a:buNone/>
                <a:defRPr/>
              </a:pPr>
              <a:t>0.204</a:t>
            </a:fld>
            <a:endParaRPr kumimoji="0" lang="en-US" sz="1200" b="1" i="0" strike="noStrike" kern="1200" cap="none" spc="0" normalizeH="0" baseline="0" noProof="0">
              <a:ln>
                <a:noFill/>
              </a:ln>
              <a:solidFill>
                <a:srgbClr val="000000"/>
              </a:solidFill>
              <a:effectLst/>
              <a:uLnTx/>
              <a:uFillTx/>
              <a:sym typeface="Arial\"/>
            </a:endParaRPr>
          </a:p>
        </p:txBody>
      </p:sp>
      <p:sp>
        <p:nvSpPr>
          <p:cNvPr id="3165" name="Text Placeholder 2">
            <a:extLst>
              <a:ext uri="{FF2B5EF4-FFF2-40B4-BE49-F238E27FC236}">
                <a16:creationId xmlns:a16="http://schemas.microsoft.com/office/drawing/2014/main" id="{65D48365-3B50-1981-67E5-96B16444F036}"/>
              </a:ext>
            </a:extLst>
          </p:cNvPr>
          <p:cNvSpPr>
            <a:spLocks/>
          </p:cNvSpPr>
          <p:nvPr>
            <p:custDataLst>
              <p:tags r:id="rId48"/>
            </p:custDataLst>
          </p:nvPr>
        </p:nvSpPr>
        <p:spPr bwMode="gray">
          <a:xfrm>
            <a:off x="2943225" y="4813300"/>
            <a:ext cx="3968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3DE08F3D-2F61-47B8-9CE5-B0A8520E2F28}" type="datetime'''''0''''''''''''''''''''''''''''''''.''''''''25''''''''1'">
              <a:rPr lang="en-US" altLang="en-US" sz="1200" b="1" smtClean="0">
                <a:solidFill>
                  <a:srgbClr val="000000"/>
                </a:solidFill>
              </a:rPr>
              <a:pPr marL="0" lvl="0" indent="0" algn="ctr">
                <a:spcBef>
                  <a:spcPct val="0"/>
                </a:spcBef>
                <a:spcAft>
                  <a:spcPct val="0"/>
                </a:spcAft>
                <a:buNone/>
                <a:defRPr/>
              </a:pPr>
              <a:t>0.251</a:t>
            </a:fld>
            <a:endParaRPr kumimoji="0" lang="en-US" sz="1200" b="1" i="0" strike="noStrike" kern="1200" cap="none" spc="0" normalizeH="0" baseline="0" noProof="0">
              <a:ln>
                <a:noFill/>
              </a:ln>
              <a:solidFill>
                <a:srgbClr val="000000"/>
              </a:solidFill>
              <a:effectLst/>
              <a:uLnTx/>
              <a:uFillTx/>
              <a:sym typeface="Arial\"/>
            </a:endParaRPr>
          </a:p>
        </p:txBody>
      </p:sp>
      <p:sp>
        <p:nvSpPr>
          <p:cNvPr id="3166" name="Text Placeholder 2">
            <a:extLst>
              <a:ext uri="{FF2B5EF4-FFF2-40B4-BE49-F238E27FC236}">
                <a16:creationId xmlns:a16="http://schemas.microsoft.com/office/drawing/2014/main" id="{5033850E-B2B3-BD89-4D7F-3B0907A5F258}"/>
              </a:ext>
            </a:extLst>
          </p:cNvPr>
          <p:cNvSpPr>
            <a:spLocks/>
          </p:cNvSpPr>
          <p:nvPr>
            <p:custDataLst>
              <p:tags r:id="rId49"/>
            </p:custDataLst>
          </p:nvPr>
        </p:nvSpPr>
        <p:spPr bwMode="auto">
          <a:xfrm>
            <a:off x="2058988" y="4670425"/>
            <a:ext cx="485775"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FD24F8E5-2464-4EF6-BE16-419A2DB177D8}" type="datetime'''''''''''''+''''''''''''''2''7''%'''">
              <a:rPr lang="en-US" altLang="en-US" sz="1200" b="1" smtClean="0">
                <a:solidFill>
                  <a:srgbClr val="FFFFFF"/>
                </a:solidFill>
                <a:effectLst/>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+27%</a:t>
            </a:fld>
            <a:endParaRPr kumimoji="0" lang="en-US" sz="1200" b="1" i="0" strike="noStrike" kern="1200" cap="none" spc="0" normalizeH="0" baseline="0" noProof="0">
              <a:ln>
                <a:noFill/>
              </a:ln>
              <a:solidFill>
                <a:srgbClr val="FFFFFF"/>
              </a:solidFill>
              <a:effectLst/>
              <a:uLnTx/>
              <a:uFillTx/>
              <a:ea typeface="+mn-ea"/>
              <a:cs typeface="+mn-cs"/>
              <a:sym typeface="Arial\"/>
            </a:endParaRPr>
          </a:p>
        </p:txBody>
      </p:sp>
      <p:sp>
        <p:nvSpPr>
          <p:cNvPr id="3167" name="Rectangle 3166">
            <a:extLst>
              <a:ext uri="{FF2B5EF4-FFF2-40B4-BE49-F238E27FC236}">
                <a16:creationId xmlns:a16="http://schemas.microsoft.com/office/drawing/2014/main" id="{70C58D3C-6F6A-E42A-2E1D-1AE19C465E17}"/>
              </a:ext>
            </a:extLst>
          </p:cNvPr>
          <p:cNvSpPr/>
          <p:nvPr>
            <p:custDataLst>
              <p:tags r:id="rId50"/>
            </p:custDataLst>
          </p:nvPr>
        </p:nvSpPr>
        <p:spPr>
          <a:xfrm>
            <a:off x="1019175" y="4287659"/>
            <a:ext cx="2376488" cy="227013"/>
          </a:xfrm>
          <a:prstGeom prst="rect">
            <a:avLst/>
          </a:prstGeom>
          <a:noFill/>
          <a:ln w="9525" cap="sq">
            <a:solidFill>
              <a:srgbClr val="364D6E"/>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rPr>
              <a:t>Case 1: Referral</a:t>
            </a:r>
          </a:p>
        </p:txBody>
      </p:sp>
      <p:sp>
        <p:nvSpPr>
          <p:cNvPr id="3183" name="Rectangle 3182">
            <a:extLst>
              <a:ext uri="{FF2B5EF4-FFF2-40B4-BE49-F238E27FC236}">
                <a16:creationId xmlns:a16="http://schemas.microsoft.com/office/drawing/2014/main" id="{C38A66F7-5E9A-E844-28C6-73567C0DE4CC}"/>
              </a:ext>
            </a:extLst>
          </p:cNvPr>
          <p:cNvSpPr/>
          <p:nvPr>
            <p:custDataLst>
              <p:tags r:id="rId51"/>
            </p:custDataLst>
          </p:nvPr>
        </p:nvSpPr>
        <p:spPr>
          <a:xfrm>
            <a:off x="4937804" y="4287659"/>
            <a:ext cx="2374900" cy="227013"/>
          </a:xfrm>
          <a:prstGeom prst="rect">
            <a:avLst/>
          </a:prstGeom>
          <a:noFill/>
          <a:ln w="9525" cap="sq">
            <a:solidFill>
              <a:srgbClr val="364D6E"/>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rPr>
              <a:t>Case 2: Cryopreservation only</a:t>
            </a:r>
          </a:p>
        </p:txBody>
      </p:sp>
      <p:graphicFrame>
        <p:nvGraphicFramePr>
          <p:cNvPr id="3176" name="Chart 3175">
            <a:extLst>
              <a:ext uri="{FF2B5EF4-FFF2-40B4-BE49-F238E27FC236}">
                <a16:creationId xmlns:a16="http://schemas.microsoft.com/office/drawing/2014/main" id="{453453B1-2C8F-28D1-84C1-EAEF017A89B3}"/>
              </a:ext>
            </a:extLst>
          </p:cNvPr>
          <p:cNvGraphicFramePr/>
          <p:nvPr>
            <p:custDataLst>
              <p:tags r:id="rId52"/>
            </p:custDataLst>
            <p:extLst>
              <p:ext uri="{D42A27DB-BD31-4B8C-83A1-F6EECF244321}">
                <p14:modId xmlns:p14="http://schemas.microsoft.com/office/powerpoint/2010/main" val="2406148332"/>
              </p:ext>
            </p:extLst>
          </p:nvPr>
        </p:nvGraphicFramePr>
        <p:xfrm>
          <a:off x="4733925" y="4787900"/>
          <a:ext cx="2681288" cy="1476375"/>
        </p:xfrm>
        <a:graphic>
          <a:graphicData uri="http://schemas.openxmlformats.org/drawingml/2006/chart">
            <c:chart xmlns:c="http://schemas.openxmlformats.org/drawingml/2006/chart" xmlns:r="http://schemas.openxmlformats.org/officeDocument/2006/relationships" r:id="rId89"/>
          </a:graphicData>
        </a:graphic>
      </p:graphicFrame>
      <p:cxnSp>
        <p:nvCxnSpPr>
          <p:cNvPr id="3186" name="Straight Connector 3185">
            <a:extLst>
              <a:ext uri="{FF2B5EF4-FFF2-40B4-BE49-F238E27FC236}">
                <a16:creationId xmlns:a16="http://schemas.microsoft.com/office/drawing/2014/main" id="{4B1D6D5A-5B4C-8E0D-2D50-F13286DFC5D6}"/>
              </a:ext>
            </a:extLst>
          </p:cNvPr>
          <p:cNvCxnSpPr>
            <a:cxnSpLocks/>
          </p:cNvCxnSpPr>
          <p:nvPr>
            <p:custDataLst>
              <p:tags r:id="rId53"/>
            </p:custDataLst>
          </p:nvPr>
        </p:nvCxnSpPr>
        <p:spPr bwMode="auto">
          <a:xfrm flipV="1">
            <a:off x="5235575" y="4618038"/>
            <a:ext cx="1677988" cy="5207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187" name="Text Placeholder 4">
            <a:extLst>
              <a:ext uri="{FF2B5EF4-FFF2-40B4-BE49-F238E27FC236}">
                <a16:creationId xmlns:a16="http://schemas.microsoft.com/office/drawing/2014/main" id="{486F51B7-7E61-4EC5-C021-6C6B723528C4}"/>
              </a:ext>
            </a:extLst>
          </p:cNvPr>
          <p:cNvSpPr>
            <a:spLocks/>
          </p:cNvSpPr>
          <p:nvPr>
            <p:custDataLst>
              <p:tags r:id="rId54"/>
            </p:custDataLst>
          </p:nvPr>
        </p:nvSpPr>
        <p:spPr bwMode="auto">
          <a:xfrm>
            <a:off x="5038725" y="608965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3D2EAE83-2437-4C42-9453-4F6D54889794}"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88" name="Text Placeholder 4">
            <a:extLst>
              <a:ext uri="{FF2B5EF4-FFF2-40B4-BE49-F238E27FC236}">
                <a16:creationId xmlns:a16="http://schemas.microsoft.com/office/drawing/2014/main" id="{BA39DF58-BD1A-9FE2-19A4-E39AF5CF85CA}"/>
              </a:ext>
            </a:extLst>
          </p:cNvPr>
          <p:cNvSpPr>
            <a:spLocks/>
          </p:cNvSpPr>
          <p:nvPr>
            <p:custDataLst>
              <p:tags r:id="rId55"/>
            </p:custDataLst>
          </p:nvPr>
        </p:nvSpPr>
        <p:spPr bwMode="auto">
          <a:xfrm>
            <a:off x="5876925" y="608965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B6F312AF-CE88-4313-A5A0-AE1E507E860E}"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89" name="Text Placeholder 4">
            <a:extLst>
              <a:ext uri="{FF2B5EF4-FFF2-40B4-BE49-F238E27FC236}">
                <a16:creationId xmlns:a16="http://schemas.microsoft.com/office/drawing/2014/main" id="{ECCC7DE4-F45A-883D-CD9E-8836A6A0F6DE}"/>
              </a:ext>
            </a:extLst>
          </p:cNvPr>
          <p:cNvSpPr>
            <a:spLocks/>
          </p:cNvSpPr>
          <p:nvPr>
            <p:custDataLst>
              <p:tags r:id="rId56"/>
            </p:custDataLst>
          </p:nvPr>
        </p:nvSpPr>
        <p:spPr bwMode="auto">
          <a:xfrm>
            <a:off x="6716713" y="608965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0A5F4F73-6B9F-4A93-A4E7-9EC6F586EF39}"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90" name="Text Placeholder 2">
            <a:extLst>
              <a:ext uri="{FF2B5EF4-FFF2-40B4-BE49-F238E27FC236}">
                <a16:creationId xmlns:a16="http://schemas.microsoft.com/office/drawing/2014/main" id="{6DC7B3CE-8888-1C0D-59EF-56A9B88E5E39}"/>
              </a:ext>
            </a:extLst>
          </p:cNvPr>
          <p:cNvSpPr>
            <a:spLocks/>
          </p:cNvSpPr>
          <p:nvPr>
            <p:custDataLst>
              <p:tags r:id="rId57"/>
            </p:custDataLst>
          </p:nvPr>
        </p:nvSpPr>
        <p:spPr bwMode="gray">
          <a:xfrm>
            <a:off x="5076825" y="5343525"/>
            <a:ext cx="3190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DEE8255A-EFEF-41A9-99A6-7FD6A418AA38}" type="datetime'''''1''''''''''''''''''''.2''''''''7'">
              <a:rPr lang="en-US" altLang="en-US" sz="1200" b="1" smtClean="0">
                <a:solidFill>
                  <a:srgbClr val="000000"/>
                </a:solidFill>
              </a:rPr>
              <a:pPr marL="0" lvl="0" indent="0" algn="ctr">
                <a:spcBef>
                  <a:spcPct val="0"/>
                </a:spcBef>
                <a:spcAft>
                  <a:spcPct val="0"/>
                </a:spcAft>
                <a:buNone/>
                <a:defRPr/>
              </a:pPr>
              <a:t>1.27</a:t>
            </a:fld>
            <a:endParaRPr kumimoji="0" lang="en-US" sz="1200" b="1" i="0" strike="noStrike" kern="1200" cap="none" spc="0" normalizeH="0" baseline="0" noProof="0">
              <a:ln>
                <a:noFill/>
              </a:ln>
              <a:solidFill>
                <a:srgbClr val="000000"/>
              </a:solidFill>
              <a:effectLst/>
              <a:uLnTx/>
              <a:uFillTx/>
              <a:sym typeface="Arial\"/>
            </a:endParaRPr>
          </a:p>
        </p:txBody>
      </p:sp>
      <p:sp>
        <p:nvSpPr>
          <p:cNvPr id="3175" name="Text Placeholder 2">
            <a:extLst>
              <a:ext uri="{FF2B5EF4-FFF2-40B4-BE49-F238E27FC236}">
                <a16:creationId xmlns:a16="http://schemas.microsoft.com/office/drawing/2014/main" id="{87BB863F-9716-77B5-70B5-97E8A856AB8A}"/>
              </a:ext>
            </a:extLst>
          </p:cNvPr>
          <p:cNvSpPr>
            <a:spLocks/>
          </p:cNvSpPr>
          <p:nvPr>
            <p:custDataLst>
              <p:tags r:id="rId58"/>
            </p:custDataLst>
          </p:nvPr>
        </p:nvSpPr>
        <p:spPr bwMode="gray">
          <a:xfrm>
            <a:off x="5915025" y="5097463"/>
            <a:ext cx="3190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3317FB8-9D86-4520-A8B3-57E11C15516B}" type="datetime'''''''''''''''''''''1''''''''''''''''''''''''.8''''''''9'''">
              <a:rPr lang="en-US" altLang="en-US" sz="1200" b="1" smtClean="0">
                <a:solidFill>
                  <a:srgbClr val="000000"/>
                </a:solidFill>
                <a:effectLst/>
                <a:sym typeface="Arial\"/>
              </a:rPr>
              <a:pPr marL="0" lvl="0" indent="0" algn="ctr">
                <a:spcBef>
                  <a:spcPct val="0"/>
                </a:spcBef>
                <a:spcAft>
                  <a:spcPct val="0"/>
                </a:spcAft>
                <a:buNone/>
              </a:pPr>
              <a:t>1.89</a:t>
            </a:fld>
            <a:endParaRPr lang="en-US" sz="1200" b="1">
              <a:solidFill>
                <a:srgbClr val="000000"/>
              </a:solidFill>
              <a:sym typeface="Arial\"/>
            </a:endParaRPr>
          </a:p>
        </p:txBody>
      </p:sp>
      <p:sp>
        <p:nvSpPr>
          <p:cNvPr id="3192" name="Text Placeholder 2">
            <a:extLst>
              <a:ext uri="{FF2B5EF4-FFF2-40B4-BE49-F238E27FC236}">
                <a16:creationId xmlns:a16="http://schemas.microsoft.com/office/drawing/2014/main" id="{40B86AB3-66C0-E1F7-3DF2-FB1A17E3123C}"/>
              </a:ext>
            </a:extLst>
          </p:cNvPr>
          <p:cNvSpPr>
            <a:spLocks/>
          </p:cNvSpPr>
          <p:nvPr>
            <p:custDataLst>
              <p:tags r:id="rId59"/>
            </p:custDataLst>
          </p:nvPr>
        </p:nvSpPr>
        <p:spPr bwMode="gray">
          <a:xfrm>
            <a:off x="6754813" y="4822825"/>
            <a:ext cx="3190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C5F0F021-0874-425E-9AC9-C9ACAE8EECC6}" type="datetime'''''''''''2.''''''''5''''''''''''''''''''8'''">
              <a:rPr lang="en-US" altLang="en-US" sz="1200" b="1" smtClean="0">
                <a:solidFill>
                  <a:srgbClr val="000000"/>
                </a:solidFill>
              </a:rPr>
              <a:pPr marL="0" lvl="0" indent="0" algn="ctr">
                <a:spcBef>
                  <a:spcPct val="0"/>
                </a:spcBef>
                <a:spcAft>
                  <a:spcPct val="0"/>
                </a:spcAft>
                <a:buNone/>
                <a:defRPr/>
              </a:pPr>
              <a:t>2.58</a:t>
            </a:fld>
            <a:endParaRPr kumimoji="0" lang="en-US" sz="1200" b="1" i="0" strike="noStrike" kern="1200" cap="none" spc="0" normalizeH="0" baseline="0" noProof="0">
              <a:ln>
                <a:noFill/>
              </a:ln>
              <a:solidFill>
                <a:srgbClr val="000000"/>
              </a:solidFill>
              <a:effectLst/>
              <a:uLnTx/>
              <a:uFillTx/>
              <a:sym typeface="Arial\"/>
            </a:endParaRPr>
          </a:p>
        </p:txBody>
      </p:sp>
      <p:sp>
        <p:nvSpPr>
          <p:cNvPr id="3193" name="Text Placeholder 2">
            <a:extLst>
              <a:ext uri="{FF2B5EF4-FFF2-40B4-BE49-F238E27FC236}">
                <a16:creationId xmlns:a16="http://schemas.microsoft.com/office/drawing/2014/main" id="{EDF7484E-08AF-F1DE-FD4B-2EE8EA7F9FC1}"/>
              </a:ext>
            </a:extLst>
          </p:cNvPr>
          <p:cNvSpPr>
            <a:spLocks/>
          </p:cNvSpPr>
          <p:nvPr>
            <p:custDataLst>
              <p:tags r:id="rId60"/>
            </p:custDataLst>
          </p:nvPr>
        </p:nvSpPr>
        <p:spPr bwMode="auto">
          <a:xfrm>
            <a:off x="5830888" y="4760913"/>
            <a:ext cx="485775"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11A9C7BF-3E22-47CF-A570-11D3E7561678}" type="datetime'''''''''''''''''''+''''''''''4''''''3''%'">
              <a:rPr lang="en-US" altLang="en-US" sz="1200" b="1" smtClean="0">
                <a:solidFill>
                  <a:srgbClr val="FFFFFF"/>
                </a:solidFill>
                <a:effectLst/>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+43%</a:t>
            </a:fld>
            <a:endParaRPr kumimoji="0" lang="en-US" sz="1200" b="1" i="0" strike="noStrike" kern="1200" cap="none" spc="0" normalizeH="0" baseline="0" noProof="0">
              <a:ln>
                <a:noFill/>
              </a:ln>
              <a:solidFill>
                <a:srgbClr val="FFFFFF"/>
              </a:solidFill>
              <a:effectLst/>
              <a:uLnTx/>
              <a:uFillTx/>
              <a:ea typeface="+mn-ea"/>
              <a:cs typeface="+mn-cs"/>
              <a:sym typeface="Arial\"/>
            </a:endParaRPr>
          </a:p>
        </p:txBody>
      </p:sp>
      <p:sp>
        <p:nvSpPr>
          <p:cNvPr id="3194" name="Rectangle 3193">
            <a:extLst>
              <a:ext uri="{FF2B5EF4-FFF2-40B4-BE49-F238E27FC236}">
                <a16:creationId xmlns:a16="http://schemas.microsoft.com/office/drawing/2014/main" id="{9D98C874-37FD-2F7F-1DE9-DCBC7ED206BC}"/>
              </a:ext>
            </a:extLst>
          </p:cNvPr>
          <p:cNvSpPr/>
          <p:nvPr>
            <p:custDataLst>
              <p:tags r:id="rId61"/>
            </p:custDataLst>
          </p:nvPr>
        </p:nvSpPr>
        <p:spPr>
          <a:xfrm>
            <a:off x="8726488" y="4287659"/>
            <a:ext cx="2376488" cy="227013"/>
          </a:xfrm>
          <a:prstGeom prst="rect">
            <a:avLst/>
          </a:prstGeom>
          <a:noFill/>
          <a:ln w="9525" cap="sq">
            <a:solidFill>
              <a:srgbClr val="364D6E"/>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rPr>
              <a:t>Case 3:End to end IVF clinic</a:t>
            </a:r>
          </a:p>
        </p:txBody>
      </p:sp>
      <p:sp>
        <p:nvSpPr>
          <p:cNvPr id="52" name="Rectangle 51">
            <a:extLst>
              <a:ext uri="{FF2B5EF4-FFF2-40B4-BE49-F238E27FC236}">
                <a16:creationId xmlns:a16="http://schemas.microsoft.com/office/drawing/2014/main" id="{4E0F3A4B-8FFF-F828-CBE3-ADC8FA0CC497}"/>
              </a:ext>
            </a:extLst>
          </p:cNvPr>
          <p:cNvSpPr/>
          <p:nvPr>
            <p:custDataLst>
              <p:tags r:id="rId62"/>
            </p:custDataLst>
          </p:nvPr>
        </p:nvSpPr>
        <p:spPr bwMode="auto">
          <a:xfrm>
            <a:off x="10001250" y="1370013"/>
            <a:ext cx="214313" cy="160338"/>
          </a:xfrm>
          <a:prstGeom prst="rect">
            <a:avLst/>
          </a:prstGeom>
          <a:solidFill>
            <a:srgbClr val="04748A"/>
          </a:solidFill>
          <a:ln w="9525" cap="flat" cmpd="sng" algn="ctr">
            <a:solidFill>
              <a:schemeClr val="bg1"/>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8A6CCBE3-BF07-BF4C-4A3E-F56D50239609}"/>
              </a:ext>
            </a:extLst>
          </p:cNvPr>
          <p:cNvSpPr/>
          <p:nvPr>
            <p:custDataLst>
              <p:tags r:id="rId63"/>
            </p:custDataLst>
          </p:nvPr>
        </p:nvSpPr>
        <p:spPr bwMode="auto">
          <a:xfrm>
            <a:off x="10682288" y="1370013"/>
            <a:ext cx="214313" cy="160338"/>
          </a:xfrm>
          <a:prstGeom prst="rect">
            <a:avLst/>
          </a:prstGeom>
          <a:solidFill>
            <a:srgbClr val="17B2AF"/>
          </a:solidFill>
          <a:ln w="9525" cap="flat" cmpd="sng" algn="ctr">
            <a:solidFill>
              <a:schemeClr val="bg1"/>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 Placeholder 2">
            <a:extLst>
              <a:ext uri="{FF2B5EF4-FFF2-40B4-BE49-F238E27FC236}">
                <a16:creationId xmlns:a16="http://schemas.microsoft.com/office/drawing/2014/main" id="{87BB863F-9716-77B5-70B5-97E8A856AB8A}"/>
              </a:ext>
            </a:extLst>
          </p:cNvPr>
          <p:cNvSpPr>
            <a:spLocks/>
          </p:cNvSpPr>
          <p:nvPr>
            <p:custDataLst>
              <p:tags r:id="rId64"/>
            </p:custDataLst>
          </p:nvPr>
        </p:nvSpPr>
        <p:spPr bwMode="auto">
          <a:xfrm>
            <a:off x="10266363" y="1377950"/>
            <a:ext cx="3143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A4FCE0E6-B932-4E01-B320-3625670CC7F1}" type="datetime'''''''''''''''''''''M''a''''le'''''''''''''''''''''''">
              <a:rPr lang="en-US" altLang="en-US" sz="1200" smtClean="0">
                <a:effectLst/>
                <a:sym typeface="Arial\"/>
              </a:rPr>
              <a:pPr marL="0" lvl="0" indent="0">
                <a:spcBef>
                  <a:spcPct val="0"/>
                </a:spcBef>
                <a:spcAft>
                  <a:spcPct val="0"/>
                </a:spcAft>
                <a:buNone/>
              </a:pPr>
              <a:t>Male</a:t>
            </a:fld>
            <a:endParaRPr lang="en-US" sz="1200">
              <a:sym typeface="Arial\"/>
            </a:endParaRPr>
          </a:p>
        </p:txBody>
      </p:sp>
      <p:sp>
        <p:nvSpPr>
          <p:cNvPr id="49" name="Text Placeholder 2">
            <a:extLst>
              <a:ext uri="{FF2B5EF4-FFF2-40B4-BE49-F238E27FC236}">
                <a16:creationId xmlns:a16="http://schemas.microsoft.com/office/drawing/2014/main" id="{87BB863F-9716-77B5-70B5-97E8A856AB8A}"/>
              </a:ext>
            </a:extLst>
          </p:cNvPr>
          <p:cNvSpPr>
            <a:spLocks/>
          </p:cNvSpPr>
          <p:nvPr>
            <p:custDataLst>
              <p:tags r:id="rId65"/>
            </p:custDataLst>
          </p:nvPr>
        </p:nvSpPr>
        <p:spPr bwMode="auto">
          <a:xfrm>
            <a:off x="10947400" y="1377950"/>
            <a:ext cx="4508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43830F59-5DED-4839-89B2-4812BD83DFEE}" type="datetime'''''''F''em''''''''''''''''''''al''''''''e'''''''''''''">
              <a:rPr lang="en-US" altLang="en-US" sz="1200" smtClean="0">
                <a:effectLst/>
                <a:sym typeface="Arial\"/>
              </a:rPr>
              <a:pPr marL="0" lvl="0" indent="0">
                <a:spcBef>
                  <a:spcPct val="0"/>
                </a:spcBef>
                <a:spcAft>
                  <a:spcPct val="0"/>
                </a:spcAft>
                <a:buNone/>
              </a:pPr>
              <a:t>Female</a:t>
            </a:fld>
            <a:endParaRPr lang="en-US" sz="1200">
              <a:sym typeface="Arial\"/>
            </a:endParaRPr>
          </a:p>
        </p:txBody>
      </p:sp>
      <p:sp>
        <p:nvSpPr>
          <p:cNvPr id="74" name="Rectangle 73">
            <a:extLst>
              <a:ext uri="{FF2B5EF4-FFF2-40B4-BE49-F238E27FC236}">
                <a16:creationId xmlns:a16="http://schemas.microsoft.com/office/drawing/2014/main" id="{7790A487-9B5B-EB1D-2341-88CF551BC0A7}"/>
              </a:ext>
            </a:extLst>
          </p:cNvPr>
          <p:cNvSpPr/>
          <p:nvPr>
            <p:custDataLst>
              <p:tags r:id="rId66"/>
            </p:custDataLst>
          </p:nvPr>
        </p:nvSpPr>
        <p:spPr>
          <a:xfrm>
            <a:off x="669211" y="1369902"/>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Patient Volume for OC, </a:t>
            </a:r>
            <a:r>
              <a:rPr kumimoji="0" lang="en-US" sz="160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in #</a:t>
            </a:r>
            <a:r>
              <a:rPr kumimoji="0" lang="en-US" sz="1600" b="1"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a:t>
            </a:r>
            <a:r>
              <a:rPr kumimoji="0" lang="en-US" sz="16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 2026-2028F</a:t>
            </a:r>
          </a:p>
        </p:txBody>
      </p:sp>
      <p:sp>
        <p:nvSpPr>
          <p:cNvPr id="75" name="Rectangle 74">
            <a:extLst>
              <a:ext uri="{FF2B5EF4-FFF2-40B4-BE49-F238E27FC236}">
                <a16:creationId xmlns:a16="http://schemas.microsoft.com/office/drawing/2014/main" id="{1CEF38A8-B3E2-18A5-9BE7-686B6797B902}"/>
              </a:ext>
            </a:extLst>
          </p:cNvPr>
          <p:cNvSpPr/>
          <p:nvPr>
            <p:custDataLst>
              <p:tags r:id="rId67"/>
            </p:custDataLst>
          </p:nvPr>
        </p:nvSpPr>
        <p:spPr>
          <a:xfrm>
            <a:off x="669211" y="3956066"/>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rgbClr val="DDDDDD">
                    <a:lumMod val="10000"/>
                  </a:srgbClr>
                </a:solidFill>
                <a:latin typeface="Calibri" panose="020F0502020204030204"/>
                <a:ea typeface="Calibri" panose="020F0502020204030204" pitchFamily="34" charset="0"/>
                <a:cs typeface="Calibri" panose="020F0502020204030204" pitchFamily="34" charset="0"/>
              </a:rPr>
              <a:t>Revenue for OC</a:t>
            </a:r>
            <a:r>
              <a:rPr kumimoji="0" lang="en-US" sz="1600" b="1"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 </a:t>
            </a:r>
            <a:r>
              <a:rPr kumimoji="0" lang="en-US" sz="160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SAR Mn,</a:t>
            </a:r>
            <a:r>
              <a:rPr kumimoji="0" lang="en-US" sz="16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 2026-2028F</a:t>
            </a:r>
          </a:p>
        </p:txBody>
      </p:sp>
      <p:sp>
        <p:nvSpPr>
          <p:cNvPr id="4" name="Slide Number Placeholder 3">
            <a:extLst>
              <a:ext uri="{FF2B5EF4-FFF2-40B4-BE49-F238E27FC236}">
                <a16:creationId xmlns:a16="http://schemas.microsoft.com/office/drawing/2014/main" id="{96D1B63F-B91E-8CA9-3263-4F1FC5A8C43E}"/>
              </a:ext>
            </a:extLst>
          </p:cNvPr>
          <p:cNvSpPr>
            <a:spLocks noGrp="1"/>
          </p:cNvSpPr>
          <p:nvPr>
            <p:ph type="sldNum" sz="quarter" idx="12"/>
          </p:nvPr>
        </p:nvSpPr>
        <p:spPr/>
        <p:txBody>
          <a:bodyPr/>
          <a:lstStyle/>
          <a:p>
            <a:fld id="{8E1CF2E5-4A16-4FBD-9713-265FD1DAAE65}" type="slidenum">
              <a:rPr lang="en-US" smtClean="0"/>
              <a:t>36</a:t>
            </a:fld>
            <a:endParaRPr lang="en-US"/>
          </a:p>
        </p:txBody>
      </p:sp>
      <p:sp>
        <p:nvSpPr>
          <p:cNvPr id="21" name="Line 15">
            <a:extLst>
              <a:ext uri="{FF2B5EF4-FFF2-40B4-BE49-F238E27FC236}">
                <a16:creationId xmlns:a16="http://schemas.microsoft.com/office/drawing/2014/main" id="{A5123957-6D1C-6DF2-CFFD-B762C759A21A}"/>
              </a:ext>
            </a:extLst>
          </p:cNvPr>
          <p:cNvSpPr>
            <a:spLocks noChangeShapeType="1"/>
          </p:cNvSpPr>
          <p:nvPr>
            <p:custDataLst>
              <p:tags r:id="rId68"/>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93" name="Chart 92">
            <a:extLst>
              <a:ext uri="{FF2B5EF4-FFF2-40B4-BE49-F238E27FC236}">
                <a16:creationId xmlns:a16="http://schemas.microsoft.com/office/drawing/2014/main" id="{9045E799-5206-FDBE-FF84-8BAC0DD0BDCF}"/>
              </a:ext>
            </a:extLst>
          </p:cNvPr>
          <p:cNvGraphicFramePr/>
          <p:nvPr>
            <p:custDataLst>
              <p:tags r:id="rId69"/>
            </p:custDataLst>
            <p:extLst>
              <p:ext uri="{D42A27DB-BD31-4B8C-83A1-F6EECF244321}">
                <p14:modId xmlns:p14="http://schemas.microsoft.com/office/powerpoint/2010/main" val="243437888"/>
              </p:ext>
            </p:extLst>
          </p:nvPr>
        </p:nvGraphicFramePr>
        <p:xfrm>
          <a:off x="8591550" y="4797425"/>
          <a:ext cx="2681288" cy="1476375"/>
        </p:xfrm>
        <a:graphic>
          <a:graphicData uri="http://schemas.openxmlformats.org/drawingml/2006/chart">
            <c:chart xmlns:c="http://schemas.openxmlformats.org/drawingml/2006/chart" xmlns:r="http://schemas.openxmlformats.org/officeDocument/2006/relationships" r:id="rId90"/>
          </a:graphicData>
        </a:graphic>
      </p:graphicFrame>
      <p:cxnSp>
        <p:nvCxnSpPr>
          <p:cNvPr id="3178" name="Straight Connector 3177">
            <a:extLst>
              <a:ext uri="{FF2B5EF4-FFF2-40B4-BE49-F238E27FC236}">
                <a16:creationId xmlns:a16="http://schemas.microsoft.com/office/drawing/2014/main" id="{8F522BE6-884A-AF7C-40C4-8050256B01BD}"/>
              </a:ext>
            </a:extLst>
          </p:cNvPr>
          <p:cNvCxnSpPr>
            <a:cxnSpLocks/>
          </p:cNvCxnSpPr>
          <p:nvPr>
            <p:custDataLst>
              <p:tags r:id="rId70"/>
            </p:custDataLst>
          </p:nvPr>
        </p:nvCxnSpPr>
        <p:spPr bwMode="auto">
          <a:xfrm flipV="1">
            <a:off x="9093200" y="4656138"/>
            <a:ext cx="1677988" cy="63658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69" name="Text Placeholder 2">
            <a:extLst>
              <a:ext uri="{FF2B5EF4-FFF2-40B4-BE49-F238E27FC236}">
                <a16:creationId xmlns:a16="http://schemas.microsoft.com/office/drawing/2014/main" id="{87BB863F-9716-77B5-70B5-97E8A856AB8A}"/>
              </a:ext>
            </a:extLst>
          </p:cNvPr>
          <p:cNvSpPr>
            <a:spLocks/>
          </p:cNvSpPr>
          <p:nvPr>
            <p:custDataLst>
              <p:tags r:id="rId71"/>
            </p:custDataLst>
          </p:nvPr>
        </p:nvSpPr>
        <p:spPr bwMode="gray">
          <a:xfrm>
            <a:off x="8963025" y="5969000"/>
            <a:ext cx="261938" cy="136525"/>
          </a:xfrm>
          <a:prstGeom prst="rect">
            <a:avLst/>
          </a:prstGeom>
          <a:solidFill>
            <a:srgbClr val="04748A"/>
          </a:solidFill>
          <a:ln>
            <a:noFill/>
          </a:ln>
          <a:effec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184D86F-DBEF-4D52-B1DE-D57EEEDDF325}" type="datetime'''''''''''''0''''''''''''''''''''''.''''''''''34'''''''''">
              <a:rPr lang="en-US" altLang="en-US" sz="1000" smtClean="0">
                <a:solidFill>
                  <a:srgbClr val="FFFFFF"/>
                </a:solidFill>
                <a:effectLst/>
                <a:sym typeface="Arial\"/>
              </a:rPr>
              <a:pPr marL="0" lvl="0" indent="0" algn="ctr">
                <a:spcBef>
                  <a:spcPct val="0"/>
                </a:spcBef>
                <a:spcAft>
                  <a:spcPct val="0"/>
                </a:spcAft>
                <a:buNone/>
              </a:pPr>
              <a:t>0.34</a:t>
            </a:fld>
            <a:endParaRPr lang="en-US" sz="1000">
              <a:solidFill>
                <a:srgbClr val="FFFFFF"/>
              </a:solidFill>
              <a:sym typeface="Arial\"/>
            </a:endParaRPr>
          </a:p>
        </p:txBody>
      </p:sp>
      <p:sp>
        <p:nvSpPr>
          <p:cNvPr id="3179" name="Text Placeholder 4">
            <a:extLst>
              <a:ext uri="{FF2B5EF4-FFF2-40B4-BE49-F238E27FC236}">
                <a16:creationId xmlns:a16="http://schemas.microsoft.com/office/drawing/2014/main" id="{B5C01C85-B2BB-CB7C-6440-E784CE4F6B19}"/>
              </a:ext>
            </a:extLst>
          </p:cNvPr>
          <p:cNvSpPr>
            <a:spLocks/>
          </p:cNvSpPr>
          <p:nvPr>
            <p:custDataLst>
              <p:tags r:id="rId72"/>
            </p:custDataLst>
          </p:nvPr>
        </p:nvSpPr>
        <p:spPr bwMode="auto">
          <a:xfrm>
            <a:off x="8896350" y="61563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CD9A90F5-5C23-4911-ACA9-499E9DEEC429}"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78" name="Text Placeholder 2">
            <a:extLst>
              <a:ext uri="{FF2B5EF4-FFF2-40B4-BE49-F238E27FC236}">
                <a16:creationId xmlns:a16="http://schemas.microsoft.com/office/drawing/2014/main" id="{87BB863F-9716-77B5-70B5-97E8A856AB8A}"/>
              </a:ext>
            </a:extLst>
          </p:cNvPr>
          <p:cNvSpPr>
            <a:spLocks/>
          </p:cNvSpPr>
          <p:nvPr>
            <p:custDataLst>
              <p:tags r:id="rId73"/>
            </p:custDataLst>
          </p:nvPr>
        </p:nvSpPr>
        <p:spPr bwMode="gray">
          <a:xfrm>
            <a:off x="9801225" y="5943600"/>
            <a:ext cx="261938" cy="136525"/>
          </a:xfrm>
          <a:prstGeom prst="rect">
            <a:avLst/>
          </a:prstGeom>
          <a:solidFill>
            <a:srgbClr val="04748A"/>
          </a:solidFill>
          <a:ln>
            <a:noFill/>
          </a:ln>
          <a:effec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FC9669C-CC69-4D09-B581-93644A48F175}" type="datetime'''''1''''''.''''''''''''''''''''''''''''''2''1'''''''''">
              <a:rPr lang="en-US" altLang="en-US" sz="1000" smtClean="0">
                <a:solidFill>
                  <a:srgbClr val="FFFFFF"/>
                </a:solidFill>
                <a:effectLst/>
              </a:rPr>
              <a:pPr marL="0" lvl="0" indent="0" algn="ctr">
                <a:spcBef>
                  <a:spcPct val="0"/>
                </a:spcBef>
                <a:spcAft>
                  <a:spcPct val="0"/>
                </a:spcAft>
                <a:buNone/>
              </a:pPr>
              <a:t>1.21</a:t>
            </a:fld>
            <a:endParaRPr lang="en-US" sz="1000">
              <a:solidFill>
                <a:srgbClr val="FFFFFF"/>
              </a:solidFill>
              <a:sym typeface="Arial\"/>
            </a:endParaRPr>
          </a:p>
        </p:txBody>
      </p:sp>
      <p:sp>
        <p:nvSpPr>
          <p:cNvPr id="3180" name="Text Placeholder 4">
            <a:extLst>
              <a:ext uri="{FF2B5EF4-FFF2-40B4-BE49-F238E27FC236}">
                <a16:creationId xmlns:a16="http://schemas.microsoft.com/office/drawing/2014/main" id="{9E610769-59D9-10E9-BB35-B4850E65DA82}"/>
              </a:ext>
            </a:extLst>
          </p:cNvPr>
          <p:cNvSpPr>
            <a:spLocks/>
          </p:cNvSpPr>
          <p:nvPr>
            <p:custDataLst>
              <p:tags r:id="rId74"/>
            </p:custDataLst>
          </p:nvPr>
        </p:nvSpPr>
        <p:spPr bwMode="auto">
          <a:xfrm>
            <a:off x="9734550" y="61563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12F84169-1E04-4101-ABC8-4483A70F0E7F}"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81" name="Text Placeholder 4">
            <a:extLst>
              <a:ext uri="{FF2B5EF4-FFF2-40B4-BE49-F238E27FC236}">
                <a16:creationId xmlns:a16="http://schemas.microsoft.com/office/drawing/2014/main" id="{E1D0303F-C14B-2D67-AB8B-94875C55C4D8}"/>
              </a:ext>
            </a:extLst>
          </p:cNvPr>
          <p:cNvSpPr>
            <a:spLocks/>
          </p:cNvSpPr>
          <p:nvPr>
            <p:custDataLst>
              <p:tags r:id="rId75"/>
            </p:custDataLst>
          </p:nvPr>
        </p:nvSpPr>
        <p:spPr bwMode="auto">
          <a:xfrm>
            <a:off x="10574338" y="61563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E2B71276-6DDA-45EC-81A9-E6AEED7352C3}"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82" name="Text Placeholder 2">
            <a:extLst>
              <a:ext uri="{FF2B5EF4-FFF2-40B4-BE49-F238E27FC236}">
                <a16:creationId xmlns:a16="http://schemas.microsoft.com/office/drawing/2014/main" id="{3428B058-8960-8F57-59A9-240F850D07BB}"/>
              </a:ext>
            </a:extLst>
          </p:cNvPr>
          <p:cNvSpPr>
            <a:spLocks/>
          </p:cNvSpPr>
          <p:nvPr>
            <p:custDataLst>
              <p:tags r:id="rId76"/>
            </p:custDataLst>
          </p:nvPr>
        </p:nvSpPr>
        <p:spPr bwMode="gray">
          <a:xfrm>
            <a:off x="8934450" y="5468938"/>
            <a:ext cx="3190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68D3F08A-0066-4120-BC29-8AD4445B4056}" type="datetime'''''''''''''6''''''''''''''''.''''''''''''''4''''''''''0'">
              <a:rPr lang="en-US" altLang="en-US" sz="1200" b="1" smtClean="0">
                <a:solidFill>
                  <a:srgbClr val="000000"/>
                </a:solidFill>
              </a:rPr>
              <a:pPr marL="0" lvl="0" indent="0" algn="ctr">
                <a:spcBef>
                  <a:spcPct val="0"/>
                </a:spcBef>
                <a:spcAft>
                  <a:spcPct val="0"/>
                </a:spcAft>
                <a:buNone/>
                <a:defRPr/>
              </a:pPr>
              <a:t>6.40</a:t>
            </a:fld>
            <a:endParaRPr kumimoji="0" lang="en-US" sz="1200" b="1" i="0" strike="noStrike" kern="1200" cap="none" spc="0" normalizeH="0" baseline="0" noProof="0">
              <a:ln>
                <a:noFill/>
              </a:ln>
              <a:solidFill>
                <a:srgbClr val="000000"/>
              </a:solidFill>
              <a:effectLst/>
              <a:uLnTx/>
              <a:uFillTx/>
              <a:sym typeface="Arial\"/>
            </a:endParaRPr>
          </a:p>
        </p:txBody>
      </p:sp>
      <p:sp>
        <p:nvSpPr>
          <p:cNvPr id="3185" name="Text Placeholder 2">
            <a:extLst>
              <a:ext uri="{FF2B5EF4-FFF2-40B4-BE49-F238E27FC236}">
                <a16:creationId xmlns:a16="http://schemas.microsoft.com/office/drawing/2014/main" id="{ED2AFEE4-0AAA-5AD9-6174-DD528CB74C9E}"/>
              </a:ext>
            </a:extLst>
          </p:cNvPr>
          <p:cNvSpPr>
            <a:spLocks/>
          </p:cNvSpPr>
          <p:nvPr>
            <p:custDataLst>
              <p:tags r:id="rId77"/>
            </p:custDataLst>
          </p:nvPr>
        </p:nvSpPr>
        <p:spPr bwMode="gray">
          <a:xfrm>
            <a:off x="9732963" y="5249863"/>
            <a:ext cx="3968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C3E93E5-3ACE-484D-8E8D-5BBD789C84A3}" type="datetime'''1''''0.''''''0''''''''''''0'''">
              <a:rPr lang="en-US" altLang="en-US" sz="1200" b="1" smtClean="0">
                <a:solidFill>
                  <a:srgbClr val="000000"/>
                </a:solidFill>
              </a:rPr>
              <a:pPr marL="0" lvl="0" indent="0" algn="ctr">
                <a:spcBef>
                  <a:spcPct val="0"/>
                </a:spcBef>
                <a:spcAft>
                  <a:spcPct val="0"/>
                </a:spcAft>
                <a:buNone/>
              </a:pPr>
              <a:t>10.00</a:t>
            </a:fld>
            <a:endParaRPr lang="en-US" sz="1200" b="1">
              <a:solidFill>
                <a:srgbClr val="000000"/>
              </a:solidFill>
              <a:sym typeface="Arial\"/>
            </a:endParaRPr>
          </a:p>
        </p:txBody>
      </p:sp>
      <p:sp>
        <p:nvSpPr>
          <p:cNvPr id="3184" name="Text Placeholder 2">
            <a:extLst>
              <a:ext uri="{FF2B5EF4-FFF2-40B4-BE49-F238E27FC236}">
                <a16:creationId xmlns:a16="http://schemas.microsoft.com/office/drawing/2014/main" id="{8C355C3D-50CF-49A4-500F-1E09A7B97B65}"/>
              </a:ext>
            </a:extLst>
          </p:cNvPr>
          <p:cNvSpPr>
            <a:spLocks/>
          </p:cNvSpPr>
          <p:nvPr>
            <p:custDataLst>
              <p:tags r:id="rId78"/>
            </p:custDataLst>
          </p:nvPr>
        </p:nvSpPr>
        <p:spPr bwMode="gray">
          <a:xfrm>
            <a:off x="10572750" y="4832350"/>
            <a:ext cx="3968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D7A9AFC8-A4AA-4A11-8483-04D45F0E90F3}" type="datetime'1''''''''''''''6.''''8''''''''''''7'''''''''''''''''''''''">
              <a:rPr lang="en-US" altLang="en-US" sz="1200" b="1" smtClean="0">
                <a:solidFill>
                  <a:srgbClr val="000000"/>
                </a:solidFill>
              </a:rPr>
              <a:pPr marL="0" lvl="0" indent="0" algn="ctr">
                <a:spcBef>
                  <a:spcPct val="0"/>
                </a:spcBef>
                <a:spcAft>
                  <a:spcPct val="0"/>
                </a:spcAft>
                <a:buNone/>
                <a:defRPr/>
              </a:pPr>
              <a:t>16.87</a:t>
            </a:fld>
            <a:endParaRPr kumimoji="0" lang="en-US" sz="1200" b="1" i="0" strike="noStrike" kern="1200" cap="none" spc="0" normalizeH="0" baseline="0" noProof="0">
              <a:ln>
                <a:noFill/>
              </a:ln>
              <a:solidFill>
                <a:srgbClr val="000000"/>
              </a:solidFill>
              <a:effectLst/>
              <a:uLnTx/>
              <a:uFillTx/>
              <a:sym typeface="Arial\"/>
            </a:endParaRPr>
          </a:p>
        </p:txBody>
      </p:sp>
      <p:sp>
        <p:nvSpPr>
          <p:cNvPr id="3195" name="Text Placeholder 2">
            <a:extLst>
              <a:ext uri="{FF2B5EF4-FFF2-40B4-BE49-F238E27FC236}">
                <a16:creationId xmlns:a16="http://schemas.microsoft.com/office/drawing/2014/main" id="{457FC01B-42E4-F6BC-85BE-B216E0BFFB3E}"/>
              </a:ext>
            </a:extLst>
          </p:cNvPr>
          <p:cNvSpPr>
            <a:spLocks/>
          </p:cNvSpPr>
          <p:nvPr>
            <p:custDataLst>
              <p:tags r:id="rId79"/>
            </p:custDataLst>
          </p:nvPr>
        </p:nvSpPr>
        <p:spPr bwMode="auto">
          <a:xfrm>
            <a:off x="9688513" y="4856163"/>
            <a:ext cx="485775"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2F5EF122-89FA-41E4-97CE-C39C0E6929CF}" type="datetime'+''''''''''''''''''6''''''''''2''''''''''''''%'''''''''">
              <a:rPr lang="en-US" altLang="en-US" sz="1200" b="1" smtClean="0">
                <a:solidFill>
                  <a:srgbClr val="FFFFFF"/>
                </a:solidFill>
                <a:effectLst/>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+62%</a:t>
            </a:fld>
            <a:endParaRPr kumimoji="0" lang="en-US" sz="1200" b="1" i="0" strike="noStrike" kern="1200" cap="none" spc="0" normalizeH="0" baseline="0" noProof="0">
              <a:ln>
                <a:noFill/>
              </a:ln>
              <a:solidFill>
                <a:srgbClr val="FFFFFF"/>
              </a:solidFill>
              <a:effectLst/>
              <a:uLnTx/>
              <a:uFillTx/>
              <a:ea typeface="+mn-ea"/>
              <a:cs typeface="+mn-cs"/>
              <a:sym typeface="Arial\"/>
            </a:endParaRPr>
          </a:p>
        </p:txBody>
      </p:sp>
      <p:grpSp>
        <p:nvGrpSpPr>
          <p:cNvPr id="5" name="Group 4">
            <a:extLst>
              <a:ext uri="{FF2B5EF4-FFF2-40B4-BE49-F238E27FC236}">
                <a16:creationId xmlns:a16="http://schemas.microsoft.com/office/drawing/2014/main" id="{738E01DD-8465-7BCE-24B7-CD6FAA4E5C55}"/>
              </a:ext>
            </a:extLst>
          </p:cNvPr>
          <p:cNvGrpSpPr/>
          <p:nvPr/>
        </p:nvGrpSpPr>
        <p:grpSpPr>
          <a:xfrm>
            <a:off x="15130" y="47516"/>
            <a:ext cx="171132" cy="228600"/>
            <a:chOff x="0" y="49329"/>
            <a:chExt cx="171132" cy="228600"/>
          </a:xfrm>
        </p:grpSpPr>
        <p:cxnSp>
          <p:nvCxnSpPr>
            <p:cNvPr id="7" name="Straight Connector 6">
              <a:extLst>
                <a:ext uri="{FF2B5EF4-FFF2-40B4-BE49-F238E27FC236}">
                  <a16:creationId xmlns:a16="http://schemas.microsoft.com/office/drawing/2014/main" id="{C2481E92-12E5-46A2-2D72-93C9DF957AC9}"/>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 name="Rectangle: Rounded Corners 7">
              <a:extLst>
                <a:ext uri="{FF2B5EF4-FFF2-40B4-BE49-F238E27FC236}">
                  <a16:creationId xmlns:a16="http://schemas.microsoft.com/office/drawing/2014/main" id="{B2F2C6EA-DC42-8526-F66D-41EF55604182}"/>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0" name="Google Shape;1129;p23">
            <a:extLst>
              <a:ext uri="{FF2B5EF4-FFF2-40B4-BE49-F238E27FC236}">
                <a16:creationId xmlns:a16="http://schemas.microsoft.com/office/drawing/2014/main" id="{A141DC95-AA2D-E23F-2487-49ADA53D9269}"/>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Onco-Fertility</a:t>
            </a:r>
            <a:endParaRPr lang="en-US">
              <a:solidFill>
                <a:schemeClr val="bg1"/>
              </a:solidFill>
              <a:latin typeface="Calibri"/>
              <a:ea typeface="Calibri"/>
              <a:cs typeface="Calibri"/>
            </a:endParaRPr>
          </a:p>
        </p:txBody>
      </p:sp>
      <p:sp>
        <p:nvSpPr>
          <p:cNvPr id="6" name="Line 15">
            <a:extLst>
              <a:ext uri="{FF2B5EF4-FFF2-40B4-BE49-F238E27FC236}">
                <a16:creationId xmlns:a16="http://schemas.microsoft.com/office/drawing/2014/main" id="{C464726D-3C12-165D-DB3F-B2ABD3E3D115}"/>
              </a:ext>
            </a:extLst>
          </p:cNvPr>
          <p:cNvSpPr>
            <a:spLocks noChangeShapeType="1"/>
          </p:cNvSpPr>
          <p:nvPr>
            <p:custDataLst>
              <p:tags r:id="rId80"/>
            </p:custDataLst>
          </p:nvPr>
        </p:nvSpPr>
        <p:spPr bwMode="auto">
          <a:xfrm>
            <a:off x="509281" y="3817964"/>
            <a:ext cx="11161713" cy="0"/>
          </a:xfrm>
          <a:prstGeom prst="line">
            <a:avLst/>
          </a:prstGeom>
          <a:ln>
            <a:solidFill>
              <a:schemeClr val="bg1">
                <a:lumMod val="75000"/>
              </a:schemeClr>
            </a:solidFill>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971ADFB3-1E19-70DE-E1A4-288422EE253A}"/>
              </a:ext>
            </a:extLst>
          </p:cNvPr>
          <p:cNvSpPr/>
          <p:nvPr/>
        </p:nvSpPr>
        <p:spPr>
          <a:xfrm>
            <a:off x="445179" y="1248756"/>
            <a:ext cx="3588657" cy="5152043"/>
          </a:xfrm>
          <a:prstGeom prst="rect">
            <a:avLst/>
          </a:prstGeom>
          <a:noFill/>
          <a:ln>
            <a:solidFill>
              <a:srgbClr val="FF0000"/>
            </a:solidFill>
            <a:prstDash val="dash"/>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EDF7ED48-9D89-DBF3-FA46-209EC9117131}"/>
              </a:ext>
            </a:extLst>
          </p:cNvPr>
          <p:cNvSpPr txBox="1"/>
          <p:nvPr/>
        </p:nvSpPr>
        <p:spPr>
          <a:xfrm>
            <a:off x="517712" y="6471029"/>
            <a:ext cx="3502274" cy="267547"/>
          </a:xfrm>
          <a:prstGeom prst="rect">
            <a:avLst/>
          </a:prstGeom>
          <a:noFill/>
        </p:spPr>
        <p:txBody>
          <a:bodyPr wrap="square" rtlCol="0">
            <a:spAutoFit/>
          </a:bodyPr>
          <a:lstStyle/>
          <a:p>
            <a:r>
              <a:rPr lang="en-GB" sz="1100" i="1"/>
              <a:t>Note: Estimated revenue through sizing can be found </a:t>
            </a:r>
            <a:r>
              <a:rPr lang="en-GB" sz="1100" i="1">
                <a:hlinkClick r:id="rId91"/>
              </a:rPr>
              <a:t>here</a:t>
            </a:r>
            <a:endParaRPr lang="en-GB" sz="1100" i="1"/>
          </a:p>
        </p:txBody>
      </p:sp>
    </p:spTree>
    <p:extLst>
      <p:ext uri="{BB962C8B-B14F-4D97-AF65-F5344CB8AC3E}">
        <p14:creationId xmlns:p14="http://schemas.microsoft.com/office/powerpoint/2010/main" val="260036050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2DA6DA-33C8-0BD5-8469-44AFBD2B316B}"/>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650BE4C7-BB3B-8C6D-ED01-2B8780D0D946}"/>
              </a:ext>
            </a:extLst>
          </p:cNvPr>
          <p:cNvGraphicFramePr>
            <a:graphicFrameLocks/>
          </p:cNvGraphicFramePr>
          <p:nvPr>
            <p:custDataLst>
              <p:tags r:id="rId1"/>
            </p:custDataLst>
            <p:extLst>
              <p:ext uri="{D42A27DB-BD31-4B8C-83A1-F6EECF244321}">
                <p14:modId xmlns:p14="http://schemas.microsoft.com/office/powerpoint/2010/main" val="27469123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650BE4C7-BB3B-8C6D-ED01-2B8780D0D946}"/>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18" name="Rectangle 17">
            <a:extLst>
              <a:ext uri="{FF2B5EF4-FFF2-40B4-BE49-F238E27FC236}">
                <a16:creationId xmlns:a16="http://schemas.microsoft.com/office/drawing/2014/main" id="{CFCA36D7-36BE-D2AC-3560-B18C30BAE857}"/>
              </a:ext>
            </a:extLst>
          </p:cNvPr>
          <p:cNvSpPr/>
          <p:nvPr/>
        </p:nvSpPr>
        <p:spPr>
          <a:xfrm>
            <a:off x="499934" y="2877537"/>
            <a:ext cx="11096625" cy="565750"/>
          </a:xfrm>
          <a:prstGeom prst="rect">
            <a:avLst/>
          </a:prstGeom>
          <a:solidFill>
            <a:schemeClr val="bg1"/>
          </a:solidFill>
          <a:ln>
            <a:noFill/>
            <a:prstDash val="solid"/>
          </a:ln>
          <a:effectLst>
            <a:outerShdw blurRad="50800" dist="38100" dir="2700000" algn="tl" rotWithShape="0">
              <a:schemeClr val="bg1">
                <a:lumMod val="6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91440" tIns="0" bIns="0" rtlCol="0" anchor="ctr"/>
          <a:lstStyle/>
          <a:p>
            <a:endParaRPr lang="en-US" sz="1600">
              <a:solidFill>
                <a:schemeClr val="tx1"/>
              </a:solidFill>
              <a:cs typeface="Arial" panose="020B0604020202020204" pitchFamily="34" charset="0"/>
            </a:endParaRPr>
          </a:p>
        </p:txBody>
      </p:sp>
      <p:sp>
        <p:nvSpPr>
          <p:cNvPr id="2" name="2. Slide Title">
            <a:extLst>
              <a:ext uri="{FF2B5EF4-FFF2-40B4-BE49-F238E27FC236}">
                <a16:creationId xmlns:a16="http://schemas.microsoft.com/office/drawing/2014/main" id="{DA1CB8EA-4A76-DBB1-4A8C-D8536DA78E11}"/>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Multiple opportunities available for potential partnerships, with </a:t>
            </a:r>
            <a:r>
              <a:rPr lang="en-US" sz="2600">
                <a:solidFill>
                  <a:srgbClr val="0A0A0A"/>
                </a:solidFill>
                <a:latin typeface="Georgia" panose="02040502050405020303" pitchFamily="18" charset="0"/>
                <a:cs typeface="Arial" panose="020B0604020202020204" pitchFamily="34" charset="0"/>
              </a:rPr>
              <a:t>Samir Abbas Clinic</a:t>
            </a:r>
            <a:r>
              <a:rPr lang="en-US" sz="2600" b="0">
                <a:solidFill>
                  <a:srgbClr val="0A0A0A"/>
                </a:solidFill>
                <a:latin typeface="Georgia" panose="02040502050405020303" pitchFamily="18" charset="0"/>
                <a:cs typeface="Arial" panose="020B0604020202020204" pitchFamily="34" charset="0"/>
              </a:rPr>
              <a:t> as the top performing clinic in </a:t>
            </a:r>
            <a:r>
              <a:rPr lang="en-US" sz="2600">
                <a:solidFill>
                  <a:srgbClr val="0A0A0A"/>
                </a:solidFill>
                <a:latin typeface="Georgia" panose="02040502050405020303" pitchFamily="18" charset="0"/>
                <a:cs typeface="Arial" panose="020B0604020202020204" pitchFamily="34" charset="0"/>
              </a:rPr>
              <a:t>coverage</a:t>
            </a:r>
            <a:r>
              <a:rPr lang="en-US" sz="2600" b="0">
                <a:solidFill>
                  <a:srgbClr val="0A0A0A"/>
                </a:solidFill>
                <a:latin typeface="Georgia" panose="02040502050405020303" pitchFamily="18" charset="0"/>
                <a:cs typeface="Arial" panose="020B0604020202020204" pitchFamily="34" charset="0"/>
              </a:rPr>
              <a:t> &amp; </a:t>
            </a:r>
            <a:r>
              <a:rPr lang="en-US" sz="2600">
                <a:solidFill>
                  <a:srgbClr val="0A0A0A"/>
                </a:solidFill>
                <a:latin typeface="Georgia" panose="02040502050405020303" pitchFamily="18" charset="0"/>
                <a:cs typeface="Arial" panose="020B0604020202020204" pitchFamily="34" charset="0"/>
              </a:rPr>
              <a:t>scale</a:t>
            </a:r>
          </a:p>
        </p:txBody>
      </p:sp>
      <p:sp>
        <p:nvSpPr>
          <p:cNvPr id="11" name="Slide Number Placeholder 10">
            <a:extLst>
              <a:ext uri="{FF2B5EF4-FFF2-40B4-BE49-F238E27FC236}">
                <a16:creationId xmlns:a16="http://schemas.microsoft.com/office/drawing/2014/main" id="{117E1062-8DAB-C243-594F-1E1DFA9FBBD1}"/>
              </a:ext>
            </a:extLst>
          </p:cNvPr>
          <p:cNvSpPr>
            <a:spLocks noGrp="1"/>
          </p:cNvSpPr>
          <p:nvPr>
            <p:ph type="sldNum" sz="quarter" idx="12"/>
          </p:nvPr>
        </p:nvSpPr>
        <p:spPr/>
        <p:txBody>
          <a:bodyPr/>
          <a:lstStyle/>
          <a:p>
            <a:fld id="{8E1CF2E5-4A16-4FBD-9713-265FD1DAAE65}" type="slidenum">
              <a:rPr lang="en-US" smtClean="0"/>
              <a:t>37</a:t>
            </a:fld>
            <a:endParaRPr lang="en-US"/>
          </a:p>
        </p:txBody>
      </p:sp>
      <p:sp>
        <p:nvSpPr>
          <p:cNvPr id="5" name="Rectangle 4">
            <a:extLst>
              <a:ext uri="{FF2B5EF4-FFF2-40B4-BE49-F238E27FC236}">
                <a16:creationId xmlns:a16="http://schemas.microsoft.com/office/drawing/2014/main" id="{D5CD73E1-DD83-6171-3FDA-87B9CE65CD7E}"/>
              </a:ext>
            </a:extLst>
          </p:cNvPr>
          <p:cNvSpPr/>
          <p:nvPr/>
        </p:nvSpPr>
        <p:spPr>
          <a:xfrm>
            <a:off x="533399" y="1738430"/>
            <a:ext cx="11106151" cy="548640"/>
          </a:xfrm>
          <a:prstGeom prst="rect">
            <a:avLst/>
          </a:prstGeom>
          <a:solidFill>
            <a:schemeClr val="bg1"/>
          </a:solidFill>
          <a:ln>
            <a:noFill/>
            <a:prstDash val="solid"/>
          </a:ln>
          <a:effectLst>
            <a:outerShdw blurRad="50800" dist="38100" dir="2700000" algn="tl" rotWithShape="0">
              <a:schemeClr val="bg1">
                <a:lumMod val="6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91440" tIns="0" bIns="0" rtlCol="0" anchor="ctr"/>
          <a:lstStyle/>
          <a:p>
            <a:r>
              <a:rPr lang="en-US" sz="1600">
                <a:solidFill>
                  <a:schemeClr val="tx1"/>
                </a:solidFill>
                <a:cs typeface="Arial" panose="020B0604020202020204" pitchFamily="34" charset="0"/>
              </a:rPr>
              <a:t>Adoption of a</a:t>
            </a:r>
            <a:r>
              <a:rPr lang="en-US" sz="1600" b="1">
                <a:solidFill>
                  <a:schemeClr val="tx1"/>
                </a:solidFill>
                <a:cs typeface="Arial" panose="020B0604020202020204" pitchFamily="34" charset="0"/>
              </a:rPr>
              <a:t> referral-based partnership model </a:t>
            </a:r>
            <a:r>
              <a:rPr lang="en-US" sz="1600">
                <a:solidFill>
                  <a:schemeClr val="tx1"/>
                </a:solidFill>
                <a:cs typeface="Arial" panose="020B0604020202020204" pitchFamily="34" charset="0"/>
              </a:rPr>
              <a:t>to direct in-house cancer patients for fertility preservation at a partner clinic</a:t>
            </a:r>
          </a:p>
        </p:txBody>
      </p:sp>
      <p:sp>
        <p:nvSpPr>
          <p:cNvPr id="15" name="TextBox 14">
            <a:extLst>
              <a:ext uri="{FF2B5EF4-FFF2-40B4-BE49-F238E27FC236}">
                <a16:creationId xmlns:a16="http://schemas.microsoft.com/office/drawing/2014/main" id="{8AA2105D-1375-6E23-8316-0783642B7974}"/>
              </a:ext>
            </a:extLst>
          </p:cNvPr>
          <p:cNvSpPr txBox="1"/>
          <p:nvPr/>
        </p:nvSpPr>
        <p:spPr>
          <a:xfrm>
            <a:off x="993506" y="1294085"/>
            <a:ext cx="3538854" cy="369332"/>
          </a:xfrm>
          <a:prstGeom prst="rect">
            <a:avLst/>
          </a:prstGeom>
          <a:noFill/>
        </p:spPr>
        <p:txBody>
          <a:bodyPr wrap="none" rtlCol="0">
            <a:spAutoFit/>
          </a:bodyPr>
          <a:lstStyle/>
          <a:p>
            <a:r>
              <a:rPr lang="en-US">
                <a:solidFill>
                  <a:srgbClr val="04748A"/>
                </a:solidFill>
              </a:rPr>
              <a:t>Recommendation from KFSH expert</a:t>
            </a:r>
          </a:p>
        </p:txBody>
      </p:sp>
      <p:pic>
        <p:nvPicPr>
          <p:cNvPr id="17" name="Graphic 16">
            <a:extLst>
              <a:ext uri="{FF2B5EF4-FFF2-40B4-BE49-F238E27FC236}">
                <a16:creationId xmlns:a16="http://schemas.microsoft.com/office/drawing/2014/main" id="{1CFE39BD-867D-68B5-F111-CAF8551997A6}"/>
              </a:ext>
            </a:extLst>
          </p:cNvPr>
          <p:cNvPicPr>
            <a:picLocks noChangeAspect="1"/>
          </p:cNvPicPr>
          <p:nvPr/>
        </p:nvPicPr>
        <p:blipFill>
          <a:blip r:embed="rId8">
            <a:extLst>
              <a:ext uri="{96DAC541-7B7A-43D3-8B79-37D633B846F1}">
                <asvg:svgBlip xmlns:asvg="http://schemas.microsoft.com/office/drawing/2016/SVG/main" r:embed="rId9"/>
              </a:ext>
            </a:extLst>
          </a:blip>
          <a:srcRect b="13989"/>
          <a:stretch>
            <a:fillRect/>
          </a:stretch>
        </p:blipFill>
        <p:spPr>
          <a:xfrm>
            <a:off x="581334" y="1259735"/>
            <a:ext cx="412172" cy="435085"/>
          </a:xfrm>
          <a:prstGeom prst="rect">
            <a:avLst/>
          </a:prstGeom>
        </p:spPr>
      </p:pic>
      <p:sp>
        <p:nvSpPr>
          <p:cNvPr id="19" name="TextBox 18">
            <a:extLst>
              <a:ext uri="{FF2B5EF4-FFF2-40B4-BE49-F238E27FC236}">
                <a16:creationId xmlns:a16="http://schemas.microsoft.com/office/drawing/2014/main" id="{5B4F7018-5722-6F21-E3E3-86353B84A5BC}"/>
              </a:ext>
            </a:extLst>
          </p:cNvPr>
          <p:cNvSpPr txBox="1"/>
          <p:nvPr/>
        </p:nvSpPr>
        <p:spPr>
          <a:xfrm>
            <a:off x="1015538" y="2398483"/>
            <a:ext cx="3215624" cy="369332"/>
          </a:xfrm>
          <a:prstGeom prst="rect">
            <a:avLst/>
          </a:prstGeom>
          <a:noFill/>
        </p:spPr>
        <p:txBody>
          <a:bodyPr wrap="none" rtlCol="0">
            <a:spAutoFit/>
          </a:bodyPr>
          <a:lstStyle/>
          <a:p>
            <a:r>
              <a:rPr lang="en-US">
                <a:solidFill>
                  <a:srgbClr val="04748A"/>
                </a:solidFill>
              </a:rPr>
              <a:t>Criteria for shortlisting a partner</a:t>
            </a:r>
          </a:p>
        </p:txBody>
      </p:sp>
      <p:pic>
        <p:nvPicPr>
          <p:cNvPr id="22" name="Graphic 21">
            <a:extLst>
              <a:ext uri="{FF2B5EF4-FFF2-40B4-BE49-F238E27FC236}">
                <a16:creationId xmlns:a16="http://schemas.microsoft.com/office/drawing/2014/main" id="{A5F71DE9-A1FF-8E6C-921D-1E08AE1FB8AF}"/>
              </a:ext>
            </a:extLst>
          </p:cNvPr>
          <p:cNvPicPr>
            <a:picLocks noChangeAspect="1"/>
          </p:cNvPicPr>
          <p:nvPr/>
        </p:nvPicPr>
        <p:blipFill>
          <a:blip r:embed="rId10">
            <a:extLst>
              <a:ext uri="{96DAC541-7B7A-43D3-8B79-37D633B846F1}">
                <asvg:svgBlip xmlns:asvg="http://schemas.microsoft.com/office/drawing/2016/SVG/main" r:embed="rId11"/>
              </a:ext>
            </a:extLst>
          </a:blip>
          <a:srcRect b="16193"/>
          <a:stretch>
            <a:fillRect/>
          </a:stretch>
        </p:blipFill>
        <p:spPr>
          <a:xfrm>
            <a:off x="533400" y="2294151"/>
            <a:ext cx="508731" cy="523250"/>
          </a:xfrm>
          <a:prstGeom prst="rect">
            <a:avLst/>
          </a:prstGeom>
        </p:spPr>
      </p:pic>
      <p:sp>
        <p:nvSpPr>
          <p:cNvPr id="23" name="TextBox 22">
            <a:extLst>
              <a:ext uri="{FF2B5EF4-FFF2-40B4-BE49-F238E27FC236}">
                <a16:creationId xmlns:a16="http://schemas.microsoft.com/office/drawing/2014/main" id="{FB7FAB37-1F15-63D9-2620-01E491EF9906}"/>
              </a:ext>
            </a:extLst>
          </p:cNvPr>
          <p:cNvSpPr txBox="1"/>
          <p:nvPr/>
        </p:nvSpPr>
        <p:spPr>
          <a:xfrm>
            <a:off x="1015538" y="2937049"/>
            <a:ext cx="1822572" cy="461665"/>
          </a:xfrm>
          <a:prstGeom prst="rect">
            <a:avLst/>
          </a:prstGeom>
          <a:noFill/>
        </p:spPr>
        <p:txBody>
          <a:bodyPr wrap="square" rtlCol="0">
            <a:spAutoFit/>
          </a:bodyPr>
          <a:lstStyle/>
          <a:p>
            <a:r>
              <a:rPr lang="en-US" sz="1200"/>
              <a:t>No in-house cancer treatment capability</a:t>
            </a:r>
          </a:p>
        </p:txBody>
      </p:sp>
      <p:sp>
        <p:nvSpPr>
          <p:cNvPr id="24" name="TextBox 23">
            <a:extLst>
              <a:ext uri="{FF2B5EF4-FFF2-40B4-BE49-F238E27FC236}">
                <a16:creationId xmlns:a16="http://schemas.microsoft.com/office/drawing/2014/main" id="{09DC65E0-5517-18CF-9946-4EB553891A0F}"/>
              </a:ext>
            </a:extLst>
          </p:cNvPr>
          <p:cNvSpPr txBox="1"/>
          <p:nvPr/>
        </p:nvSpPr>
        <p:spPr>
          <a:xfrm>
            <a:off x="4919932" y="2937049"/>
            <a:ext cx="2100586" cy="461665"/>
          </a:xfrm>
          <a:prstGeom prst="rect">
            <a:avLst/>
          </a:prstGeom>
          <a:noFill/>
        </p:spPr>
        <p:txBody>
          <a:bodyPr wrap="square" rtlCol="0">
            <a:spAutoFit/>
          </a:bodyPr>
          <a:lstStyle/>
          <a:p>
            <a:r>
              <a:rPr lang="en-US" sz="1200"/>
              <a:t>License to carry out IVF treatment by MOH</a:t>
            </a:r>
          </a:p>
        </p:txBody>
      </p:sp>
      <p:sp>
        <p:nvSpPr>
          <p:cNvPr id="25" name="TextBox 24">
            <a:extLst>
              <a:ext uri="{FF2B5EF4-FFF2-40B4-BE49-F238E27FC236}">
                <a16:creationId xmlns:a16="http://schemas.microsoft.com/office/drawing/2014/main" id="{23333E11-B998-7E89-13C9-99096C2F0D23}"/>
              </a:ext>
            </a:extLst>
          </p:cNvPr>
          <p:cNvSpPr txBox="1"/>
          <p:nvPr/>
        </p:nvSpPr>
        <p:spPr>
          <a:xfrm>
            <a:off x="8865880" y="2937049"/>
            <a:ext cx="2659369" cy="461665"/>
          </a:xfrm>
          <a:prstGeom prst="rect">
            <a:avLst/>
          </a:prstGeom>
          <a:noFill/>
        </p:spPr>
        <p:txBody>
          <a:bodyPr wrap="square" rtlCol="0">
            <a:spAutoFit/>
          </a:bodyPr>
          <a:lstStyle/>
          <a:p>
            <a:r>
              <a:rPr lang="en-US" sz="1200"/>
              <a:t>Separate license to carry out cancer fertility preservation</a:t>
            </a:r>
          </a:p>
        </p:txBody>
      </p:sp>
      <p:sp>
        <p:nvSpPr>
          <p:cNvPr id="35" name="Isosceles Triangle 34">
            <a:extLst>
              <a:ext uri="{FF2B5EF4-FFF2-40B4-BE49-F238E27FC236}">
                <a16:creationId xmlns:a16="http://schemas.microsoft.com/office/drawing/2014/main" id="{AE46E101-1223-8403-6B62-C6DD00B0A5DF}"/>
              </a:ext>
            </a:extLst>
          </p:cNvPr>
          <p:cNvSpPr/>
          <p:nvPr/>
        </p:nvSpPr>
        <p:spPr>
          <a:xfrm rot="10800000">
            <a:off x="5652743" y="3631250"/>
            <a:ext cx="791007" cy="267743"/>
          </a:xfrm>
          <a:prstGeom prst="triangle">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72A1D716-C29B-3926-AD4B-B7F47CF812C4}"/>
              </a:ext>
            </a:extLst>
          </p:cNvPr>
          <p:cNvSpPr txBox="1"/>
          <p:nvPr/>
        </p:nvSpPr>
        <p:spPr>
          <a:xfrm>
            <a:off x="1042814" y="3518787"/>
            <a:ext cx="2542043" cy="369332"/>
          </a:xfrm>
          <a:prstGeom prst="rect">
            <a:avLst/>
          </a:prstGeom>
          <a:noFill/>
        </p:spPr>
        <p:txBody>
          <a:bodyPr wrap="none" rtlCol="0">
            <a:spAutoFit/>
          </a:bodyPr>
          <a:lstStyle/>
          <a:p>
            <a:r>
              <a:rPr lang="en-US">
                <a:solidFill>
                  <a:srgbClr val="04748A"/>
                </a:solidFill>
              </a:rPr>
              <a:t>Potential partner options</a:t>
            </a:r>
          </a:p>
        </p:txBody>
      </p:sp>
      <p:pic>
        <p:nvPicPr>
          <p:cNvPr id="40" name="Graphic 39">
            <a:extLst>
              <a:ext uri="{FF2B5EF4-FFF2-40B4-BE49-F238E27FC236}">
                <a16:creationId xmlns:a16="http://schemas.microsoft.com/office/drawing/2014/main" id="{EE0E500E-0700-4D3C-CDD8-333934ECDBD7}"/>
              </a:ext>
            </a:extLst>
          </p:cNvPr>
          <p:cNvPicPr>
            <a:picLocks noChangeAspect="1"/>
          </p:cNvPicPr>
          <p:nvPr/>
        </p:nvPicPr>
        <p:blipFill>
          <a:blip r:embed="rId12">
            <a:extLst>
              <a:ext uri="{96DAC541-7B7A-43D3-8B79-37D633B846F1}">
                <asvg:svgBlip xmlns:asvg="http://schemas.microsoft.com/office/drawing/2016/SVG/main" r:embed="rId13"/>
              </a:ext>
            </a:extLst>
          </a:blip>
          <a:srcRect t="11997" b="30141"/>
          <a:stretch>
            <a:fillRect/>
          </a:stretch>
        </p:blipFill>
        <p:spPr>
          <a:xfrm>
            <a:off x="502723" y="3500897"/>
            <a:ext cx="514934" cy="365659"/>
          </a:xfrm>
          <a:prstGeom prst="rect">
            <a:avLst/>
          </a:prstGeom>
        </p:spPr>
      </p:pic>
      <p:graphicFrame>
        <p:nvGraphicFramePr>
          <p:cNvPr id="57" name="Table 56">
            <a:extLst>
              <a:ext uri="{FF2B5EF4-FFF2-40B4-BE49-F238E27FC236}">
                <a16:creationId xmlns:a16="http://schemas.microsoft.com/office/drawing/2014/main" id="{85BBAAEC-DC83-6412-93E9-97517F974A76}"/>
              </a:ext>
            </a:extLst>
          </p:cNvPr>
          <p:cNvGraphicFramePr>
            <a:graphicFrameLocks noGrp="1"/>
          </p:cNvGraphicFramePr>
          <p:nvPr>
            <p:extLst>
              <p:ext uri="{D42A27DB-BD31-4B8C-83A1-F6EECF244321}">
                <p14:modId xmlns:p14="http://schemas.microsoft.com/office/powerpoint/2010/main" val="344117362"/>
              </p:ext>
            </p:extLst>
          </p:nvPr>
        </p:nvGraphicFramePr>
        <p:xfrm>
          <a:off x="533400" y="3987905"/>
          <a:ext cx="11106151" cy="2255520"/>
        </p:xfrm>
        <a:graphic>
          <a:graphicData uri="http://schemas.openxmlformats.org/drawingml/2006/table">
            <a:tbl>
              <a:tblPr firstRow="1" bandRow="1">
                <a:tableStyleId>{073A0DAA-6AF3-43AB-8588-CEC1D06C72B9}</a:tableStyleId>
              </a:tblPr>
              <a:tblGrid>
                <a:gridCol w="1466850">
                  <a:extLst>
                    <a:ext uri="{9D8B030D-6E8A-4147-A177-3AD203B41FA5}">
                      <a16:colId xmlns:a16="http://schemas.microsoft.com/office/drawing/2014/main" val="2711349748"/>
                    </a:ext>
                  </a:extLst>
                </a:gridCol>
                <a:gridCol w="676275">
                  <a:extLst>
                    <a:ext uri="{9D8B030D-6E8A-4147-A177-3AD203B41FA5}">
                      <a16:colId xmlns:a16="http://schemas.microsoft.com/office/drawing/2014/main" val="277938077"/>
                    </a:ext>
                  </a:extLst>
                </a:gridCol>
                <a:gridCol w="1409700">
                  <a:extLst>
                    <a:ext uri="{9D8B030D-6E8A-4147-A177-3AD203B41FA5}">
                      <a16:colId xmlns:a16="http://schemas.microsoft.com/office/drawing/2014/main" val="2936953036"/>
                    </a:ext>
                  </a:extLst>
                </a:gridCol>
                <a:gridCol w="1590675">
                  <a:extLst>
                    <a:ext uri="{9D8B030D-6E8A-4147-A177-3AD203B41FA5}">
                      <a16:colId xmlns:a16="http://schemas.microsoft.com/office/drawing/2014/main" val="6837645"/>
                    </a:ext>
                  </a:extLst>
                </a:gridCol>
                <a:gridCol w="1819275">
                  <a:extLst>
                    <a:ext uri="{9D8B030D-6E8A-4147-A177-3AD203B41FA5}">
                      <a16:colId xmlns:a16="http://schemas.microsoft.com/office/drawing/2014/main" val="1648022231"/>
                    </a:ext>
                  </a:extLst>
                </a:gridCol>
                <a:gridCol w="1490875">
                  <a:extLst>
                    <a:ext uri="{9D8B030D-6E8A-4147-A177-3AD203B41FA5}">
                      <a16:colId xmlns:a16="http://schemas.microsoft.com/office/drawing/2014/main" val="3981541827"/>
                    </a:ext>
                  </a:extLst>
                </a:gridCol>
                <a:gridCol w="1946438">
                  <a:extLst>
                    <a:ext uri="{9D8B030D-6E8A-4147-A177-3AD203B41FA5}">
                      <a16:colId xmlns:a16="http://schemas.microsoft.com/office/drawing/2014/main" val="1330310335"/>
                    </a:ext>
                  </a:extLst>
                </a:gridCol>
                <a:gridCol w="706063">
                  <a:extLst>
                    <a:ext uri="{9D8B030D-6E8A-4147-A177-3AD203B41FA5}">
                      <a16:colId xmlns:a16="http://schemas.microsoft.com/office/drawing/2014/main" val="2901805311"/>
                    </a:ext>
                  </a:extLst>
                </a:gridCol>
              </a:tblGrid>
              <a:tr h="232678">
                <a:tc>
                  <a:txBody>
                    <a:bodyPr/>
                    <a:lstStyle/>
                    <a:p>
                      <a:r>
                        <a:rPr lang="en-US" sz="1200"/>
                        <a:t>Clinic</a:t>
                      </a:r>
                    </a:p>
                  </a:txBody>
                  <a:tcPr>
                    <a:solidFill>
                      <a:srgbClr val="04748A"/>
                    </a:solidFill>
                  </a:tcPr>
                </a:tc>
                <a:tc>
                  <a:txBody>
                    <a:bodyPr/>
                    <a:lstStyle/>
                    <a:p>
                      <a:pPr algn="ctr"/>
                      <a:r>
                        <a:rPr lang="en-US" sz="1200"/>
                        <a:t>Year</a:t>
                      </a:r>
                    </a:p>
                  </a:txBody>
                  <a:tcPr>
                    <a:solidFill>
                      <a:srgbClr val="04748A"/>
                    </a:solidFill>
                  </a:tcPr>
                </a:tc>
                <a:tc>
                  <a:txBody>
                    <a:bodyPr/>
                    <a:lstStyle/>
                    <a:p>
                      <a:pPr algn="ctr"/>
                      <a:r>
                        <a:rPr lang="en-US" sz="1200"/>
                        <a:t>Parent Org</a:t>
                      </a:r>
                    </a:p>
                  </a:txBody>
                  <a:tcPr>
                    <a:solidFill>
                      <a:srgbClr val="04748A"/>
                    </a:solidFill>
                  </a:tcPr>
                </a:tc>
                <a:tc>
                  <a:txBody>
                    <a:bodyPr/>
                    <a:lstStyle/>
                    <a:p>
                      <a:pPr algn="ctr"/>
                      <a:r>
                        <a:rPr lang="en-US" sz="1200"/>
                        <a:t>Location</a:t>
                      </a:r>
                    </a:p>
                  </a:txBody>
                  <a:tcPr>
                    <a:solidFill>
                      <a:srgbClr val="04748A"/>
                    </a:solidFill>
                  </a:tcPr>
                </a:tc>
                <a:tc>
                  <a:txBody>
                    <a:bodyPr/>
                    <a:lstStyle/>
                    <a:p>
                      <a:pPr algn="ctr"/>
                      <a:r>
                        <a:rPr lang="en-US" sz="1200"/>
                        <a:t>Scale</a:t>
                      </a:r>
                    </a:p>
                  </a:txBody>
                  <a:tcPr>
                    <a:solidFill>
                      <a:srgbClr val="04748A"/>
                    </a:solidFill>
                  </a:tcPr>
                </a:tc>
                <a:tc>
                  <a:txBody>
                    <a:bodyPr/>
                    <a:lstStyle/>
                    <a:p>
                      <a:pPr algn="ctr"/>
                      <a:r>
                        <a:rPr lang="en-US" sz="1200"/>
                        <a:t>Recent expansions</a:t>
                      </a:r>
                    </a:p>
                  </a:txBody>
                  <a:tcPr>
                    <a:solidFill>
                      <a:srgbClr val="04748A"/>
                    </a:solidFill>
                  </a:tcPr>
                </a:tc>
                <a:tc>
                  <a:txBody>
                    <a:bodyPr/>
                    <a:lstStyle/>
                    <a:p>
                      <a:pPr algn="ctr"/>
                      <a:r>
                        <a:rPr lang="en-US" sz="1200"/>
                        <a:t>Differentiation</a:t>
                      </a:r>
                    </a:p>
                  </a:txBody>
                  <a:tcPr>
                    <a:solidFill>
                      <a:srgbClr val="04748A"/>
                    </a:solidFill>
                  </a:tcPr>
                </a:tc>
                <a:tc>
                  <a:txBody>
                    <a:bodyPr/>
                    <a:lstStyle/>
                    <a:p>
                      <a:pPr algn="ctr"/>
                      <a:r>
                        <a:rPr lang="en-US" sz="1200"/>
                        <a:t>Priority</a:t>
                      </a:r>
                    </a:p>
                  </a:txBody>
                  <a:tcPr>
                    <a:solidFill>
                      <a:srgbClr val="04748A"/>
                    </a:solidFill>
                  </a:tcPr>
                </a:tc>
                <a:extLst>
                  <a:ext uri="{0D108BD9-81ED-4DB2-BD59-A6C34878D82A}">
                    <a16:rowId xmlns:a16="http://schemas.microsoft.com/office/drawing/2014/main" val="3812484178"/>
                  </a:ext>
                </a:extLst>
              </a:tr>
              <a:tr h="396240">
                <a:tc>
                  <a:txBody>
                    <a:bodyPr/>
                    <a:lstStyle/>
                    <a:p>
                      <a:pPr marL="548640"/>
                      <a:r>
                        <a:rPr lang="en-US" sz="1000"/>
                        <a:t>Bnoon</a:t>
                      </a:r>
                    </a:p>
                  </a:txBody>
                  <a:tcPr anchor="ctr">
                    <a:solidFill>
                      <a:schemeClr val="bg1">
                        <a:lumMod val="95000"/>
                      </a:schemeClr>
                    </a:solidFill>
                  </a:tcPr>
                </a:tc>
                <a:tc>
                  <a:txBody>
                    <a:bodyPr/>
                    <a:lstStyle/>
                    <a:p>
                      <a:pPr algn="ctr"/>
                      <a:r>
                        <a:rPr lang="en-US" sz="1000"/>
                        <a:t>2013</a:t>
                      </a:r>
                    </a:p>
                  </a:txBody>
                  <a:tcPr anchor="ctr">
                    <a:solidFill>
                      <a:schemeClr val="bg1">
                        <a:lumMod val="95000"/>
                      </a:schemeClr>
                    </a:solidFill>
                  </a:tcPr>
                </a:tc>
                <a:tc>
                  <a:txBody>
                    <a:bodyPr/>
                    <a:lstStyle/>
                    <a:p>
                      <a:pPr algn="ctr"/>
                      <a:r>
                        <a:rPr lang="en-US" sz="1000"/>
                        <a:t>Global Fertility Network</a:t>
                      </a:r>
                    </a:p>
                  </a:txBody>
                  <a:tcPr anchor="ctr">
                    <a:solidFill>
                      <a:schemeClr val="bg1">
                        <a:lumMod val="95000"/>
                      </a:schemeClr>
                    </a:solidFill>
                  </a:tcPr>
                </a:tc>
                <a:tc>
                  <a:txBody>
                    <a:bodyPr/>
                    <a:lstStyle/>
                    <a:p>
                      <a:pPr algn="ctr"/>
                      <a:r>
                        <a:rPr lang="en-US" sz="1000"/>
                        <a:t>Riyadh, Jeddah</a:t>
                      </a:r>
                    </a:p>
                  </a:txBody>
                  <a:tcPr anchor="ctr">
                    <a:solidFill>
                      <a:schemeClr val="bg1">
                        <a:lumMod val="95000"/>
                      </a:schemeClr>
                    </a:solidFill>
                  </a:tcPr>
                </a:tc>
                <a:tc>
                  <a:txBody>
                    <a:bodyPr/>
                    <a:lstStyle/>
                    <a:p>
                      <a:pPr algn="ctr"/>
                      <a:r>
                        <a:rPr lang="en-US" sz="1000"/>
                        <a:t>5,000 families helped annually</a:t>
                      </a:r>
                    </a:p>
                  </a:txBody>
                  <a:tcPr anchor="ctr">
                    <a:solidFill>
                      <a:srgbClr val="C5E0B4"/>
                    </a:solidFill>
                  </a:tcPr>
                </a:tc>
                <a:tc>
                  <a:txBody>
                    <a:bodyPr/>
                    <a:lstStyle/>
                    <a:p>
                      <a:pPr algn="l"/>
                      <a:r>
                        <a:rPr lang="en-US" sz="1000"/>
                        <a:t>New clinic announcement in Riyadh</a:t>
                      </a:r>
                    </a:p>
                  </a:txBody>
                  <a:tcPr anchor="ctr">
                    <a:solidFill>
                      <a:schemeClr val="bg1">
                        <a:lumMod val="95000"/>
                      </a:schemeClr>
                    </a:solidFill>
                  </a:tcPr>
                </a:tc>
                <a:tc>
                  <a:txBody>
                    <a:bodyPr/>
                    <a:lstStyle/>
                    <a:p>
                      <a:pPr algn="l"/>
                      <a:r>
                        <a:rPr lang="en-US" sz="1000"/>
                        <a:t>Spectrum of reproductive health services</a:t>
                      </a:r>
                    </a:p>
                  </a:txBody>
                  <a:tcPr anchor="ctr">
                    <a:solidFill>
                      <a:schemeClr val="bg1">
                        <a:lumMod val="95000"/>
                      </a:schemeClr>
                    </a:solidFill>
                  </a:tcPr>
                </a:tc>
                <a:tc>
                  <a:txBody>
                    <a:bodyPr/>
                    <a:lstStyle/>
                    <a:p>
                      <a:pPr algn="ctr"/>
                      <a:r>
                        <a:rPr lang="en-US" sz="1000"/>
                        <a:t>High</a:t>
                      </a:r>
                    </a:p>
                  </a:txBody>
                  <a:tcPr anchor="ctr">
                    <a:solidFill>
                      <a:srgbClr val="C5E0B4"/>
                    </a:solidFill>
                  </a:tcPr>
                </a:tc>
                <a:extLst>
                  <a:ext uri="{0D108BD9-81ED-4DB2-BD59-A6C34878D82A}">
                    <a16:rowId xmlns:a16="http://schemas.microsoft.com/office/drawing/2014/main" val="758179897"/>
                  </a:ext>
                </a:extLst>
              </a:tr>
              <a:tr h="396240">
                <a:tc>
                  <a:txBody>
                    <a:bodyPr/>
                    <a:lstStyle/>
                    <a:p>
                      <a:pPr marL="548640"/>
                      <a:r>
                        <a:rPr lang="en-US" sz="1000"/>
                        <a:t>Thuriah Center</a:t>
                      </a:r>
                    </a:p>
                  </a:txBody>
                  <a:tcPr anchor="ctr">
                    <a:solidFill>
                      <a:schemeClr val="bg1">
                        <a:lumMod val="95000"/>
                      </a:schemeClr>
                    </a:solidFill>
                  </a:tcPr>
                </a:tc>
                <a:tc>
                  <a:txBody>
                    <a:bodyPr/>
                    <a:lstStyle/>
                    <a:p>
                      <a:pPr algn="ctr"/>
                      <a:r>
                        <a:rPr lang="en-US" sz="1000"/>
                        <a:t>2001</a:t>
                      </a:r>
                    </a:p>
                  </a:txBody>
                  <a:tcPr anchor="ctr">
                    <a:solidFill>
                      <a:schemeClr val="bg1">
                        <a:lumMod val="95000"/>
                      </a:schemeClr>
                    </a:solidFill>
                  </a:tcPr>
                </a:tc>
                <a:tc>
                  <a:txBody>
                    <a:bodyPr/>
                    <a:lstStyle/>
                    <a:p>
                      <a:pPr algn="ctr"/>
                      <a:r>
                        <a:rPr lang="en-US" sz="1000"/>
                        <a:t>N/A</a:t>
                      </a:r>
                    </a:p>
                  </a:txBody>
                  <a:tcPr anchor="ctr">
                    <a:solidFill>
                      <a:schemeClr val="bg1">
                        <a:lumMod val="95000"/>
                      </a:schemeClr>
                    </a:solidFill>
                  </a:tcPr>
                </a:tc>
                <a:tc>
                  <a:txBody>
                    <a:bodyPr/>
                    <a:lstStyle/>
                    <a:p>
                      <a:pPr algn="ctr"/>
                      <a:r>
                        <a:rPr lang="en-US" sz="1000"/>
                        <a:t>Riyadh</a:t>
                      </a:r>
                    </a:p>
                  </a:txBody>
                  <a:tcPr anchor="ctr">
                    <a:solidFill>
                      <a:schemeClr val="bg1">
                        <a:lumMod val="95000"/>
                      </a:schemeClr>
                    </a:solidFill>
                  </a:tcPr>
                </a:tc>
                <a:tc>
                  <a:txBody>
                    <a:bodyPr/>
                    <a:lstStyle/>
                    <a:p>
                      <a:pPr algn="ctr"/>
                      <a:r>
                        <a:rPr lang="en-US" sz="1000"/>
                        <a:t>2,500 IVF cycles annually</a:t>
                      </a:r>
                    </a:p>
                  </a:txBody>
                  <a:tcPr anchor="ctr">
                    <a:solidFill>
                      <a:srgbClr val="FFF2CC"/>
                    </a:solidFill>
                  </a:tcPr>
                </a:tc>
                <a:tc>
                  <a:txBody>
                    <a:bodyPr/>
                    <a:lstStyle/>
                    <a:p>
                      <a:pPr algn="l"/>
                      <a:r>
                        <a:rPr lang="en-US" sz="1000"/>
                        <a:t>N/A</a:t>
                      </a:r>
                    </a:p>
                  </a:txBody>
                  <a:tcPr anchor="ctr">
                    <a:solidFill>
                      <a:schemeClr val="bg1">
                        <a:lumMod val="95000"/>
                      </a:schemeClr>
                    </a:solidFill>
                  </a:tcPr>
                </a:tc>
                <a:tc>
                  <a:txBody>
                    <a:bodyPr/>
                    <a:lstStyle/>
                    <a:p>
                      <a:pPr algn="l"/>
                      <a:r>
                        <a:rPr lang="en-US" sz="1000"/>
                        <a:t>Separate Onco-fertility department</a:t>
                      </a:r>
                    </a:p>
                  </a:txBody>
                  <a:tcPr anchor="ctr">
                    <a:solidFill>
                      <a:schemeClr val="bg1">
                        <a:lumMod val="95000"/>
                      </a:schemeClr>
                    </a:solidFill>
                  </a:tcPr>
                </a:tc>
                <a:tc>
                  <a:txBody>
                    <a:bodyPr/>
                    <a:lstStyle/>
                    <a:p>
                      <a:pPr algn="ctr"/>
                      <a:r>
                        <a:rPr lang="en-US" sz="1000"/>
                        <a:t>Medium</a:t>
                      </a:r>
                    </a:p>
                  </a:txBody>
                  <a:tcPr anchor="ctr">
                    <a:solidFill>
                      <a:srgbClr val="FFF2CC"/>
                    </a:solidFill>
                  </a:tcPr>
                </a:tc>
                <a:extLst>
                  <a:ext uri="{0D108BD9-81ED-4DB2-BD59-A6C34878D82A}">
                    <a16:rowId xmlns:a16="http://schemas.microsoft.com/office/drawing/2014/main" val="4121658704"/>
                  </a:ext>
                </a:extLst>
              </a:tr>
              <a:tr h="396240">
                <a:tc>
                  <a:txBody>
                    <a:bodyPr/>
                    <a:lstStyle/>
                    <a:p>
                      <a:pPr marL="548640"/>
                      <a:r>
                        <a:rPr lang="en-US" sz="1000"/>
                        <a:t>Samir Abbas Clinic</a:t>
                      </a:r>
                    </a:p>
                  </a:txBody>
                  <a:tcPr anchor="ctr">
                    <a:solidFill>
                      <a:schemeClr val="bg1">
                        <a:lumMod val="95000"/>
                      </a:schemeClr>
                    </a:solidFill>
                  </a:tcPr>
                </a:tc>
                <a:tc>
                  <a:txBody>
                    <a:bodyPr/>
                    <a:lstStyle/>
                    <a:p>
                      <a:pPr algn="ctr"/>
                      <a:r>
                        <a:rPr lang="en-US" sz="1000"/>
                        <a:t>1984</a:t>
                      </a:r>
                    </a:p>
                  </a:txBody>
                  <a:tcPr anchor="ctr">
                    <a:solidFill>
                      <a:schemeClr val="bg1">
                        <a:lumMod val="95000"/>
                      </a:schemeClr>
                    </a:solidFill>
                  </a:tcPr>
                </a:tc>
                <a:tc>
                  <a:txBody>
                    <a:bodyPr/>
                    <a:lstStyle/>
                    <a:p>
                      <a:pPr algn="ctr"/>
                      <a:r>
                        <a:rPr lang="en-US" sz="1000"/>
                        <a:t>Samir Abbas Holding Group</a:t>
                      </a:r>
                    </a:p>
                  </a:txBody>
                  <a:tcPr anchor="ctr">
                    <a:solidFill>
                      <a:schemeClr val="bg1">
                        <a:lumMod val="95000"/>
                      </a:schemeClr>
                    </a:solidFill>
                  </a:tcPr>
                </a:tc>
                <a:tc>
                  <a:txBody>
                    <a:bodyPr/>
                    <a:lstStyle/>
                    <a:p>
                      <a:pPr algn="ctr"/>
                      <a:r>
                        <a:rPr lang="en-US" sz="1000"/>
                        <a:t>Riyadh, Jeddah, Al Khobar, Medina</a:t>
                      </a:r>
                    </a:p>
                  </a:txBody>
                  <a:tcPr anchor="ctr">
                    <a:solidFill>
                      <a:schemeClr val="bg1">
                        <a:lumMod val="95000"/>
                      </a:schemeClr>
                    </a:solidFill>
                  </a:tcPr>
                </a:tc>
                <a:tc>
                  <a:txBody>
                    <a:bodyPr/>
                    <a:lstStyle/>
                    <a:p>
                      <a:pPr algn="ctr"/>
                      <a:r>
                        <a:rPr lang="en-US" sz="1000"/>
                        <a:t>10,000+ IVF cycles annually</a:t>
                      </a:r>
                    </a:p>
                  </a:txBody>
                  <a:tcPr anchor="ctr">
                    <a:solidFill>
                      <a:srgbClr val="C5E0B4"/>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Partnership with Unifonic</a:t>
                      </a:r>
                    </a:p>
                  </a:txBody>
                  <a:tcPr anchor="ctr">
                    <a:solidFill>
                      <a:schemeClr val="bg1">
                        <a:lumMod val="95000"/>
                      </a:schemeClr>
                    </a:solidFill>
                  </a:tcPr>
                </a:tc>
                <a:tc>
                  <a:txBody>
                    <a:bodyPr/>
                    <a:lstStyle/>
                    <a:p>
                      <a:pPr algn="l"/>
                      <a:r>
                        <a:rPr lang="en-US" sz="1000"/>
                        <a:t>First IVF center in Saudi Arabia</a:t>
                      </a:r>
                    </a:p>
                  </a:txBody>
                  <a:tcPr anchor="ctr">
                    <a:solidFill>
                      <a:schemeClr val="bg1">
                        <a:lumMod val="95000"/>
                      </a:schemeClr>
                    </a:solidFill>
                  </a:tcPr>
                </a:tc>
                <a:tc>
                  <a:txBody>
                    <a:bodyPr/>
                    <a:lstStyle/>
                    <a:p>
                      <a:pPr algn="ctr"/>
                      <a:r>
                        <a:rPr lang="en-US" sz="1000"/>
                        <a:t>High</a:t>
                      </a:r>
                    </a:p>
                  </a:txBody>
                  <a:tcPr anchor="ctr">
                    <a:solidFill>
                      <a:srgbClr val="C5E0B4"/>
                    </a:solidFill>
                  </a:tcPr>
                </a:tc>
                <a:extLst>
                  <a:ext uri="{0D108BD9-81ED-4DB2-BD59-A6C34878D82A}">
                    <a16:rowId xmlns:a16="http://schemas.microsoft.com/office/drawing/2014/main" val="2233115671"/>
                  </a:ext>
                </a:extLst>
              </a:tr>
              <a:tr h="396240">
                <a:tc>
                  <a:txBody>
                    <a:bodyPr/>
                    <a:lstStyle/>
                    <a:p>
                      <a:pPr marL="548640"/>
                      <a:r>
                        <a:rPr lang="en-US" sz="1000"/>
                        <a:t>NOW Fertility</a:t>
                      </a:r>
                    </a:p>
                  </a:txBody>
                  <a:tcPr anchor="ctr">
                    <a:solidFill>
                      <a:schemeClr val="bg1">
                        <a:lumMod val="95000"/>
                      </a:schemeClr>
                    </a:solidFill>
                  </a:tcPr>
                </a:tc>
                <a:tc>
                  <a:txBody>
                    <a:bodyPr/>
                    <a:lstStyle/>
                    <a:p>
                      <a:pPr algn="ctr"/>
                      <a:r>
                        <a:rPr lang="en-US" sz="1000"/>
                        <a:t>2013</a:t>
                      </a:r>
                    </a:p>
                  </a:txBody>
                  <a:tcPr anchor="ctr">
                    <a:solidFill>
                      <a:schemeClr val="bg1">
                        <a:lumMod val="95000"/>
                      </a:schemeClr>
                    </a:solidFill>
                  </a:tcPr>
                </a:tc>
                <a:tc>
                  <a:txBody>
                    <a:bodyPr/>
                    <a:lstStyle/>
                    <a:p>
                      <a:pPr algn="ctr"/>
                      <a:r>
                        <a:rPr lang="en-US" sz="1000"/>
                        <a:t>Global NOW Fertility Co.</a:t>
                      </a:r>
                    </a:p>
                  </a:txBody>
                  <a:tcPr anchor="ctr">
                    <a:solidFill>
                      <a:schemeClr val="bg1">
                        <a:lumMod val="95000"/>
                      </a:schemeClr>
                    </a:solidFill>
                  </a:tcPr>
                </a:tc>
                <a:tc>
                  <a:txBody>
                    <a:bodyPr/>
                    <a:lstStyle/>
                    <a:p>
                      <a:pPr algn="ctr"/>
                      <a:r>
                        <a:rPr lang="en-US" sz="1000"/>
                        <a:t>Riyadh, Jeddah</a:t>
                      </a:r>
                    </a:p>
                  </a:txBody>
                  <a:tcPr anchor="ctr">
                    <a:solidFill>
                      <a:schemeClr val="bg1">
                        <a:lumMod val="95000"/>
                      </a:schemeClr>
                    </a:solidFill>
                  </a:tcPr>
                </a:tc>
                <a:tc>
                  <a:txBody>
                    <a:bodyPr/>
                    <a:lstStyle/>
                    <a:p>
                      <a:pPr algn="ctr"/>
                      <a:r>
                        <a:rPr lang="en-US" sz="1000" dirty="0"/>
                        <a:t>Appears medium to low</a:t>
                      </a:r>
                    </a:p>
                  </a:txBody>
                  <a:tcPr anchor="ctr">
                    <a:solidFill>
                      <a:srgbClr val="FFF2CC"/>
                    </a:solidFill>
                  </a:tcPr>
                </a:tc>
                <a:tc>
                  <a:txBody>
                    <a:bodyPr/>
                    <a:lstStyle/>
                    <a:p>
                      <a:pPr algn="l"/>
                      <a:r>
                        <a:rPr lang="en-US" sz="1000" dirty="0"/>
                        <a:t>N/A</a:t>
                      </a:r>
                    </a:p>
                  </a:txBody>
                  <a:tcPr anchor="ctr">
                    <a:solidFill>
                      <a:schemeClr val="bg1">
                        <a:lumMod val="95000"/>
                      </a:schemeClr>
                    </a:solidFill>
                  </a:tcPr>
                </a:tc>
                <a:tc>
                  <a:txBody>
                    <a:bodyPr/>
                    <a:lstStyle/>
                    <a:p>
                      <a:pPr algn="l"/>
                      <a:r>
                        <a:rPr lang="en-US" sz="1000"/>
                        <a:t>Highest success rates in the region</a:t>
                      </a:r>
                    </a:p>
                  </a:txBody>
                  <a:tcPr anchor="ctr">
                    <a:solidFill>
                      <a:schemeClr val="bg1">
                        <a:lumMod val="95000"/>
                      </a:schemeClr>
                    </a:solidFill>
                  </a:tcPr>
                </a:tc>
                <a:tc>
                  <a:txBody>
                    <a:bodyPr/>
                    <a:lstStyle/>
                    <a:p>
                      <a:pPr algn="ctr"/>
                      <a:r>
                        <a:rPr lang="en-US" sz="1000"/>
                        <a:t>Medium</a:t>
                      </a:r>
                    </a:p>
                  </a:txBody>
                  <a:tcPr anchor="ctr">
                    <a:solidFill>
                      <a:srgbClr val="FFF2CC"/>
                    </a:solidFill>
                  </a:tcPr>
                </a:tc>
                <a:extLst>
                  <a:ext uri="{0D108BD9-81ED-4DB2-BD59-A6C34878D82A}">
                    <a16:rowId xmlns:a16="http://schemas.microsoft.com/office/drawing/2014/main" val="874273447"/>
                  </a:ext>
                </a:extLst>
              </a:tr>
              <a:tr h="396240">
                <a:tc>
                  <a:txBody>
                    <a:bodyPr/>
                    <a:lstStyle/>
                    <a:p>
                      <a:pPr marL="548640"/>
                      <a:r>
                        <a:rPr lang="en-US" sz="1000"/>
                        <a:t>Riyadh Fertility</a:t>
                      </a:r>
                    </a:p>
                  </a:txBody>
                  <a:tcPr anchor="ctr">
                    <a:solidFill>
                      <a:schemeClr val="bg1">
                        <a:lumMod val="95000"/>
                      </a:schemeClr>
                    </a:solidFill>
                  </a:tcPr>
                </a:tc>
                <a:tc>
                  <a:txBody>
                    <a:bodyPr/>
                    <a:lstStyle/>
                    <a:p>
                      <a:pPr algn="ctr"/>
                      <a:r>
                        <a:rPr lang="en-US" sz="1000"/>
                        <a:t>2015</a:t>
                      </a:r>
                    </a:p>
                  </a:txBody>
                  <a:tcPr anchor="ctr">
                    <a:solidFill>
                      <a:schemeClr val="bg1">
                        <a:lumMod val="95000"/>
                      </a:schemeClr>
                    </a:solidFill>
                  </a:tcPr>
                </a:tc>
                <a:tc>
                  <a:txBody>
                    <a:bodyPr/>
                    <a:lstStyle/>
                    <a:p>
                      <a:pPr algn="ctr"/>
                      <a:r>
                        <a:rPr lang="en-US" sz="1000"/>
                        <a:t>N/A</a:t>
                      </a:r>
                    </a:p>
                  </a:txBody>
                  <a:tcPr anchor="ctr">
                    <a:solidFill>
                      <a:schemeClr val="bg1">
                        <a:lumMod val="95000"/>
                      </a:schemeClr>
                    </a:solidFill>
                  </a:tcPr>
                </a:tc>
                <a:tc>
                  <a:txBody>
                    <a:bodyPr/>
                    <a:lstStyle/>
                    <a:p>
                      <a:pPr algn="ctr"/>
                      <a:r>
                        <a:rPr lang="en-US" sz="1000"/>
                        <a:t>Riyadh</a:t>
                      </a:r>
                    </a:p>
                  </a:txBody>
                  <a:tcPr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t>Appears medium to low</a:t>
                      </a:r>
                    </a:p>
                  </a:txBody>
                  <a:tcPr anchor="ctr">
                    <a:solidFill>
                      <a:srgbClr val="F8ACA2"/>
                    </a:solidFill>
                  </a:tcPr>
                </a:tc>
                <a:tc>
                  <a:txBody>
                    <a:bodyPr/>
                    <a:lstStyle/>
                    <a:p>
                      <a:pPr algn="l"/>
                      <a:r>
                        <a:rPr lang="en-US" sz="1000"/>
                        <a:t>N/A</a:t>
                      </a:r>
                    </a:p>
                  </a:txBody>
                  <a:tcPr anchor="ctr">
                    <a:solidFill>
                      <a:schemeClr val="bg1">
                        <a:lumMod val="95000"/>
                      </a:schemeClr>
                    </a:solidFill>
                  </a:tcPr>
                </a:tc>
                <a:tc>
                  <a:txBody>
                    <a:bodyPr/>
                    <a:lstStyle/>
                    <a:p>
                      <a:pPr algn="l"/>
                      <a:r>
                        <a:rPr lang="en-US" sz="1000"/>
                        <a:t>Led by Prof Dr Hisham El-Shaer</a:t>
                      </a:r>
                    </a:p>
                  </a:txBody>
                  <a:tcPr anchor="ctr">
                    <a:solidFill>
                      <a:schemeClr val="bg1">
                        <a:lumMod val="95000"/>
                      </a:schemeClr>
                    </a:solidFill>
                  </a:tcPr>
                </a:tc>
                <a:tc>
                  <a:txBody>
                    <a:bodyPr/>
                    <a:lstStyle/>
                    <a:p>
                      <a:pPr algn="ctr"/>
                      <a:r>
                        <a:rPr lang="en-US" sz="1000" dirty="0"/>
                        <a:t>Low</a:t>
                      </a:r>
                    </a:p>
                  </a:txBody>
                  <a:tcPr anchor="ctr">
                    <a:solidFill>
                      <a:srgbClr val="F8ACA2"/>
                    </a:solidFill>
                  </a:tcPr>
                </a:tc>
                <a:extLst>
                  <a:ext uri="{0D108BD9-81ED-4DB2-BD59-A6C34878D82A}">
                    <a16:rowId xmlns:a16="http://schemas.microsoft.com/office/drawing/2014/main" val="2425144330"/>
                  </a:ext>
                </a:extLst>
              </a:tr>
            </a:tbl>
          </a:graphicData>
        </a:graphic>
      </p:graphicFrame>
      <p:sp>
        <p:nvSpPr>
          <p:cNvPr id="59" name="Rectangle 58">
            <a:extLst>
              <a:ext uri="{FF2B5EF4-FFF2-40B4-BE49-F238E27FC236}">
                <a16:creationId xmlns:a16="http://schemas.microsoft.com/office/drawing/2014/main" id="{CD32FAD0-E9E2-703A-E57F-356CB6207241}"/>
              </a:ext>
            </a:extLst>
          </p:cNvPr>
          <p:cNvSpPr/>
          <p:nvPr/>
        </p:nvSpPr>
        <p:spPr>
          <a:xfrm>
            <a:off x="533400" y="6331139"/>
            <a:ext cx="3195972" cy="360479"/>
          </a:xfrm>
          <a:prstGeom prst="rect">
            <a:avLst/>
          </a:prstGeom>
          <a:noFill/>
          <a:ln>
            <a:solidFill>
              <a:schemeClr val="tx1"/>
            </a:solid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lIns="72000" tIns="36000" rIns="0" bIns="36000" rtlCol="0" anchor="ctr"/>
          <a:lstStyle/>
          <a:p>
            <a:pPr marR="0" lvl="0" defTabSz="914400" rtl="0" eaLnBrk="1" fontAlgn="auto" latinLnBrk="0" hangingPunct="1">
              <a:lnSpc>
                <a:spcPct val="90000"/>
              </a:lnSpc>
              <a:spcAft>
                <a:spcPts val="0"/>
              </a:spcAft>
              <a:buClrTx/>
              <a:buSzTx/>
              <a:tabLst/>
              <a:defRPr/>
            </a:pPr>
            <a:r>
              <a:rPr kumimoji="0" lang="en-US" sz="800" b="1" i="0" u="none" strike="noStrike" kern="1200" cap="none" spc="0" normalizeH="0" baseline="0" noProof="0">
                <a:ln>
                  <a:noFill/>
                </a:ln>
                <a:solidFill>
                  <a:srgbClr val="000000"/>
                </a:solidFill>
                <a:effectLst/>
                <a:uLnTx/>
                <a:uFillTx/>
                <a:latin typeface="Calibri (Body)"/>
                <a:cs typeface="Arial" panose="020B0604020202020204" pitchFamily="34" charset="0"/>
              </a:rPr>
              <a:t>Scale / Priority</a:t>
            </a:r>
          </a:p>
        </p:txBody>
      </p:sp>
      <p:grpSp>
        <p:nvGrpSpPr>
          <p:cNvPr id="60" name="Group 59">
            <a:extLst>
              <a:ext uri="{FF2B5EF4-FFF2-40B4-BE49-F238E27FC236}">
                <a16:creationId xmlns:a16="http://schemas.microsoft.com/office/drawing/2014/main" id="{D25C8535-1B5B-73A7-1678-9FB173020FD5}"/>
              </a:ext>
            </a:extLst>
          </p:cNvPr>
          <p:cNvGrpSpPr/>
          <p:nvPr/>
        </p:nvGrpSpPr>
        <p:grpSpPr>
          <a:xfrm>
            <a:off x="3073393" y="6410578"/>
            <a:ext cx="443768" cy="201600"/>
            <a:chOff x="10214341" y="2218856"/>
            <a:chExt cx="443768" cy="201600"/>
          </a:xfrm>
        </p:grpSpPr>
        <p:sp>
          <p:nvSpPr>
            <p:cNvPr id="67" name="Google Shape;151;p2">
              <a:extLst>
                <a:ext uri="{FF2B5EF4-FFF2-40B4-BE49-F238E27FC236}">
                  <a16:creationId xmlns:a16="http://schemas.microsoft.com/office/drawing/2014/main" id="{4647C4E7-742A-8B4E-A6A9-A8FE15261B57}"/>
                </a:ext>
              </a:extLst>
            </p:cNvPr>
            <p:cNvSpPr>
              <a:spLocks noChangeAspect="1"/>
            </p:cNvSpPr>
            <p:nvPr/>
          </p:nvSpPr>
          <p:spPr>
            <a:xfrm>
              <a:off x="10478109" y="2229656"/>
              <a:ext cx="180000" cy="180000"/>
            </a:xfrm>
            <a:prstGeom prst="rect">
              <a:avLst/>
            </a:prstGeom>
            <a:solidFill>
              <a:srgbClr val="F8ACA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68" name="Rectangle: Rounded Corners 67">
              <a:extLst>
                <a:ext uri="{FF2B5EF4-FFF2-40B4-BE49-F238E27FC236}">
                  <a16:creationId xmlns:a16="http://schemas.microsoft.com/office/drawing/2014/main" id="{5569B4D0-389C-EC0D-FE0D-CA0868AF5008}"/>
                </a:ext>
              </a:extLst>
            </p:cNvPr>
            <p:cNvSpPr/>
            <p:nvPr/>
          </p:nvSpPr>
          <p:spPr>
            <a:xfrm>
              <a:off x="10214341" y="2218856"/>
              <a:ext cx="254005" cy="201600"/>
            </a:xfrm>
            <a:prstGeom prst="roundRect">
              <a:avLst/>
            </a:prstGeom>
            <a:noFill/>
            <a:ln>
              <a:no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R="0" lvl="0" algn="l" defTabSz="914400" rtl="0" eaLnBrk="1" fontAlgn="auto" latinLnBrk="0" hangingPunct="1">
                <a:lnSpc>
                  <a:spcPct val="90000"/>
                </a:lnSpc>
                <a:spcAft>
                  <a:spcPts val="0"/>
                </a:spcAft>
                <a:buClrTx/>
                <a:buSzTx/>
                <a:tabLst/>
                <a:defRPr/>
              </a:pPr>
              <a:r>
                <a:rPr kumimoji="0" lang="en-US" sz="800" i="0" u="none" strike="noStrike" kern="1200" cap="none" spc="0" normalizeH="0" baseline="0" noProof="0">
                  <a:ln>
                    <a:noFill/>
                  </a:ln>
                  <a:solidFill>
                    <a:srgbClr val="000000"/>
                  </a:solidFill>
                  <a:effectLst/>
                  <a:uLnTx/>
                  <a:uFillTx/>
                  <a:latin typeface="Calibri (Body)"/>
                  <a:cs typeface="Arial" panose="020B0604020202020204" pitchFamily="34" charset="0"/>
                </a:rPr>
                <a:t>Low</a:t>
              </a:r>
            </a:p>
          </p:txBody>
        </p:sp>
      </p:grpSp>
      <p:grpSp>
        <p:nvGrpSpPr>
          <p:cNvPr id="61" name="Group 60">
            <a:extLst>
              <a:ext uri="{FF2B5EF4-FFF2-40B4-BE49-F238E27FC236}">
                <a16:creationId xmlns:a16="http://schemas.microsoft.com/office/drawing/2014/main" id="{7F483465-F775-205B-B78D-9320483D416F}"/>
              </a:ext>
            </a:extLst>
          </p:cNvPr>
          <p:cNvGrpSpPr/>
          <p:nvPr/>
        </p:nvGrpSpPr>
        <p:grpSpPr>
          <a:xfrm>
            <a:off x="2435319" y="6410578"/>
            <a:ext cx="443768" cy="201600"/>
            <a:chOff x="10097039" y="1875866"/>
            <a:chExt cx="443768" cy="201600"/>
          </a:xfrm>
        </p:grpSpPr>
        <p:sp>
          <p:nvSpPr>
            <p:cNvPr id="65" name="Google Shape;151;p2">
              <a:extLst>
                <a:ext uri="{FF2B5EF4-FFF2-40B4-BE49-F238E27FC236}">
                  <a16:creationId xmlns:a16="http://schemas.microsoft.com/office/drawing/2014/main" id="{73B57211-A316-898C-067E-B04CFFA0BCF1}"/>
                </a:ext>
              </a:extLst>
            </p:cNvPr>
            <p:cNvSpPr>
              <a:spLocks noChangeAspect="1"/>
            </p:cNvSpPr>
            <p:nvPr/>
          </p:nvSpPr>
          <p:spPr>
            <a:xfrm>
              <a:off x="10360807" y="1886666"/>
              <a:ext cx="180000" cy="180000"/>
            </a:xfrm>
            <a:prstGeom prst="rect">
              <a:avLst/>
            </a:prstGeom>
            <a:solidFill>
              <a:schemeClr val="accent4">
                <a:lumMod val="20000"/>
                <a:lumOff val="80000"/>
              </a:scheme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66" name="Rectangle: Rounded Corners 65">
              <a:extLst>
                <a:ext uri="{FF2B5EF4-FFF2-40B4-BE49-F238E27FC236}">
                  <a16:creationId xmlns:a16="http://schemas.microsoft.com/office/drawing/2014/main" id="{CE5E0855-3573-7AD1-9891-7DA3B3F516D6}"/>
                </a:ext>
              </a:extLst>
            </p:cNvPr>
            <p:cNvSpPr/>
            <p:nvPr/>
          </p:nvSpPr>
          <p:spPr>
            <a:xfrm>
              <a:off x="10097039" y="1875866"/>
              <a:ext cx="254005" cy="201600"/>
            </a:xfrm>
            <a:prstGeom prst="roundRect">
              <a:avLst/>
            </a:prstGeom>
            <a:noFill/>
            <a:ln>
              <a:no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R="0" lvl="0" algn="l" defTabSz="914400" rtl="0" eaLnBrk="1" fontAlgn="auto" latinLnBrk="0" hangingPunct="1">
                <a:lnSpc>
                  <a:spcPct val="90000"/>
                </a:lnSpc>
                <a:spcAft>
                  <a:spcPts val="0"/>
                </a:spcAft>
                <a:buClrTx/>
                <a:buSzTx/>
                <a:tabLst/>
                <a:defRPr/>
              </a:pPr>
              <a:r>
                <a:rPr kumimoji="0" lang="en-US" sz="800" i="0" u="none" strike="noStrike" kern="1200" cap="none" spc="0" normalizeH="0" baseline="0" noProof="0">
                  <a:ln>
                    <a:noFill/>
                  </a:ln>
                  <a:solidFill>
                    <a:srgbClr val="000000"/>
                  </a:solidFill>
                  <a:effectLst/>
                  <a:uLnTx/>
                  <a:uFillTx/>
                  <a:latin typeface="Calibri (Body)"/>
                  <a:cs typeface="Arial" panose="020B0604020202020204" pitchFamily="34" charset="0"/>
                </a:rPr>
                <a:t>Med</a:t>
              </a:r>
            </a:p>
          </p:txBody>
        </p:sp>
      </p:grpSp>
      <p:grpSp>
        <p:nvGrpSpPr>
          <p:cNvPr id="62" name="Group 61">
            <a:extLst>
              <a:ext uri="{FF2B5EF4-FFF2-40B4-BE49-F238E27FC236}">
                <a16:creationId xmlns:a16="http://schemas.microsoft.com/office/drawing/2014/main" id="{2C29672C-A0E8-62D4-1C40-5F1540F70E7F}"/>
              </a:ext>
            </a:extLst>
          </p:cNvPr>
          <p:cNvGrpSpPr/>
          <p:nvPr/>
        </p:nvGrpSpPr>
        <p:grpSpPr>
          <a:xfrm>
            <a:off x="1654846" y="6410578"/>
            <a:ext cx="443768" cy="201600"/>
            <a:chOff x="10097039" y="1587042"/>
            <a:chExt cx="443768" cy="201600"/>
          </a:xfrm>
        </p:grpSpPr>
        <p:sp>
          <p:nvSpPr>
            <p:cNvPr id="63" name="Google Shape;151;p2">
              <a:extLst>
                <a:ext uri="{FF2B5EF4-FFF2-40B4-BE49-F238E27FC236}">
                  <a16:creationId xmlns:a16="http://schemas.microsoft.com/office/drawing/2014/main" id="{DE56D986-8F13-DED4-2AE7-C591B7D7DA9B}"/>
                </a:ext>
              </a:extLst>
            </p:cNvPr>
            <p:cNvSpPr>
              <a:spLocks noChangeAspect="1"/>
            </p:cNvSpPr>
            <p:nvPr/>
          </p:nvSpPr>
          <p:spPr>
            <a:xfrm>
              <a:off x="10360807" y="1597842"/>
              <a:ext cx="180000" cy="180000"/>
            </a:xfrm>
            <a:prstGeom prst="rect">
              <a:avLst/>
            </a:prstGeom>
            <a:solidFill>
              <a:schemeClr val="accent6">
                <a:lumMod val="40000"/>
                <a:lumOff val="60000"/>
              </a:scheme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64" name="Rectangle: Rounded Corners 63">
              <a:extLst>
                <a:ext uri="{FF2B5EF4-FFF2-40B4-BE49-F238E27FC236}">
                  <a16:creationId xmlns:a16="http://schemas.microsoft.com/office/drawing/2014/main" id="{C6DDCFAA-579B-B8EB-AF30-13EC84194535}"/>
                </a:ext>
              </a:extLst>
            </p:cNvPr>
            <p:cNvSpPr/>
            <p:nvPr/>
          </p:nvSpPr>
          <p:spPr>
            <a:xfrm>
              <a:off x="10097039" y="1587042"/>
              <a:ext cx="254005" cy="201600"/>
            </a:xfrm>
            <a:prstGeom prst="roundRect">
              <a:avLst/>
            </a:prstGeom>
            <a:noFill/>
            <a:ln>
              <a:no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R="0" lvl="0" algn="l" defTabSz="914400" rtl="0" eaLnBrk="1" fontAlgn="auto" latinLnBrk="0" hangingPunct="1">
                <a:lnSpc>
                  <a:spcPct val="90000"/>
                </a:lnSpc>
                <a:spcAft>
                  <a:spcPts val="0"/>
                </a:spcAft>
                <a:buClrTx/>
                <a:buSzTx/>
                <a:tabLst/>
                <a:defRPr/>
              </a:pPr>
              <a:r>
                <a:rPr kumimoji="0" lang="en-US" sz="800" i="0" u="none" strike="noStrike" kern="1200" cap="none" spc="0" normalizeH="0" baseline="0" noProof="0">
                  <a:ln>
                    <a:noFill/>
                  </a:ln>
                  <a:solidFill>
                    <a:srgbClr val="000000"/>
                  </a:solidFill>
                  <a:effectLst/>
                  <a:uLnTx/>
                  <a:uFillTx/>
                  <a:latin typeface="Calibri (Body)"/>
                  <a:cs typeface="Arial" panose="020B0604020202020204" pitchFamily="34" charset="0"/>
                </a:rPr>
                <a:t>High</a:t>
              </a:r>
            </a:p>
          </p:txBody>
        </p:sp>
      </p:grpSp>
      <p:sp>
        <p:nvSpPr>
          <p:cNvPr id="3" name="Rectangle 2">
            <a:extLst>
              <a:ext uri="{FF2B5EF4-FFF2-40B4-BE49-F238E27FC236}">
                <a16:creationId xmlns:a16="http://schemas.microsoft.com/office/drawing/2014/main" id="{07E28B56-1A73-350C-6E7C-DDFB119B410F}"/>
              </a:ext>
            </a:extLst>
          </p:cNvPr>
          <p:cNvSpPr/>
          <p:nvPr/>
        </p:nvSpPr>
        <p:spPr>
          <a:xfrm>
            <a:off x="533399" y="5054976"/>
            <a:ext cx="11087101" cy="399674"/>
          </a:xfrm>
          <a:prstGeom prst="rect">
            <a:avLst/>
          </a:prstGeom>
          <a:noFill/>
          <a:ln>
            <a:solidFill>
              <a:srgbClr val="FF0000"/>
            </a:solid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Line 15">
            <a:extLst>
              <a:ext uri="{FF2B5EF4-FFF2-40B4-BE49-F238E27FC236}">
                <a16:creationId xmlns:a16="http://schemas.microsoft.com/office/drawing/2014/main" id="{F4746416-B174-82EE-D9EA-7B8102F443A1}"/>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07A24042-CC71-4EA8-413A-7A52932C6A74}"/>
              </a:ext>
            </a:extLst>
          </p:cNvPr>
          <p:cNvGrpSpPr/>
          <p:nvPr/>
        </p:nvGrpSpPr>
        <p:grpSpPr>
          <a:xfrm>
            <a:off x="15130" y="47516"/>
            <a:ext cx="171132" cy="228600"/>
            <a:chOff x="0" y="49329"/>
            <a:chExt cx="171132" cy="228600"/>
          </a:xfrm>
        </p:grpSpPr>
        <p:cxnSp>
          <p:nvCxnSpPr>
            <p:cNvPr id="13" name="Straight Connector 12">
              <a:extLst>
                <a:ext uri="{FF2B5EF4-FFF2-40B4-BE49-F238E27FC236}">
                  <a16:creationId xmlns:a16="http://schemas.microsoft.com/office/drawing/2014/main" id="{21105FAB-C53A-95E0-DF29-B8DDED9DF052}"/>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 name="Rectangle: Rounded Corners 13">
              <a:extLst>
                <a:ext uri="{FF2B5EF4-FFF2-40B4-BE49-F238E27FC236}">
                  <a16:creationId xmlns:a16="http://schemas.microsoft.com/office/drawing/2014/main" id="{B0CB47D0-797E-5233-945C-21C4C7DA06FE}"/>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6" name="Google Shape;1129;p23">
            <a:extLst>
              <a:ext uri="{FF2B5EF4-FFF2-40B4-BE49-F238E27FC236}">
                <a16:creationId xmlns:a16="http://schemas.microsoft.com/office/drawing/2014/main" id="{04BB0690-F415-7808-F169-454B798B9CC7}"/>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Onco-Fertility</a:t>
            </a:r>
            <a:endParaRPr lang="en-US">
              <a:solidFill>
                <a:schemeClr val="bg1"/>
              </a:solidFill>
              <a:latin typeface="Calibri"/>
              <a:ea typeface="Calibri"/>
              <a:cs typeface="Calibri"/>
            </a:endParaRPr>
          </a:p>
        </p:txBody>
      </p:sp>
      <p:sp>
        <p:nvSpPr>
          <p:cNvPr id="6" name="Rectangle 5">
            <a:extLst>
              <a:ext uri="{FF2B5EF4-FFF2-40B4-BE49-F238E27FC236}">
                <a16:creationId xmlns:a16="http://schemas.microsoft.com/office/drawing/2014/main" id="{F9CE39AF-CE01-8D17-F837-45223BDC355C}"/>
              </a:ext>
            </a:extLst>
          </p:cNvPr>
          <p:cNvSpPr/>
          <p:nvPr/>
        </p:nvSpPr>
        <p:spPr>
          <a:xfrm>
            <a:off x="811744" y="3018273"/>
            <a:ext cx="214469" cy="30220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t>1</a:t>
            </a:r>
          </a:p>
        </p:txBody>
      </p:sp>
      <p:sp>
        <p:nvSpPr>
          <p:cNvPr id="7" name="Rectangle 6">
            <a:extLst>
              <a:ext uri="{FF2B5EF4-FFF2-40B4-BE49-F238E27FC236}">
                <a16:creationId xmlns:a16="http://schemas.microsoft.com/office/drawing/2014/main" id="{F75A7283-112B-78B7-E540-0E4ADF20861A}"/>
              </a:ext>
            </a:extLst>
          </p:cNvPr>
          <p:cNvSpPr/>
          <p:nvPr/>
        </p:nvSpPr>
        <p:spPr>
          <a:xfrm>
            <a:off x="4732807" y="3018273"/>
            <a:ext cx="214469" cy="30220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t>2</a:t>
            </a:r>
          </a:p>
        </p:txBody>
      </p:sp>
      <p:sp>
        <p:nvSpPr>
          <p:cNvPr id="20" name="Rectangle 19">
            <a:extLst>
              <a:ext uri="{FF2B5EF4-FFF2-40B4-BE49-F238E27FC236}">
                <a16:creationId xmlns:a16="http://schemas.microsoft.com/office/drawing/2014/main" id="{671A679D-0D94-20E7-1721-6EC8B620C223}"/>
              </a:ext>
            </a:extLst>
          </p:cNvPr>
          <p:cNvSpPr/>
          <p:nvPr/>
        </p:nvSpPr>
        <p:spPr>
          <a:xfrm>
            <a:off x="8653870" y="3018273"/>
            <a:ext cx="214469" cy="30220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t>3</a:t>
            </a:r>
          </a:p>
        </p:txBody>
      </p:sp>
      <p:pic>
        <p:nvPicPr>
          <p:cNvPr id="1030" name="Picture 6" descr="بنون - Bnoon (@bnoonIVF) / Posts / X">
            <a:extLst>
              <a:ext uri="{FF2B5EF4-FFF2-40B4-BE49-F238E27FC236}">
                <a16:creationId xmlns:a16="http://schemas.microsoft.com/office/drawing/2014/main" id="{3B73460B-0685-0B16-6F5B-141CD0120006}"/>
              </a:ext>
            </a:extLst>
          </p:cNvPr>
          <p:cNvPicPr>
            <a:picLocks noChangeAspect="1" noChangeArrowheads="1"/>
          </p:cNvPicPr>
          <p:nvPr/>
        </p:nvPicPr>
        <p:blipFill>
          <a:blip r:embed="rId1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2308" y="4283410"/>
            <a:ext cx="364750" cy="364750"/>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Thuriah Medical Center | LinkedIn">
            <a:extLst>
              <a:ext uri="{FF2B5EF4-FFF2-40B4-BE49-F238E27FC236}">
                <a16:creationId xmlns:a16="http://schemas.microsoft.com/office/drawing/2014/main" id="{9A5D719F-8E5F-DEFB-62FF-35B2EC411597}"/>
              </a:ext>
            </a:extLst>
          </p:cNvPr>
          <p:cNvPicPr>
            <a:picLocks noChangeAspect="1" noChangeArrowheads="1"/>
          </p:cNvPicPr>
          <p:nvPr/>
        </p:nvPicPr>
        <p:blipFill>
          <a:blip r:embed="rId1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26019" y="4718701"/>
            <a:ext cx="282696" cy="26573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Dr. Samir Abbas Hospital - Apps on Google Play">
            <a:extLst>
              <a:ext uri="{FF2B5EF4-FFF2-40B4-BE49-F238E27FC236}">
                <a16:creationId xmlns:a16="http://schemas.microsoft.com/office/drawing/2014/main" id="{04EB119E-73CB-E381-E1C9-5E35EF7D227D}"/>
              </a:ext>
            </a:extLst>
          </p:cNvPr>
          <p:cNvPicPr>
            <a:picLocks noChangeAspect="1" noChangeArrowheads="1"/>
          </p:cNvPicPr>
          <p:nvPr/>
        </p:nvPicPr>
        <p:blipFill>
          <a:blip r:embed="rId1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2308" y="5072149"/>
            <a:ext cx="326325" cy="326325"/>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NOW-Fertility">
            <a:extLst>
              <a:ext uri="{FF2B5EF4-FFF2-40B4-BE49-F238E27FC236}">
                <a16:creationId xmlns:a16="http://schemas.microsoft.com/office/drawing/2014/main" id="{7C6D1800-111F-B75D-A423-9FA155EEB985}"/>
              </a:ext>
            </a:extLst>
          </p:cNvPr>
          <p:cNvPicPr>
            <a:picLocks noChangeAspect="1" noChangeArrowheads="1"/>
          </p:cNvPicPr>
          <p:nvPr/>
        </p:nvPicPr>
        <p:blipFill>
          <a:blip r:embed="rId1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7860" y="5498260"/>
            <a:ext cx="318353" cy="318353"/>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Home Page - مركز الرياض للخصوبة">
            <a:extLst>
              <a:ext uri="{FF2B5EF4-FFF2-40B4-BE49-F238E27FC236}">
                <a16:creationId xmlns:a16="http://schemas.microsoft.com/office/drawing/2014/main" id="{A236CE14-32CB-E34D-7159-FE9D87B5E442}"/>
              </a:ext>
            </a:extLst>
          </p:cNvPr>
          <p:cNvPicPr>
            <a:picLocks noChangeAspect="1" noChangeArrowheads="1"/>
          </p:cNvPicPr>
          <p:nvPr/>
        </p:nvPicPr>
        <p:blipFill rotWithShape="1">
          <a:blip r:embed="rId18">
            <a:extLst>
              <a:ext uri="{28A0092B-C50C-407E-A947-70E740481C1C}">
                <a14:useLocalDpi xmlns:a14="http://schemas.microsoft.com/office/drawing/2010/main" val="0"/>
              </a:ext>
            </a:extLst>
          </a:blip>
          <a:srcRect r="69167"/>
          <a:stretch>
            <a:fillRect/>
          </a:stretch>
        </p:blipFill>
        <p:spPr bwMode="auto">
          <a:xfrm>
            <a:off x="726019" y="5900833"/>
            <a:ext cx="270297" cy="30134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3592015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A487E9-3356-C6DE-00DA-7EE467DC8C2B}"/>
            </a:ext>
          </a:extLst>
        </p:cNvPr>
        <p:cNvGrpSpPr/>
        <p:nvPr/>
      </p:nvGrpSpPr>
      <p:grpSpPr>
        <a:xfrm>
          <a:off x="0" y="0"/>
          <a:ext cx="0" cy="0"/>
          <a:chOff x="0" y="0"/>
          <a:chExt cx="0" cy="0"/>
        </a:xfrm>
      </p:grpSpPr>
      <p:graphicFrame>
        <p:nvGraphicFramePr>
          <p:cNvPr id="19" name="think-cell data - do not delete" hidden="1">
            <a:extLst>
              <a:ext uri="{FF2B5EF4-FFF2-40B4-BE49-F238E27FC236}">
                <a16:creationId xmlns:a16="http://schemas.microsoft.com/office/drawing/2014/main" id="{9A7DE7A4-E9B0-37BB-3F5B-D6948198588D}"/>
              </a:ext>
            </a:extLst>
          </p:cNvPr>
          <p:cNvGraphicFramePr>
            <a:graphicFrameLocks/>
          </p:cNvGraphicFramePr>
          <p:nvPr>
            <p:custDataLst>
              <p:tags r:id="rId1"/>
            </p:custDataLst>
            <p:extLst>
              <p:ext uri="{D42A27DB-BD31-4B8C-83A1-F6EECF244321}">
                <p14:modId xmlns:p14="http://schemas.microsoft.com/office/powerpoint/2010/main" val="29729161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425" imgH="425" progId="TCLayout.ActiveDocument.1">
                  <p:embed/>
                </p:oleObj>
              </mc:Choice>
              <mc:Fallback>
                <p:oleObj name="think-cell Slide" r:id="rId19" imgW="425" imgH="425" progId="TCLayout.ActiveDocument.1">
                  <p:embed/>
                  <p:pic>
                    <p:nvPicPr>
                      <p:cNvPr id="19" name="think-cell data - do not delete" hidden="1">
                        <a:extLst>
                          <a:ext uri="{FF2B5EF4-FFF2-40B4-BE49-F238E27FC236}">
                            <a16:creationId xmlns:a16="http://schemas.microsoft.com/office/drawing/2014/main" id="{9A7DE7A4-E9B0-37BB-3F5B-D6948198588D}"/>
                          </a:ext>
                        </a:extLst>
                      </p:cNvPr>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8495AECE-BCB2-7DB7-154C-584E42C6DD70}"/>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An alternative, </a:t>
            </a:r>
            <a:r>
              <a:rPr lang="en-US" sz="2600">
                <a:solidFill>
                  <a:srgbClr val="0A0A0A"/>
                </a:solidFill>
                <a:latin typeface="Georgia" panose="02040502050405020303" pitchFamily="18" charset="0"/>
                <a:cs typeface="Arial" panose="020B0604020202020204" pitchFamily="34" charset="0"/>
              </a:rPr>
              <a:t>phased approach </a:t>
            </a:r>
            <a:r>
              <a:rPr lang="en-US" sz="2600" b="0">
                <a:solidFill>
                  <a:srgbClr val="0A0A0A"/>
                </a:solidFill>
                <a:latin typeface="Georgia" panose="02040502050405020303" pitchFamily="18" charset="0"/>
                <a:cs typeface="Arial" panose="020B0604020202020204" pitchFamily="34" charset="0"/>
              </a:rPr>
              <a:t>for in-house fertility services with IVF in Year 2 &amp; 3 offers an opportunity to exponentially increase net income</a:t>
            </a:r>
            <a:endPar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3" name="Rectangle 2">
            <a:extLst>
              <a:ext uri="{FF2B5EF4-FFF2-40B4-BE49-F238E27FC236}">
                <a16:creationId xmlns:a16="http://schemas.microsoft.com/office/drawing/2014/main" id="{C50852C6-7F71-5364-7B9C-6041BB3490A7}"/>
              </a:ext>
            </a:extLst>
          </p:cNvPr>
          <p:cNvSpPr/>
          <p:nvPr/>
        </p:nvSpPr>
        <p:spPr>
          <a:xfrm>
            <a:off x="609600" y="5356225"/>
            <a:ext cx="11010899" cy="844878"/>
          </a:xfrm>
          <a:prstGeom prst="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US" sz="1200" dirty="0">
                <a:solidFill>
                  <a:schemeClr val="tx1"/>
                </a:solidFill>
                <a:cs typeface="Arial" panose="020B0604020202020204" pitchFamily="34" charset="0"/>
              </a:rPr>
              <a:t>Adopting </a:t>
            </a:r>
            <a:r>
              <a:rPr lang="en-US" sz="1200" b="1" dirty="0">
                <a:solidFill>
                  <a:schemeClr val="tx1"/>
                </a:solidFill>
                <a:cs typeface="Arial" panose="020B0604020202020204" pitchFamily="34" charset="0"/>
              </a:rPr>
              <a:t>referral only model </a:t>
            </a:r>
            <a:r>
              <a:rPr lang="en-US" sz="1200" dirty="0">
                <a:solidFill>
                  <a:schemeClr val="tx1"/>
                </a:solidFill>
                <a:cs typeface="Arial" panose="020B0604020202020204" pitchFamily="34" charset="0"/>
              </a:rPr>
              <a:t>will allow </a:t>
            </a:r>
            <a:r>
              <a:rPr lang="en-US" sz="1200" b="1" dirty="0">
                <a:solidFill>
                  <a:schemeClr val="tx1"/>
                </a:solidFill>
                <a:cs typeface="Arial" panose="020B0604020202020204" pitchFamily="34" charset="0"/>
              </a:rPr>
              <a:t>(+) net income</a:t>
            </a:r>
            <a:r>
              <a:rPr lang="en-US" sz="1200" dirty="0">
                <a:solidFill>
                  <a:schemeClr val="tx1"/>
                </a:solidFill>
                <a:cs typeface="Arial" panose="020B0604020202020204" pitchFamily="34" charset="0"/>
              </a:rPr>
              <a:t> without additional CAPEX in the first year</a:t>
            </a:r>
          </a:p>
          <a:p>
            <a:pPr marL="285750" indent="-285750">
              <a:buFont typeface="Arial" panose="020B0604020202020204" pitchFamily="34" charset="0"/>
              <a:buChar char="•"/>
            </a:pPr>
            <a:r>
              <a:rPr lang="en-US" sz="1200" dirty="0">
                <a:solidFill>
                  <a:schemeClr val="tx1"/>
                </a:solidFill>
                <a:cs typeface="Arial" panose="020B0604020202020204" pitchFamily="34" charset="0"/>
              </a:rPr>
              <a:t>Building in-house IVF capabilities on top of cryopreservation with an </a:t>
            </a:r>
            <a:r>
              <a:rPr lang="en-US" sz="1200" b="1" dirty="0">
                <a:solidFill>
                  <a:schemeClr val="tx1"/>
                </a:solidFill>
                <a:cs typeface="Arial" panose="020B0604020202020204" pitchFamily="34" charset="0"/>
              </a:rPr>
              <a:t>incremental CAPEX of 1.3 SAR Mn</a:t>
            </a:r>
            <a:r>
              <a:rPr lang="en-US" sz="1200" dirty="0">
                <a:solidFill>
                  <a:schemeClr val="tx1"/>
                </a:solidFill>
                <a:cs typeface="Arial" panose="020B0604020202020204" pitchFamily="34" charset="0"/>
              </a:rPr>
              <a:t> will help prevent a loss of </a:t>
            </a:r>
            <a:r>
              <a:rPr lang="en-US" sz="1200" b="1" dirty="0">
                <a:solidFill>
                  <a:schemeClr val="tx1"/>
                </a:solidFill>
                <a:cs typeface="Arial" panose="020B0604020202020204" pitchFamily="34" charset="0"/>
              </a:rPr>
              <a:t>0.3 SAR Mn </a:t>
            </a:r>
            <a:r>
              <a:rPr lang="en-US" sz="1200" dirty="0">
                <a:solidFill>
                  <a:schemeClr val="tx1"/>
                </a:solidFill>
                <a:cs typeface="Arial" panose="020B0604020202020204" pitchFamily="34" charset="0"/>
              </a:rPr>
              <a:t>in Year 2 which can potentially be incurred if only cryopreservation facilities are provided (see next page)</a:t>
            </a:r>
            <a:endParaRPr lang="en-US" sz="1200" b="1" dirty="0">
              <a:solidFill>
                <a:schemeClr val="tx1"/>
              </a:solidFill>
              <a:cs typeface="Arial" panose="020B0604020202020204" pitchFamily="34" charset="0"/>
            </a:endParaRPr>
          </a:p>
        </p:txBody>
      </p:sp>
      <p:graphicFrame>
        <p:nvGraphicFramePr>
          <p:cNvPr id="13" name="Chart 12">
            <a:extLst>
              <a:ext uri="{FF2B5EF4-FFF2-40B4-BE49-F238E27FC236}">
                <a16:creationId xmlns:a16="http://schemas.microsoft.com/office/drawing/2014/main" id="{1A37C2F0-DEAE-EFDD-5C37-AED7687680DE}"/>
              </a:ext>
            </a:extLst>
          </p:cNvPr>
          <p:cNvGraphicFramePr/>
          <p:nvPr>
            <p:custDataLst>
              <p:tags r:id="rId3"/>
            </p:custDataLst>
            <p:extLst>
              <p:ext uri="{D42A27DB-BD31-4B8C-83A1-F6EECF244321}">
                <p14:modId xmlns:p14="http://schemas.microsoft.com/office/powerpoint/2010/main" val="2969856131"/>
              </p:ext>
            </p:extLst>
          </p:nvPr>
        </p:nvGraphicFramePr>
        <p:xfrm>
          <a:off x="549275" y="2162175"/>
          <a:ext cx="5464175" cy="1450975"/>
        </p:xfrm>
        <a:graphic>
          <a:graphicData uri="http://schemas.openxmlformats.org/drawingml/2006/chart">
            <c:chart xmlns:c="http://schemas.openxmlformats.org/drawingml/2006/chart" xmlns:r="http://schemas.openxmlformats.org/officeDocument/2006/relationships" r:id="rId21"/>
          </a:graphicData>
        </a:graphic>
      </p:graphicFrame>
      <p:sp>
        <p:nvSpPr>
          <p:cNvPr id="8" name="Text Placeholder 4">
            <a:extLst>
              <a:ext uri="{FF2B5EF4-FFF2-40B4-BE49-F238E27FC236}">
                <a16:creationId xmlns:a16="http://schemas.microsoft.com/office/drawing/2014/main" id="{47D67551-6369-0D20-B835-6AE36C9095F5}"/>
              </a:ext>
            </a:extLst>
          </p:cNvPr>
          <p:cNvSpPr>
            <a:spLocks/>
          </p:cNvSpPr>
          <p:nvPr>
            <p:custDataLst>
              <p:tags r:id="rId4"/>
            </p:custDataLst>
          </p:nvPr>
        </p:nvSpPr>
        <p:spPr bwMode="auto">
          <a:xfrm>
            <a:off x="1317625" y="339725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AE745CDF-104C-4828-88A9-F6F9110C43DA}" type="datetime'''''''''''20''''''''''''2''''''6''''''''F'''''''''''''">
              <a:rPr lang="en-US" altLang="en-US" sz="1200" b="1" smtClean="0">
                <a:solidFill>
                  <a:srgbClr val="70AD47">
                    <a:lumMod val="10000"/>
                  </a:srgbClr>
                </a:solidFill>
                <a:sym typeface="Calibri Body"/>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Calibri Body"/>
            </a:endParaRPr>
          </a:p>
        </p:txBody>
      </p:sp>
      <p:sp>
        <p:nvSpPr>
          <p:cNvPr id="10" name="Text Placeholder 4">
            <a:extLst>
              <a:ext uri="{FF2B5EF4-FFF2-40B4-BE49-F238E27FC236}">
                <a16:creationId xmlns:a16="http://schemas.microsoft.com/office/drawing/2014/main" id="{855363F3-1CE8-098C-033C-2075A3F5DC58}"/>
              </a:ext>
            </a:extLst>
          </p:cNvPr>
          <p:cNvSpPr>
            <a:spLocks/>
          </p:cNvSpPr>
          <p:nvPr>
            <p:custDataLst>
              <p:tags r:id="rId5"/>
            </p:custDataLst>
          </p:nvPr>
        </p:nvSpPr>
        <p:spPr bwMode="auto">
          <a:xfrm>
            <a:off x="3084513" y="339725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F540E851-FB8D-49E7-9096-0076718E94CC}" type="datetime'''''''''''''''''''''2''''''''''''''''''0''''''''''''27F'''">
              <a:rPr lang="en-US" altLang="en-US" sz="1200" b="1" smtClean="0">
                <a:solidFill>
                  <a:srgbClr val="70AD47">
                    <a:lumMod val="10000"/>
                  </a:srgbClr>
                </a:solidFill>
                <a:sym typeface="Calibri Body"/>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Calibri Body"/>
            </a:endParaRPr>
          </a:p>
        </p:txBody>
      </p:sp>
      <p:sp>
        <p:nvSpPr>
          <p:cNvPr id="12" name="Text Placeholder 4">
            <a:extLst>
              <a:ext uri="{FF2B5EF4-FFF2-40B4-BE49-F238E27FC236}">
                <a16:creationId xmlns:a16="http://schemas.microsoft.com/office/drawing/2014/main" id="{9DD7D44C-1847-F6B2-72A1-A0F32BE50E0E}"/>
              </a:ext>
            </a:extLst>
          </p:cNvPr>
          <p:cNvSpPr>
            <a:spLocks/>
          </p:cNvSpPr>
          <p:nvPr>
            <p:custDataLst>
              <p:tags r:id="rId6"/>
            </p:custDataLst>
          </p:nvPr>
        </p:nvSpPr>
        <p:spPr bwMode="auto">
          <a:xfrm>
            <a:off x="4849813" y="339725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21E50291-08A9-4476-BAF4-CF5C38F374C2}" type="datetime'2''''''''''''''''''''0''''''2''''8F'''">
              <a:rPr lang="en-US" altLang="en-US" sz="1200" b="1" smtClean="0">
                <a:solidFill>
                  <a:srgbClr val="70AD47">
                    <a:lumMod val="10000"/>
                  </a:srgbClr>
                </a:solidFill>
                <a:sym typeface="Calibri Body"/>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Calibri Body"/>
            </a:endParaRPr>
          </a:p>
        </p:txBody>
      </p:sp>
      <p:graphicFrame>
        <p:nvGraphicFramePr>
          <p:cNvPr id="53" name="Chart 52">
            <a:extLst>
              <a:ext uri="{FF2B5EF4-FFF2-40B4-BE49-F238E27FC236}">
                <a16:creationId xmlns:a16="http://schemas.microsoft.com/office/drawing/2014/main" id="{3561E06E-F836-DD36-1AA0-260CEEF6C21D}"/>
              </a:ext>
            </a:extLst>
          </p:cNvPr>
          <p:cNvGraphicFramePr/>
          <p:nvPr>
            <p:custDataLst>
              <p:tags r:id="rId7"/>
            </p:custDataLst>
            <p:extLst>
              <p:ext uri="{D42A27DB-BD31-4B8C-83A1-F6EECF244321}">
                <p14:modId xmlns:p14="http://schemas.microsoft.com/office/powerpoint/2010/main" val="393610613"/>
              </p:ext>
            </p:extLst>
          </p:nvPr>
        </p:nvGraphicFramePr>
        <p:xfrm>
          <a:off x="549275" y="3821113"/>
          <a:ext cx="5464175" cy="1450975"/>
        </p:xfrm>
        <a:graphic>
          <a:graphicData uri="http://schemas.openxmlformats.org/drawingml/2006/chart">
            <c:chart xmlns:c="http://schemas.openxmlformats.org/drawingml/2006/chart" xmlns:r="http://schemas.openxmlformats.org/officeDocument/2006/relationships" r:id="rId22"/>
          </a:graphicData>
        </a:graphic>
      </p:graphicFrame>
      <p:cxnSp>
        <p:nvCxnSpPr>
          <p:cNvPr id="46" name="Straight Connector 45">
            <a:extLst>
              <a:ext uri="{FF2B5EF4-FFF2-40B4-BE49-F238E27FC236}">
                <a16:creationId xmlns:a16="http://schemas.microsoft.com/office/drawing/2014/main" id="{C7C37D69-900E-1748-CC81-24392F48BF81}"/>
              </a:ext>
            </a:extLst>
          </p:cNvPr>
          <p:cNvCxnSpPr/>
          <p:nvPr>
            <p:custDataLst>
              <p:tags r:id="rId8"/>
            </p:custDataLst>
          </p:nvPr>
        </p:nvCxnSpPr>
        <p:spPr bwMode="auto">
          <a:xfrm flipV="1">
            <a:off x="1514475" y="4103688"/>
            <a:ext cx="0" cy="631825"/>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C8D3F43A-C482-31D4-381B-EF4C3CA4BC65}"/>
              </a:ext>
            </a:extLst>
          </p:cNvPr>
          <p:cNvCxnSpPr/>
          <p:nvPr>
            <p:custDataLst>
              <p:tags r:id="rId9"/>
            </p:custDataLst>
          </p:nvPr>
        </p:nvCxnSpPr>
        <p:spPr bwMode="auto">
          <a:xfrm>
            <a:off x="1514475" y="4103688"/>
            <a:ext cx="1766888"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924833BB-913D-0BE2-A518-75B8344FBADB}"/>
              </a:ext>
            </a:extLst>
          </p:cNvPr>
          <p:cNvCxnSpPr/>
          <p:nvPr>
            <p:custDataLst>
              <p:tags r:id="rId10"/>
            </p:custDataLst>
          </p:nvPr>
        </p:nvCxnSpPr>
        <p:spPr bwMode="auto">
          <a:xfrm>
            <a:off x="3281363" y="4103688"/>
            <a:ext cx="0" cy="152400"/>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4" name="Text Placeholder 4">
            <a:extLst>
              <a:ext uri="{FF2B5EF4-FFF2-40B4-BE49-F238E27FC236}">
                <a16:creationId xmlns:a16="http://schemas.microsoft.com/office/drawing/2014/main" id="{FD545014-ACBC-01EB-D7D7-1CF12A908017}"/>
              </a:ext>
            </a:extLst>
          </p:cNvPr>
          <p:cNvSpPr>
            <a:spLocks/>
          </p:cNvSpPr>
          <p:nvPr>
            <p:custDataLst>
              <p:tags r:id="rId11"/>
            </p:custDataLst>
          </p:nvPr>
        </p:nvSpPr>
        <p:spPr bwMode="auto">
          <a:xfrm>
            <a:off x="1317625" y="50561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CF30949E-834B-4250-A277-A0684D655A7F}" type="datetime'''''''''''''2''0''''''''''''''''2''''''''''6''''F'''''">
              <a:rPr lang="en-US" altLang="en-US" sz="1200" b="1" smtClean="0">
                <a:solidFill>
                  <a:srgbClr val="70AD47">
                    <a:lumMod val="10000"/>
                  </a:srgbClr>
                </a:solidFill>
                <a:sym typeface="Calibri Body"/>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Calibri Body"/>
            </a:endParaRPr>
          </a:p>
        </p:txBody>
      </p:sp>
      <p:sp>
        <p:nvSpPr>
          <p:cNvPr id="26" name="Text Placeholder 4">
            <a:extLst>
              <a:ext uri="{FF2B5EF4-FFF2-40B4-BE49-F238E27FC236}">
                <a16:creationId xmlns:a16="http://schemas.microsoft.com/office/drawing/2014/main" id="{C874CFC6-607F-C34D-6A9E-C485D7EAA31F}"/>
              </a:ext>
            </a:extLst>
          </p:cNvPr>
          <p:cNvSpPr>
            <a:spLocks/>
          </p:cNvSpPr>
          <p:nvPr>
            <p:custDataLst>
              <p:tags r:id="rId12"/>
            </p:custDataLst>
          </p:nvPr>
        </p:nvSpPr>
        <p:spPr bwMode="auto">
          <a:xfrm>
            <a:off x="3084513" y="50561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6ADC018C-52E3-4AF4-9CE7-5B2E6C84AEBC}" type="datetime'''''''''''''202''''''''''7''F'''''''''''''''">
              <a:rPr lang="en-US" altLang="en-US" sz="1200" b="1" smtClean="0">
                <a:solidFill>
                  <a:srgbClr val="70AD47">
                    <a:lumMod val="10000"/>
                  </a:srgbClr>
                </a:solidFill>
                <a:sym typeface="Calibri Body"/>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Calibri Body"/>
            </a:endParaRPr>
          </a:p>
        </p:txBody>
      </p:sp>
      <p:sp>
        <p:nvSpPr>
          <p:cNvPr id="28" name="Text Placeholder 4">
            <a:extLst>
              <a:ext uri="{FF2B5EF4-FFF2-40B4-BE49-F238E27FC236}">
                <a16:creationId xmlns:a16="http://schemas.microsoft.com/office/drawing/2014/main" id="{069CD284-13DE-AB93-17B0-174AEA89BBD4}"/>
              </a:ext>
            </a:extLst>
          </p:cNvPr>
          <p:cNvSpPr>
            <a:spLocks/>
          </p:cNvSpPr>
          <p:nvPr>
            <p:custDataLst>
              <p:tags r:id="rId13"/>
            </p:custDataLst>
          </p:nvPr>
        </p:nvSpPr>
        <p:spPr bwMode="auto">
          <a:xfrm>
            <a:off x="4849813" y="50561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14A74EAD-753D-4529-95C1-80241323250A}" type="datetime'''''''2''''''''''''''''''''''''''0''''2''''''''''8''''''''''F'">
              <a:rPr lang="en-US" altLang="en-US" sz="1200" b="1" smtClean="0">
                <a:solidFill>
                  <a:srgbClr val="70AD47">
                    <a:lumMod val="10000"/>
                  </a:srgbClr>
                </a:solidFill>
                <a:sym typeface="Calibri Body"/>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Calibri Body"/>
            </a:endParaRPr>
          </a:p>
        </p:txBody>
      </p:sp>
      <p:sp>
        <p:nvSpPr>
          <p:cNvPr id="44" name="Text Placeholder 2">
            <a:extLst>
              <a:ext uri="{FF2B5EF4-FFF2-40B4-BE49-F238E27FC236}">
                <a16:creationId xmlns:a16="http://schemas.microsoft.com/office/drawing/2014/main" id="{87BB863F-9716-77B5-70B5-97E8A856AB8A}"/>
              </a:ext>
            </a:extLst>
          </p:cNvPr>
          <p:cNvSpPr>
            <a:spLocks/>
          </p:cNvSpPr>
          <p:nvPr>
            <p:custDataLst>
              <p:tags r:id="rId14"/>
            </p:custDataLst>
          </p:nvPr>
        </p:nvSpPr>
        <p:spPr bwMode="auto">
          <a:xfrm>
            <a:off x="2016125" y="3986213"/>
            <a:ext cx="762000"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7A912EA-A3DF-436A-BD8A-7EC5ECCECF2D}" type="datetime'+''''1'''''''',1''''82''''''''''''''''''''''''''''''%'">
              <a:rPr lang="en-US" altLang="en-US" sz="1200" b="1" smtClean="0">
                <a:solidFill>
                  <a:schemeClr val="bg1"/>
                </a:solidFill>
                <a:effectLst/>
              </a:rPr>
              <a:pPr marL="0" lvl="0" indent="0" algn="ctr">
                <a:spcBef>
                  <a:spcPct val="0"/>
                </a:spcBef>
                <a:spcAft>
                  <a:spcPct val="0"/>
                </a:spcAft>
                <a:buNone/>
              </a:pPr>
              <a:t>+1,182%</a:t>
            </a:fld>
            <a:endParaRPr lang="en-US" sz="1200" b="1">
              <a:solidFill>
                <a:schemeClr val="bg1"/>
              </a:solidFill>
              <a:sym typeface="Calibri Body"/>
            </a:endParaRPr>
          </a:p>
        </p:txBody>
      </p:sp>
      <p:sp>
        <p:nvSpPr>
          <p:cNvPr id="21" name="Rectangle 20">
            <a:extLst>
              <a:ext uri="{FF2B5EF4-FFF2-40B4-BE49-F238E27FC236}">
                <a16:creationId xmlns:a16="http://schemas.microsoft.com/office/drawing/2014/main" id="{561E8BFA-8EE1-3392-483C-B0DF0E5419A8}"/>
              </a:ext>
            </a:extLst>
          </p:cNvPr>
          <p:cNvSpPr/>
          <p:nvPr/>
        </p:nvSpPr>
        <p:spPr>
          <a:xfrm>
            <a:off x="661652" y="1375972"/>
            <a:ext cx="1749201" cy="298208"/>
          </a:xfrm>
          <a:prstGeom prst="rect">
            <a:avLst/>
          </a:prstGeom>
          <a:noFill/>
          <a:ln>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cs typeface="Arial" panose="020B0604020202020204" pitchFamily="34" charset="0"/>
              </a:rPr>
              <a:t>Referral only model</a:t>
            </a:r>
          </a:p>
        </p:txBody>
      </p:sp>
      <p:sp>
        <p:nvSpPr>
          <p:cNvPr id="33" name="Rectangle 32">
            <a:extLst>
              <a:ext uri="{FF2B5EF4-FFF2-40B4-BE49-F238E27FC236}">
                <a16:creationId xmlns:a16="http://schemas.microsoft.com/office/drawing/2014/main" id="{B77F8C1C-EA2C-0391-0086-8845DEB26307}"/>
              </a:ext>
            </a:extLst>
          </p:cNvPr>
          <p:cNvSpPr/>
          <p:nvPr/>
        </p:nvSpPr>
        <p:spPr>
          <a:xfrm>
            <a:off x="2596055" y="1375972"/>
            <a:ext cx="3305017" cy="298208"/>
          </a:xfrm>
          <a:prstGeom prst="rect">
            <a:avLst/>
          </a:prstGeom>
          <a:noFill/>
          <a:ln>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cs typeface="Arial" panose="020B0604020202020204" pitchFamily="34" charset="0"/>
              </a:rPr>
              <a:t>End to end IVF clinic</a:t>
            </a:r>
          </a:p>
        </p:txBody>
      </p:sp>
      <p:sp>
        <p:nvSpPr>
          <p:cNvPr id="133" name="Rectangle 132">
            <a:extLst>
              <a:ext uri="{FF2B5EF4-FFF2-40B4-BE49-F238E27FC236}">
                <a16:creationId xmlns:a16="http://schemas.microsoft.com/office/drawing/2014/main" id="{CB091744-4BEB-4BC2-0BE2-D9CECCFB1605}"/>
              </a:ext>
            </a:extLst>
          </p:cNvPr>
          <p:cNvSpPr/>
          <p:nvPr>
            <p:custDataLst>
              <p:tags r:id="rId15"/>
            </p:custDataLst>
          </p:nvPr>
        </p:nvSpPr>
        <p:spPr>
          <a:xfrm>
            <a:off x="661652" y="2228867"/>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dirty="0">
                <a:ln>
                  <a:noFill/>
                </a:ln>
                <a:solidFill>
                  <a:srgbClr val="DDDDDD">
                    <a:lumMod val="10000"/>
                  </a:srgbClr>
                </a:solidFill>
                <a:effectLst/>
                <a:uLnTx/>
                <a:uFillTx/>
                <a:ea typeface="Calibri" panose="020F0502020204030204" pitchFamily="34" charset="0"/>
                <a:cs typeface="Calibri" panose="020F0502020204030204" pitchFamily="34" charset="0"/>
              </a:rPr>
              <a:t>Revenue for OC, </a:t>
            </a:r>
            <a:r>
              <a:rPr kumimoji="0" lang="en-US" sz="1400" i="0" u="none" strike="noStrike" kern="1200" cap="none" spc="0" normalizeH="0" baseline="0" noProof="0" dirty="0">
                <a:ln>
                  <a:noFill/>
                </a:ln>
                <a:solidFill>
                  <a:srgbClr val="DDDDDD">
                    <a:lumMod val="10000"/>
                  </a:srgbClr>
                </a:solidFill>
                <a:effectLst/>
                <a:uLnTx/>
                <a:uFillTx/>
                <a:ea typeface="Calibri" panose="020F0502020204030204" pitchFamily="34" charset="0"/>
                <a:cs typeface="Calibri" panose="020F0502020204030204" pitchFamily="34" charset="0"/>
              </a:rPr>
              <a:t>SAR Mn, 2026-202</a:t>
            </a:r>
            <a:r>
              <a:rPr lang="en-US" sz="1400" dirty="0">
                <a:solidFill>
                  <a:srgbClr val="DDDDDD">
                    <a:lumMod val="10000"/>
                  </a:srgbClr>
                </a:solidFill>
                <a:ea typeface="Calibri" panose="020F0502020204030204" pitchFamily="34" charset="0"/>
                <a:cs typeface="Calibri" panose="020F0502020204030204" pitchFamily="34" charset="0"/>
              </a:rPr>
              <a:t>8</a:t>
            </a:r>
            <a:endParaRPr kumimoji="0" lang="en-US" sz="1600" b="0" i="0" u="none" strike="noStrike" kern="1200" cap="none" spc="0" normalizeH="0" baseline="0" noProof="0" dirty="0">
              <a:ln>
                <a:noFill/>
              </a:ln>
              <a:solidFill>
                <a:srgbClr val="DDDDDD">
                  <a:lumMod val="10000"/>
                </a:srgbClr>
              </a:solidFill>
              <a:effectLst/>
              <a:uLnTx/>
              <a:uFillTx/>
              <a:ea typeface="Calibri" panose="020F0502020204030204" pitchFamily="34" charset="0"/>
              <a:cs typeface="Calibri" panose="020F0502020204030204" pitchFamily="34" charset="0"/>
            </a:endParaRPr>
          </a:p>
        </p:txBody>
      </p:sp>
      <p:sp>
        <p:nvSpPr>
          <p:cNvPr id="134" name="Rectangle 133">
            <a:extLst>
              <a:ext uri="{FF2B5EF4-FFF2-40B4-BE49-F238E27FC236}">
                <a16:creationId xmlns:a16="http://schemas.microsoft.com/office/drawing/2014/main" id="{0BE99E7E-0B4F-0E5E-C0C7-AFA4D0D39806}"/>
              </a:ext>
            </a:extLst>
          </p:cNvPr>
          <p:cNvSpPr/>
          <p:nvPr>
            <p:custDataLst>
              <p:tags r:id="rId16"/>
            </p:custDataLst>
          </p:nvPr>
        </p:nvSpPr>
        <p:spPr>
          <a:xfrm>
            <a:off x="661652" y="3665560"/>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rgbClr val="DDDDDD">
                    <a:lumMod val="10000"/>
                  </a:srgbClr>
                </a:solidFill>
                <a:ea typeface="Calibri" panose="020F0502020204030204" pitchFamily="34" charset="0"/>
                <a:cs typeface="Calibri" panose="020F0502020204030204" pitchFamily="34" charset="0"/>
              </a:rPr>
              <a:t>Net Income for OC</a:t>
            </a:r>
            <a:r>
              <a:rPr kumimoji="0" lang="en-US" sz="1600" b="1" i="0" u="none" strike="noStrike" kern="1200" cap="none" spc="0" normalizeH="0" baseline="0" noProof="0" dirty="0">
                <a:ln>
                  <a:noFill/>
                </a:ln>
                <a:solidFill>
                  <a:srgbClr val="DDDDDD">
                    <a:lumMod val="10000"/>
                  </a:srgbClr>
                </a:solidFill>
                <a:effectLst/>
                <a:uLnTx/>
                <a:uFillTx/>
                <a:ea typeface="Calibri" panose="020F0502020204030204" pitchFamily="34" charset="0"/>
                <a:cs typeface="Calibri" panose="020F0502020204030204" pitchFamily="34" charset="0"/>
              </a:rPr>
              <a:t>, </a:t>
            </a:r>
            <a:r>
              <a:rPr kumimoji="0" lang="en-US" sz="1400" i="0" u="none" strike="noStrike" kern="1200" cap="none" spc="0" normalizeH="0" baseline="0" noProof="0" dirty="0">
                <a:ln>
                  <a:noFill/>
                </a:ln>
                <a:solidFill>
                  <a:srgbClr val="DDDDDD">
                    <a:lumMod val="10000"/>
                  </a:srgbClr>
                </a:solidFill>
                <a:effectLst/>
                <a:uLnTx/>
                <a:uFillTx/>
                <a:ea typeface="Calibri" panose="020F0502020204030204" pitchFamily="34" charset="0"/>
                <a:cs typeface="Calibri" panose="020F0502020204030204" pitchFamily="34" charset="0"/>
              </a:rPr>
              <a:t>SAR Mn, 2026-202</a:t>
            </a:r>
            <a:r>
              <a:rPr lang="en-US" sz="1400" dirty="0">
                <a:solidFill>
                  <a:srgbClr val="DDDDDD">
                    <a:lumMod val="10000"/>
                  </a:srgbClr>
                </a:solidFill>
                <a:ea typeface="Calibri" panose="020F0502020204030204" pitchFamily="34" charset="0"/>
                <a:cs typeface="Calibri" panose="020F0502020204030204" pitchFamily="34" charset="0"/>
              </a:rPr>
              <a:t>8</a:t>
            </a:r>
            <a:endParaRPr kumimoji="0" lang="en-US" sz="1600" b="0" i="0" u="none" strike="noStrike" kern="1200" cap="none" spc="0" normalizeH="0" baseline="0" noProof="0" dirty="0">
              <a:ln>
                <a:noFill/>
              </a:ln>
              <a:solidFill>
                <a:srgbClr val="DDDDDD">
                  <a:lumMod val="10000"/>
                </a:srgbClr>
              </a:solidFill>
              <a:effectLst/>
              <a:uLnTx/>
              <a:uFillTx/>
              <a:ea typeface="Calibri" panose="020F0502020204030204" pitchFamily="34" charset="0"/>
              <a:cs typeface="Calibri" panose="020F0502020204030204" pitchFamily="34" charset="0"/>
            </a:endParaRPr>
          </a:p>
        </p:txBody>
      </p:sp>
      <p:sp>
        <p:nvSpPr>
          <p:cNvPr id="6" name="Rectangle 5">
            <a:extLst>
              <a:ext uri="{FF2B5EF4-FFF2-40B4-BE49-F238E27FC236}">
                <a16:creationId xmlns:a16="http://schemas.microsoft.com/office/drawing/2014/main" id="{9BB07009-CB11-3099-44FC-CB319C91E3F2}"/>
              </a:ext>
            </a:extLst>
          </p:cNvPr>
          <p:cNvSpPr/>
          <p:nvPr/>
        </p:nvSpPr>
        <p:spPr>
          <a:xfrm>
            <a:off x="6522121" y="1228832"/>
            <a:ext cx="2295854" cy="317500"/>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cs typeface="Arial" panose="020B0604020202020204" pitchFamily="34" charset="0"/>
              </a:rPr>
              <a:t>Cryopreservation clinic</a:t>
            </a:r>
          </a:p>
        </p:txBody>
      </p:sp>
      <p:sp>
        <p:nvSpPr>
          <p:cNvPr id="7" name="Rectangle 6">
            <a:extLst>
              <a:ext uri="{FF2B5EF4-FFF2-40B4-BE49-F238E27FC236}">
                <a16:creationId xmlns:a16="http://schemas.microsoft.com/office/drawing/2014/main" id="{145FDC4D-D36E-9A15-4A06-2075E2F29C2D}"/>
              </a:ext>
            </a:extLst>
          </p:cNvPr>
          <p:cNvSpPr/>
          <p:nvPr/>
        </p:nvSpPr>
        <p:spPr>
          <a:xfrm>
            <a:off x="9180109" y="1228832"/>
            <a:ext cx="2295854" cy="317500"/>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cs typeface="Arial" panose="020B0604020202020204" pitchFamily="34" charset="0"/>
              </a:rPr>
              <a:t>End-to-end IVF clinic</a:t>
            </a:r>
          </a:p>
        </p:txBody>
      </p:sp>
      <p:sp>
        <p:nvSpPr>
          <p:cNvPr id="9" name="Rectangle: Rounded Corners 8">
            <a:extLst>
              <a:ext uri="{FF2B5EF4-FFF2-40B4-BE49-F238E27FC236}">
                <a16:creationId xmlns:a16="http://schemas.microsoft.com/office/drawing/2014/main" id="{023B6CB6-4730-BA4E-59B4-DD9922282579}"/>
              </a:ext>
            </a:extLst>
          </p:cNvPr>
          <p:cNvSpPr/>
          <p:nvPr/>
        </p:nvSpPr>
        <p:spPr>
          <a:xfrm>
            <a:off x="6661803" y="1660340"/>
            <a:ext cx="2016491" cy="441860"/>
          </a:xfrm>
          <a:prstGeom prst="round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cs typeface="Arial" panose="020B0604020202020204" pitchFamily="34" charset="0"/>
              </a:rPr>
              <a:t>SAR 2.1 Mn</a:t>
            </a:r>
          </a:p>
          <a:p>
            <a:pPr algn="ctr"/>
            <a:r>
              <a:rPr lang="en-US" sz="1000">
                <a:solidFill>
                  <a:schemeClr val="tx1"/>
                </a:solidFill>
                <a:cs typeface="Arial" panose="020B0604020202020204" pitchFamily="34" charset="0"/>
              </a:rPr>
              <a:t>(initial CAPEX)</a:t>
            </a:r>
          </a:p>
        </p:txBody>
      </p:sp>
      <p:sp>
        <p:nvSpPr>
          <p:cNvPr id="11" name="Rectangle: Rounded Corners 10">
            <a:extLst>
              <a:ext uri="{FF2B5EF4-FFF2-40B4-BE49-F238E27FC236}">
                <a16:creationId xmlns:a16="http://schemas.microsoft.com/office/drawing/2014/main" id="{4699CAAC-1F63-BFC5-58C8-BFCACB9E430B}"/>
              </a:ext>
            </a:extLst>
          </p:cNvPr>
          <p:cNvSpPr/>
          <p:nvPr/>
        </p:nvSpPr>
        <p:spPr>
          <a:xfrm>
            <a:off x="9319791" y="1660340"/>
            <a:ext cx="2016491" cy="441860"/>
          </a:xfrm>
          <a:prstGeom prst="round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cs typeface="Arial" panose="020B0604020202020204" pitchFamily="34" charset="0"/>
              </a:rPr>
              <a:t>SAR 3.4 Mn</a:t>
            </a:r>
          </a:p>
          <a:p>
            <a:pPr algn="ctr"/>
            <a:r>
              <a:rPr lang="en-US" sz="1000">
                <a:solidFill>
                  <a:schemeClr val="tx1"/>
                </a:solidFill>
                <a:cs typeface="Arial" panose="020B0604020202020204" pitchFamily="34" charset="0"/>
              </a:rPr>
              <a:t>(initial CAPEX)</a:t>
            </a:r>
          </a:p>
        </p:txBody>
      </p:sp>
      <p:sp>
        <p:nvSpPr>
          <p:cNvPr id="16" name="Rectangle: Rounded Corners 15">
            <a:extLst>
              <a:ext uri="{FF2B5EF4-FFF2-40B4-BE49-F238E27FC236}">
                <a16:creationId xmlns:a16="http://schemas.microsoft.com/office/drawing/2014/main" id="{ECB7B02C-E3A6-EFC6-3A44-C6E217BCB3FE}"/>
              </a:ext>
            </a:extLst>
          </p:cNvPr>
          <p:cNvSpPr/>
          <p:nvPr/>
        </p:nvSpPr>
        <p:spPr>
          <a:xfrm>
            <a:off x="6661803" y="2295483"/>
            <a:ext cx="2016491" cy="1032293"/>
          </a:xfrm>
          <a:prstGeom prst="round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400" b="1">
                <a:solidFill>
                  <a:schemeClr val="tx1"/>
                </a:solidFill>
                <a:cs typeface="Arial" panose="020B0604020202020204" pitchFamily="34" charset="0"/>
              </a:rPr>
              <a:t>Staffing requirement</a:t>
            </a:r>
          </a:p>
          <a:p>
            <a:pPr marL="171450" indent="-171450">
              <a:buFont typeface="Arial" panose="020B0604020202020204" pitchFamily="34" charset="0"/>
              <a:buChar char="•"/>
            </a:pPr>
            <a:r>
              <a:rPr lang="en-US" sz="1050">
                <a:solidFill>
                  <a:schemeClr val="tx1"/>
                </a:solidFill>
                <a:cs typeface="Arial" panose="020B0604020202020204" pitchFamily="34" charset="0"/>
              </a:rPr>
              <a:t>Fertility specialist (x1)</a:t>
            </a:r>
          </a:p>
          <a:p>
            <a:pPr marL="171450" indent="-171450">
              <a:buFont typeface="Arial" panose="020B0604020202020204" pitchFamily="34" charset="0"/>
              <a:buChar char="•"/>
            </a:pPr>
            <a:r>
              <a:rPr lang="en-US" sz="1050">
                <a:solidFill>
                  <a:schemeClr val="tx1"/>
                </a:solidFill>
                <a:cs typeface="Arial" panose="020B0604020202020204" pitchFamily="34" charset="0"/>
              </a:rPr>
              <a:t>Lab technician (x1)</a:t>
            </a:r>
          </a:p>
          <a:p>
            <a:pPr marL="171450" indent="-171450" algn="ctr">
              <a:buFont typeface="Arial" panose="020B0604020202020204" pitchFamily="34" charset="0"/>
              <a:buChar char="•"/>
            </a:pPr>
            <a:endParaRPr lang="en-US" sz="1050">
              <a:solidFill>
                <a:schemeClr val="tx1"/>
              </a:solidFill>
              <a:cs typeface="Arial" panose="020B0604020202020204" pitchFamily="34" charset="0"/>
            </a:endParaRPr>
          </a:p>
        </p:txBody>
      </p:sp>
      <p:sp>
        <p:nvSpPr>
          <p:cNvPr id="17" name="Rectangle: Rounded Corners 16">
            <a:extLst>
              <a:ext uri="{FF2B5EF4-FFF2-40B4-BE49-F238E27FC236}">
                <a16:creationId xmlns:a16="http://schemas.microsoft.com/office/drawing/2014/main" id="{5E80CAC8-BC04-1FFB-7D9F-065D11B95FB3}"/>
              </a:ext>
            </a:extLst>
          </p:cNvPr>
          <p:cNvSpPr/>
          <p:nvPr/>
        </p:nvSpPr>
        <p:spPr>
          <a:xfrm>
            <a:off x="9319791" y="2295483"/>
            <a:ext cx="2016491" cy="1032293"/>
          </a:xfrm>
          <a:prstGeom prst="round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400" b="1">
                <a:solidFill>
                  <a:schemeClr val="tx1"/>
                </a:solidFill>
                <a:cs typeface="Arial" panose="020B0604020202020204" pitchFamily="34" charset="0"/>
              </a:rPr>
              <a:t>Staffing requirement</a:t>
            </a:r>
          </a:p>
          <a:p>
            <a:pPr marL="285750" indent="-285750">
              <a:buFont typeface="Arial" panose="020B0604020202020204" pitchFamily="34" charset="0"/>
              <a:buChar char="•"/>
            </a:pPr>
            <a:r>
              <a:rPr lang="en-US" sz="1050">
                <a:solidFill>
                  <a:schemeClr val="tx1"/>
                </a:solidFill>
                <a:cs typeface="Arial" panose="020B0604020202020204" pitchFamily="34" charset="0"/>
              </a:rPr>
              <a:t>Fertility specialist (x2)</a:t>
            </a:r>
          </a:p>
          <a:p>
            <a:pPr marL="285750" indent="-285750">
              <a:buFont typeface="Arial" panose="020B0604020202020204" pitchFamily="34" charset="0"/>
              <a:buChar char="•"/>
            </a:pPr>
            <a:r>
              <a:rPr lang="en-US" sz="1050">
                <a:solidFill>
                  <a:schemeClr val="tx1"/>
                </a:solidFill>
                <a:cs typeface="Arial" panose="020B0604020202020204" pitchFamily="34" charset="0"/>
              </a:rPr>
              <a:t>Embryologist (x2)</a:t>
            </a:r>
          </a:p>
          <a:p>
            <a:pPr marL="285750" indent="-285750">
              <a:buFont typeface="Arial" panose="020B0604020202020204" pitchFamily="34" charset="0"/>
              <a:buChar char="•"/>
            </a:pPr>
            <a:r>
              <a:rPr lang="en-US" sz="1050">
                <a:solidFill>
                  <a:schemeClr val="tx1"/>
                </a:solidFill>
                <a:cs typeface="Arial" panose="020B0604020202020204" pitchFamily="34" charset="0"/>
              </a:rPr>
              <a:t>Lab Technician (x1)</a:t>
            </a:r>
            <a:endParaRPr lang="en-US" sz="1600">
              <a:solidFill>
                <a:schemeClr val="tx1"/>
              </a:solidFill>
              <a:cs typeface="Arial" panose="020B0604020202020204" pitchFamily="34" charset="0"/>
            </a:endParaRPr>
          </a:p>
        </p:txBody>
      </p:sp>
      <p:sp>
        <p:nvSpPr>
          <p:cNvPr id="23" name="TextBox 22">
            <a:extLst>
              <a:ext uri="{FF2B5EF4-FFF2-40B4-BE49-F238E27FC236}">
                <a16:creationId xmlns:a16="http://schemas.microsoft.com/office/drawing/2014/main" id="{0778B225-89A7-EAF8-6B6D-AAC82C6C05C5}"/>
              </a:ext>
            </a:extLst>
          </p:cNvPr>
          <p:cNvSpPr txBox="1"/>
          <p:nvPr/>
        </p:nvSpPr>
        <p:spPr>
          <a:xfrm>
            <a:off x="7008195" y="4054000"/>
            <a:ext cx="1670099" cy="576000"/>
          </a:xfrm>
          <a:prstGeom prst="rect">
            <a:avLst/>
          </a:prstGeom>
          <a:noFill/>
        </p:spPr>
        <p:txBody>
          <a:bodyPr wrap="square" lIns="36000" tIns="36000" rIns="36000" bIns="36000" rtlCol="0" anchor="t">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lang="en-US" sz="1200" b="1">
                <a:solidFill>
                  <a:prstClr val="black"/>
                </a:solidFill>
              </a:rPr>
              <a:t>Egg Extraction </a:t>
            </a:r>
            <a:endParaRPr kumimoji="0" lang="en-US" sz="1200" b="1" i="0" u="none" strike="noStrike" kern="1200" cap="none" spc="0" normalizeH="0" baseline="0" noProof="0">
              <a:ln>
                <a:noFill/>
              </a:ln>
              <a:solidFill>
                <a:prstClr val="black"/>
              </a:solidFill>
              <a:effectLst/>
              <a:uLnTx/>
              <a:uFillTx/>
            </a:endParaRPr>
          </a:p>
          <a:p>
            <a:pPr marL="180975"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i="0" u="none" strike="noStrike" kern="1200" cap="none" spc="0" normalizeH="0" baseline="0" noProof="0">
                <a:ln>
                  <a:noFill/>
                </a:ln>
                <a:solidFill>
                  <a:prstClr val="black"/>
                </a:solidFill>
                <a:effectLst/>
                <a:uLnTx/>
                <a:uFillTx/>
              </a:rPr>
              <a:t>Male: </a:t>
            </a:r>
            <a:r>
              <a:rPr lang="en-US" sz="1200">
                <a:solidFill>
                  <a:prstClr val="black"/>
                </a:solidFill>
              </a:rPr>
              <a:t>3,750 SAR</a:t>
            </a:r>
          </a:p>
          <a:p>
            <a:pPr marL="180975"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i="0" u="none" strike="noStrike" kern="1200" cap="none" spc="0" normalizeH="0" baseline="0" noProof="0">
                <a:ln>
                  <a:noFill/>
                </a:ln>
                <a:solidFill>
                  <a:prstClr val="black"/>
                </a:solidFill>
                <a:effectLst/>
                <a:uLnTx/>
                <a:uFillTx/>
              </a:rPr>
              <a:t>Female: 20,250 SAR</a:t>
            </a:r>
            <a:endParaRPr kumimoji="0" lang="en-US" sz="1100" i="0" u="none" strike="noStrike" kern="1200" cap="none" spc="0" normalizeH="0" baseline="0" noProof="0">
              <a:ln>
                <a:noFill/>
              </a:ln>
              <a:solidFill>
                <a:prstClr val="black"/>
              </a:solidFill>
              <a:effectLst/>
              <a:uLnTx/>
              <a:uFillTx/>
            </a:endParaRPr>
          </a:p>
        </p:txBody>
      </p:sp>
      <p:pic>
        <p:nvPicPr>
          <p:cNvPr id="1026" name="Picture 2" descr="Cryopreservation ">
            <a:extLst>
              <a:ext uri="{FF2B5EF4-FFF2-40B4-BE49-F238E27FC236}">
                <a16:creationId xmlns:a16="http://schemas.microsoft.com/office/drawing/2014/main" id="{255BBC67-F353-CF74-8DA4-F3F2C1B5DC2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6661803" y="4822184"/>
            <a:ext cx="285854" cy="285854"/>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Rounded Corners 24">
            <a:extLst>
              <a:ext uri="{FF2B5EF4-FFF2-40B4-BE49-F238E27FC236}">
                <a16:creationId xmlns:a16="http://schemas.microsoft.com/office/drawing/2014/main" id="{C82DF9B2-4E21-C98E-A625-FE19352A24D6}"/>
              </a:ext>
            </a:extLst>
          </p:cNvPr>
          <p:cNvSpPr/>
          <p:nvPr/>
        </p:nvSpPr>
        <p:spPr>
          <a:xfrm>
            <a:off x="6661803" y="3530225"/>
            <a:ext cx="4674479" cy="437210"/>
          </a:xfrm>
          <a:prstGeom prst="round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tIns="137160" rIns="0" bIns="0" rtlCol="0" anchor="ctr"/>
          <a:lstStyle/>
          <a:p>
            <a:pPr algn="ctr"/>
            <a:r>
              <a:rPr lang="en-US" sz="1400" b="1">
                <a:solidFill>
                  <a:schemeClr val="tx1"/>
                </a:solidFill>
                <a:cs typeface="Arial" panose="020B0604020202020204" pitchFamily="34" charset="0"/>
              </a:rPr>
              <a:t>Pricing</a:t>
            </a:r>
          </a:p>
          <a:p>
            <a:pPr algn="ctr"/>
            <a:endParaRPr lang="en-US" sz="1000">
              <a:solidFill>
                <a:schemeClr val="tx1"/>
              </a:solidFill>
              <a:cs typeface="Arial" panose="020B0604020202020204" pitchFamily="34" charset="0"/>
            </a:endParaRPr>
          </a:p>
        </p:txBody>
      </p:sp>
      <p:pic>
        <p:nvPicPr>
          <p:cNvPr id="29" name="Picture 28">
            <a:extLst>
              <a:ext uri="{FF2B5EF4-FFF2-40B4-BE49-F238E27FC236}">
                <a16:creationId xmlns:a16="http://schemas.microsoft.com/office/drawing/2014/main" id="{D20401B5-D540-A70E-D1A3-AAD416816F71}"/>
              </a:ext>
            </a:extLst>
          </p:cNvPr>
          <p:cNvPicPr>
            <a:picLocks noChangeAspect="1"/>
          </p:cNvPicPr>
          <p:nvPr/>
        </p:nvPicPr>
        <p:blipFill>
          <a:blip r:embed="rId24"/>
          <a:stretch>
            <a:fillRect/>
          </a:stretch>
        </p:blipFill>
        <p:spPr>
          <a:xfrm>
            <a:off x="6691901" y="4198678"/>
            <a:ext cx="286645" cy="286645"/>
          </a:xfrm>
          <a:prstGeom prst="rect">
            <a:avLst/>
          </a:prstGeom>
        </p:spPr>
      </p:pic>
      <p:sp>
        <p:nvSpPr>
          <p:cNvPr id="30" name="TextBox 29">
            <a:extLst>
              <a:ext uri="{FF2B5EF4-FFF2-40B4-BE49-F238E27FC236}">
                <a16:creationId xmlns:a16="http://schemas.microsoft.com/office/drawing/2014/main" id="{740A03B1-66F3-2CE6-B5C4-F5729758871A}"/>
              </a:ext>
            </a:extLst>
          </p:cNvPr>
          <p:cNvSpPr txBox="1"/>
          <p:nvPr/>
        </p:nvSpPr>
        <p:spPr>
          <a:xfrm>
            <a:off x="7008195" y="4749648"/>
            <a:ext cx="1990847" cy="430927"/>
          </a:xfrm>
          <a:prstGeom prst="rect">
            <a:avLst/>
          </a:prstGeom>
          <a:noFill/>
        </p:spPr>
        <p:txBody>
          <a:bodyPr wrap="square" lIns="36000" tIns="36000" rIns="36000" bIns="36000" rtlCol="0" anchor="t">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lang="en-US" sz="1200" b="1">
                <a:solidFill>
                  <a:prstClr val="black"/>
                </a:solidFill>
              </a:rPr>
              <a:t>Storage</a:t>
            </a:r>
          </a:p>
          <a:p>
            <a:pPr marL="180975"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i="0" u="none" strike="noStrike" kern="1200" cap="none" spc="0" normalizeH="0" baseline="0" noProof="0">
                <a:ln>
                  <a:noFill/>
                </a:ln>
                <a:solidFill>
                  <a:prstClr val="black"/>
                </a:solidFill>
                <a:effectLst/>
                <a:uLnTx/>
                <a:uFillTx/>
              </a:rPr>
              <a:t>2,531 SAR</a:t>
            </a:r>
          </a:p>
        </p:txBody>
      </p:sp>
      <p:sp>
        <p:nvSpPr>
          <p:cNvPr id="31" name="TextBox 30">
            <a:extLst>
              <a:ext uri="{FF2B5EF4-FFF2-40B4-BE49-F238E27FC236}">
                <a16:creationId xmlns:a16="http://schemas.microsoft.com/office/drawing/2014/main" id="{E4BE2805-DE5A-3175-27C8-52E7022DFDA6}"/>
              </a:ext>
            </a:extLst>
          </p:cNvPr>
          <p:cNvSpPr txBox="1"/>
          <p:nvPr/>
        </p:nvSpPr>
        <p:spPr>
          <a:xfrm>
            <a:off x="9769141" y="4114970"/>
            <a:ext cx="1496384" cy="430927"/>
          </a:xfrm>
          <a:prstGeom prst="rect">
            <a:avLst/>
          </a:prstGeom>
          <a:noFill/>
        </p:spPr>
        <p:txBody>
          <a:bodyPr wrap="square" lIns="36000" tIns="36000" rIns="36000" bIns="36000" rtlCol="0" anchor="t">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lang="en-US" sz="1200" b="1">
                <a:solidFill>
                  <a:prstClr val="black"/>
                </a:solidFill>
              </a:rPr>
              <a:t>Genetic Testing</a:t>
            </a:r>
          </a:p>
          <a:p>
            <a:pPr marL="180975"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i="0" u="none" strike="noStrike" kern="1200" cap="none" spc="0" normalizeH="0" baseline="0" noProof="0">
                <a:ln>
                  <a:noFill/>
                </a:ln>
                <a:solidFill>
                  <a:prstClr val="black"/>
                </a:solidFill>
                <a:effectLst/>
                <a:uLnTx/>
                <a:uFillTx/>
              </a:rPr>
              <a:t>11,000 SAR</a:t>
            </a:r>
            <a:endParaRPr kumimoji="0" lang="en-US" sz="1100" i="0" u="none" strike="noStrike" kern="1200" cap="none" spc="0" normalizeH="0" baseline="0" noProof="0">
              <a:ln>
                <a:noFill/>
              </a:ln>
              <a:solidFill>
                <a:prstClr val="black"/>
              </a:solidFill>
              <a:effectLst/>
              <a:uLnTx/>
              <a:uFillTx/>
            </a:endParaRPr>
          </a:p>
        </p:txBody>
      </p:sp>
      <p:sp>
        <p:nvSpPr>
          <p:cNvPr id="39" name="TextBox 38">
            <a:extLst>
              <a:ext uri="{FF2B5EF4-FFF2-40B4-BE49-F238E27FC236}">
                <a16:creationId xmlns:a16="http://schemas.microsoft.com/office/drawing/2014/main" id="{75BB4A4D-269B-A0FF-EF17-F06BC3E98BD8}"/>
              </a:ext>
            </a:extLst>
          </p:cNvPr>
          <p:cNvSpPr txBox="1"/>
          <p:nvPr/>
        </p:nvSpPr>
        <p:spPr>
          <a:xfrm>
            <a:off x="9769141" y="4731789"/>
            <a:ext cx="1014291" cy="430927"/>
          </a:xfrm>
          <a:prstGeom prst="rect">
            <a:avLst/>
          </a:prstGeom>
          <a:noFill/>
        </p:spPr>
        <p:txBody>
          <a:bodyPr wrap="square" lIns="36000" tIns="36000" rIns="36000" bIns="36000" rtlCol="0" anchor="t">
            <a:noAutofit/>
          </a:bodyPr>
          <a:lstStyle/>
          <a:p>
            <a:pPr marL="9525" marR="0" lvl="0" indent="0" algn="l" defTabSz="914400" rtl="0" eaLnBrk="1" fontAlgn="auto" latinLnBrk="0" hangingPunct="1">
              <a:lnSpc>
                <a:spcPct val="100000"/>
              </a:lnSpc>
              <a:spcBef>
                <a:spcPts val="0"/>
              </a:spcBef>
              <a:spcAft>
                <a:spcPts val="0"/>
              </a:spcAft>
              <a:buClrTx/>
              <a:buSzTx/>
              <a:buFontTx/>
              <a:buNone/>
              <a:tabLst/>
              <a:defRPr/>
            </a:pPr>
            <a:r>
              <a:rPr lang="en-US" sz="1200" b="1">
                <a:solidFill>
                  <a:prstClr val="black"/>
                </a:solidFill>
              </a:rPr>
              <a:t>Consultation</a:t>
            </a:r>
          </a:p>
          <a:p>
            <a:pPr marL="180975"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i="0" u="none" strike="noStrike" kern="1200" cap="none" spc="0" normalizeH="0" baseline="0" noProof="0">
                <a:ln>
                  <a:noFill/>
                </a:ln>
                <a:solidFill>
                  <a:prstClr val="black"/>
                </a:solidFill>
                <a:effectLst/>
                <a:uLnTx/>
                <a:uFillTx/>
              </a:rPr>
              <a:t>1,000 SAR</a:t>
            </a:r>
          </a:p>
        </p:txBody>
      </p:sp>
      <p:pic>
        <p:nvPicPr>
          <p:cNvPr id="1028" name="Picture 4" descr="Dna test ">
            <a:extLst>
              <a:ext uri="{FF2B5EF4-FFF2-40B4-BE49-F238E27FC236}">
                <a16:creationId xmlns:a16="http://schemas.microsoft.com/office/drawing/2014/main" id="{0198AC96-6646-F120-6C70-692626D13D19}"/>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369170" y="4160717"/>
            <a:ext cx="339433" cy="339433"/>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Talk ">
            <a:extLst>
              <a:ext uri="{FF2B5EF4-FFF2-40B4-BE49-F238E27FC236}">
                <a16:creationId xmlns:a16="http://schemas.microsoft.com/office/drawing/2014/main" id="{39123E5D-0CFA-5E40-ADC1-4F55210EA63C}"/>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9400773" y="4836590"/>
            <a:ext cx="276225" cy="276225"/>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extLst>
              <a:ext uri="{FF2B5EF4-FFF2-40B4-BE49-F238E27FC236}">
                <a16:creationId xmlns:a16="http://schemas.microsoft.com/office/drawing/2014/main" id="{38CCF879-D2E9-287D-490E-048A126CE6CB}"/>
              </a:ext>
            </a:extLst>
          </p:cNvPr>
          <p:cNvSpPr/>
          <p:nvPr/>
        </p:nvSpPr>
        <p:spPr>
          <a:xfrm>
            <a:off x="609600" y="1681655"/>
            <a:ext cx="1801253" cy="298208"/>
          </a:xfrm>
          <a:prstGeom prst="rect">
            <a:avLst/>
          </a:prstGeom>
          <a:solidFill>
            <a:srgbClr val="39BFC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ea typeface="Arial"/>
                <a:cs typeface="Arial"/>
                <a:sym typeface="Arial"/>
              </a:rPr>
              <a:t>Year 1</a:t>
            </a:r>
          </a:p>
        </p:txBody>
      </p:sp>
      <p:sp>
        <p:nvSpPr>
          <p:cNvPr id="18" name="Rectangle 17">
            <a:extLst>
              <a:ext uri="{FF2B5EF4-FFF2-40B4-BE49-F238E27FC236}">
                <a16:creationId xmlns:a16="http://schemas.microsoft.com/office/drawing/2014/main" id="{19D4DDAB-79D4-EA8A-0C8A-5AABB606F3CC}"/>
              </a:ext>
            </a:extLst>
          </p:cNvPr>
          <p:cNvSpPr/>
          <p:nvPr/>
        </p:nvSpPr>
        <p:spPr>
          <a:xfrm>
            <a:off x="2596055" y="1686453"/>
            <a:ext cx="3305017" cy="293410"/>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ea typeface="Arial"/>
                <a:cs typeface="Arial"/>
                <a:sym typeface="Arial"/>
              </a:rPr>
              <a:t>Year 2 &amp; 3</a:t>
            </a:r>
            <a:endParaRPr lang="en-US" sz="1400">
              <a:solidFill>
                <a:srgbClr val="000000"/>
              </a:solidFill>
              <a:ea typeface="Arial"/>
              <a:cs typeface="Arial"/>
              <a:sym typeface="Arial"/>
            </a:endParaRPr>
          </a:p>
        </p:txBody>
      </p:sp>
      <p:sp>
        <p:nvSpPr>
          <p:cNvPr id="49" name="Line 15">
            <a:extLst>
              <a:ext uri="{FF2B5EF4-FFF2-40B4-BE49-F238E27FC236}">
                <a16:creationId xmlns:a16="http://schemas.microsoft.com/office/drawing/2014/main" id="{7F0DB5C3-3687-9E61-B1F4-52203EEE041A}"/>
              </a:ext>
            </a:extLst>
          </p:cNvPr>
          <p:cNvSpPr>
            <a:spLocks noChangeShapeType="1"/>
          </p:cNvSpPr>
          <p:nvPr>
            <p:custDataLst>
              <p:tags r:id="rId17"/>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7" name="Group 26">
            <a:extLst>
              <a:ext uri="{FF2B5EF4-FFF2-40B4-BE49-F238E27FC236}">
                <a16:creationId xmlns:a16="http://schemas.microsoft.com/office/drawing/2014/main" id="{64C28E70-36E8-D0F7-3574-48591A36A18E}"/>
              </a:ext>
            </a:extLst>
          </p:cNvPr>
          <p:cNvGrpSpPr/>
          <p:nvPr/>
        </p:nvGrpSpPr>
        <p:grpSpPr>
          <a:xfrm>
            <a:off x="15130" y="47516"/>
            <a:ext cx="171132" cy="228600"/>
            <a:chOff x="0" y="49329"/>
            <a:chExt cx="171132" cy="228600"/>
          </a:xfrm>
        </p:grpSpPr>
        <p:cxnSp>
          <p:nvCxnSpPr>
            <p:cNvPr id="32" name="Straight Connector 31">
              <a:extLst>
                <a:ext uri="{FF2B5EF4-FFF2-40B4-BE49-F238E27FC236}">
                  <a16:creationId xmlns:a16="http://schemas.microsoft.com/office/drawing/2014/main" id="{FB6F9966-0FDD-3261-ECC2-ED769DF1DB5E}"/>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4" name="Rectangle: Rounded Corners 33">
              <a:extLst>
                <a:ext uri="{FF2B5EF4-FFF2-40B4-BE49-F238E27FC236}">
                  <a16:creationId xmlns:a16="http://schemas.microsoft.com/office/drawing/2014/main" id="{DA379B2C-D9B2-9A87-2C45-58F7D9D943A7}"/>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35" name="Google Shape;1129;p23">
            <a:extLst>
              <a:ext uri="{FF2B5EF4-FFF2-40B4-BE49-F238E27FC236}">
                <a16:creationId xmlns:a16="http://schemas.microsoft.com/office/drawing/2014/main" id="{124DFBE8-26C1-6C0F-F41D-67409EA922EE}"/>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Onco-Fertility</a:t>
            </a:r>
            <a:endParaRPr lang="en-US">
              <a:solidFill>
                <a:schemeClr val="bg1"/>
              </a:solidFill>
              <a:latin typeface="Calibri"/>
              <a:ea typeface="Calibri"/>
              <a:cs typeface="Calibri"/>
            </a:endParaRPr>
          </a:p>
        </p:txBody>
      </p:sp>
      <p:grpSp>
        <p:nvGrpSpPr>
          <p:cNvPr id="4" name="Group 3">
            <a:extLst>
              <a:ext uri="{FF2B5EF4-FFF2-40B4-BE49-F238E27FC236}">
                <a16:creationId xmlns:a16="http://schemas.microsoft.com/office/drawing/2014/main" id="{8A036B13-8CC0-C122-D7EA-2FF02AE75EB3}"/>
              </a:ext>
            </a:extLst>
          </p:cNvPr>
          <p:cNvGrpSpPr/>
          <p:nvPr/>
        </p:nvGrpSpPr>
        <p:grpSpPr>
          <a:xfrm>
            <a:off x="-897410" y="279546"/>
            <a:ext cx="338328" cy="3872943"/>
            <a:chOff x="-460920" y="279546"/>
            <a:chExt cx="338328" cy="3872943"/>
          </a:xfrm>
        </p:grpSpPr>
        <p:sp>
          <p:nvSpPr>
            <p:cNvPr id="20" name="Google Shape;139;p2">
              <a:extLst>
                <a:ext uri="{FF2B5EF4-FFF2-40B4-BE49-F238E27FC236}">
                  <a16:creationId xmlns:a16="http://schemas.microsoft.com/office/drawing/2014/main" id="{A05E591E-EB28-1C25-C4DC-C58A1DC5D966}"/>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2" name="Google Shape;140;p2">
              <a:extLst>
                <a:ext uri="{FF2B5EF4-FFF2-40B4-BE49-F238E27FC236}">
                  <a16:creationId xmlns:a16="http://schemas.microsoft.com/office/drawing/2014/main" id="{D5031B7C-50CD-7FB6-32F7-AE000FAACA7B}"/>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6" name="Google Shape;141;p2">
              <a:extLst>
                <a:ext uri="{FF2B5EF4-FFF2-40B4-BE49-F238E27FC236}">
                  <a16:creationId xmlns:a16="http://schemas.microsoft.com/office/drawing/2014/main" id="{8F9611E3-DC95-9275-1227-405BC326B901}"/>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8" name="Google Shape;142;p2">
              <a:extLst>
                <a:ext uri="{FF2B5EF4-FFF2-40B4-BE49-F238E27FC236}">
                  <a16:creationId xmlns:a16="http://schemas.microsoft.com/office/drawing/2014/main" id="{FD03E260-2B48-8033-33A4-E66D2D848A0C}"/>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0" name="Google Shape;143;p2">
              <a:extLst>
                <a:ext uri="{FF2B5EF4-FFF2-40B4-BE49-F238E27FC236}">
                  <a16:creationId xmlns:a16="http://schemas.microsoft.com/office/drawing/2014/main" id="{109BCB1E-D6A0-C75C-9F7C-527BDB38115D}"/>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1" name="Google Shape;147;p2">
              <a:extLst>
                <a:ext uri="{FF2B5EF4-FFF2-40B4-BE49-F238E27FC236}">
                  <a16:creationId xmlns:a16="http://schemas.microsoft.com/office/drawing/2014/main" id="{E1C7CDC8-1D5E-4243-7322-B4EFC983E56B}"/>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2" name="Google Shape;151;p2">
              <a:extLst>
                <a:ext uri="{FF2B5EF4-FFF2-40B4-BE49-F238E27FC236}">
                  <a16:creationId xmlns:a16="http://schemas.microsoft.com/office/drawing/2014/main" id="{F50963FD-DC94-B07E-2E51-1FCB6BF5FFF0}"/>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3" name="Google Shape;147;p2">
              <a:extLst>
                <a:ext uri="{FF2B5EF4-FFF2-40B4-BE49-F238E27FC236}">
                  <a16:creationId xmlns:a16="http://schemas.microsoft.com/office/drawing/2014/main" id="{23F6E9F8-1680-2FF9-B35A-A224B79ADEA2}"/>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37" name="TextBox 36">
            <a:extLst>
              <a:ext uri="{FF2B5EF4-FFF2-40B4-BE49-F238E27FC236}">
                <a16:creationId xmlns:a16="http://schemas.microsoft.com/office/drawing/2014/main" id="{9EC3DCAF-EDC1-37CC-9482-026D85DF0920}"/>
              </a:ext>
            </a:extLst>
          </p:cNvPr>
          <p:cNvSpPr txBox="1"/>
          <p:nvPr/>
        </p:nvSpPr>
        <p:spPr>
          <a:xfrm>
            <a:off x="517712" y="6471029"/>
            <a:ext cx="3502274" cy="267547"/>
          </a:xfrm>
          <a:prstGeom prst="rect">
            <a:avLst/>
          </a:prstGeom>
          <a:noFill/>
        </p:spPr>
        <p:txBody>
          <a:bodyPr wrap="square" rtlCol="0">
            <a:spAutoFit/>
          </a:bodyPr>
          <a:lstStyle/>
          <a:p>
            <a:r>
              <a:rPr lang="en-GB" sz="1100" i="1"/>
              <a:t>Note: Estimated revenue through sizing can be found </a:t>
            </a:r>
            <a:r>
              <a:rPr lang="en-GB" sz="1100" i="1">
                <a:hlinkClick r:id="rId27"/>
              </a:rPr>
              <a:t>here</a:t>
            </a:r>
            <a:endParaRPr lang="en-GB" sz="1100" i="1"/>
          </a:p>
        </p:txBody>
      </p:sp>
    </p:spTree>
    <p:extLst>
      <p:ext uri="{BB962C8B-B14F-4D97-AF65-F5344CB8AC3E}">
        <p14:creationId xmlns:p14="http://schemas.microsoft.com/office/powerpoint/2010/main" val="295925222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 name="think-cell data - do not delete" hidden="1">
            <a:extLst>
              <a:ext uri="{FF2B5EF4-FFF2-40B4-BE49-F238E27FC236}">
                <a16:creationId xmlns:a16="http://schemas.microsoft.com/office/drawing/2014/main" id="{2A16ACF0-7E30-8AD5-1011-4880DF5488DA}"/>
              </a:ext>
            </a:extLst>
          </p:cNvPr>
          <p:cNvGraphicFramePr>
            <a:graphicFrameLocks/>
          </p:cNvGraphicFramePr>
          <p:nvPr>
            <p:custDataLst>
              <p:tags r:id="rId1"/>
            </p:custDataLst>
            <p:extLst>
              <p:ext uri="{D42A27DB-BD31-4B8C-83A1-F6EECF244321}">
                <p14:modId xmlns:p14="http://schemas.microsoft.com/office/powerpoint/2010/main" val="29828647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1" imgW="421" imgH="420" progId="TCLayout.ActiveDocument.1">
                  <p:embed/>
                </p:oleObj>
              </mc:Choice>
              <mc:Fallback>
                <p:oleObj name="think-cell Slide" r:id="rId61" imgW="421" imgH="420" progId="TCLayout.ActiveDocument.1">
                  <p:embed/>
                  <p:pic>
                    <p:nvPicPr>
                      <p:cNvPr id="46" name="think-cell data - do not delete" hidden="1">
                        <a:extLst>
                          <a:ext uri="{FF2B5EF4-FFF2-40B4-BE49-F238E27FC236}">
                            <a16:creationId xmlns:a16="http://schemas.microsoft.com/office/drawing/2014/main" id="{2A16ACF0-7E30-8AD5-1011-4880DF5488DA}"/>
                          </a:ext>
                        </a:extLst>
                      </p:cNvPr>
                      <p:cNvPicPr/>
                      <p:nvPr/>
                    </p:nvPicPr>
                    <p:blipFill>
                      <a:blip r:embed="rId62"/>
                      <a:stretch>
                        <a:fillRect/>
                      </a:stretch>
                    </p:blipFill>
                    <p:spPr>
                      <a:xfrm>
                        <a:off x="1588" y="1588"/>
                        <a:ext cx="1588" cy="1588"/>
                      </a:xfrm>
                      <a:prstGeom prst="rect">
                        <a:avLst/>
                      </a:prstGeom>
                    </p:spPr>
                  </p:pic>
                </p:oleObj>
              </mc:Fallback>
            </mc:AlternateContent>
          </a:graphicData>
        </a:graphic>
      </p:graphicFrame>
      <p:sp>
        <p:nvSpPr>
          <p:cNvPr id="2" name="Slide Number Placeholder 1">
            <a:extLst>
              <a:ext uri="{FF2B5EF4-FFF2-40B4-BE49-F238E27FC236}">
                <a16:creationId xmlns:a16="http://schemas.microsoft.com/office/drawing/2014/main" id="{6FB62677-D864-AA81-7320-39B4A5574E58}"/>
              </a:ext>
            </a:extLst>
          </p:cNvPr>
          <p:cNvSpPr>
            <a:spLocks noGrp="1"/>
          </p:cNvSpPr>
          <p:nvPr>
            <p:ph type="sldNum" sz="quarter" idx="12"/>
          </p:nvPr>
        </p:nvSpPr>
        <p:spPr/>
        <p:txBody>
          <a:bodyPr/>
          <a:lstStyle/>
          <a:p>
            <a:fld id="{8E1CF2E5-4A16-4FBD-9713-265FD1DAAE65}" type="slidenum">
              <a:rPr lang="en-US" smtClean="0"/>
              <a:t>39</a:t>
            </a:fld>
            <a:endParaRPr lang="en-US"/>
          </a:p>
        </p:txBody>
      </p:sp>
      <p:sp>
        <p:nvSpPr>
          <p:cNvPr id="3" name="2. Slide Title">
            <a:extLst>
              <a:ext uri="{FF2B5EF4-FFF2-40B4-BE49-F238E27FC236}">
                <a16:creationId xmlns:a16="http://schemas.microsoft.com/office/drawing/2014/main" id="{0CFB0BFE-5A45-FD7D-946E-64BCBA42CC1F}"/>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dirty="0">
                <a:solidFill>
                  <a:srgbClr val="0A0A0A"/>
                </a:solidFill>
                <a:latin typeface="Georgia" panose="02040502050405020303" pitchFamily="18" charset="0"/>
                <a:cs typeface="Arial" panose="020B0604020202020204" pitchFamily="34" charset="0"/>
              </a:rPr>
              <a:t>0.47 ppt higher net profit </a:t>
            </a:r>
            <a:r>
              <a:rPr lang="en-US" sz="2600" b="0" dirty="0">
                <a:solidFill>
                  <a:srgbClr val="0A0A0A"/>
                </a:solidFill>
                <a:latin typeface="Georgia" panose="02040502050405020303" pitchFamily="18" charset="0"/>
                <a:cs typeface="Arial" panose="020B0604020202020204" pitchFamily="34" charset="0"/>
              </a:rPr>
              <a:t>potential in initiating an IVF clinic inhouse rather than cryopreservation-only space</a:t>
            </a:r>
            <a:endPar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4" name="Line 15">
            <a:extLst>
              <a:ext uri="{FF2B5EF4-FFF2-40B4-BE49-F238E27FC236}">
                <a16:creationId xmlns:a16="http://schemas.microsoft.com/office/drawing/2014/main" id="{DE7E9CC3-E2AF-FEF0-BFB9-25CDF2552278}"/>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2" name="Straight Connector 11">
            <a:extLst>
              <a:ext uri="{FF2B5EF4-FFF2-40B4-BE49-F238E27FC236}">
                <a16:creationId xmlns:a16="http://schemas.microsoft.com/office/drawing/2014/main" id="{1FA5C3FA-F324-1BC7-F542-188C3281C040}"/>
              </a:ext>
            </a:extLst>
          </p:cNvPr>
          <p:cNvCxnSpPr/>
          <p:nvPr>
            <p:custDataLst>
              <p:tags r:id="rId4"/>
            </p:custDataLst>
          </p:nvPr>
        </p:nvCxnSpPr>
        <p:spPr bwMode="auto">
          <a:xfrm>
            <a:off x="1939925" y="2052638"/>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98147419-2052-D94D-50B4-4D303877A14E}"/>
              </a:ext>
            </a:extLst>
          </p:cNvPr>
          <p:cNvCxnSpPr/>
          <p:nvPr>
            <p:custDataLst>
              <p:tags r:id="rId5"/>
            </p:custDataLst>
          </p:nvPr>
        </p:nvCxnSpPr>
        <p:spPr bwMode="auto">
          <a:xfrm>
            <a:off x="3122613" y="2382838"/>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8" name="Straight Connector 147">
            <a:extLst>
              <a:ext uri="{FF2B5EF4-FFF2-40B4-BE49-F238E27FC236}">
                <a16:creationId xmlns:a16="http://schemas.microsoft.com/office/drawing/2014/main" id="{F69969E3-A16A-57F3-CBAE-7A30A2C017AF}"/>
              </a:ext>
            </a:extLst>
          </p:cNvPr>
          <p:cNvCxnSpPr/>
          <p:nvPr>
            <p:custDataLst>
              <p:tags r:id="rId6"/>
            </p:custDataLst>
          </p:nvPr>
        </p:nvCxnSpPr>
        <p:spPr bwMode="auto">
          <a:xfrm>
            <a:off x="4306888" y="2382838"/>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1" name="Straight Connector 10">
            <a:extLst>
              <a:ext uri="{FF2B5EF4-FFF2-40B4-BE49-F238E27FC236}">
                <a16:creationId xmlns:a16="http://schemas.microsoft.com/office/drawing/2014/main" id="{C43D3C37-A774-2BE6-9EE9-278CAC7D7FDF}"/>
              </a:ext>
            </a:extLst>
          </p:cNvPr>
          <p:cNvCxnSpPr/>
          <p:nvPr>
            <p:custDataLst>
              <p:tags r:id="rId7"/>
            </p:custDataLst>
          </p:nvPr>
        </p:nvCxnSpPr>
        <p:spPr bwMode="auto">
          <a:xfrm>
            <a:off x="5489575" y="2849563"/>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0" name="Straight Connector 9">
            <a:extLst>
              <a:ext uri="{FF2B5EF4-FFF2-40B4-BE49-F238E27FC236}">
                <a16:creationId xmlns:a16="http://schemas.microsoft.com/office/drawing/2014/main" id="{A50F1D77-4F7A-0B86-9FD9-1B58BFFB46F4}"/>
              </a:ext>
            </a:extLst>
          </p:cNvPr>
          <p:cNvCxnSpPr/>
          <p:nvPr>
            <p:custDataLst>
              <p:tags r:id="rId8"/>
            </p:custDataLst>
          </p:nvPr>
        </p:nvCxnSpPr>
        <p:spPr bwMode="auto">
          <a:xfrm>
            <a:off x="6673850" y="2914650"/>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 name="Straight Connector 6">
            <a:extLst>
              <a:ext uri="{FF2B5EF4-FFF2-40B4-BE49-F238E27FC236}">
                <a16:creationId xmlns:a16="http://schemas.microsoft.com/office/drawing/2014/main" id="{946F4BE8-9CCB-06F3-7E1F-BCCCF20549B0}"/>
              </a:ext>
            </a:extLst>
          </p:cNvPr>
          <p:cNvCxnSpPr/>
          <p:nvPr>
            <p:custDataLst>
              <p:tags r:id="rId9"/>
            </p:custDataLst>
          </p:nvPr>
        </p:nvCxnSpPr>
        <p:spPr bwMode="auto">
          <a:xfrm>
            <a:off x="7856538" y="3073400"/>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 name="Straight Connector 14">
            <a:extLst>
              <a:ext uri="{FF2B5EF4-FFF2-40B4-BE49-F238E27FC236}">
                <a16:creationId xmlns:a16="http://schemas.microsoft.com/office/drawing/2014/main" id="{BC709C70-F8CD-FE3F-4E18-2469D484B1C0}"/>
              </a:ext>
            </a:extLst>
          </p:cNvPr>
          <p:cNvCxnSpPr/>
          <p:nvPr>
            <p:custDataLst>
              <p:tags r:id="rId10"/>
            </p:custDataLst>
          </p:nvPr>
        </p:nvCxnSpPr>
        <p:spPr bwMode="auto">
          <a:xfrm>
            <a:off x="9040813" y="3251200"/>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6F29C5FD-3DB1-3856-D217-FE5C10228093}"/>
              </a:ext>
            </a:extLst>
          </p:cNvPr>
          <p:cNvCxnSpPr/>
          <p:nvPr>
            <p:custDataLst>
              <p:tags r:id="rId11"/>
            </p:custDataLst>
          </p:nvPr>
        </p:nvCxnSpPr>
        <p:spPr bwMode="auto">
          <a:xfrm>
            <a:off x="10223500" y="3282950"/>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424" name="Chart 423">
            <a:extLst>
              <a:ext uri="{FF2B5EF4-FFF2-40B4-BE49-F238E27FC236}">
                <a16:creationId xmlns:a16="http://schemas.microsoft.com/office/drawing/2014/main" id="{C7786768-BC24-9E22-19D8-A6CC86F1F00B}"/>
              </a:ext>
            </a:extLst>
          </p:cNvPr>
          <p:cNvGraphicFramePr/>
          <p:nvPr>
            <p:custDataLst>
              <p:tags r:id="rId12"/>
            </p:custDataLst>
            <p:extLst>
              <p:ext uri="{D42A27DB-BD31-4B8C-83A1-F6EECF244321}">
                <p14:modId xmlns:p14="http://schemas.microsoft.com/office/powerpoint/2010/main" val="512275080"/>
              </p:ext>
            </p:extLst>
          </p:nvPr>
        </p:nvGraphicFramePr>
        <p:xfrm>
          <a:off x="936625" y="1563688"/>
          <a:ext cx="10817225" cy="2195512"/>
        </p:xfrm>
        <a:graphic>
          <a:graphicData uri="http://schemas.openxmlformats.org/drawingml/2006/chart">
            <c:chart xmlns:c="http://schemas.openxmlformats.org/drawingml/2006/chart" xmlns:r="http://schemas.openxmlformats.org/officeDocument/2006/relationships" r:id="rId63"/>
          </a:graphicData>
        </a:graphic>
      </p:graphicFrame>
      <p:sp>
        <p:nvSpPr>
          <p:cNvPr id="415" name="Rectangle 414">
            <a:extLst>
              <a:ext uri="{FF2B5EF4-FFF2-40B4-BE49-F238E27FC236}">
                <a16:creationId xmlns:a16="http://schemas.microsoft.com/office/drawing/2014/main" id="{2C7C3A06-0A15-355B-F93E-F3D3AA90CC07}"/>
              </a:ext>
            </a:extLst>
          </p:cNvPr>
          <p:cNvSpPr/>
          <p:nvPr>
            <p:custDataLst>
              <p:tags r:id="rId13"/>
            </p:custDataLst>
          </p:nvPr>
        </p:nvSpPr>
        <p:spPr bwMode="auto">
          <a:xfrm>
            <a:off x="8382000" y="3097213"/>
            <a:ext cx="658813" cy="34925"/>
          </a:xfrm>
          <a:prstGeom prst="rect">
            <a:avLst/>
          </a:prstGeom>
          <a:solidFill>
            <a:srgbClr val="BFBFBF"/>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 Placeholder 2">
            <a:extLst>
              <a:ext uri="{FF2B5EF4-FFF2-40B4-BE49-F238E27FC236}">
                <a16:creationId xmlns:a16="http://schemas.microsoft.com/office/drawing/2014/main" id="{F6CBB6DE-1575-B5AA-E79C-1A7216985E23}"/>
              </a:ext>
            </a:extLst>
          </p:cNvPr>
          <p:cNvSpPr>
            <a:spLocks/>
          </p:cNvSpPr>
          <p:nvPr>
            <p:custDataLst>
              <p:tags r:id="rId14"/>
            </p:custDataLst>
          </p:nvPr>
        </p:nvSpPr>
        <p:spPr bwMode="auto">
          <a:xfrm>
            <a:off x="1330325" y="3578225"/>
            <a:ext cx="5588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C047238-341C-459B-A767-BC77DB928975}" type="datetime'''R''ev''''e''''''''n''''''''''''''ue'''''''''">
              <a:rPr lang="en-US" altLang="en-US" sz="1200" b="1" smtClean="0"/>
              <a:pPr marL="0" lvl="0" indent="0" algn="ctr">
                <a:spcBef>
                  <a:spcPct val="0"/>
                </a:spcBef>
                <a:spcAft>
                  <a:spcPct val="0"/>
                </a:spcAft>
                <a:buNone/>
              </a:pPr>
              <a:t>Revenue</a:t>
            </a:fld>
            <a:endParaRPr lang="en-US" sz="1200" b="1"/>
          </a:p>
        </p:txBody>
      </p:sp>
      <p:sp>
        <p:nvSpPr>
          <p:cNvPr id="24" name="Text Placeholder 2">
            <a:extLst>
              <a:ext uri="{FF2B5EF4-FFF2-40B4-BE49-F238E27FC236}">
                <a16:creationId xmlns:a16="http://schemas.microsoft.com/office/drawing/2014/main" id="{FD565FB6-B0FF-BC61-2A8E-07FAE4C9D29C}"/>
              </a:ext>
            </a:extLst>
          </p:cNvPr>
          <p:cNvSpPr>
            <a:spLocks/>
          </p:cNvSpPr>
          <p:nvPr>
            <p:custDataLst>
              <p:tags r:id="rId15"/>
            </p:custDataLst>
          </p:nvPr>
        </p:nvSpPr>
        <p:spPr bwMode="gray">
          <a:xfrm>
            <a:off x="2524125" y="2108200"/>
            <a:ext cx="541338" cy="219075"/>
          </a:xfrm>
          <a:prstGeom prst="rect">
            <a:avLst/>
          </a:prstGeom>
          <a:noFill/>
          <a:ln>
            <a:noFill/>
          </a:ln>
          <a:effectLst/>
          <a:extLst>
            <a:ext uri="{909E8E84-426E-40DD-AFC4-6F175D3DCCD1}">
              <a14:hiddenFill xmlns:a14="http://schemas.microsoft.com/office/drawing/2010/main">
                <a:solidFill>
                  <a:srgbClr val="BFBFBF"/>
                </a:solidFill>
              </a14:hiddenFill>
            </a:ext>
          </a:ex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D0EFB9C-33CD-44EE-982A-6FC499C76852}" type="datetime'(''0''''''''''''''''.''3''''''''''1'''''''''''''''''''''')'">
              <a:rPr lang="en-US" altLang="en-US" sz="1600" smtClean="0"/>
              <a:pPr marL="0" lvl="0" indent="0" algn="ctr">
                <a:spcBef>
                  <a:spcPct val="0"/>
                </a:spcBef>
                <a:spcAft>
                  <a:spcPct val="0"/>
                </a:spcAft>
                <a:buNone/>
              </a:pPr>
              <a:t>(0.31)</a:t>
            </a:fld>
            <a:endParaRPr lang="en-US" sz="1600"/>
          </a:p>
        </p:txBody>
      </p:sp>
      <p:sp>
        <p:nvSpPr>
          <p:cNvPr id="25" name="Text Placeholder 2">
            <a:extLst>
              <a:ext uri="{FF2B5EF4-FFF2-40B4-BE49-F238E27FC236}">
                <a16:creationId xmlns:a16="http://schemas.microsoft.com/office/drawing/2014/main" id="{BAB468C2-4E54-5B10-553B-AB97459BFBE5}"/>
              </a:ext>
            </a:extLst>
          </p:cNvPr>
          <p:cNvSpPr>
            <a:spLocks/>
          </p:cNvSpPr>
          <p:nvPr>
            <p:custDataLst>
              <p:tags r:id="rId16"/>
            </p:custDataLst>
          </p:nvPr>
        </p:nvSpPr>
        <p:spPr bwMode="auto">
          <a:xfrm>
            <a:off x="2438400" y="3578225"/>
            <a:ext cx="711200"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C1D0202-A45B-4AFD-A7D8-77F2C88A17EB}" type="datetime'C''o''s''t ''''of &#10;''''''''''Goo''''''''''''ds ''S''''''''old'">
              <a:rPr lang="en-US" altLang="en-US" sz="1200" smtClean="0"/>
              <a:pPr marL="0" lvl="0" indent="0" algn="ctr">
                <a:spcBef>
                  <a:spcPct val="0"/>
                </a:spcBef>
                <a:spcAft>
                  <a:spcPct val="0"/>
                </a:spcAft>
                <a:buNone/>
              </a:pPr>
              <a:t>Cost of 
Goods Sold</a:t>
            </a:fld>
            <a:endParaRPr lang="en-US" sz="1200"/>
          </a:p>
        </p:txBody>
      </p:sp>
      <p:sp>
        <p:nvSpPr>
          <p:cNvPr id="26" name="Text Placeholder 2">
            <a:extLst>
              <a:ext uri="{FF2B5EF4-FFF2-40B4-BE49-F238E27FC236}">
                <a16:creationId xmlns:a16="http://schemas.microsoft.com/office/drawing/2014/main" id="{F2A03EAD-42A9-20FD-7520-93D6A70A8E91}"/>
              </a:ext>
            </a:extLst>
          </p:cNvPr>
          <p:cNvSpPr>
            <a:spLocks/>
          </p:cNvSpPr>
          <p:nvPr>
            <p:custDataLst>
              <p:tags r:id="rId17"/>
            </p:custDataLst>
          </p:nvPr>
        </p:nvSpPr>
        <p:spPr bwMode="auto">
          <a:xfrm>
            <a:off x="3600450" y="3578225"/>
            <a:ext cx="7540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BEDDB6C-DC91-4B0E-A664-A34CA9E5122F}" type="datetime'''G''''ro''''s''''s'''''''''''' ''P''''''''''r''''o''''f''it'">
              <a:rPr lang="en-US" altLang="en-US" sz="1200" b="1" smtClean="0"/>
              <a:pPr marL="0" lvl="0" indent="0" algn="ctr">
                <a:spcBef>
                  <a:spcPct val="0"/>
                </a:spcBef>
                <a:spcAft>
                  <a:spcPct val="0"/>
                </a:spcAft>
                <a:buNone/>
              </a:pPr>
              <a:t>Gross Profit</a:t>
            </a:fld>
            <a:endParaRPr lang="en-US" sz="1200" b="1"/>
          </a:p>
        </p:txBody>
      </p:sp>
      <p:sp>
        <p:nvSpPr>
          <p:cNvPr id="163" name="Text Placeholder 2">
            <a:extLst>
              <a:ext uri="{FF2B5EF4-FFF2-40B4-BE49-F238E27FC236}">
                <a16:creationId xmlns:a16="http://schemas.microsoft.com/office/drawing/2014/main" id="{D1708A0B-827E-696F-7FE6-C062BD6B66F7}"/>
              </a:ext>
            </a:extLst>
          </p:cNvPr>
          <p:cNvSpPr>
            <a:spLocks/>
          </p:cNvSpPr>
          <p:nvPr>
            <p:custDataLst>
              <p:tags r:id="rId18"/>
            </p:custDataLst>
          </p:nvPr>
        </p:nvSpPr>
        <p:spPr bwMode="gray">
          <a:xfrm>
            <a:off x="4891088" y="2506663"/>
            <a:ext cx="541338" cy="219075"/>
          </a:xfrm>
          <a:prstGeom prst="rect">
            <a:avLst/>
          </a:prstGeom>
          <a:noFill/>
          <a:ln>
            <a:noFill/>
          </a:ln>
          <a:effectLst/>
          <a:extLst>
            <a:ext uri="{909E8E84-426E-40DD-AFC4-6F175D3DCCD1}">
              <a14:hiddenFill xmlns:a14="http://schemas.microsoft.com/office/drawing/2010/main">
                <a:solidFill>
                  <a:srgbClr val="BFBFBF"/>
                </a:solidFill>
              </a14:hiddenFill>
            </a:ext>
          </a:ex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00CAEC5-C7D9-493C-986B-6555834384B9}" type="datetime'(''''''0''''''''''''''''''.''''''''''4''4'''''''''''''')'''">
              <a:rPr lang="en-US" altLang="en-US" sz="1600" smtClean="0"/>
              <a:pPr marL="0" lvl="0" indent="0" algn="ctr">
                <a:spcBef>
                  <a:spcPct val="0"/>
                </a:spcBef>
                <a:spcAft>
                  <a:spcPct val="0"/>
                </a:spcAft>
                <a:buNone/>
              </a:pPr>
              <a:t>(0.44)</a:t>
            </a:fld>
            <a:endParaRPr lang="en-US" sz="1600"/>
          </a:p>
        </p:txBody>
      </p:sp>
      <p:sp>
        <p:nvSpPr>
          <p:cNvPr id="150" name="Text Placeholder 2">
            <a:extLst>
              <a:ext uri="{FF2B5EF4-FFF2-40B4-BE49-F238E27FC236}">
                <a16:creationId xmlns:a16="http://schemas.microsoft.com/office/drawing/2014/main" id="{9F49CDB7-73BA-96B4-F1D3-FA7AEFB34034}"/>
              </a:ext>
            </a:extLst>
          </p:cNvPr>
          <p:cNvSpPr>
            <a:spLocks/>
          </p:cNvSpPr>
          <p:nvPr>
            <p:custDataLst>
              <p:tags r:id="rId19"/>
            </p:custDataLst>
          </p:nvPr>
        </p:nvSpPr>
        <p:spPr bwMode="auto">
          <a:xfrm>
            <a:off x="4613275" y="3578225"/>
            <a:ext cx="1096963"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55DD742-7147-4C07-BA45-69B6D0881306}" type="datetime'''Fe''''r''ti''''lity Sp''ec''ial''is''t'' P''h''''ysician'''">
              <a:rPr lang="en-US" altLang="en-US" sz="1200" smtClean="0"/>
              <a:pPr marL="0" lvl="0" indent="0" algn="ctr">
                <a:spcBef>
                  <a:spcPct val="0"/>
                </a:spcBef>
                <a:spcAft>
                  <a:spcPct val="0"/>
                </a:spcAft>
                <a:buNone/>
              </a:pPr>
              <a:t>Fertility Specialist Physician</a:t>
            </a:fld>
            <a:endParaRPr lang="en-US" sz="1200"/>
          </a:p>
        </p:txBody>
      </p:sp>
      <p:sp>
        <p:nvSpPr>
          <p:cNvPr id="166" name="Text Placeholder 2">
            <a:extLst>
              <a:ext uri="{FF2B5EF4-FFF2-40B4-BE49-F238E27FC236}">
                <a16:creationId xmlns:a16="http://schemas.microsoft.com/office/drawing/2014/main" id="{4208F7A0-148D-8C4B-E726-7FBAF7686B30}"/>
              </a:ext>
            </a:extLst>
          </p:cNvPr>
          <p:cNvSpPr>
            <a:spLocks/>
          </p:cNvSpPr>
          <p:nvPr>
            <p:custDataLst>
              <p:tags r:id="rId20"/>
            </p:custDataLst>
          </p:nvPr>
        </p:nvSpPr>
        <p:spPr bwMode="gray">
          <a:xfrm>
            <a:off x="6073775" y="2771775"/>
            <a:ext cx="541338" cy="219075"/>
          </a:xfrm>
          <a:prstGeom prst="rect">
            <a:avLst/>
          </a:prstGeom>
          <a:solidFill>
            <a:srgbClr val="BFBFBF"/>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3E29014-23C8-4D9A-BCEB-6EAADE2C541F}" type="datetime'(0''''''''''''''''''''''''''''''''''''''.''''''06'''')'">
              <a:rPr lang="en-US" altLang="en-US" sz="1600" smtClean="0">
                <a:effectLst/>
              </a:rPr>
              <a:pPr marL="0" lvl="0" indent="0" algn="ctr">
                <a:spcBef>
                  <a:spcPct val="0"/>
                </a:spcBef>
                <a:spcAft>
                  <a:spcPct val="0"/>
                </a:spcAft>
                <a:buNone/>
              </a:pPr>
              <a:t>(0.06)</a:t>
            </a:fld>
            <a:endParaRPr lang="en-US" sz="1600"/>
          </a:p>
        </p:txBody>
      </p:sp>
      <p:sp>
        <p:nvSpPr>
          <p:cNvPr id="28" name="Text Placeholder 2">
            <a:extLst>
              <a:ext uri="{FF2B5EF4-FFF2-40B4-BE49-F238E27FC236}">
                <a16:creationId xmlns:a16="http://schemas.microsoft.com/office/drawing/2014/main" id="{B8772450-D568-005F-9DD4-FCCE181559D9}"/>
              </a:ext>
            </a:extLst>
          </p:cNvPr>
          <p:cNvSpPr>
            <a:spLocks/>
          </p:cNvSpPr>
          <p:nvPr>
            <p:custDataLst>
              <p:tags r:id="rId21"/>
            </p:custDataLst>
          </p:nvPr>
        </p:nvSpPr>
        <p:spPr bwMode="auto">
          <a:xfrm>
            <a:off x="5995988" y="3578225"/>
            <a:ext cx="695325"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FB17499-0DFC-480B-9C77-3D92162BF8B2}" type="datetime'''Ot''''''''h''''er''''&#10;'' S''t''''a''''''''''f''f ''''Costs'">
              <a:rPr lang="en-US" altLang="en-US" sz="1200" smtClean="0"/>
              <a:pPr marL="0" lvl="0" indent="0" algn="ctr">
                <a:spcBef>
                  <a:spcPct val="0"/>
                </a:spcBef>
                <a:spcAft>
                  <a:spcPct val="0"/>
                </a:spcAft>
                <a:buNone/>
              </a:pPr>
              <a:t>Other
 Staff Costs</a:t>
            </a:fld>
            <a:endParaRPr lang="en-US" sz="1200"/>
          </a:p>
        </p:txBody>
      </p:sp>
      <p:sp>
        <p:nvSpPr>
          <p:cNvPr id="178" name="Text Placeholder 2">
            <a:extLst>
              <a:ext uri="{FF2B5EF4-FFF2-40B4-BE49-F238E27FC236}">
                <a16:creationId xmlns:a16="http://schemas.microsoft.com/office/drawing/2014/main" id="{87BB863F-9716-77B5-70B5-97E8A856AB8A}"/>
              </a:ext>
            </a:extLst>
          </p:cNvPr>
          <p:cNvSpPr>
            <a:spLocks/>
          </p:cNvSpPr>
          <p:nvPr>
            <p:custDataLst>
              <p:tags r:id="rId22"/>
            </p:custDataLst>
          </p:nvPr>
        </p:nvSpPr>
        <p:spPr bwMode="gray">
          <a:xfrm>
            <a:off x="7258050" y="2884488"/>
            <a:ext cx="541338" cy="219075"/>
          </a:xfrm>
          <a:prstGeom prst="rect">
            <a:avLst/>
          </a:prstGeom>
          <a:solidFill>
            <a:srgbClr val="BFBFBF"/>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815C55D-3693-4104-8964-C1EA482271DB}" type="datetime'''''''(''''''0''.''''''''1''5'''''')'''''''''''''''">
              <a:rPr lang="en-US" altLang="en-US" sz="1600" smtClean="0"/>
              <a:pPr marL="0" lvl="0" indent="0" algn="ctr">
                <a:spcBef>
                  <a:spcPct val="0"/>
                </a:spcBef>
                <a:spcAft>
                  <a:spcPct val="0"/>
                </a:spcAft>
                <a:buNone/>
              </a:pPr>
              <a:t>(0.15)</a:t>
            </a:fld>
            <a:endParaRPr lang="en-US" sz="1600"/>
          </a:p>
        </p:txBody>
      </p:sp>
      <p:sp>
        <p:nvSpPr>
          <p:cNvPr id="40" name="Text Placeholder 2">
            <a:extLst>
              <a:ext uri="{FF2B5EF4-FFF2-40B4-BE49-F238E27FC236}">
                <a16:creationId xmlns:a16="http://schemas.microsoft.com/office/drawing/2014/main" id="{70614F73-E8AF-C131-754A-7202C8361C04}"/>
              </a:ext>
            </a:extLst>
          </p:cNvPr>
          <p:cNvSpPr>
            <a:spLocks/>
          </p:cNvSpPr>
          <p:nvPr>
            <p:custDataLst>
              <p:tags r:id="rId23"/>
            </p:custDataLst>
          </p:nvPr>
        </p:nvSpPr>
        <p:spPr bwMode="auto">
          <a:xfrm>
            <a:off x="7219950" y="3578225"/>
            <a:ext cx="6175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8E5C6A7-8C6C-40DA-940D-29814FE77D0D}" type="datetime'''''''''''''''O''ve''rh''''''''e''''''''a''''d'''''''''''''''">
              <a:rPr lang="en-US" altLang="en-US" sz="1200" smtClean="0"/>
              <a:pPr marL="0" lvl="0" indent="0" algn="ctr">
                <a:spcBef>
                  <a:spcPct val="0"/>
                </a:spcBef>
                <a:spcAft>
                  <a:spcPct val="0"/>
                </a:spcAft>
                <a:buNone/>
              </a:pPr>
              <a:t>Overhead</a:t>
            </a:fld>
            <a:endParaRPr lang="en-US" sz="1200"/>
          </a:p>
        </p:txBody>
      </p:sp>
      <p:sp>
        <p:nvSpPr>
          <p:cNvPr id="414" name="Text Placeholder 2">
            <a:extLst>
              <a:ext uri="{FF2B5EF4-FFF2-40B4-BE49-F238E27FC236}">
                <a16:creationId xmlns:a16="http://schemas.microsoft.com/office/drawing/2014/main" id="{87BB863F-9716-77B5-70B5-97E8A856AB8A}"/>
              </a:ext>
            </a:extLst>
          </p:cNvPr>
          <p:cNvSpPr>
            <a:spLocks/>
          </p:cNvSpPr>
          <p:nvPr>
            <p:custDataLst>
              <p:tags r:id="rId24"/>
            </p:custDataLst>
          </p:nvPr>
        </p:nvSpPr>
        <p:spPr bwMode="gray">
          <a:xfrm>
            <a:off x="8440738" y="3052763"/>
            <a:ext cx="541338"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BB04244-F537-447A-B834-C147A2A71185}" type="datetime'''(''''''''0''.''''''1''''''''''''''''''''''7'''''''')'">
              <a:rPr lang="en-US" altLang="en-US" sz="1600" smtClean="0"/>
              <a:pPr marL="0" lvl="0" indent="0" algn="ctr">
                <a:spcBef>
                  <a:spcPct val="0"/>
                </a:spcBef>
                <a:spcAft>
                  <a:spcPct val="0"/>
                </a:spcAft>
                <a:buNone/>
              </a:pPr>
              <a:t>(0.17)</a:t>
            </a:fld>
            <a:endParaRPr lang="en-US" sz="1600"/>
          </a:p>
        </p:txBody>
      </p:sp>
      <p:sp>
        <p:nvSpPr>
          <p:cNvPr id="39" name="Text Placeholder 2">
            <a:extLst>
              <a:ext uri="{FF2B5EF4-FFF2-40B4-BE49-F238E27FC236}">
                <a16:creationId xmlns:a16="http://schemas.microsoft.com/office/drawing/2014/main" id="{300FD9E0-83D6-69C2-533A-B75981BD85F4}"/>
              </a:ext>
            </a:extLst>
          </p:cNvPr>
          <p:cNvSpPr>
            <a:spLocks/>
          </p:cNvSpPr>
          <p:nvPr>
            <p:custDataLst>
              <p:tags r:id="rId25"/>
            </p:custDataLst>
          </p:nvPr>
        </p:nvSpPr>
        <p:spPr bwMode="auto">
          <a:xfrm>
            <a:off x="8340725" y="3578225"/>
            <a:ext cx="7413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E0F3644-4A6C-4204-B5E0-D9B562958A47}" type="datetime'''''''''''''''''D''e''''p''''''re''''c''''''''''''i''at''ion'">
              <a:rPr lang="en-US" altLang="en-US" sz="1100" smtClean="0"/>
              <a:pPr marL="0" lvl="0" indent="0" algn="ctr">
                <a:spcBef>
                  <a:spcPct val="0"/>
                </a:spcBef>
                <a:spcAft>
                  <a:spcPct val="0"/>
                </a:spcAft>
                <a:buNone/>
              </a:pPr>
              <a:t>Depreciation</a:t>
            </a:fld>
            <a:endParaRPr lang="en-US" sz="1100"/>
          </a:p>
        </p:txBody>
      </p:sp>
      <p:sp>
        <p:nvSpPr>
          <p:cNvPr id="160" name="Text Placeholder 2">
            <a:extLst>
              <a:ext uri="{FF2B5EF4-FFF2-40B4-BE49-F238E27FC236}">
                <a16:creationId xmlns:a16="http://schemas.microsoft.com/office/drawing/2014/main" id="{87BB863F-9716-77B5-70B5-97E8A856AB8A}"/>
              </a:ext>
            </a:extLst>
          </p:cNvPr>
          <p:cNvSpPr>
            <a:spLocks/>
          </p:cNvSpPr>
          <p:nvPr>
            <p:custDataLst>
              <p:tags r:id="rId26"/>
            </p:custDataLst>
          </p:nvPr>
        </p:nvSpPr>
        <p:spPr bwMode="gray">
          <a:xfrm>
            <a:off x="9625013" y="3157538"/>
            <a:ext cx="541338" cy="219075"/>
          </a:xfrm>
          <a:prstGeom prst="rect">
            <a:avLst/>
          </a:prstGeom>
          <a:solidFill>
            <a:srgbClr val="BFBFBF"/>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FB89F81-BC66-469F-91F9-77838ABF1C8E}" type="datetime'''''''''(''''''''''0''''.0''3'''''''''')'''''''''''''">
              <a:rPr lang="en-US" altLang="en-US" sz="1600" smtClean="0">
                <a:effectLst/>
              </a:rPr>
              <a:pPr marL="0" lvl="0" indent="0" algn="ctr">
                <a:spcBef>
                  <a:spcPct val="0"/>
                </a:spcBef>
                <a:spcAft>
                  <a:spcPct val="0"/>
                </a:spcAft>
                <a:buNone/>
              </a:pPr>
              <a:t>(0.03)</a:t>
            </a:fld>
            <a:endParaRPr lang="en-US" sz="1600"/>
          </a:p>
        </p:txBody>
      </p:sp>
      <p:sp>
        <p:nvSpPr>
          <p:cNvPr id="38" name="Text Placeholder 2">
            <a:extLst>
              <a:ext uri="{FF2B5EF4-FFF2-40B4-BE49-F238E27FC236}">
                <a16:creationId xmlns:a16="http://schemas.microsoft.com/office/drawing/2014/main" id="{117E4B23-4041-ACC8-F2C1-C02B498A43EC}"/>
              </a:ext>
            </a:extLst>
          </p:cNvPr>
          <p:cNvSpPr>
            <a:spLocks/>
          </p:cNvSpPr>
          <p:nvPr>
            <p:custDataLst>
              <p:tags r:id="rId27"/>
            </p:custDataLst>
          </p:nvPr>
        </p:nvSpPr>
        <p:spPr bwMode="auto">
          <a:xfrm>
            <a:off x="9709150" y="3578225"/>
            <a:ext cx="3730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3A8A47D-538A-41DA-A741-7EBF55ECE596}" type="datetime'''''''O''''''''t''''''''''h''''e''''''''''''''''''''''r'''''''">
              <a:rPr lang="en-US" altLang="en-US" sz="1200" smtClean="0"/>
              <a:pPr marL="0" lvl="0" indent="0" algn="ctr">
                <a:spcBef>
                  <a:spcPct val="0"/>
                </a:spcBef>
                <a:spcAft>
                  <a:spcPct val="0"/>
                </a:spcAft>
                <a:buNone/>
              </a:pPr>
              <a:t>Other</a:t>
            </a:fld>
            <a:endParaRPr lang="en-US" sz="1200"/>
          </a:p>
        </p:txBody>
      </p:sp>
      <p:sp>
        <p:nvSpPr>
          <p:cNvPr id="37" name="Text Placeholder 2">
            <a:extLst>
              <a:ext uri="{FF2B5EF4-FFF2-40B4-BE49-F238E27FC236}">
                <a16:creationId xmlns:a16="http://schemas.microsoft.com/office/drawing/2014/main" id="{85079631-096E-C74F-F6C8-12C32B4A0CF6}"/>
              </a:ext>
            </a:extLst>
          </p:cNvPr>
          <p:cNvSpPr>
            <a:spLocks/>
          </p:cNvSpPr>
          <p:nvPr>
            <p:custDataLst>
              <p:tags r:id="rId28"/>
            </p:custDataLst>
          </p:nvPr>
        </p:nvSpPr>
        <p:spPr bwMode="auto">
          <a:xfrm>
            <a:off x="10806113" y="3578225"/>
            <a:ext cx="5429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7F4E6D3-9FAB-47E0-A476-EFAE9EBF42E9}" type="datetime'N''''''e''t'''' ''L''''''o''''''''''''''''''''''s''s'''">
              <a:rPr lang="en-US" altLang="en-US" sz="1200" b="1" smtClean="0"/>
              <a:pPr marL="0" lvl="0" indent="0" algn="ctr">
                <a:spcBef>
                  <a:spcPct val="0"/>
                </a:spcBef>
                <a:spcAft>
                  <a:spcPct val="0"/>
                </a:spcAft>
                <a:buNone/>
              </a:pPr>
              <a:t>Net Loss</a:t>
            </a:fld>
            <a:endParaRPr lang="en-US" sz="1200" b="1"/>
          </a:p>
        </p:txBody>
      </p:sp>
      <p:cxnSp>
        <p:nvCxnSpPr>
          <p:cNvPr id="434" name="Straight Connector 433">
            <a:extLst>
              <a:ext uri="{FF2B5EF4-FFF2-40B4-BE49-F238E27FC236}">
                <a16:creationId xmlns:a16="http://schemas.microsoft.com/office/drawing/2014/main" id="{8B7CEA72-A216-BC7B-09F1-6EF4F8EF9D55}"/>
              </a:ext>
            </a:extLst>
          </p:cNvPr>
          <p:cNvCxnSpPr/>
          <p:nvPr>
            <p:custDataLst>
              <p:tags r:id="rId29"/>
            </p:custDataLst>
          </p:nvPr>
        </p:nvCxnSpPr>
        <p:spPr bwMode="auto">
          <a:xfrm>
            <a:off x="1939925" y="4891088"/>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1" name="Straight Connector 200">
            <a:extLst>
              <a:ext uri="{FF2B5EF4-FFF2-40B4-BE49-F238E27FC236}">
                <a16:creationId xmlns:a16="http://schemas.microsoft.com/office/drawing/2014/main" id="{761D2097-8ECF-3EB4-63EB-EBE645AEE898}"/>
              </a:ext>
            </a:extLst>
          </p:cNvPr>
          <p:cNvCxnSpPr/>
          <p:nvPr>
            <p:custDataLst>
              <p:tags r:id="rId30"/>
            </p:custDataLst>
          </p:nvPr>
        </p:nvCxnSpPr>
        <p:spPr bwMode="auto">
          <a:xfrm>
            <a:off x="3122613" y="5199063"/>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2" name="Straight Connector 201">
            <a:extLst>
              <a:ext uri="{FF2B5EF4-FFF2-40B4-BE49-F238E27FC236}">
                <a16:creationId xmlns:a16="http://schemas.microsoft.com/office/drawing/2014/main" id="{02B2FF58-1CAA-76BB-22E7-4B08BAD123A7}"/>
              </a:ext>
            </a:extLst>
          </p:cNvPr>
          <p:cNvCxnSpPr/>
          <p:nvPr>
            <p:custDataLst>
              <p:tags r:id="rId31"/>
            </p:custDataLst>
          </p:nvPr>
        </p:nvCxnSpPr>
        <p:spPr bwMode="auto">
          <a:xfrm>
            <a:off x="4306888" y="5199063"/>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3" name="Straight Connector 202">
            <a:extLst>
              <a:ext uri="{FF2B5EF4-FFF2-40B4-BE49-F238E27FC236}">
                <a16:creationId xmlns:a16="http://schemas.microsoft.com/office/drawing/2014/main" id="{BD22E3A7-48FF-41FE-CA08-1C20E6244B23}"/>
              </a:ext>
            </a:extLst>
          </p:cNvPr>
          <p:cNvCxnSpPr/>
          <p:nvPr>
            <p:custDataLst>
              <p:tags r:id="rId32"/>
            </p:custDataLst>
          </p:nvPr>
        </p:nvCxnSpPr>
        <p:spPr bwMode="auto">
          <a:xfrm>
            <a:off x="5489575" y="5314950"/>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4" name="Straight Connector 203">
            <a:extLst>
              <a:ext uri="{FF2B5EF4-FFF2-40B4-BE49-F238E27FC236}">
                <a16:creationId xmlns:a16="http://schemas.microsoft.com/office/drawing/2014/main" id="{4942658B-BE08-79C7-99A3-A3D83BCDA6D0}"/>
              </a:ext>
            </a:extLst>
          </p:cNvPr>
          <p:cNvCxnSpPr/>
          <p:nvPr>
            <p:custDataLst>
              <p:tags r:id="rId33"/>
            </p:custDataLst>
          </p:nvPr>
        </p:nvCxnSpPr>
        <p:spPr bwMode="auto">
          <a:xfrm>
            <a:off x="6673850" y="5435600"/>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5" name="Straight Connector 204">
            <a:extLst>
              <a:ext uri="{FF2B5EF4-FFF2-40B4-BE49-F238E27FC236}">
                <a16:creationId xmlns:a16="http://schemas.microsoft.com/office/drawing/2014/main" id="{19ADE270-879B-4D29-EC0A-5885DA661353}"/>
              </a:ext>
            </a:extLst>
          </p:cNvPr>
          <p:cNvCxnSpPr/>
          <p:nvPr>
            <p:custDataLst>
              <p:tags r:id="rId34"/>
            </p:custDataLst>
          </p:nvPr>
        </p:nvCxnSpPr>
        <p:spPr bwMode="auto">
          <a:xfrm>
            <a:off x="7856538" y="5634038"/>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6" name="Straight Connector 205">
            <a:extLst>
              <a:ext uri="{FF2B5EF4-FFF2-40B4-BE49-F238E27FC236}">
                <a16:creationId xmlns:a16="http://schemas.microsoft.com/office/drawing/2014/main" id="{673A5B33-CCFF-40CE-77BE-A60EF510108E}"/>
              </a:ext>
            </a:extLst>
          </p:cNvPr>
          <p:cNvCxnSpPr/>
          <p:nvPr>
            <p:custDataLst>
              <p:tags r:id="rId35"/>
            </p:custDataLst>
          </p:nvPr>
        </p:nvCxnSpPr>
        <p:spPr bwMode="auto">
          <a:xfrm>
            <a:off x="9040813" y="5703888"/>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7" name="Straight Connector 206">
            <a:extLst>
              <a:ext uri="{FF2B5EF4-FFF2-40B4-BE49-F238E27FC236}">
                <a16:creationId xmlns:a16="http://schemas.microsoft.com/office/drawing/2014/main" id="{A235A88B-50DF-E6C9-8002-FFBE1E6A26A5}"/>
              </a:ext>
            </a:extLst>
          </p:cNvPr>
          <p:cNvCxnSpPr/>
          <p:nvPr>
            <p:custDataLst>
              <p:tags r:id="rId36"/>
            </p:custDataLst>
          </p:nvPr>
        </p:nvCxnSpPr>
        <p:spPr bwMode="auto">
          <a:xfrm>
            <a:off x="10223500" y="5795963"/>
            <a:ext cx="525463"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19" name="Chart 18">
            <a:extLst>
              <a:ext uri="{FF2B5EF4-FFF2-40B4-BE49-F238E27FC236}">
                <a16:creationId xmlns:a16="http://schemas.microsoft.com/office/drawing/2014/main" id="{D646EA1F-0F81-EC58-AF12-C99D16648B0F}"/>
              </a:ext>
            </a:extLst>
          </p:cNvPr>
          <p:cNvGraphicFramePr/>
          <p:nvPr>
            <p:custDataLst>
              <p:tags r:id="rId37"/>
            </p:custDataLst>
            <p:extLst>
              <p:ext uri="{D42A27DB-BD31-4B8C-83A1-F6EECF244321}">
                <p14:modId xmlns:p14="http://schemas.microsoft.com/office/powerpoint/2010/main" val="685699882"/>
              </p:ext>
            </p:extLst>
          </p:nvPr>
        </p:nvGraphicFramePr>
        <p:xfrm>
          <a:off x="936625" y="4543425"/>
          <a:ext cx="10817225" cy="2008188"/>
        </p:xfrm>
        <a:graphic>
          <a:graphicData uri="http://schemas.openxmlformats.org/drawingml/2006/chart">
            <c:chart xmlns:c="http://schemas.openxmlformats.org/drawingml/2006/chart" xmlns:r="http://schemas.openxmlformats.org/officeDocument/2006/relationships" r:id="rId64"/>
          </a:graphicData>
        </a:graphic>
      </p:graphicFrame>
      <p:cxnSp>
        <p:nvCxnSpPr>
          <p:cNvPr id="265" name="Straight Connector 264">
            <a:extLst>
              <a:ext uri="{FF2B5EF4-FFF2-40B4-BE49-F238E27FC236}">
                <a16:creationId xmlns:a16="http://schemas.microsoft.com/office/drawing/2014/main" id="{89370B54-8C48-7BB8-AECD-92E48B748879}"/>
              </a:ext>
            </a:extLst>
          </p:cNvPr>
          <p:cNvCxnSpPr>
            <a:cxnSpLocks/>
          </p:cNvCxnSpPr>
          <p:nvPr>
            <p:custDataLst>
              <p:tags r:id="rId38"/>
            </p:custDataLst>
          </p:nvPr>
        </p:nvCxnSpPr>
        <p:spPr bwMode="auto">
          <a:xfrm flipV="1">
            <a:off x="1144588" y="4902200"/>
            <a:ext cx="98425" cy="1397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46" name="Text Placeholder 2">
            <a:extLst>
              <a:ext uri="{FF2B5EF4-FFF2-40B4-BE49-F238E27FC236}">
                <a16:creationId xmlns:a16="http://schemas.microsoft.com/office/drawing/2014/main" id="{87BB863F-9716-77B5-70B5-97E8A856AB8A}"/>
              </a:ext>
            </a:extLst>
          </p:cNvPr>
          <p:cNvSpPr>
            <a:spLocks/>
          </p:cNvSpPr>
          <p:nvPr>
            <p:custDataLst>
              <p:tags r:id="rId39"/>
            </p:custDataLst>
          </p:nvPr>
        </p:nvSpPr>
        <p:spPr bwMode="gray">
          <a:xfrm>
            <a:off x="1401763" y="4792663"/>
            <a:ext cx="417513" cy="219075"/>
          </a:xfrm>
          <a:prstGeom prst="rect">
            <a:avLst/>
          </a:prstGeom>
          <a:solidFill>
            <a:srgbClr val="747977"/>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5BD7C9C-840C-42F7-87A4-8B23E3DDF7F3}" type="datetime'0''''.''''''''''''''''0''''''''2'''''''''''''">
              <a:rPr lang="en-US" altLang="en-US" sz="1600" smtClean="0">
                <a:solidFill>
                  <a:schemeClr val="bg1"/>
                </a:solidFill>
                <a:effectLst/>
              </a:rPr>
              <a:pPr marL="0" lvl="0" indent="0" algn="ctr">
                <a:spcBef>
                  <a:spcPct val="0"/>
                </a:spcBef>
                <a:spcAft>
                  <a:spcPct val="0"/>
                </a:spcAft>
                <a:buNone/>
              </a:pPr>
              <a:t>0.02</a:t>
            </a:fld>
            <a:endParaRPr lang="en-US" sz="1600">
              <a:solidFill>
                <a:schemeClr val="bg1"/>
              </a:solidFill>
            </a:endParaRPr>
          </a:p>
        </p:txBody>
      </p:sp>
      <p:sp>
        <p:nvSpPr>
          <p:cNvPr id="210" name="Text Placeholder 2">
            <a:extLst>
              <a:ext uri="{FF2B5EF4-FFF2-40B4-BE49-F238E27FC236}">
                <a16:creationId xmlns:a16="http://schemas.microsoft.com/office/drawing/2014/main" id="{C8D9311F-6D0E-301E-E9FF-DE8E5CDFB815}"/>
              </a:ext>
            </a:extLst>
          </p:cNvPr>
          <p:cNvSpPr>
            <a:spLocks/>
          </p:cNvSpPr>
          <p:nvPr>
            <p:custDataLst>
              <p:tags r:id="rId40"/>
            </p:custDataLst>
          </p:nvPr>
        </p:nvSpPr>
        <p:spPr bwMode="auto">
          <a:xfrm>
            <a:off x="1330325" y="6254750"/>
            <a:ext cx="5588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3BE225D-CD6E-4CD3-8661-CB222FD9660E}" type="datetime'''''''R''''''e''v''''''''''''''''''''''''e''n''''''u''''e'">
              <a:rPr lang="en-US" altLang="en-US" sz="1200" b="1" smtClean="0"/>
              <a:pPr marL="0" lvl="0" indent="0" algn="ctr">
                <a:spcBef>
                  <a:spcPct val="0"/>
                </a:spcBef>
                <a:spcAft>
                  <a:spcPct val="0"/>
                </a:spcAft>
                <a:buNone/>
              </a:pPr>
              <a:t>Revenue</a:t>
            </a:fld>
            <a:endParaRPr lang="en-US" sz="1200" b="1"/>
          </a:p>
        </p:txBody>
      </p:sp>
      <p:sp>
        <p:nvSpPr>
          <p:cNvPr id="211" name="Text Placeholder 2">
            <a:extLst>
              <a:ext uri="{FF2B5EF4-FFF2-40B4-BE49-F238E27FC236}">
                <a16:creationId xmlns:a16="http://schemas.microsoft.com/office/drawing/2014/main" id="{C6C111BD-C3BB-9EBD-11CB-832830C48FDC}"/>
              </a:ext>
            </a:extLst>
          </p:cNvPr>
          <p:cNvSpPr>
            <a:spLocks/>
          </p:cNvSpPr>
          <p:nvPr>
            <p:custDataLst>
              <p:tags r:id="rId41"/>
            </p:custDataLst>
          </p:nvPr>
        </p:nvSpPr>
        <p:spPr bwMode="gray">
          <a:xfrm>
            <a:off x="2524125" y="4935538"/>
            <a:ext cx="541338" cy="219075"/>
          </a:xfrm>
          <a:prstGeom prst="rect">
            <a:avLst/>
          </a:prstGeom>
          <a:noFill/>
          <a:ln>
            <a:noFill/>
          </a:ln>
          <a:effectLst/>
          <a:extLst>
            <a:ext uri="{909E8E84-426E-40DD-AFC4-6F175D3DCCD1}">
              <a14:hiddenFill xmlns:a14="http://schemas.microsoft.com/office/drawing/2010/main">
                <a:solidFill>
                  <a:srgbClr val="C0C0C0"/>
                </a:solidFill>
              </a14:hiddenFill>
            </a:ext>
          </a:ex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B317CEB-139A-418C-9532-E66BC4AFC27F}" type="datetime'''''''(''''0''''''''''.2''''''''''''''3'')'''">
              <a:rPr lang="en-US" altLang="en-US" sz="1600" smtClean="0"/>
              <a:pPr marL="0" lvl="0" indent="0" algn="ctr">
                <a:spcBef>
                  <a:spcPct val="0"/>
                </a:spcBef>
                <a:spcAft>
                  <a:spcPct val="0"/>
                </a:spcAft>
                <a:buNone/>
              </a:pPr>
              <a:t>(0.23)</a:t>
            </a:fld>
            <a:endParaRPr lang="en-US" sz="1600"/>
          </a:p>
        </p:txBody>
      </p:sp>
      <p:sp>
        <p:nvSpPr>
          <p:cNvPr id="212" name="Text Placeholder 2">
            <a:extLst>
              <a:ext uri="{FF2B5EF4-FFF2-40B4-BE49-F238E27FC236}">
                <a16:creationId xmlns:a16="http://schemas.microsoft.com/office/drawing/2014/main" id="{0BA59E5B-683F-5C12-4FCE-3053BFEBD1A1}"/>
              </a:ext>
            </a:extLst>
          </p:cNvPr>
          <p:cNvSpPr>
            <a:spLocks/>
          </p:cNvSpPr>
          <p:nvPr>
            <p:custDataLst>
              <p:tags r:id="rId42"/>
            </p:custDataLst>
          </p:nvPr>
        </p:nvSpPr>
        <p:spPr bwMode="auto">
          <a:xfrm>
            <a:off x="2438400" y="6254750"/>
            <a:ext cx="711200"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12E5EF0-9185-4066-9D75-696C9F93A284}" type="datetime'C''''''''ost ''of ''''''&#10;''G''ood''''s'' ''So''l''''d'''''">
              <a:rPr lang="en-US" altLang="en-US" sz="1200" smtClean="0"/>
              <a:pPr marL="0" lvl="0" indent="0" algn="ctr">
                <a:spcBef>
                  <a:spcPct val="0"/>
                </a:spcBef>
                <a:spcAft>
                  <a:spcPct val="0"/>
                </a:spcAft>
                <a:buNone/>
              </a:pPr>
              <a:t>Cost of 
Goods Sold</a:t>
            </a:fld>
            <a:endParaRPr lang="en-US" sz="1200"/>
          </a:p>
        </p:txBody>
      </p:sp>
      <p:sp>
        <p:nvSpPr>
          <p:cNvPr id="213" name="Text Placeholder 2">
            <a:extLst>
              <a:ext uri="{FF2B5EF4-FFF2-40B4-BE49-F238E27FC236}">
                <a16:creationId xmlns:a16="http://schemas.microsoft.com/office/drawing/2014/main" id="{D2DF4351-C4C7-2881-4DB5-3C51545D9A0D}"/>
              </a:ext>
            </a:extLst>
          </p:cNvPr>
          <p:cNvSpPr>
            <a:spLocks/>
          </p:cNvSpPr>
          <p:nvPr>
            <p:custDataLst>
              <p:tags r:id="rId43"/>
            </p:custDataLst>
          </p:nvPr>
        </p:nvSpPr>
        <p:spPr bwMode="auto">
          <a:xfrm>
            <a:off x="3600450" y="6254750"/>
            <a:ext cx="7540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50E20CF-A470-4B49-AEBF-8E1CDBE0B715}" type="datetime'''''''G''''r''o''''s''s ''P''''''''r''''o''''''''''fit'''''">
              <a:rPr lang="en-US" altLang="en-US" sz="1200" b="1" smtClean="0"/>
              <a:pPr marL="0" lvl="0" indent="0" algn="ctr">
                <a:spcBef>
                  <a:spcPct val="0"/>
                </a:spcBef>
                <a:spcAft>
                  <a:spcPct val="0"/>
                </a:spcAft>
                <a:buNone/>
              </a:pPr>
              <a:t>Gross Profit</a:t>
            </a:fld>
            <a:endParaRPr lang="en-US" sz="1200" b="1"/>
          </a:p>
        </p:txBody>
      </p:sp>
      <p:sp>
        <p:nvSpPr>
          <p:cNvPr id="214" name="Text Placeholder 2">
            <a:extLst>
              <a:ext uri="{FF2B5EF4-FFF2-40B4-BE49-F238E27FC236}">
                <a16:creationId xmlns:a16="http://schemas.microsoft.com/office/drawing/2014/main" id="{319937C3-8965-D5A7-9189-C49432F0686C}"/>
              </a:ext>
            </a:extLst>
          </p:cNvPr>
          <p:cNvSpPr>
            <a:spLocks/>
          </p:cNvSpPr>
          <p:nvPr>
            <p:custDataLst>
              <p:tags r:id="rId44"/>
            </p:custDataLst>
          </p:nvPr>
        </p:nvSpPr>
        <p:spPr bwMode="gray">
          <a:xfrm>
            <a:off x="4891088" y="5146675"/>
            <a:ext cx="541338" cy="219075"/>
          </a:xfrm>
          <a:prstGeom prst="rect">
            <a:avLst/>
          </a:prstGeom>
          <a:solidFill>
            <a:srgbClr val="C0C0C0"/>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CAF7220-E6E0-4CDA-9511-588F82328E9D}" type="datetime'''''''''''(''''''''''0''.09'''')'''''''">
              <a:rPr lang="en-US" altLang="en-US" sz="1600" smtClean="0"/>
              <a:pPr marL="0" lvl="0" indent="0" algn="ctr">
                <a:spcBef>
                  <a:spcPct val="0"/>
                </a:spcBef>
                <a:spcAft>
                  <a:spcPct val="0"/>
                </a:spcAft>
                <a:buNone/>
              </a:pPr>
              <a:t>(0.09)</a:t>
            </a:fld>
            <a:endParaRPr lang="en-US" sz="1600"/>
          </a:p>
        </p:txBody>
      </p:sp>
      <p:sp>
        <p:nvSpPr>
          <p:cNvPr id="215" name="Text Placeholder 2">
            <a:extLst>
              <a:ext uri="{FF2B5EF4-FFF2-40B4-BE49-F238E27FC236}">
                <a16:creationId xmlns:a16="http://schemas.microsoft.com/office/drawing/2014/main" id="{150FC225-B512-23C4-7DDF-6EADE2DF93C7}"/>
              </a:ext>
            </a:extLst>
          </p:cNvPr>
          <p:cNvSpPr>
            <a:spLocks/>
          </p:cNvSpPr>
          <p:nvPr>
            <p:custDataLst>
              <p:tags r:id="rId45"/>
            </p:custDataLst>
          </p:nvPr>
        </p:nvSpPr>
        <p:spPr bwMode="auto">
          <a:xfrm>
            <a:off x="4613275" y="6254750"/>
            <a:ext cx="1096963"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2FD3734-930F-4BC3-87E4-EB994F3DF9B6}" type="datetime'Fer''til''''''ity ''Spe''cia''''li''s''''t P''hysici''a''n'''">
              <a:rPr lang="en-US" altLang="en-US" sz="1200" smtClean="0"/>
              <a:pPr marL="0" lvl="0" indent="0" algn="ctr">
                <a:spcBef>
                  <a:spcPct val="0"/>
                </a:spcBef>
                <a:spcAft>
                  <a:spcPct val="0"/>
                </a:spcAft>
                <a:buNone/>
              </a:pPr>
              <a:t>Fertility Specialist Physician</a:t>
            </a:fld>
            <a:endParaRPr lang="en-US" sz="1200"/>
          </a:p>
        </p:txBody>
      </p:sp>
      <p:sp>
        <p:nvSpPr>
          <p:cNvPr id="216" name="Text Placeholder 2">
            <a:extLst>
              <a:ext uri="{FF2B5EF4-FFF2-40B4-BE49-F238E27FC236}">
                <a16:creationId xmlns:a16="http://schemas.microsoft.com/office/drawing/2014/main" id="{94CCCB7E-C56C-0671-DF9C-570D35E4F71B}"/>
              </a:ext>
            </a:extLst>
          </p:cNvPr>
          <p:cNvSpPr>
            <a:spLocks/>
          </p:cNvSpPr>
          <p:nvPr>
            <p:custDataLst>
              <p:tags r:id="rId46"/>
            </p:custDataLst>
          </p:nvPr>
        </p:nvSpPr>
        <p:spPr bwMode="gray">
          <a:xfrm>
            <a:off x="6073775" y="5265738"/>
            <a:ext cx="541338" cy="219075"/>
          </a:xfrm>
          <a:prstGeom prst="rect">
            <a:avLst/>
          </a:prstGeom>
          <a:solidFill>
            <a:srgbClr val="BFBFBF"/>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2442021-1A78-470A-A874-F7BE6B1B9E87}" type="datetime'''''''''(0''''''.0''''''''''9'''')'''''">
              <a:rPr lang="en-US" altLang="en-US" sz="1600" smtClean="0"/>
              <a:pPr marL="0" lvl="0" indent="0" algn="ctr">
                <a:spcBef>
                  <a:spcPct val="0"/>
                </a:spcBef>
                <a:spcAft>
                  <a:spcPct val="0"/>
                </a:spcAft>
                <a:buNone/>
              </a:pPr>
              <a:t>(0.09)</a:t>
            </a:fld>
            <a:endParaRPr lang="en-US" sz="1600"/>
          </a:p>
        </p:txBody>
      </p:sp>
      <p:sp>
        <p:nvSpPr>
          <p:cNvPr id="217" name="Text Placeholder 2">
            <a:extLst>
              <a:ext uri="{FF2B5EF4-FFF2-40B4-BE49-F238E27FC236}">
                <a16:creationId xmlns:a16="http://schemas.microsoft.com/office/drawing/2014/main" id="{046505CE-6FA9-A76B-2488-A95B3444B4AE}"/>
              </a:ext>
            </a:extLst>
          </p:cNvPr>
          <p:cNvSpPr>
            <a:spLocks/>
          </p:cNvSpPr>
          <p:nvPr>
            <p:custDataLst>
              <p:tags r:id="rId47"/>
            </p:custDataLst>
          </p:nvPr>
        </p:nvSpPr>
        <p:spPr bwMode="auto">
          <a:xfrm>
            <a:off x="6013450" y="6254750"/>
            <a:ext cx="660400"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BE62B96-B8BA-4D99-BF4A-3B8613DD77CC}" type="datetime'''''Ot''h''''''''e''r ''&#10;''''''''Staff'' ''Co''s''t''''''''s'">
              <a:rPr lang="en-US" altLang="en-US" sz="1200" smtClean="0"/>
              <a:pPr marL="0" lvl="0" indent="0" algn="ctr">
                <a:spcBef>
                  <a:spcPct val="0"/>
                </a:spcBef>
                <a:spcAft>
                  <a:spcPct val="0"/>
                </a:spcAft>
                <a:buNone/>
              </a:pPr>
              <a:t>Other 
Staff Costs</a:t>
            </a:fld>
            <a:endParaRPr lang="en-US" sz="1200"/>
          </a:p>
        </p:txBody>
      </p:sp>
      <p:sp>
        <p:nvSpPr>
          <p:cNvPr id="442" name="Text Placeholder 2">
            <a:extLst>
              <a:ext uri="{FF2B5EF4-FFF2-40B4-BE49-F238E27FC236}">
                <a16:creationId xmlns:a16="http://schemas.microsoft.com/office/drawing/2014/main" id="{87BB863F-9716-77B5-70B5-97E8A856AB8A}"/>
              </a:ext>
            </a:extLst>
          </p:cNvPr>
          <p:cNvSpPr>
            <a:spLocks/>
          </p:cNvSpPr>
          <p:nvPr>
            <p:custDataLst>
              <p:tags r:id="rId48"/>
            </p:custDataLst>
          </p:nvPr>
        </p:nvSpPr>
        <p:spPr bwMode="gray">
          <a:xfrm>
            <a:off x="7258050" y="5424488"/>
            <a:ext cx="541338" cy="219075"/>
          </a:xfrm>
          <a:prstGeom prst="rect">
            <a:avLst/>
          </a:prstGeom>
          <a:noFill/>
          <a:ln>
            <a:noFill/>
          </a:ln>
          <a:effectLst/>
          <a:extLst>
            <a:ext uri="{909E8E84-426E-40DD-AFC4-6F175D3DCCD1}">
              <a14:hiddenFill xmlns:a14="http://schemas.microsoft.com/office/drawing/2010/main">
                <a:solidFill>
                  <a:srgbClr val="BFBFBF"/>
                </a:solidFill>
              </a14:hiddenFill>
            </a:ext>
          </a:ex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4FD1444-B905-42CD-B257-11359783D25B}" type="datetime'''''''''''''(0''''''''''''''''''.''''1''5'''''')'''''''''">
              <a:rPr lang="en-US" altLang="en-US" sz="1600" smtClean="0"/>
              <a:pPr marL="0" lvl="0" indent="0" algn="ctr">
                <a:spcBef>
                  <a:spcPct val="0"/>
                </a:spcBef>
                <a:spcAft>
                  <a:spcPct val="0"/>
                </a:spcAft>
                <a:buNone/>
              </a:pPr>
              <a:t>(0.15)</a:t>
            </a:fld>
            <a:endParaRPr lang="en-US" sz="1600"/>
          </a:p>
        </p:txBody>
      </p:sp>
      <p:sp>
        <p:nvSpPr>
          <p:cNvPr id="219" name="Text Placeholder 2">
            <a:extLst>
              <a:ext uri="{FF2B5EF4-FFF2-40B4-BE49-F238E27FC236}">
                <a16:creationId xmlns:a16="http://schemas.microsoft.com/office/drawing/2014/main" id="{A3577407-14AE-D0E2-0F20-F06DF12EBA55}"/>
              </a:ext>
            </a:extLst>
          </p:cNvPr>
          <p:cNvSpPr>
            <a:spLocks/>
          </p:cNvSpPr>
          <p:nvPr>
            <p:custDataLst>
              <p:tags r:id="rId49"/>
            </p:custDataLst>
          </p:nvPr>
        </p:nvSpPr>
        <p:spPr bwMode="auto">
          <a:xfrm>
            <a:off x="7219950" y="6254750"/>
            <a:ext cx="6175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6C61A4D-EDF8-4729-BB4D-A0D7F2BF1DA8}" type="datetime'''''O''''ve''''''''''r''''''h''''''''''''e''''ad'''''''''">
              <a:rPr lang="en-US" altLang="en-US" sz="1200" smtClean="0"/>
              <a:pPr marL="0" lvl="0" indent="0" algn="ctr">
                <a:spcBef>
                  <a:spcPct val="0"/>
                </a:spcBef>
                <a:spcAft>
                  <a:spcPct val="0"/>
                </a:spcAft>
                <a:buNone/>
              </a:pPr>
              <a:t>Overhead</a:t>
            </a:fld>
            <a:endParaRPr lang="en-US" sz="1200"/>
          </a:p>
        </p:txBody>
      </p:sp>
      <p:sp>
        <p:nvSpPr>
          <p:cNvPr id="449" name="Text Placeholder 2">
            <a:extLst>
              <a:ext uri="{FF2B5EF4-FFF2-40B4-BE49-F238E27FC236}">
                <a16:creationId xmlns:a16="http://schemas.microsoft.com/office/drawing/2014/main" id="{87BB863F-9716-77B5-70B5-97E8A856AB8A}"/>
              </a:ext>
            </a:extLst>
          </p:cNvPr>
          <p:cNvSpPr>
            <a:spLocks/>
          </p:cNvSpPr>
          <p:nvPr>
            <p:custDataLst>
              <p:tags r:id="rId50"/>
            </p:custDataLst>
          </p:nvPr>
        </p:nvSpPr>
        <p:spPr bwMode="gray">
          <a:xfrm>
            <a:off x="8440738" y="5559425"/>
            <a:ext cx="541338" cy="219075"/>
          </a:xfrm>
          <a:prstGeom prst="rect">
            <a:avLst/>
          </a:prstGeom>
          <a:solidFill>
            <a:srgbClr val="BFBFBF"/>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D07BCFD-CDEF-4A9D-99E3-9A111C3A3124}" type="datetime'''''''(''''''''''''''''''''''''0''.''''''''0''''''''''5'''')'">
              <a:rPr lang="en-US" altLang="en-US" sz="1600" smtClean="0"/>
              <a:pPr marL="0" lvl="0" indent="0" algn="ctr">
                <a:spcBef>
                  <a:spcPct val="0"/>
                </a:spcBef>
                <a:spcAft>
                  <a:spcPct val="0"/>
                </a:spcAft>
                <a:buNone/>
              </a:pPr>
              <a:t>(0.05)</a:t>
            </a:fld>
            <a:endParaRPr lang="en-US" sz="1600"/>
          </a:p>
        </p:txBody>
      </p:sp>
      <p:sp>
        <p:nvSpPr>
          <p:cNvPr id="221" name="Text Placeholder 2">
            <a:extLst>
              <a:ext uri="{FF2B5EF4-FFF2-40B4-BE49-F238E27FC236}">
                <a16:creationId xmlns:a16="http://schemas.microsoft.com/office/drawing/2014/main" id="{17BF8426-3788-9C53-928F-8FAA63A2B178}"/>
              </a:ext>
            </a:extLst>
          </p:cNvPr>
          <p:cNvSpPr>
            <a:spLocks/>
          </p:cNvSpPr>
          <p:nvPr>
            <p:custDataLst>
              <p:tags r:id="rId51"/>
            </p:custDataLst>
          </p:nvPr>
        </p:nvSpPr>
        <p:spPr bwMode="auto">
          <a:xfrm>
            <a:off x="8340725" y="6254750"/>
            <a:ext cx="7413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3098CD3-A27C-4632-851B-A2B6064B9002}" type="datetime'''De''''''''''''p''''''''r''e''ci''a''''t''''''i''''on'''''">
              <a:rPr lang="en-US" altLang="en-US" sz="1100" smtClean="0"/>
              <a:pPr marL="0" lvl="0" indent="0" algn="ctr">
                <a:spcBef>
                  <a:spcPct val="0"/>
                </a:spcBef>
                <a:spcAft>
                  <a:spcPct val="0"/>
                </a:spcAft>
                <a:buNone/>
              </a:pPr>
              <a:t>Depreciation</a:t>
            </a:fld>
            <a:endParaRPr lang="en-US" sz="1100"/>
          </a:p>
        </p:txBody>
      </p:sp>
      <p:sp>
        <p:nvSpPr>
          <p:cNvPr id="450" name="Text Placeholder 2">
            <a:extLst>
              <a:ext uri="{FF2B5EF4-FFF2-40B4-BE49-F238E27FC236}">
                <a16:creationId xmlns:a16="http://schemas.microsoft.com/office/drawing/2014/main" id="{87BB863F-9716-77B5-70B5-97E8A856AB8A}"/>
              </a:ext>
            </a:extLst>
          </p:cNvPr>
          <p:cNvSpPr>
            <a:spLocks/>
          </p:cNvSpPr>
          <p:nvPr>
            <p:custDataLst>
              <p:tags r:id="rId52"/>
            </p:custDataLst>
          </p:nvPr>
        </p:nvSpPr>
        <p:spPr bwMode="gray">
          <a:xfrm>
            <a:off x="9625013" y="5640388"/>
            <a:ext cx="541338" cy="219075"/>
          </a:xfrm>
          <a:prstGeom prst="rect">
            <a:avLst/>
          </a:prstGeom>
          <a:solidFill>
            <a:srgbClr val="BFBFBF"/>
          </a:solidFill>
          <a:ln>
            <a:noFill/>
          </a:ln>
          <a:effectLst/>
        </p:spPr>
        <p:txBody>
          <a:bodyPr vert="horz" wrap="none" lIns="28575" tIns="0" rIns="2857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3026E89-9E34-4D28-9C7A-C23606B97A89}" type="datetime'''''''(''''''0.''0''''''7)'''''''''''''''''''">
              <a:rPr lang="en-US" altLang="en-US" sz="1600" smtClean="0"/>
              <a:pPr marL="0" lvl="0" indent="0" algn="ctr">
                <a:spcBef>
                  <a:spcPct val="0"/>
                </a:spcBef>
                <a:spcAft>
                  <a:spcPct val="0"/>
                </a:spcAft>
                <a:buNone/>
              </a:pPr>
              <a:t>(0.07)</a:t>
            </a:fld>
            <a:endParaRPr lang="en-US" sz="1600"/>
          </a:p>
        </p:txBody>
      </p:sp>
      <p:sp>
        <p:nvSpPr>
          <p:cNvPr id="223" name="Text Placeholder 2">
            <a:extLst>
              <a:ext uri="{FF2B5EF4-FFF2-40B4-BE49-F238E27FC236}">
                <a16:creationId xmlns:a16="http://schemas.microsoft.com/office/drawing/2014/main" id="{EC2BD2CA-E3E5-9DCA-0D56-7ED5B9E9A460}"/>
              </a:ext>
            </a:extLst>
          </p:cNvPr>
          <p:cNvSpPr>
            <a:spLocks/>
          </p:cNvSpPr>
          <p:nvPr>
            <p:custDataLst>
              <p:tags r:id="rId53"/>
            </p:custDataLst>
          </p:nvPr>
        </p:nvSpPr>
        <p:spPr bwMode="auto">
          <a:xfrm>
            <a:off x="9709150" y="6254750"/>
            <a:ext cx="3730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A580E81-9CED-4E0E-99A4-2A6BC026D703}" type="datetime'O''t''''''''h''''''''''''''''''''''e''''''''r'''''''''''">
              <a:rPr lang="en-US" altLang="en-US" sz="1200" smtClean="0"/>
              <a:pPr marL="0" lvl="0" indent="0" algn="ctr">
                <a:spcBef>
                  <a:spcPct val="0"/>
                </a:spcBef>
                <a:spcAft>
                  <a:spcPct val="0"/>
                </a:spcAft>
                <a:buNone/>
              </a:pPr>
              <a:t>Other</a:t>
            </a:fld>
            <a:endParaRPr lang="en-US" sz="1200"/>
          </a:p>
        </p:txBody>
      </p:sp>
      <p:sp>
        <p:nvSpPr>
          <p:cNvPr id="224" name="Text Placeholder 2">
            <a:extLst>
              <a:ext uri="{FF2B5EF4-FFF2-40B4-BE49-F238E27FC236}">
                <a16:creationId xmlns:a16="http://schemas.microsoft.com/office/drawing/2014/main" id="{D9117748-496D-A33A-B2F0-E98451F9C47E}"/>
              </a:ext>
            </a:extLst>
          </p:cNvPr>
          <p:cNvSpPr>
            <a:spLocks/>
          </p:cNvSpPr>
          <p:nvPr>
            <p:custDataLst>
              <p:tags r:id="rId54"/>
            </p:custDataLst>
          </p:nvPr>
        </p:nvSpPr>
        <p:spPr bwMode="auto">
          <a:xfrm>
            <a:off x="10706100" y="6254750"/>
            <a:ext cx="7445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2F01B16-BBD9-4B3D-B811-10A48A3DCC29}" type="datetime'''''Net'' ''I''''nc''''''o''''m''e'''''''''''''''''">
              <a:rPr lang="en-US" altLang="en-US" sz="1200" b="1" smtClean="0"/>
              <a:pPr marL="0" lvl="0" indent="0" algn="ctr">
                <a:spcBef>
                  <a:spcPct val="0"/>
                </a:spcBef>
                <a:spcAft>
                  <a:spcPct val="0"/>
                </a:spcAft>
                <a:buNone/>
              </a:pPr>
              <a:t>Net Income</a:t>
            </a:fld>
            <a:endParaRPr lang="en-US" sz="1200" b="1"/>
          </a:p>
        </p:txBody>
      </p:sp>
      <p:sp>
        <p:nvSpPr>
          <p:cNvPr id="229" name="Text Placeholder 2">
            <a:extLst>
              <a:ext uri="{FF2B5EF4-FFF2-40B4-BE49-F238E27FC236}">
                <a16:creationId xmlns:a16="http://schemas.microsoft.com/office/drawing/2014/main" id="{87BB863F-9716-77B5-70B5-97E8A856AB8A}"/>
              </a:ext>
            </a:extLst>
          </p:cNvPr>
          <p:cNvSpPr>
            <a:spLocks/>
          </p:cNvSpPr>
          <p:nvPr>
            <p:custDataLst>
              <p:tags r:id="rId55"/>
            </p:custDataLst>
          </p:nvPr>
        </p:nvSpPr>
        <p:spPr bwMode="auto">
          <a:xfrm>
            <a:off x="657225" y="5876925"/>
            <a:ext cx="461963"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C0C34DCA-93AC-4CFE-A951-C75F0F385ABF}" type="datetime'''''''Exist''i''''''n''g ''&#10;''pat''''''i''e''nts'">
              <a:rPr lang="en-US" altLang="en-US" sz="1100" smtClean="0"/>
              <a:pPr marL="0" lvl="0" indent="0" algn="r">
                <a:spcBef>
                  <a:spcPct val="0"/>
                </a:spcBef>
                <a:spcAft>
                  <a:spcPct val="0"/>
                </a:spcAft>
                <a:buNone/>
              </a:pPr>
              <a:t>Existing 
patients</a:t>
            </a:fld>
            <a:endParaRPr lang="en-US" sz="1100"/>
          </a:p>
        </p:txBody>
      </p:sp>
      <p:sp>
        <p:nvSpPr>
          <p:cNvPr id="241" name="Text Placeholder 2">
            <a:extLst>
              <a:ext uri="{FF2B5EF4-FFF2-40B4-BE49-F238E27FC236}">
                <a16:creationId xmlns:a16="http://schemas.microsoft.com/office/drawing/2014/main" id="{53D1397C-E32F-D1CA-1ED9-F210F1B5F06E}"/>
              </a:ext>
            </a:extLst>
          </p:cNvPr>
          <p:cNvSpPr>
            <a:spLocks/>
          </p:cNvSpPr>
          <p:nvPr>
            <p:custDataLst>
              <p:tags r:id="rId56"/>
            </p:custDataLst>
          </p:nvPr>
        </p:nvSpPr>
        <p:spPr bwMode="auto">
          <a:xfrm>
            <a:off x="627063" y="5276850"/>
            <a:ext cx="492125"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DBF784D2-3B36-426A-8070-8FF3EE576D3A}" type="datetime'''IV''''F''''''''&#10;'''''''''''''' ''''''''pa''''t''i''e''nts'">
              <a:rPr lang="en-US" altLang="en-US" sz="1100" smtClean="0"/>
              <a:pPr marL="0" lvl="0" indent="0" algn="r">
                <a:spcBef>
                  <a:spcPct val="0"/>
                </a:spcBef>
                <a:spcAft>
                  <a:spcPct val="0"/>
                </a:spcAft>
                <a:buNone/>
              </a:pPr>
              <a:t>IVF
 patients</a:t>
            </a:fld>
            <a:endParaRPr lang="en-US" sz="1100"/>
          </a:p>
        </p:txBody>
      </p:sp>
      <p:sp>
        <p:nvSpPr>
          <p:cNvPr id="262" name="Text Placeholder 2">
            <a:extLst>
              <a:ext uri="{FF2B5EF4-FFF2-40B4-BE49-F238E27FC236}">
                <a16:creationId xmlns:a16="http://schemas.microsoft.com/office/drawing/2014/main" id="{B1245FF8-817F-B03B-00AF-71795DF6DEE9}"/>
              </a:ext>
            </a:extLst>
          </p:cNvPr>
          <p:cNvSpPr>
            <a:spLocks/>
          </p:cNvSpPr>
          <p:nvPr>
            <p:custDataLst>
              <p:tags r:id="rId57"/>
            </p:custDataLst>
          </p:nvPr>
        </p:nvSpPr>
        <p:spPr bwMode="auto">
          <a:xfrm>
            <a:off x="219075" y="4891088"/>
            <a:ext cx="900113"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74DA5734-EF0D-411B-B70C-78559CCD0785}" type="datetime'''N''o''''n-''O''C&#10; ''ca''''nc''e''''r'' p''''''''at''ients'">
              <a:rPr lang="en-US" altLang="en-US" sz="1100" smtClean="0"/>
              <a:pPr marL="0" lvl="0" indent="0" algn="r">
                <a:spcBef>
                  <a:spcPct val="0"/>
                </a:spcBef>
                <a:spcAft>
                  <a:spcPct val="0"/>
                </a:spcAft>
                <a:buNone/>
              </a:pPr>
              <a:t>Non-OC
 cancer patients</a:t>
            </a:fld>
            <a:endParaRPr lang="en-US" sz="1100"/>
          </a:p>
        </p:txBody>
      </p:sp>
      <p:sp>
        <p:nvSpPr>
          <p:cNvPr id="238" name="Text Placeholder 2">
            <a:extLst>
              <a:ext uri="{FF2B5EF4-FFF2-40B4-BE49-F238E27FC236}">
                <a16:creationId xmlns:a16="http://schemas.microsoft.com/office/drawing/2014/main" id="{87BB863F-9716-77B5-70B5-97E8A856AB8A}"/>
              </a:ext>
            </a:extLst>
          </p:cNvPr>
          <p:cNvSpPr>
            <a:spLocks/>
          </p:cNvSpPr>
          <p:nvPr>
            <p:custDataLst>
              <p:tags r:id="rId58"/>
            </p:custDataLst>
          </p:nvPr>
        </p:nvSpPr>
        <p:spPr bwMode="gray">
          <a:xfrm>
            <a:off x="1400175" y="4573588"/>
            <a:ext cx="420688"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8575" tIns="0" rIns="2857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6FE900D-2CB0-4421-BE60-FE74B578CADD}" type="datetime'''''''''1''''.0''''''''''''''''0'''''''''''''">
              <a:rPr lang="en-US" altLang="en-US" sz="1600" b="1" smtClean="0"/>
              <a:pPr marL="0" lvl="0" indent="0" algn="ctr">
                <a:spcBef>
                  <a:spcPct val="0"/>
                </a:spcBef>
                <a:spcAft>
                  <a:spcPct val="0"/>
                </a:spcAft>
                <a:buNone/>
              </a:pPr>
              <a:t>1.00</a:t>
            </a:fld>
            <a:endParaRPr lang="en-US" sz="1600" b="1"/>
          </a:p>
        </p:txBody>
      </p:sp>
      <p:sp>
        <p:nvSpPr>
          <p:cNvPr id="286" name="Rectangle 285">
            <a:extLst>
              <a:ext uri="{FF2B5EF4-FFF2-40B4-BE49-F238E27FC236}">
                <a16:creationId xmlns:a16="http://schemas.microsoft.com/office/drawing/2014/main" id="{81A1B795-B106-8D6D-18BE-309635259166}"/>
              </a:ext>
            </a:extLst>
          </p:cNvPr>
          <p:cNvSpPr/>
          <p:nvPr/>
        </p:nvSpPr>
        <p:spPr>
          <a:xfrm>
            <a:off x="5819378" y="2080595"/>
            <a:ext cx="1048544" cy="536147"/>
          </a:xfrm>
          <a:prstGeom prst="rect">
            <a:avLst/>
          </a:prstGeom>
          <a:solidFill>
            <a:schemeClr val="bg1"/>
          </a:solidFill>
          <a:ln w="6350">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dirty="0">
                <a:solidFill>
                  <a:schemeClr val="tx1"/>
                </a:solidFill>
              </a:rPr>
              <a:t>includes</a:t>
            </a:r>
            <a:r>
              <a:rPr lang="en-US" sz="900">
                <a:solidFill>
                  <a:schemeClr val="tx1"/>
                </a:solidFill>
              </a:rPr>
              <a:t> nurses &amp; admin staff</a:t>
            </a:r>
          </a:p>
        </p:txBody>
      </p:sp>
      <p:sp>
        <p:nvSpPr>
          <p:cNvPr id="288" name="Rectangle 287">
            <a:extLst>
              <a:ext uri="{FF2B5EF4-FFF2-40B4-BE49-F238E27FC236}">
                <a16:creationId xmlns:a16="http://schemas.microsoft.com/office/drawing/2014/main" id="{3A19606F-BC43-4DD2-4A9C-445DBD21DE7B}"/>
              </a:ext>
            </a:extLst>
          </p:cNvPr>
          <p:cNvSpPr/>
          <p:nvPr/>
        </p:nvSpPr>
        <p:spPr>
          <a:xfrm>
            <a:off x="5752241" y="4494211"/>
            <a:ext cx="1181959" cy="647625"/>
          </a:xfrm>
          <a:prstGeom prst="rect">
            <a:avLst/>
          </a:prstGeom>
          <a:solidFill>
            <a:schemeClr val="bg1"/>
          </a:solidFill>
          <a:ln w="6350">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dirty="0">
                <a:solidFill>
                  <a:schemeClr val="tx1"/>
                </a:solidFill>
              </a:rPr>
              <a:t>Includes</a:t>
            </a:r>
            <a:r>
              <a:rPr lang="en-US" sz="900">
                <a:solidFill>
                  <a:schemeClr val="tx1"/>
                </a:solidFill>
              </a:rPr>
              <a:t> embryologist, lab technician, nurses &amp; admin staff</a:t>
            </a:r>
          </a:p>
        </p:txBody>
      </p:sp>
      <p:sp>
        <p:nvSpPr>
          <p:cNvPr id="296" name="Rectangle 295">
            <a:extLst>
              <a:ext uri="{FF2B5EF4-FFF2-40B4-BE49-F238E27FC236}">
                <a16:creationId xmlns:a16="http://schemas.microsoft.com/office/drawing/2014/main" id="{C3A02F80-8E5C-7E38-546C-29AB124659C1}"/>
              </a:ext>
            </a:extLst>
          </p:cNvPr>
          <p:cNvSpPr/>
          <p:nvPr/>
        </p:nvSpPr>
        <p:spPr>
          <a:xfrm>
            <a:off x="9370616" y="4492046"/>
            <a:ext cx="1048544" cy="707017"/>
          </a:xfrm>
          <a:prstGeom prst="rect">
            <a:avLst/>
          </a:prstGeom>
          <a:solidFill>
            <a:schemeClr val="bg1"/>
          </a:solidFill>
          <a:ln w="6350">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dirty="0">
                <a:solidFill>
                  <a:schemeClr val="tx1"/>
                </a:solidFill>
              </a:rPr>
              <a:t>Includes</a:t>
            </a:r>
            <a:r>
              <a:rPr lang="en-US" sz="900">
                <a:solidFill>
                  <a:schemeClr val="tx1"/>
                </a:solidFill>
              </a:rPr>
              <a:t> marketing, training and legal costs</a:t>
            </a:r>
          </a:p>
        </p:txBody>
      </p:sp>
      <p:sp>
        <p:nvSpPr>
          <p:cNvPr id="307" name="TextBox 306">
            <a:extLst>
              <a:ext uri="{FF2B5EF4-FFF2-40B4-BE49-F238E27FC236}">
                <a16:creationId xmlns:a16="http://schemas.microsoft.com/office/drawing/2014/main" id="{FF8F7042-14AB-3287-9B12-4A618AF4CF75}"/>
              </a:ext>
            </a:extLst>
          </p:cNvPr>
          <p:cNvSpPr txBox="1"/>
          <p:nvPr/>
        </p:nvSpPr>
        <p:spPr>
          <a:xfrm>
            <a:off x="517655" y="1280591"/>
            <a:ext cx="5095615" cy="276999"/>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defRPr/>
            </a:pPr>
            <a:r>
              <a:rPr lang="en-US" sz="1800" b="1">
                <a:solidFill>
                  <a:srgbClr val="04748A"/>
                </a:solidFill>
                <a:latin typeface="+mn-lt"/>
                <a:ea typeface="Calibri" panose="020F0502020204030204" pitchFamily="34" charset="0"/>
                <a:cs typeface="Calibri" panose="020F0502020204030204" pitchFamily="34" charset="0"/>
                <a:sym typeface="Calibri" panose="020F0502020204030204" pitchFamily="34" charset="0"/>
              </a:rPr>
              <a:t>Cryopreservation Clinic </a:t>
            </a:r>
            <a:endParaRPr lang="en-GB" sz="1800" baseline="30000">
              <a:solidFill>
                <a:srgbClr val="04748A"/>
              </a:solidFill>
              <a:latin typeface="+mn-lt"/>
              <a:ea typeface="Calibri" panose="020F0502020204030204" pitchFamily="34" charset="0"/>
              <a:cs typeface="Calibri" panose="020F0502020204030204" pitchFamily="34" charset="0"/>
              <a:sym typeface="Calibri" panose="020F0502020204030204" pitchFamily="34" charset="0"/>
            </a:endParaRPr>
          </a:p>
        </p:txBody>
      </p:sp>
      <p:grpSp>
        <p:nvGrpSpPr>
          <p:cNvPr id="318" name="Group 317">
            <a:extLst>
              <a:ext uri="{FF2B5EF4-FFF2-40B4-BE49-F238E27FC236}">
                <a16:creationId xmlns:a16="http://schemas.microsoft.com/office/drawing/2014/main" id="{AF011292-079E-ED5D-3DB9-11A2A2087CC6}"/>
              </a:ext>
            </a:extLst>
          </p:cNvPr>
          <p:cNvGrpSpPr/>
          <p:nvPr/>
        </p:nvGrpSpPr>
        <p:grpSpPr>
          <a:xfrm>
            <a:off x="509281" y="4291013"/>
            <a:ext cx="11161713" cy="46038"/>
            <a:chOff x="552451" y="1573126"/>
            <a:chExt cx="5964186" cy="46038"/>
          </a:xfrm>
        </p:grpSpPr>
        <p:cxnSp>
          <p:nvCxnSpPr>
            <p:cNvPr id="319" name="Straight Connector 318">
              <a:extLst>
                <a:ext uri="{FF2B5EF4-FFF2-40B4-BE49-F238E27FC236}">
                  <a16:creationId xmlns:a16="http://schemas.microsoft.com/office/drawing/2014/main" id="{22F097D4-B4F8-C83C-C520-C6F61B5E8041}"/>
                </a:ext>
              </a:extLst>
            </p:cNvPr>
            <p:cNvCxnSpPr>
              <a:cxnSpLocks/>
            </p:cNvCxnSpPr>
            <p:nvPr/>
          </p:nvCxnSpPr>
          <p:spPr>
            <a:xfrm>
              <a:off x="589266" y="1604800"/>
              <a:ext cx="5927371"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20" name="Rectangle 319">
              <a:extLst>
                <a:ext uri="{FF2B5EF4-FFF2-40B4-BE49-F238E27FC236}">
                  <a16:creationId xmlns:a16="http://schemas.microsoft.com/office/drawing/2014/main" id="{50EF5440-8294-011F-7A68-F3620E1BC579}"/>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321" name="TextBox 320">
            <a:extLst>
              <a:ext uri="{FF2B5EF4-FFF2-40B4-BE49-F238E27FC236}">
                <a16:creationId xmlns:a16="http://schemas.microsoft.com/office/drawing/2014/main" id="{049FA98B-C140-4AD7-9582-2429AFEFAF92}"/>
              </a:ext>
            </a:extLst>
          </p:cNvPr>
          <p:cNvSpPr txBox="1"/>
          <p:nvPr/>
        </p:nvSpPr>
        <p:spPr>
          <a:xfrm>
            <a:off x="517655" y="4012782"/>
            <a:ext cx="5095615" cy="276999"/>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defRPr/>
            </a:pPr>
            <a:r>
              <a:rPr lang="en-US" sz="1800" b="1">
                <a:solidFill>
                  <a:srgbClr val="04748A"/>
                </a:solidFill>
                <a:latin typeface="+mn-lt"/>
                <a:ea typeface="Calibri" panose="020F0502020204030204" pitchFamily="34" charset="0"/>
                <a:cs typeface="Calibri" panose="020F0502020204030204" pitchFamily="34" charset="0"/>
                <a:sym typeface="Calibri" panose="020F0502020204030204" pitchFamily="34" charset="0"/>
              </a:rPr>
              <a:t>End-to-end IVF Clinic</a:t>
            </a:r>
            <a:endParaRPr lang="en-GB" sz="1800" baseline="30000">
              <a:solidFill>
                <a:srgbClr val="04748A"/>
              </a:solidFill>
              <a:latin typeface="+mn-lt"/>
              <a:ea typeface="Calibri" panose="020F0502020204030204" pitchFamily="34" charset="0"/>
              <a:cs typeface="Calibri" panose="020F0502020204030204" pitchFamily="34" charset="0"/>
              <a:sym typeface="Calibri" panose="020F0502020204030204" pitchFamily="34" charset="0"/>
            </a:endParaRPr>
          </a:p>
        </p:txBody>
      </p:sp>
      <p:grpSp>
        <p:nvGrpSpPr>
          <p:cNvPr id="350" name="Group 349">
            <a:extLst>
              <a:ext uri="{FF2B5EF4-FFF2-40B4-BE49-F238E27FC236}">
                <a16:creationId xmlns:a16="http://schemas.microsoft.com/office/drawing/2014/main" id="{7A8CFA93-07B1-6B91-C70D-CC5E59FADAB8}"/>
              </a:ext>
            </a:extLst>
          </p:cNvPr>
          <p:cNvGrpSpPr/>
          <p:nvPr/>
        </p:nvGrpSpPr>
        <p:grpSpPr>
          <a:xfrm>
            <a:off x="509281" y="1558131"/>
            <a:ext cx="11161713" cy="46038"/>
            <a:chOff x="552451" y="1573126"/>
            <a:chExt cx="5964186" cy="46038"/>
          </a:xfrm>
        </p:grpSpPr>
        <p:cxnSp>
          <p:nvCxnSpPr>
            <p:cNvPr id="351" name="Straight Connector 350">
              <a:extLst>
                <a:ext uri="{FF2B5EF4-FFF2-40B4-BE49-F238E27FC236}">
                  <a16:creationId xmlns:a16="http://schemas.microsoft.com/office/drawing/2014/main" id="{CFC7C97A-6424-6FA6-AB5C-9ED4808F27CF}"/>
                </a:ext>
              </a:extLst>
            </p:cNvPr>
            <p:cNvCxnSpPr>
              <a:cxnSpLocks/>
            </p:cNvCxnSpPr>
            <p:nvPr/>
          </p:nvCxnSpPr>
          <p:spPr>
            <a:xfrm>
              <a:off x="589266" y="1604800"/>
              <a:ext cx="5927371"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52" name="Rectangle 351">
              <a:extLst>
                <a:ext uri="{FF2B5EF4-FFF2-40B4-BE49-F238E27FC236}">
                  <a16:creationId xmlns:a16="http://schemas.microsoft.com/office/drawing/2014/main" id="{0AED12C9-CCB5-4BC5-E237-4C4F03E7E94B}"/>
                </a:ext>
              </a:extLst>
            </p:cNvPr>
            <p:cNvSpPr/>
            <p:nvPr/>
          </p:nvSpPr>
          <p:spPr>
            <a:xfrm>
              <a:off x="552451" y="1573126"/>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sp>
        <p:nvSpPr>
          <p:cNvPr id="5" name="Rectangle 4">
            <a:extLst>
              <a:ext uri="{FF2B5EF4-FFF2-40B4-BE49-F238E27FC236}">
                <a16:creationId xmlns:a16="http://schemas.microsoft.com/office/drawing/2014/main" id="{F08BD932-432F-EAC4-CC6D-45C04C43750E}"/>
              </a:ext>
            </a:extLst>
          </p:cNvPr>
          <p:cNvSpPr/>
          <p:nvPr/>
        </p:nvSpPr>
        <p:spPr>
          <a:xfrm>
            <a:off x="9370616" y="2079046"/>
            <a:ext cx="1048544" cy="707017"/>
          </a:xfrm>
          <a:prstGeom prst="rect">
            <a:avLst/>
          </a:prstGeom>
          <a:solidFill>
            <a:schemeClr val="bg1"/>
          </a:solidFill>
          <a:ln w="6350">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dirty="0">
                <a:solidFill>
                  <a:schemeClr val="tx1"/>
                </a:solidFill>
              </a:rPr>
              <a:t>Includes</a:t>
            </a:r>
            <a:r>
              <a:rPr lang="en-US" sz="900">
                <a:solidFill>
                  <a:schemeClr val="tx1"/>
                </a:solidFill>
              </a:rPr>
              <a:t> marketing, training and legal costs</a:t>
            </a:r>
          </a:p>
        </p:txBody>
      </p:sp>
      <p:grpSp>
        <p:nvGrpSpPr>
          <p:cNvPr id="6" name="Group 5">
            <a:extLst>
              <a:ext uri="{FF2B5EF4-FFF2-40B4-BE49-F238E27FC236}">
                <a16:creationId xmlns:a16="http://schemas.microsoft.com/office/drawing/2014/main" id="{2DB805EA-C9BD-5296-E4E5-BA0ADFF0040D}"/>
              </a:ext>
            </a:extLst>
          </p:cNvPr>
          <p:cNvGrpSpPr/>
          <p:nvPr/>
        </p:nvGrpSpPr>
        <p:grpSpPr>
          <a:xfrm>
            <a:off x="15130" y="47516"/>
            <a:ext cx="171132" cy="228600"/>
            <a:chOff x="0" y="49329"/>
            <a:chExt cx="171132" cy="228600"/>
          </a:xfrm>
        </p:grpSpPr>
        <p:cxnSp>
          <p:nvCxnSpPr>
            <p:cNvPr id="8" name="Straight Connector 7">
              <a:extLst>
                <a:ext uri="{FF2B5EF4-FFF2-40B4-BE49-F238E27FC236}">
                  <a16:creationId xmlns:a16="http://schemas.microsoft.com/office/drawing/2014/main" id="{2CDF7E8A-12EE-DA46-4A8C-F443B4C8CEFF}"/>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 name="Rectangle: Rounded Corners 8">
              <a:extLst>
                <a:ext uri="{FF2B5EF4-FFF2-40B4-BE49-F238E27FC236}">
                  <a16:creationId xmlns:a16="http://schemas.microsoft.com/office/drawing/2014/main" id="{ABACEC4F-DB1B-6B5F-B364-02E480F53675}"/>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6" name="Google Shape;1129;p23">
            <a:extLst>
              <a:ext uri="{FF2B5EF4-FFF2-40B4-BE49-F238E27FC236}">
                <a16:creationId xmlns:a16="http://schemas.microsoft.com/office/drawing/2014/main" id="{8DCF93D4-F1C8-3DFE-9D10-A5029DCD5611}"/>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Onco-Fertility</a:t>
            </a:r>
            <a:endParaRPr lang="en-US">
              <a:solidFill>
                <a:schemeClr val="bg1"/>
              </a:solidFill>
              <a:latin typeface="Calibri"/>
              <a:ea typeface="Calibri"/>
              <a:cs typeface="Calibri"/>
            </a:endParaRPr>
          </a:p>
        </p:txBody>
      </p:sp>
    </p:spTree>
    <p:extLst>
      <p:ext uri="{BB962C8B-B14F-4D97-AF65-F5344CB8AC3E}">
        <p14:creationId xmlns:p14="http://schemas.microsoft.com/office/powerpoint/2010/main" val="375774034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6DFCB9-9881-74F7-E128-5AFF5AAB45FE}"/>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586832E3-790F-86DC-E74C-03289B6D8392}"/>
              </a:ext>
            </a:extLst>
          </p:cNvPr>
          <p:cNvGraphicFramePr>
            <a:graphicFrameLocks/>
          </p:cNvGraphicFramePr>
          <p:nvPr>
            <p:custDataLst>
              <p:tags r:id="rId1"/>
            </p:custDataLst>
            <p:extLst>
              <p:ext uri="{D42A27DB-BD31-4B8C-83A1-F6EECF244321}">
                <p14:modId xmlns:p14="http://schemas.microsoft.com/office/powerpoint/2010/main" val="362915104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0" imgW="306" imgH="306" progId="TCLayout.ActiveDocument.1">
                  <p:embed/>
                </p:oleObj>
              </mc:Choice>
              <mc:Fallback>
                <p:oleObj name="think-cell Slide" r:id="rId20" imgW="306" imgH="306" progId="TCLayout.ActiveDocument.1">
                  <p:embed/>
                  <p:pic>
                    <p:nvPicPr>
                      <p:cNvPr id="9" name="Object 8" hidden="1">
                        <a:extLst>
                          <a:ext uri="{FF2B5EF4-FFF2-40B4-BE49-F238E27FC236}">
                            <a16:creationId xmlns:a16="http://schemas.microsoft.com/office/drawing/2014/main" id="{586832E3-790F-86DC-E74C-03289B6D8392}"/>
                          </a:ext>
                        </a:extLst>
                      </p:cNvPr>
                      <p:cNvPicPr/>
                      <p:nvPr/>
                    </p:nvPicPr>
                    <p:blipFill>
                      <a:blip r:embed="rId21"/>
                      <a:stretch>
                        <a:fillRect/>
                      </a:stretch>
                    </p:blipFill>
                    <p:spPr>
                      <a:xfrm>
                        <a:off x="1588" y="1588"/>
                        <a:ext cx="1588" cy="1588"/>
                      </a:xfrm>
                      <a:prstGeom prst="rect">
                        <a:avLst/>
                      </a:prstGeom>
                    </p:spPr>
                  </p:pic>
                </p:oleObj>
              </mc:Fallback>
            </mc:AlternateContent>
          </a:graphicData>
        </a:graphic>
      </p:graphicFrame>
      <p:sp>
        <p:nvSpPr>
          <p:cNvPr id="90" name="TextBox 89">
            <a:extLst>
              <a:ext uri="{FF2B5EF4-FFF2-40B4-BE49-F238E27FC236}">
                <a16:creationId xmlns:a16="http://schemas.microsoft.com/office/drawing/2014/main" id="{D5392F3C-6E49-A5BF-28E4-1401B705724D}"/>
              </a:ext>
            </a:extLst>
          </p:cNvPr>
          <p:cNvSpPr txBox="1"/>
          <p:nvPr/>
        </p:nvSpPr>
        <p:spPr>
          <a:xfrm>
            <a:off x="6245226" y="3847967"/>
            <a:ext cx="2996745" cy="371429"/>
          </a:xfrm>
          <a:prstGeom prst="rect">
            <a:avLst/>
          </a:prstGeom>
          <a:solidFill>
            <a:schemeClr val="bg1"/>
          </a:solidFill>
          <a:ln>
            <a:noFill/>
            <a:prstDash val="dash"/>
          </a:ln>
          <a:effectLst>
            <a:outerShdw blurRad="63500" algn="ctr" rotWithShape="0">
              <a:prstClr val="black">
                <a:alpha val="40000"/>
              </a:prstClr>
            </a:outerShdw>
          </a:effectLst>
        </p:spPr>
        <p:txBody>
          <a:bodyPr wrap="square" lIns="91440" tIns="36000" rIns="36000" bIns="36000" rtlCol="0" anchor="ctr">
            <a:noAutofit/>
          </a:bodyPr>
          <a:lstStyle/>
          <a:p>
            <a:pPr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Alfa Coffee Shop (</a:t>
            </a:r>
            <a:r>
              <a:rPr lang="en-US" sz="1200">
                <a:solidFill>
                  <a:prstClr val="black"/>
                </a:solidFill>
                <a:latin typeface="Calibri" panose="020F0502020204030204"/>
              </a:rPr>
              <a:t>2,500</a:t>
            </a: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 sqm)</a:t>
            </a:r>
          </a:p>
        </p:txBody>
      </p:sp>
      <p:sp>
        <p:nvSpPr>
          <p:cNvPr id="96" name="TextBox 95">
            <a:extLst>
              <a:ext uri="{FF2B5EF4-FFF2-40B4-BE49-F238E27FC236}">
                <a16:creationId xmlns:a16="http://schemas.microsoft.com/office/drawing/2014/main" id="{5C666700-F487-A287-768A-40422819206A}"/>
              </a:ext>
            </a:extLst>
          </p:cNvPr>
          <p:cNvSpPr txBox="1"/>
          <p:nvPr/>
        </p:nvSpPr>
        <p:spPr>
          <a:xfrm>
            <a:off x="6245226" y="4348779"/>
            <a:ext cx="2996745" cy="408572"/>
          </a:xfrm>
          <a:prstGeom prst="rect">
            <a:avLst/>
          </a:prstGeom>
          <a:solidFill>
            <a:schemeClr val="bg1"/>
          </a:solidFill>
          <a:ln>
            <a:noFill/>
            <a:prstDash val="dash"/>
          </a:ln>
          <a:effectLst>
            <a:outerShdw blurRad="63500" algn="ctr" rotWithShape="0">
              <a:prstClr val="black">
                <a:alpha val="40000"/>
              </a:prstClr>
            </a:outerShdw>
          </a:effectLst>
        </p:spPr>
        <p:txBody>
          <a:bodyPr wrap="square" lIns="91440" tIns="36000" rIns="36000" bIns="36000" rtlCol="0" anchor="ctr">
            <a:noAutofit/>
          </a:bodyPr>
          <a:lstStyle/>
          <a:p>
            <a:pPr marL="9525"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ATM Machine (Minimal) </a:t>
            </a:r>
          </a:p>
        </p:txBody>
      </p:sp>
      <p:sp>
        <p:nvSpPr>
          <p:cNvPr id="2" name="2. Slide Title">
            <a:extLst>
              <a:ext uri="{FF2B5EF4-FFF2-40B4-BE49-F238E27FC236}">
                <a16:creationId xmlns:a16="http://schemas.microsoft.com/office/drawing/2014/main" id="{6E19EF3E-47C3-2676-8865-815B1212DB6A}"/>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Sub-leasing current </a:t>
            </a:r>
            <a:r>
              <a:rPr lang="en-US" sz="2600">
                <a:solidFill>
                  <a:srgbClr val="0A0A0A"/>
                </a:solidFill>
                <a:latin typeface="Georgia" panose="02040502050405020303" pitchFamily="18" charset="0"/>
                <a:cs typeface="Arial" panose="020B0604020202020204" pitchFamily="34" charset="0"/>
              </a:rPr>
              <a:t>excess capacity </a:t>
            </a:r>
            <a:r>
              <a:rPr lang="en-US" sz="2600" b="0">
                <a:solidFill>
                  <a:srgbClr val="0A0A0A"/>
                </a:solidFill>
                <a:latin typeface="Georgia" panose="02040502050405020303" pitchFamily="18" charset="0"/>
                <a:cs typeface="Arial" panose="020B0604020202020204" pitchFamily="34" charset="0"/>
              </a:rPr>
              <a:t>for a </a:t>
            </a:r>
            <a:r>
              <a:rPr lang="en-US" sz="2600">
                <a:solidFill>
                  <a:srgbClr val="0A0A0A"/>
                </a:solidFill>
                <a:latin typeface="Georgia" panose="02040502050405020303" pitchFamily="18" charset="0"/>
                <a:cs typeface="Arial" panose="020B0604020202020204" pitchFamily="34" charset="0"/>
              </a:rPr>
              <a:t>steady income </a:t>
            </a:r>
            <a:r>
              <a:rPr lang="en-US" sz="2600" b="0">
                <a:solidFill>
                  <a:srgbClr val="0A0A0A"/>
                </a:solidFill>
                <a:latin typeface="Georgia" panose="02040502050405020303" pitchFamily="18" charset="0"/>
                <a:cs typeface="Arial" panose="020B0604020202020204" pitchFamily="34" charset="0"/>
              </a:rPr>
              <a:t>of </a:t>
            </a:r>
            <a:r>
              <a:rPr lang="en-US" sz="2600">
                <a:solidFill>
                  <a:srgbClr val="0A0A0A"/>
                </a:solidFill>
                <a:latin typeface="Georgia" panose="02040502050405020303" pitchFamily="18" charset="0"/>
                <a:cs typeface="Arial" panose="020B0604020202020204" pitchFamily="34" charset="0"/>
              </a:rPr>
              <a:t>0.2 SAR Mn</a:t>
            </a:r>
            <a:r>
              <a:rPr lang="en-US" sz="2600" b="0">
                <a:solidFill>
                  <a:srgbClr val="0A0A0A"/>
                </a:solidFill>
                <a:latin typeface="Georgia" panose="02040502050405020303" pitchFamily="18" charset="0"/>
                <a:cs typeface="Arial" panose="020B0604020202020204" pitchFamily="34" charset="0"/>
              </a:rPr>
              <a:t> over the next 3 years</a:t>
            </a:r>
            <a:endPar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13" name="Rectangle 12">
            <a:extLst>
              <a:ext uri="{FF2B5EF4-FFF2-40B4-BE49-F238E27FC236}">
                <a16:creationId xmlns:a16="http://schemas.microsoft.com/office/drawing/2014/main" id="{94634D16-3E39-E953-B310-36957FE708AE}"/>
              </a:ext>
            </a:extLst>
          </p:cNvPr>
          <p:cNvSpPr/>
          <p:nvPr/>
        </p:nvSpPr>
        <p:spPr>
          <a:xfrm>
            <a:off x="611664" y="1736246"/>
            <a:ext cx="11008836" cy="1568930"/>
          </a:xfrm>
          <a:prstGeom prst="rect">
            <a:avLst/>
          </a:prstGeom>
          <a:solidFill>
            <a:srgbClr val="F8ACA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A005B7DA-0558-8786-B0BB-76DB858198DE}"/>
              </a:ext>
            </a:extLst>
          </p:cNvPr>
          <p:cNvSpPr/>
          <p:nvPr/>
        </p:nvSpPr>
        <p:spPr>
          <a:xfrm>
            <a:off x="9128125" y="1736246"/>
            <a:ext cx="2492375" cy="1568930"/>
          </a:xfrm>
          <a:prstGeom prst="rect">
            <a:avLst/>
          </a:prstGeom>
          <a:solidFill>
            <a:srgbClr val="FFF2CC"/>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A8925F45-6867-7265-F7B9-7EF02442BAAA}"/>
              </a:ext>
            </a:extLst>
          </p:cNvPr>
          <p:cNvGrpSpPr/>
          <p:nvPr/>
        </p:nvGrpSpPr>
        <p:grpSpPr>
          <a:xfrm>
            <a:off x="611662" y="1293702"/>
            <a:ext cx="5296969" cy="266548"/>
            <a:chOff x="611664" y="1744663"/>
            <a:chExt cx="2693064" cy="266567"/>
          </a:xfrm>
        </p:grpSpPr>
        <p:sp>
          <p:nvSpPr>
            <p:cNvPr id="7" name="Rectangle 6">
              <a:extLst>
                <a:ext uri="{FF2B5EF4-FFF2-40B4-BE49-F238E27FC236}">
                  <a16:creationId xmlns:a16="http://schemas.microsoft.com/office/drawing/2014/main" id="{0711810C-AF14-1655-08F7-60662B6B8580}"/>
                </a:ext>
              </a:extLst>
            </p:cNvPr>
            <p:cNvSpPr/>
            <p:nvPr>
              <p:custDataLst>
                <p:tags r:id="rId17"/>
              </p:custDataLst>
            </p:nvPr>
          </p:nvSpPr>
          <p:spPr>
            <a:xfrm>
              <a:off x="640923"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Area Distribution</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8" name="Straight Connector 7">
              <a:extLst>
                <a:ext uri="{FF2B5EF4-FFF2-40B4-BE49-F238E27FC236}">
                  <a16:creationId xmlns:a16="http://schemas.microsoft.com/office/drawing/2014/main" id="{5285AAE0-339F-2CE0-8362-4501479FFA28}"/>
                </a:ext>
              </a:extLst>
            </p:cNvPr>
            <p:cNvCxnSpPr>
              <a:cxnSpLocks/>
            </p:cNvCxnSpPr>
            <p:nvPr/>
          </p:nvCxnSpPr>
          <p:spPr>
            <a:xfrm>
              <a:off x="611664" y="2011230"/>
              <a:ext cx="929791"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2EE99C82-F02A-69AF-9BE9-2EC3A7FD19C9}"/>
              </a:ext>
            </a:extLst>
          </p:cNvPr>
          <p:cNvSpPr/>
          <p:nvPr/>
        </p:nvSpPr>
        <p:spPr>
          <a:xfrm>
            <a:off x="611664" y="3476625"/>
            <a:ext cx="11008836" cy="2916758"/>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2" name="Rectangle 41">
            <a:extLst>
              <a:ext uri="{FF2B5EF4-FFF2-40B4-BE49-F238E27FC236}">
                <a16:creationId xmlns:a16="http://schemas.microsoft.com/office/drawing/2014/main" id="{D59B607F-5CF1-1630-173D-8F6F5CCF63EE}"/>
              </a:ext>
            </a:extLst>
          </p:cNvPr>
          <p:cNvSpPr/>
          <p:nvPr>
            <p:custDataLst>
              <p:tags r:id="rId3"/>
            </p:custDataLst>
          </p:nvPr>
        </p:nvSpPr>
        <p:spPr>
          <a:xfrm>
            <a:off x="679723" y="1567907"/>
            <a:ext cx="2375995"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endParaRPr kumimoji="0" lang="en-US" sz="1400" b="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endParaRPr>
          </a:p>
        </p:txBody>
      </p:sp>
      <p:sp>
        <p:nvSpPr>
          <p:cNvPr id="14" name="AutoShape 10" descr="King Faisal Specialist Hospital &amp; Research Center Logo PNG Vector (AI) Free  Download">
            <a:extLst>
              <a:ext uri="{FF2B5EF4-FFF2-40B4-BE49-F238E27FC236}">
                <a16:creationId xmlns:a16="http://schemas.microsoft.com/office/drawing/2014/main" id="{EFB78D32-2AE9-93CD-0E53-9CA077A3CDD5}"/>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Rectangle 22">
            <a:extLst>
              <a:ext uri="{FF2B5EF4-FFF2-40B4-BE49-F238E27FC236}">
                <a16:creationId xmlns:a16="http://schemas.microsoft.com/office/drawing/2014/main" id="{C4F37294-DAE3-CF00-8429-0B7FED675721}"/>
              </a:ext>
            </a:extLst>
          </p:cNvPr>
          <p:cNvSpPr/>
          <p:nvPr>
            <p:custDataLst>
              <p:tags r:id="rId4"/>
            </p:custDataLst>
          </p:nvPr>
        </p:nvSpPr>
        <p:spPr>
          <a:xfrm>
            <a:off x="669211" y="3524853"/>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rgbClr val="DDDDDD">
                    <a:lumMod val="10000"/>
                  </a:srgbClr>
                </a:solidFill>
                <a:latin typeface="Calibri" panose="020F0502020204030204"/>
                <a:ea typeface="Calibri" panose="020F0502020204030204" pitchFamily="34" charset="0"/>
                <a:cs typeface="Calibri" panose="020F0502020204030204" pitchFamily="34" charset="0"/>
              </a:rPr>
              <a:t>Rental Revenue for OC, </a:t>
            </a:r>
            <a:r>
              <a:rPr lang="en-US" sz="1400" dirty="0">
                <a:solidFill>
                  <a:srgbClr val="DDDDDD">
                    <a:lumMod val="10000"/>
                  </a:srgbClr>
                </a:solidFill>
                <a:latin typeface="Calibri" panose="020F0502020204030204"/>
                <a:ea typeface="Calibri" panose="020F0502020204030204" pitchFamily="34" charset="0"/>
                <a:cs typeface="Calibri" panose="020F0502020204030204" pitchFamily="34" charset="0"/>
              </a:rPr>
              <a:t>SAR Mn, 2026-2028F</a:t>
            </a:r>
            <a:endParaRPr kumimoji="0" lang="en-US" sz="14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graphicFrame>
        <p:nvGraphicFramePr>
          <p:cNvPr id="62" name="Chart 61">
            <a:extLst>
              <a:ext uri="{FF2B5EF4-FFF2-40B4-BE49-F238E27FC236}">
                <a16:creationId xmlns:a16="http://schemas.microsoft.com/office/drawing/2014/main" id="{413CB3D3-EF1C-7D6D-5390-E2FC203108AB}"/>
              </a:ext>
            </a:extLst>
          </p:cNvPr>
          <p:cNvGraphicFramePr/>
          <p:nvPr>
            <p:custDataLst>
              <p:tags r:id="rId5"/>
            </p:custDataLst>
            <p:extLst>
              <p:ext uri="{D42A27DB-BD31-4B8C-83A1-F6EECF244321}">
                <p14:modId xmlns:p14="http://schemas.microsoft.com/office/powerpoint/2010/main" val="4179415772"/>
              </p:ext>
            </p:extLst>
          </p:nvPr>
        </p:nvGraphicFramePr>
        <p:xfrm>
          <a:off x="1238250" y="3827463"/>
          <a:ext cx="4578350" cy="2506662"/>
        </p:xfrm>
        <a:graphic>
          <a:graphicData uri="http://schemas.openxmlformats.org/drawingml/2006/chart">
            <c:chart xmlns:c="http://schemas.openxmlformats.org/drawingml/2006/chart" xmlns:r="http://schemas.openxmlformats.org/officeDocument/2006/relationships" r:id="rId22"/>
          </a:graphicData>
        </a:graphic>
      </p:graphicFrame>
      <p:sp>
        <p:nvSpPr>
          <p:cNvPr id="48" name="Text Placeholder 4">
            <a:extLst>
              <a:ext uri="{FF2B5EF4-FFF2-40B4-BE49-F238E27FC236}">
                <a16:creationId xmlns:a16="http://schemas.microsoft.com/office/drawing/2014/main" id="{D04C8C2C-43AC-1210-4BDF-8D1B23D4EDA6}"/>
              </a:ext>
            </a:extLst>
          </p:cNvPr>
          <p:cNvSpPr>
            <a:spLocks/>
          </p:cNvSpPr>
          <p:nvPr>
            <p:custDataLst>
              <p:tags r:id="rId6"/>
            </p:custDataLst>
          </p:nvPr>
        </p:nvSpPr>
        <p:spPr bwMode="auto">
          <a:xfrm>
            <a:off x="1858963" y="61182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D5E11E3C-9B54-462F-8F70-95CF095343D8}"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70" name="Text Placeholder 4">
            <a:extLst>
              <a:ext uri="{FF2B5EF4-FFF2-40B4-BE49-F238E27FC236}">
                <a16:creationId xmlns:a16="http://schemas.microsoft.com/office/drawing/2014/main" id="{3EE0D8C4-5656-5934-8F41-C4638771D4DC}"/>
              </a:ext>
            </a:extLst>
          </p:cNvPr>
          <p:cNvSpPr>
            <a:spLocks/>
          </p:cNvSpPr>
          <p:nvPr>
            <p:custDataLst>
              <p:tags r:id="rId7"/>
            </p:custDataLst>
          </p:nvPr>
        </p:nvSpPr>
        <p:spPr bwMode="auto">
          <a:xfrm>
            <a:off x="3330575" y="61182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3EF2DAD0-03A0-4982-B820-EAD242CBE3D7}"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67" name="Text Placeholder 4">
            <a:extLst>
              <a:ext uri="{FF2B5EF4-FFF2-40B4-BE49-F238E27FC236}">
                <a16:creationId xmlns:a16="http://schemas.microsoft.com/office/drawing/2014/main" id="{F3CA0B81-1108-E28D-F04E-D72ED83A6640}"/>
              </a:ext>
            </a:extLst>
          </p:cNvPr>
          <p:cNvSpPr>
            <a:spLocks/>
          </p:cNvSpPr>
          <p:nvPr>
            <p:custDataLst>
              <p:tags r:id="rId8"/>
            </p:custDataLst>
          </p:nvPr>
        </p:nvSpPr>
        <p:spPr bwMode="auto">
          <a:xfrm>
            <a:off x="4800600" y="61182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8FD39A2F-E752-4831-A095-266A07AF1E55}"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15" name="Text Placeholder 2">
            <a:extLst>
              <a:ext uri="{FF2B5EF4-FFF2-40B4-BE49-F238E27FC236}">
                <a16:creationId xmlns:a16="http://schemas.microsoft.com/office/drawing/2014/main" id="{87BB863F-9716-77B5-70B5-97E8A856AB8A}"/>
              </a:ext>
            </a:extLst>
          </p:cNvPr>
          <p:cNvSpPr>
            <a:spLocks/>
          </p:cNvSpPr>
          <p:nvPr>
            <p:custDataLst>
              <p:tags r:id="rId9"/>
            </p:custDataLst>
          </p:nvPr>
        </p:nvSpPr>
        <p:spPr bwMode="auto">
          <a:xfrm>
            <a:off x="844550" y="5435600"/>
            <a:ext cx="7016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FDEF0694-4DB1-4E0B-85CB-70FDA40CDCA5}" type="datetime'''''''Au''''di''t''''''''''''''''''''''o''ri''''''''''''u''m'">
              <a:rPr lang="en-US" altLang="en-US" sz="1200" smtClean="0"/>
              <a:pPr marL="0" lvl="0" indent="0" algn="r">
                <a:spcBef>
                  <a:spcPct val="0"/>
                </a:spcBef>
                <a:spcAft>
                  <a:spcPct val="0"/>
                </a:spcAft>
                <a:buNone/>
              </a:pPr>
              <a:t>Auditorium</a:t>
            </a:fld>
            <a:endParaRPr lang="en-US" sz="1200">
              <a:sym typeface="Arial\"/>
            </a:endParaRPr>
          </a:p>
        </p:txBody>
      </p:sp>
      <p:sp>
        <p:nvSpPr>
          <p:cNvPr id="37" name="Text Placeholder 2">
            <a:extLst>
              <a:ext uri="{FF2B5EF4-FFF2-40B4-BE49-F238E27FC236}">
                <a16:creationId xmlns:a16="http://schemas.microsoft.com/office/drawing/2014/main" id="{01AE0CDD-F2C6-AFAA-C06D-9462BB22A81D}"/>
              </a:ext>
            </a:extLst>
          </p:cNvPr>
          <p:cNvSpPr>
            <a:spLocks/>
          </p:cNvSpPr>
          <p:nvPr>
            <p:custDataLst>
              <p:tags r:id="rId10"/>
            </p:custDataLst>
          </p:nvPr>
        </p:nvSpPr>
        <p:spPr bwMode="auto">
          <a:xfrm>
            <a:off x="950913" y="4449763"/>
            <a:ext cx="5953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fld id="{5720413F-C411-4130-BF08-E0204BA86994}" type="datetime'''S''u''''''''b''''-''''le''as''''e'''''">
              <a:rPr lang="en-US" altLang="en-US" sz="1200" smtClean="0"/>
              <a:pPr marL="0" lvl="0" indent="0" algn="r">
                <a:spcBef>
                  <a:spcPct val="0"/>
                </a:spcBef>
                <a:spcAft>
                  <a:spcPct val="0"/>
                </a:spcAft>
                <a:buNone/>
              </a:pPr>
              <a:t>Sub-lease</a:t>
            </a:fld>
            <a:endParaRPr lang="en-US" sz="1200">
              <a:sym typeface="Arial\"/>
            </a:endParaRPr>
          </a:p>
        </p:txBody>
      </p:sp>
      <p:sp>
        <p:nvSpPr>
          <p:cNvPr id="40" name="Text Placeholder 2">
            <a:extLst>
              <a:ext uri="{FF2B5EF4-FFF2-40B4-BE49-F238E27FC236}">
                <a16:creationId xmlns:a16="http://schemas.microsoft.com/office/drawing/2014/main" id="{87BB863F-9716-77B5-70B5-97E8A856AB8A}"/>
              </a:ext>
            </a:extLst>
          </p:cNvPr>
          <p:cNvSpPr>
            <a:spLocks/>
          </p:cNvSpPr>
          <p:nvPr>
            <p:custDataLst>
              <p:tags r:id="rId11"/>
            </p:custDataLst>
          </p:nvPr>
        </p:nvSpPr>
        <p:spPr bwMode="gray">
          <a:xfrm>
            <a:off x="1898650" y="3903663"/>
            <a:ext cx="3159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B50A434-3B6A-4EDA-A91F-6C2D7C1385C2}" type="datetime'''''''''''''''''''''''''''0''''.''''''''''''4''5'''''">
              <a:rPr lang="en-US" altLang="en-US" sz="1200" smtClean="0"/>
              <a:pPr marL="0" lvl="0" indent="0" algn="ctr">
                <a:spcBef>
                  <a:spcPct val="0"/>
                </a:spcBef>
                <a:spcAft>
                  <a:spcPct val="0"/>
                </a:spcAft>
                <a:buNone/>
              </a:pPr>
              <a:t>0.45</a:t>
            </a:fld>
            <a:endParaRPr lang="en-US" sz="1200">
              <a:sym typeface="Arial\"/>
            </a:endParaRPr>
          </a:p>
        </p:txBody>
      </p:sp>
      <p:sp>
        <p:nvSpPr>
          <p:cNvPr id="43" name="Text Placeholder 2">
            <a:extLst>
              <a:ext uri="{FF2B5EF4-FFF2-40B4-BE49-F238E27FC236}">
                <a16:creationId xmlns:a16="http://schemas.microsoft.com/office/drawing/2014/main" id="{87BB863F-9716-77B5-70B5-97E8A856AB8A}"/>
              </a:ext>
            </a:extLst>
          </p:cNvPr>
          <p:cNvSpPr>
            <a:spLocks/>
          </p:cNvSpPr>
          <p:nvPr>
            <p:custDataLst>
              <p:tags r:id="rId12"/>
            </p:custDataLst>
          </p:nvPr>
        </p:nvSpPr>
        <p:spPr bwMode="gray">
          <a:xfrm>
            <a:off x="3370263" y="3903663"/>
            <a:ext cx="3159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80DBA49-A0D6-4D3F-B6F4-F35385F7EE77}" type="datetime'''''0''.''4''''''''''''''''''''''''''''''''''5'''''''''">
              <a:rPr lang="en-US" altLang="en-US" sz="1200" smtClean="0"/>
              <a:pPr marL="0" lvl="0" indent="0" algn="ctr">
                <a:spcBef>
                  <a:spcPct val="0"/>
                </a:spcBef>
                <a:spcAft>
                  <a:spcPct val="0"/>
                </a:spcAft>
                <a:buNone/>
              </a:pPr>
              <a:t>0.45</a:t>
            </a:fld>
            <a:endParaRPr lang="en-US" sz="1200">
              <a:sym typeface="Arial\"/>
            </a:endParaRPr>
          </a:p>
        </p:txBody>
      </p:sp>
      <p:sp>
        <p:nvSpPr>
          <p:cNvPr id="44" name="Text Placeholder 2">
            <a:extLst>
              <a:ext uri="{FF2B5EF4-FFF2-40B4-BE49-F238E27FC236}">
                <a16:creationId xmlns:a16="http://schemas.microsoft.com/office/drawing/2014/main" id="{87BB863F-9716-77B5-70B5-97E8A856AB8A}"/>
              </a:ext>
            </a:extLst>
          </p:cNvPr>
          <p:cNvSpPr>
            <a:spLocks/>
          </p:cNvSpPr>
          <p:nvPr>
            <p:custDataLst>
              <p:tags r:id="rId13"/>
            </p:custDataLst>
          </p:nvPr>
        </p:nvSpPr>
        <p:spPr bwMode="gray">
          <a:xfrm>
            <a:off x="4840288" y="3903663"/>
            <a:ext cx="3159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CD2A959-0370-4917-95E0-ED2D9FFC3AE7}" type="datetime'''''0.''''''''''''''''''''4''''''''''''''''''''''''5'''''''''">
              <a:rPr lang="en-US" altLang="en-US" sz="1200" smtClean="0"/>
              <a:pPr marL="0" lvl="0" indent="0" algn="ctr">
                <a:spcBef>
                  <a:spcPct val="0"/>
                </a:spcBef>
                <a:spcAft>
                  <a:spcPct val="0"/>
                </a:spcAft>
                <a:buNone/>
              </a:pPr>
              <a:t>0.45</a:t>
            </a:fld>
            <a:endParaRPr lang="en-US" sz="1200">
              <a:sym typeface="Arial\"/>
            </a:endParaRPr>
          </a:p>
        </p:txBody>
      </p:sp>
      <p:sp>
        <p:nvSpPr>
          <p:cNvPr id="88" name="Rectangle 87">
            <a:extLst>
              <a:ext uri="{FF2B5EF4-FFF2-40B4-BE49-F238E27FC236}">
                <a16:creationId xmlns:a16="http://schemas.microsoft.com/office/drawing/2014/main" id="{5F3128E9-32BD-05FC-9AB4-56AFC98C3C0D}"/>
              </a:ext>
            </a:extLst>
          </p:cNvPr>
          <p:cNvSpPr/>
          <p:nvPr>
            <p:custDataLst>
              <p:tags r:id="rId14"/>
            </p:custDataLst>
          </p:nvPr>
        </p:nvSpPr>
        <p:spPr>
          <a:xfrm>
            <a:off x="6263854" y="3524853"/>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Sub-lease service offerings </a:t>
            </a:r>
            <a:endParaRPr kumimoji="0" lang="en-US" sz="14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3" name="Slide Number Placeholder 2">
            <a:extLst>
              <a:ext uri="{FF2B5EF4-FFF2-40B4-BE49-F238E27FC236}">
                <a16:creationId xmlns:a16="http://schemas.microsoft.com/office/drawing/2014/main" id="{A9FDC6ED-1086-3B39-67E4-78B7AA428AC7}"/>
              </a:ext>
            </a:extLst>
          </p:cNvPr>
          <p:cNvSpPr>
            <a:spLocks noGrp="1"/>
          </p:cNvSpPr>
          <p:nvPr>
            <p:ph type="sldNum" sz="quarter" idx="12"/>
          </p:nvPr>
        </p:nvSpPr>
        <p:spPr/>
        <p:txBody>
          <a:bodyPr/>
          <a:lstStyle/>
          <a:p>
            <a:fld id="{8E1CF2E5-4A16-4FBD-9713-265FD1DAAE65}" type="slidenum">
              <a:rPr lang="en-US" smtClean="0"/>
              <a:t>40</a:t>
            </a:fld>
            <a:endParaRPr lang="en-US"/>
          </a:p>
        </p:txBody>
      </p:sp>
      <p:sp>
        <p:nvSpPr>
          <p:cNvPr id="21" name="Rectangle 20">
            <a:extLst>
              <a:ext uri="{FF2B5EF4-FFF2-40B4-BE49-F238E27FC236}">
                <a16:creationId xmlns:a16="http://schemas.microsoft.com/office/drawing/2014/main" id="{25334683-FEB7-ADC8-B2F0-5BA094B86540}"/>
              </a:ext>
            </a:extLst>
          </p:cNvPr>
          <p:cNvSpPr/>
          <p:nvPr/>
        </p:nvSpPr>
        <p:spPr>
          <a:xfrm>
            <a:off x="6635750" y="1736246"/>
            <a:ext cx="2492375" cy="1560672"/>
          </a:xfrm>
          <a:prstGeom prst="rect">
            <a:avLst/>
          </a:prstGeom>
          <a:noFill/>
          <a:ln>
            <a:solidFill>
              <a:schemeClr val="tx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816E1DA4-BEF0-432B-675A-5EA6CF6892EC}"/>
              </a:ext>
            </a:extLst>
          </p:cNvPr>
          <p:cNvSpPr txBox="1"/>
          <p:nvPr/>
        </p:nvSpPr>
        <p:spPr>
          <a:xfrm>
            <a:off x="3364944" y="2512256"/>
            <a:ext cx="2492375" cy="369332"/>
          </a:xfrm>
          <a:prstGeom prst="rect">
            <a:avLst/>
          </a:prstGeom>
          <a:noFill/>
          <a:ln>
            <a:noFill/>
            <a:prstDash val="dash"/>
          </a:ln>
        </p:spPr>
        <p:txBody>
          <a:bodyPr wrap="square" rtlCol="0">
            <a:spAutoFit/>
          </a:bodyPr>
          <a:lstStyle/>
          <a:p>
            <a:pPr algn="ctr"/>
            <a:r>
              <a:rPr lang="en-US" i="1">
                <a:solidFill>
                  <a:schemeClr val="bg2">
                    <a:lumMod val="50000"/>
                  </a:schemeClr>
                </a:solidFill>
              </a:rPr>
              <a:t>Currently Utilized Area</a:t>
            </a:r>
          </a:p>
        </p:txBody>
      </p:sp>
      <p:sp>
        <p:nvSpPr>
          <p:cNvPr id="24" name="TextBox 23">
            <a:extLst>
              <a:ext uri="{FF2B5EF4-FFF2-40B4-BE49-F238E27FC236}">
                <a16:creationId xmlns:a16="http://schemas.microsoft.com/office/drawing/2014/main" id="{F9DE24B4-11AC-791B-030C-4EE9D5FE5C06}"/>
              </a:ext>
            </a:extLst>
          </p:cNvPr>
          <p:cNvSpPr txBox="1"/>
          <p:nvPr/>
        </p:nvSpPr>
        <p:spPr>
          <a:xfrm>
            <a:off x="9162062" y="2543034"/>
            <a:ext cx="2492375" cy="307777"/>
          </a:xfrm>
          <a:prstGeom prst="rect">
            <a:avLst/>
          </a:prstGeom>
          <a:noFill/>
        </p:spPr>
        <p:txBody>
          <a:bodyPr wrap="square" rtlCol="0">
            <a:spAutoFit/>
          </a:bodyPr>
          <a:lstStyle/>
          <a:p>
            <a:pPr algn="ctr"/>
            <a:r>
              <a:rPr lang="en-US" sz="1400" i="1">
                <a:solidFill>
                  <a:schemeClr val="bg2">
                    <a:lumMod val="50000"/>
                  </a:schemeClr>
                </a:solidFill>
              </a:rPr>
              <a:t>Remaining Area</a:t>
            </a:r>
          </a:p>
        </p:txBody>
      </p:sp>
      <p:sp>
        <p:nvSpPr>
          <p:cNvPr id="25" name="TextBox 24">
            <a:extLst>
              <a:ext uri="{FF2B5EF4-FFF2-40B4-BE49-F238E27FC236}">
                <a16:creationId xmlns:a16="http://schemas.microsoft.com/office/drawing/2014/main" id="{93705CD1-DFB3-E005-D7BD-3CA0460C5491}"/>
              </a:ext>
            </a:extLst>
          </p:cNvPr>
          <p:cNvSpPr txBox="1"/>
          <p:nvPr/>
        </p:nvSpPr>
        <p:spPr>
          <a:xfrm>
            <a:off x="6635750" y="2543034"/>
            <a:ext cx="2492375" cy="307777"/>
          </a:xfrm>
          <a:prstGeom prst="rect">
            <a:avLst/>
          </a:prstGeom>
          <a:noFill/>
        </p:spPr>
        <p:txBody>
          <a:bodyPr wrap="square" rtlCol="0">
            <a:spAutoFit/>
          </a:bodyPr>
          <a:lstStyle/>
          <a:p>
            <a:pPr algn="ctr"/>
            <a:r>
              <a:rPr lang="en-US" sz="1400" i="1">
                <a:solidFill>
                  <a:schemeClr val="bg2">
                    <a:lumMod val="50000"/>
                  </a:schemeClr>
                </a:solidFill>
              </a:rPr>
              <a:t>Utilized for sub-lease</a:t>
            </a:r>
          </a:p>
        </p:txBody>
      </p:sp>
      <p:sp>
        <p:nvSpPr>
          <p:cNvPr id="28" name="TextBox 27">
            <a:extLst>
              <a:ext uri="{FF2B5EF4-FFF2-40B4-BE49-F238E27FC236}">
                <a16:creationId xmlns:a16="http://schemas.microsoft.com/office/drawing/2014/main" id="{D9902B4E-4892-6B13-E9C3-9E8989330F1F}"/>
              </a:ext>
            </a:extLst>
          </p:cNvPr>
          <p:cNvSpPr txBox="1"/>
          <p:nvPr/>
        </p:nvSpPr>
        <p:spPr>
          <a:xfrm>
            <a:off x="640590" y="2976562"/>
            <a:ext cx="1141285" cy="307777"/>
          </a:xfrm>
          <a:prstGeom prst="rect">
            <a:avLst/>
          </a:prstGeom>
          <a:noFill/>
        </p:spPr>
        <p:txBody>
          <a:bodyPr wrap="square" rtlCol="0">
            <a:spAutoFit/>
          </a:bodyPr>
          <a:lstStyle/>
          <a:p>
            <a:r>
              <a:rPr lang="en-US" sz="1400" i="1"/>
              <a:t>11,781 sqm</a:t>
            </a:r>
          </a:p>
        </p:txBody>
      </p:sp>
      <p:sp>
        <p:nvSpPr>
          <p:cNvPr id="29" name="TextBox 28">
            <a:extLst>
              <a:ext uri="{FF2B5EF4-FFF2-40B4-BE49-F238E27FC236}">
                <a16:creationId xmlns:a16="http://schemas.microsoft.com/office/drawing/2014/main" id="{93C1F229-C5F0-966E-775E-E7A202263B56}"/>
              </a:ext>
            </a:extLst>
          </p:cNvPr>
          <p:cNvSpPr txBox="1"/>
          <p:nvPr/>
        </p:nvSpPr>
        <p:spPr>
          <a:xfrm>
            <a:off x="10747730" y="3014662"/>
            <a:ext cx="895350" cy="261610"/>
          </a:xfrm>
          <a:prstGeom prst="rect">
            <a:avLst/>
          </a:prstGeom>
          <a:noFill/>
        </p:spPr>
        <p:txBody>
          <a:bodyPr wrap="square" rtlCol="0">
            <a:spAutoFit/>
          </a:bodyPr>
          <a:lstStyle/>
          <a:p>
            <a:pPr algn="r"/>
            <a:r>
              <a:rPr lang="en-US" sz="1050" i="1"/>
              <a:t>1,331 sqm</a:t>
            </a:r>
          </a:p>
        </p:txBody>
      </p:sp>
      <p:sp>
        <p:nvSpPr>
          <p:cNvPr id="30" name="TextBox 29">
            <a:extLst>
              <a:ext uri="{FF2B5EF4-FFF2-40B4-BE49-F238E27FC236}">
                <a16:creationId xmlns:a16="http://schemas.microsoft.com/office/drawing/2014/main" id="{B332546F-131D-2F36-662C-03DD8C4DBF23}"/>
              </a:ext>
            </a:extLst>
          </p:cNvPr>
          <p:cNvSpPr txBox="1"/>
          <p:nvPr/>
        </p:nvSpPr>
        <p:spPr>
          <a:xfrm>
            <a:off x="8198838" y="3014662"/>
            <a:ext cx="895350" cy="261610"/>
          </a:xfrm>
          <a:prstGeom prst="rect">
            <a:avLst/>
          </a:prstGeom>
          <a:noFill/>
        </p:spPr>
        <p:txBody>
          <a:bodyPr wrap="square" rtlCol="0">
            <a:spAutoFit/>
          </a:bodyPr>
          <a:lstStyle/>
          <a:p>
            <a:pPr algn="r"/>
            <a:r>
              <a:rPr lang="en-US" sz="1050" i="1"/>
              <a:t>5,500 sqm</a:t>
            </a:r>
          </a:p>
        </p:txBody>
      </p:sp>
      <p:sp>
        <p:nvSpPr>
          <p:cNvPr id="4" name="TextBox 3">
            <a:extLst>
              <a:ext uri="{FF2B5EF4-FFF2-40B4-BE49-F238E27FC236}">
                <a16:creationId xmlns:a16="http://schemas.microsoft.com/office/drawing/2014/main" id="{E4ADFFAE-8509-0D24-D19E-B3E104006C0B}"/>
              </a:ext>
            </a:extLst>
          </p:cNvPr>
          <p:cNvSpPr txBox="1"/>
          <p:nvPr/>
        </p:nvSpPr>
        <p:spPr>
          <a:xfrm>
            <a:off x="9140322" y="1443023"/>
            <a:ext cx="2492375" cy="338554"/>
          </a:xfrm>
          <a:prstGeom prst="rect">
            <a:avLst/>
          </a:prstGeom>
          <a:noFill/>
        </p:spPr>
        <p:txBody>
          <a:bodyPr wrap="square" rtlCol="0">
            <a:spAutoFit/>
          </a:bodyPr>
          <a:lstStyle/>
          <a:p>
            <a:pPr algn="r"/>
            <a:r>
              <a:rPr lang="en-US" sz="1600" i="1"/>
              <a:t>Total area: </a:t>
            </a:r>
            <a:r>
              <a:rPr lang="en-US" sz="1600" b="1" i="1"/>
              <a:t>13,182 sqm</a:t>
            </a:r>
          </a:p>
        </p:txBody>
      </p:sp>
      <p:sp>
        <p:nvSpPr>
          <p:cNvPr id="31" name="Line 15">
            <a:extLst>
              <a:ext uri="{FF2B5EF4-FFF2-40B4-BE49-F238E27FC236}">
                <a16:creationId xmlns:a16="http://schemas.microsoft.com/office/drawing/2014/main" id="{D10683F9-FE89-C189-09AD-6A3F73BD39D3}"/>
              </a:ext>
            </a:extLst>
          </p:cNvPr>
          <p:cNvSpPr>
            <a:spLocks noChangeShapeType="1"/>
          </p:cNvSpPr>
          <p:nvPr>
            <p:custDataLst>
              <p:tags r:id="rId15"/>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CB6C6800-659C-F731-6813-71945405FC1E}"/>
              </a:ext>
            </a:extLst>
          </p:cNvPr>
          <p:cNvGrpSpPr/>
          <p:nvPr/>
        </p:nvGrpSpPr>
        <p:grpSpPr>
          <a:xfrm>
            <a:off x="15130" y="47516"/>
            <a:ext cx="171132" cy="228600"/>
            <a:chOff x="0" y="49329"/>
            <a:chExt cx="171132" cy="228600"/>
          </a:xfrm>
        </p:grpSpPr>
        <p:cxnSp>
          <p:nvCxnSpPr>
            <p:cNvPr id="34" name="Straight Connector 33">
              <a:extLst>
                <a:ext uri="{FF2B5EF4-FFF2-40B4-BE49-F238E27FC236}">
                  <a16:creationId xmlns:a16="http://schemas.microsoft.com/office/drawing/2014/main" id="{87635C6A-8462-6C05-E87A-688FA1D8FF4C}"/>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5" name="Rectangle: Rounded Corners 34">
              <a:extLst>
                <a:ext uri="{FF2B5EF4-FFF2-40B4-BE49-F238E27FC236}">
                  <a16:creationId xmlns:a16="http://schemas.microsoft.com/office/drawing/2014/main" id="{709F37EE-EF3D-74DD-C53D-3EFA5628022E}"/>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36" name="Google Shape;1129;p23">
            <a:extLst>
              <a:ext uri="{FF2B5EF4-FFF2-40B4-BE49-F238E27FC236}">
                <a16:creationId xmlns:a16="http://schemas.microsoft.com/office/drawing/2014/main" id="{D8CF80AA-4B99-A9E1-1AF4-3950AAE642FC}"/>
              </a:ext>
            </a:extLst>
          </p:cNvPr>
          <p:cNvSpPr/>
          <p:nvPr/>
        </p:nvSpPr>
        <p:spPr>
          <a:xfrm>
            <a:off x="225913" y="59661"/>
            <a:ext cx="2593487"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Sub-lease</a:t>
            </a:r>
            <a:endParaRPr lang="en-US">
              <a:solidFill>
                <a:schemeClr val="bg1"/>
              </a:solidFill>
              <a:latin typeface="Calibri"/>
              <a:ea typeface="Calibri"/>
              <a:cs typeface="Calibri"/>
            </a:endParaRPr>
          </a:p>
        </p:txBody>
      </p:sp>
      <p:sp>
        <p:nvSpPr>
          <p:cNvPr id="16" name="TextBox 15">
            <a:extLst>
              <a:ext uri="{FF2B5EF4-FFF2-40B4-BE49-F238E27FC236}">
                <a16:creationId xmlns:a16="http://schemas.microsoft.com/office/drawing/2014/main" id="{E52A0D0B-A263-A53D-C1BD-C27A10AB88D4}"/>
              </a:ext>
            </a:extLst>
          </p:cNvPr>
          <p:cNvSpPr txBox="1"/>
          <p:nvPr/>
        </p:nvSpPr>
        <p:spPr>
          <a:xfrm>
            <a:off x="9575552" y="3796807"/>
            <a:ext cx="1911598" cy="2677656"/>
          </a:xfrm>
          <a:prstGeom prst="rect">
            <a:avLst/>
          </a:prstGeom>
          <a:noFill/>
        </p:spPr>
        <p:txBody>
          <a:bodyPr wrap="square" rtlCol="0">
            <a:spAutoFit/>
          </a:bodyPr>
          <a:lstStyle/>
          <a:p>
            <a:r>
              <a:rPr lang="en-US" sz="1400"/>
              <a:t>Additional revenue through renting </a:t>
            </a:r>
            <a:r>
              <a:rPr lang="en-US" sz="1400" b="1"/>
              <a:t>auditorium</a:t>
            </a:r>
            <a:r>
              <a:rPr lang="en-US" sz="1400"/>
              <a:t> out for events</a:t>
            </a:r>
          </a:p>
          <a:p>
            <a:endParaRPr lang="en-US" sz="1400"/>
          </a:p>
          <a:p>
            <a:pPr marL="285750" indent="-285750">
              <a:buFont typeface="Arial" panose="020B0604020202020204" pitchFamily="34" charset="0"/>
              <a:buChar char="•"/>
            </a:pPr>
            <a:r>
              <a:rPr lang="en-US" sz="1400"/>
              <a:t>Cancer Awareness Conferences</a:t>
            </a:r>
          </a:p>
          <a:p>
            <a:pPr marL="285750" indent="-285750">
              <a:buFont typeface="Arial" panose="020B0604020202020204" pitchFamily="34" charset="0"/>
              <a:buChar char="•"/>
            </a:pPr>
            <a:r>
              <a:rPr lang="en-US" sz="1400"/>
              <a:t>Digital Health Events</a:t>
            </a:r>
          </a:p>
          <a:p>
            <a:pPr marL="285750" indent="-285750">
              <a:buFont typeface="Arial" panose="020B0604020202020204" pitchFamily="34" charset="0"/>
              <a:buChar char="•"/>
            </a:pPr>
            <a:r>
              <a:rPr lang="en-US" sz="1400"/>
              <a:t>Wellness and Fitness Events</a:t>
            </a:r>
            <a:br>
              <a:rPr lang="en-US" sz="1400"/>
            </a:br>
            <a:r>
              <a:rPr lang="en-US" sz="1400"/>
              <a:t> </a:t>
            </a:r>
          </a:p>
        </p:txBody>
      </p:sp>
      <p:cxnSp>
        <p:nvCxnSpPr>
          <p:cNvPr id="26" name="Straight Arrow Connector 25">
            <a:extLst>
              <a:ext uri="{FF2B5EF4-FFF2-40B4-BE49-F238E27FC236}">
                <a16:creationId xmlns:a16="http://schemas.microsoft.com/office/drawing/2014/main" id="{EA237B44-FC4D-2E3D-DA7F-AFF2EBAE5465}"/>
              </a:ext>
            </a:extLst>
          </p:cNvPr>
          <p:cNvCxnSpPr/>
          <p:nvPr/>
        </p:nvCxnSpPr>
        <p:spPr>
          <a:xfrm>
            <a:off x="10559143" y="3326177"/>
            <a:ext cx="0" cy="457200"/>
          </a:xfrm>
          <a:prstGeom prst="straightConnector1">
            <a:avLst/>
          </a:prstGeom>
          <a:ln>
            <a:solidFill>
              <a:srgbClr val="04748A"/>
            </a:solidFill>
            <a:tailEnd type="triangle"/>
          </a:ln>
        </p:spPr>
        <p:style>
          <a:lnRef idx="1">
            <a:schemeClr val="accent1"/>
          </a:lnRef>
          <a:fillRef idx="0">
            <a:schemeClr val="accent1"/>
          </a:fillRef>
          <a:effectRef idx="0">
            <a:schemeClr val="accent1"/>
          </a:effectRef>
          <a:fontRef idx="minor">
            <a:schemeClr val="tx1"/>
          </a:fontRef>
        </p:style>
      </p:cxnSp>
      <p:pic>
        <p:nvPicPr>
          <p:cNvPr id="2054" name="Picture 6" descr="Alfa Logo">
            <a:extLst>
              <a:ext uri="{FF2B5EF4-FFF2-40B4-BE49-F238E27FC236}">
                <a16:creationId xmlns:a16="http://schemas.microsoft.com/office/drawing/2014/main" id="{8EBAFB19-F859-719E-7A5F-F879D0F479D8}"/>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278392" y="3896635"/>
            <a:ext cx="861930" cy="274093"/>
          </a:xfrm>
          <a:prstGeom prst="rect">
            <a:avLst/>
          </a:prstGeom>
          <a:noFill/>
          <a:extLst>
            <a:ext uri="{909E8E84-426E-40DD-AFC4-6F175D3DCCD1}">
              <a14:hiddenFill xmlns:a14="http://schemas.microsoft.com/office/drawing/2010/main">
                <a:solidFill>
                  <a:srgbClr val="FFFFFF"/>
                </a:solidFill>
              </a14:hiddenFill>
            </a:ext>
          </a:extLst>
        </p:spPr>
      </p:pic>
      <p:pic>
        <p:nvPicPr>
          <p:cNvPr id="2056" name="Picture 8" descr="Order online from Lemon Pharmacy restaurants | HungerStation">
            <a:extLst>
              <a:ext uri="{FF2B5EF4-FFF2-40B4-BE49-F238E27FC236}">
                <a16:creationId xmlns:a16="http://schemas.microsoft.com/office/drawing/2014/main" id="{3482531F-BAC0-5CF2-A862-C2985AA56A8F}"/>
              </a:ext>
            </a:extLst>
          </p:cNvPr>
          <p:cNvPicPr>
            <a:picLocks noChangeAspect="1" noChangeArrowheads="1"/>
          </p:cNvPicPr>
          <p:nvPr/>
        </p:nvPicPr>
        <p:blipFill>
          <a:blip r:embed="rId2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356350" y="5495038"/>
            <a:ext cx="391825" cy="391825"/>
          </a:xfrm>
          <a:prstGeom prst="rect">
            <a:avLst/>
          </a:prstGeom>
          <a:noFill/>
          <a:extLst>
            <a:ext uri="{909E8E84-426E-40DD-AFC4-6F175D3DCCD1}">
              <a14:hiddenFill xmlns:a14="http://schemas.microsoft.com/office/drawing/2010/main">
                <a:solidFill>
                  <a:srgbClr val="FFFFFF"/>
                </a:solidFill>
              </a14:hiddenFill>
            </a:ext>
          </a:extLst>
        </p:spPr>
      </p:pic>
      <p:pic>
        <p:nvPicPr>
          <p:cNvPr id="2060" name="Picture 12" descr="Al Dawaa Pharmacies Logo PNG Vector ...">
            <a:extLst>
              <a:ext uri="{FF2B5EF4-FFF2-40B4-BE49-F238E27FC236}">
                <a16:creationId xmlns:a16="http://schemas.microsoft.com/office/drawing/2014/main" id="{7D34B4EB-1930-8689-9CBE-5B92851CEEA6}"/>
              </a:ext>
            </a:extLst>
          </p:cNvPr>
          <p:cNvPicPr>
            <a:picLocks noChangeAspect="1" noChangeArrowheads="1"/>
          </p:cNvPicPr>
          <p:nvPr/>
        </p:nvPicPr>
        <p:blipFill>
          <a:blip r:embed="rId2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329448" y="5082714"/>
            <a:ext cx="445201" cy="445201"/>
          </a:xfrm>
          <a:prstGeom prst="rect">
            <a:avLst/>
          </a:prstGeom>
          <a:noFill/>
          <a:extLst>
            <a:ext uri="{909E8E84-426E-40DD-AFC4-6F175D3DCCD1}">
              <a14:hiddenFill xmlns:a14="http://schemas.microsoft.com/office/drawing/2010/main">
                <a:solidFill>
                  <a:srgbClr val="FFFFFF"/>
                </a:solidFill>
              </a14:hiddenFill>
            </a:ext>
          </a:extLst>
        </p:spPr>
      </p:pic>
      <p:pic>
        <p:nvPicPr>
          <p:cNvPr id="2062" name="Picture 14" descr="Vita Care | فيتا كير">
            <a:extLst>
              <a:ext uri="{FF2B5EF4-FFF2-40B4-BE49-F238E27FC236}">
                <a16:creationId xmlns:a16="http://schemas.microsoft.com/office/drawing/2014/main" id="{86556963-89D5-A371-1651-9AA46E9095B0}"/>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6394953" y="6040076"/>
            <a:ext cx="314190" cy="156297"/>
          </a:xfrm>
          <a:prstGeom prst="rect">
            <a:avLst/>
          </a:prstGeom>
          <a:noFill/>
          <a:extLst>
            <a:ext uri="{909E8E84-426E-40DD-AFC4-6F175D3DCCD1}">
              <a14:hiddenFill xmlns:a14="http://schemas.microsoft.com/office/drawing/2010/main">
                <a:solidFill>
                  <a:srgbClr val="FFFFFF"/>
                </a:solidFill>
              </a14:hiddenFill>
            </a:ext>
          </a:extLst>
        </p:spPr>
      </p:pic>
      <p:sp>
        <p:nvSpPr>
          <p:cNvPr id="3138" name="Rectangle 3137">
            <a:extLst>
              <a:ext uri="{FF2B5EF4-FFF2-40B4-BE49-F238E27FC236}">
                <a16:creationId xmlns:a16="http://schemas.microsoft.com/office/drawing/2014/main" id="{065DD7FD-7893-8A55-0894-C31DABBC594D}"/>
              </a:ext>
            </a:extLst>
          </p:cNvPr>
          <p:cNvSpPr/>
          <p:nvPr>
            <p:custDataLst>
              <p:tags r:id="rId16"/>
            </p:custDataLst>
          </p:nvPr>
        </p:nvSpPr>
        <p:spPr>
          <a:xfrm>
            <a:off x="6263854" y="4866697"/>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400" b="1">
                <a:solidFill>
                  <a:srgbClr val="DDDDDD">
                    <a:lumMod val="10000"/>
                  </a:srgbClr>
                </a:solidFill>
                <a:latin typeface="Calibri" panose="020F0502020204030204"/>
                <a:ea typeface="Calibri" panose="020F0502020204030204" pitchFamily="34" charset="0"/>
                <a:cs typeface="Calibri" panose="020F0502020204030204" pitchFamily="34" charset="0"/>
              </a:rPr>
              <a:t>Potential pharmacy partners</a:t>
            </a:r>
            <a:endParaRPr kumimoji="0" lang="en-US" sz="14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3139" name="TextBox 3138">
            <a:extLst>
              <a:ext uri="{FF2B5EF4-FFF2-40B4-BE49-F238E27FC236}">
                <a16:creationId xmlns:a16="http://schemas.microsoft.com/office/drawing/2014/main" id="{1818A8B9-7223-EA16-3E68-92073779314D}"/>
              </a:ext>
            </a:extLst>
          </p:cNvPr>
          <p:cNvSpPr txBox="1"/>
          <p:nvPr/>
        </p:nvSpPr>
        <p:spPr>
          <a:xfrm>
            <a:off x="6845300" y="5154247"/>
            <a:ext cx="2396671" cy="302135"/>
          </a:xfrm>
          <a:prstGeom prst="rect">
            <a:avLst/>
          </a:prstGeom>
          <a:solidFill>
            <a:schemeClr val="bg1"/>
          </a:solidFill>
          <a:ln>
            <a:noFill/>
            <a:prstDash val="dash"/>
          </a:ln>
          <a:effectLst>
            <a:outerShdw blurRad="63500" algn="ctr" rotWithShape="0">
              <a:prstClr val="black">
                <a:alpha val="40000"/>
              </a:prstClr>
            </a:outerShdw>
          </a:effectLst>
        </p:spPr>
        <p:txBody>
          <a:bodyPr wrap="square" lIns="91440" tIns="36000" rIns="36000" bIns="36000" rtlCol="0" anchor="ctr">
            <a:noAutofit/>
          </a:bodyPr>
          <a:lstStyle/>
          <a:p>
            <a:pPr marL="9525"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Al Dawa Pharmacy</a:t>
            </a:r>
          </a:p>
        </p:txBody>
      </p:sp>
      <p:sp>
        <p:nvSpPr>
          <p:cNvPr id="3140" name="TextBox 3139">
            <a:extLst>
              <a:ext uri="{FF2B5EF4-FFF2-40B4-BE49-F238E27FC236}">
                <a16:creationId xmlns:a16="http://schemas.microsoft.com/office/drawing/2014/main" id="{A3551099-4A6F-187E-D72B-F983154F7C64}"/>
              </a:ext>
            </a:extLst>
          </p:cNvPr>
          <p:cNvSpPr txBox="1"/>
          <p:nvPr/>
        </p:nvSpPr>
        <p:spPr>
          <a:xfrm>
            <a:off x="6845300" y="5545430"/>
            <a:ext cx="2396671" cy="302135"/>
          </a:xfrm>
          <a:prstGeom prst="rect">
            <a:avLst/>
          </a:prstGeom>
          <a:solidFill>
            <a:schemeClr val="bg1"/>
          </a:solidFill>
          <a:ln>
            <a:noFill/>
            <a:prstDash val="dash"/>
          </a:ln>
          <a:effectLst>
            <a:outerShdw blurRad="63500" algn="ctr" rotWithShape="0">
              <a:prstClr val="black">
                <a:alpha val="40000"/>
              </a:prstClr>
            </a:outerShdw>
          </a:effectLst>
        </p:spPr>
        <p:txBody>
          <a:bodyPr wrap="square" lIns="91440" tIns="36000" rIns="36000" bIns="36000" rtlCol="0" anchor="ctr">
            <a:noAutofit/>
          </a:bodyPr>
          <a:lstStyle/>
          <a:p>
            <a:pPr marL="9525"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Lemon Pharmacy</a:t>
            </a:r>
          </a:p>
        </p:txBody>
      </p:sp>
      <p:sp>
        <p:nvSpPr>
          <p:cNvPr id="3141" name="TextBox 3140">
            <a:extLst>
              <a:ext uri="{FF2B5EF4-FFF2-40B4-BE49-F238E27FC236}">
                <a16:creationId xmlns:a16="http://schemas.microsoft.com/office/drawing/2014/main" id="{D911A61A-72BA-3BD7-16E3-E1405AB50698}"/>
              </a:ext>
            </a:extLst>
          </p:cNvPr>
          <p:cNvSpPr txBox="1"/>
          <p:nvPr/>
        </p:nvSpPr>
        <p:spPr>
          <a:xfrm>
            <a:off x="6845300" y="5967157"/>
            <a:ext cx="2396671" cy="302135"/>
          </a:xfrm>
          <a:prstGeom prst="rect">
            <a:avLst/>
          </a:prstGeom>
          <a:solidFill>
            <a:schemeClr val="bg1"/>
          </a:solidFill>
          <a:ln>
            <a:noFill/>
            <a:prstDash val="dash"/>
          </a:ln>
          <a:effectLst>
            <a:outerShdw blurRad="63500" algn="ctr" rotWithShape="0">
              <a:prstClr val="black">
                <a:alpha val="40000"/>
              </a:prstClr>
            </a:outerShdw>
          </a:effectLst>
        </p:spPr>
        <p:txBody>
          <a:bodyPr wrap="square" lIns="91440" tIns="36000" rIns="36000" bIns="36000" rtlCol="0" anchor="ctr">
            <a:noAutofit/>
          </a:bodyPr>
          <a:lstStyle/>
          <a:p>
            <a:pPr marL="9525"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prstClr val="black"/>
                </a:solidFill>
                <a:effectLst/>
                <a:uLnTx/>
                <a:uFillTx/>
                <a:latin typeface="Calibri" panose="020F0502020204030204"/>
                <a:ea typeface="+mn-ea"/>
                <a:cs typeface="+mn-cs"/>
              </a:rPr>
              <a:t>VITA Care Pharmacy</a:t>
            </a:r>
          </a:p>
        </p:txBody>
      </p:sp>
      <p:sp>
        <p:nvSpPr>
          <p:cNvPr id="10" name="TextBox 9">
            <a:extLst>
              <a:ext uri="{FF2B5EF4-FFF2-40B4-BE49-F238E27FC236}">
                <a16:creationId xmlns:a16="http://schemas.microsoft.com/office/drawing/2014/main" id="{0733FAD1-7C75-77B9-2208-1D93CACB09D7}"/>
              </a:ext>
            </a:extLst>
          </p:cNvPr>
          <p:cNvSpPr txBox="1"/>
          <p:nvPr/>
        </p:nvSpPr>
        <p:spPr>
          <a:xfrm>
            <a:off x="517712" y="6471029"/>
            <a:ext cx="3502274" cy="267547"/>
          </a:xfrm>
          <a:prstGeom prst="rect">
            <a:avLst/>
          </a:prstGeom>
          <a:noFill/>
        </p:spPr>
        <p:txBody>
          <a:bodyPr wrap="square" rtlCol="0">
            <a:spAutoFit/>
          </a:bodyPr>
          <a:lstStyle/>
          <a:p>
            <a:r>
              <a:rPr lang="en-GB" sz="1100" i="1"/>
              <a:t>Note: Estimated revenue through sizing can be found </a:t>
            </a:r>
            <a:r>
              <a:rPr lang="en-GB" sz="1100" i="1">
                <a:hlinkClick r:id="rId27"/>
              </a:rPr>
              <a:t>here</a:t>
            </a:r>
            <a:endParaRPr lang="en-GB" sz="1100" i="1"/>
          </a:p>
        </p:txBody>
      </p:sp>
    </p:spTree>
    <p:extLst>
      <p:ext uri="{BB962C8B-B14F-4D97-AF65-F5344CB8AC3E}">
        <p14:creationId xmlns:p14="http://schemas.microsoft.com/office/powerpoint/2010/main" val="45595035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B80CD6-5E2C-4168-8729-0DC7862D14A0}"/>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AB011028-FC54-B54A-EFA6-D9FBB35C620D}"/>
              </a:ext>
            </a:extLst>
          </p:cNvPr>
          <p:cNvGraphicFramePr>
            <a:graphicFrameLocks/>
          </p:cNvGraphicFramePr>
          <p:nvPr>
            <p:custDataLst>
              <p:tags r:id="rId1"/>
            </p:custDataLst>
            <p:extLst>
              <p:ext uri="{D42A27DB-BD31-4B8C-83A1-F6EECF244321}">
                <p14:modId xmlns:p14="http://schemas.microsoft.com/office/powerpoint/2010/main" val="232069318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0" imgW="306" imgH="306" progId="TCLayout.ActiveDocument.1">
                  <p:embed/>
                </p:oleObj>
              </mc:Choice>
              <mc:Fallback>
                <p:oleObj name="think-cell Slide" r:id="rId70" imgW="306" imgH="306" progId="TCLayout.ActiveDocument.1">
                  <p:embed/>
                  <p:pic>
                    <p:nvPicPr>
                      <p:cNvPr id="9" name="Object 8" hidden="1">
                        <a:extLst>
                          <a:ext uri="{FF2B5EF4-FFF2-40B4-BE49-F238E27FC236}">
                            <a16:creationId xmlns:a16="http://schemas.microsoft.com/office/drawing/2014/main" id="{AB011028-FC54-B54A-EFA6-D9FBB35C620D}"/>
                          </a:ext>
                        </a:extLst>
                      </p:cNvPr>
                      <p:cNvPicPr/>
                      <p:nvPr/>
                    </p:nvPicPr>
                    <p:blipFill>
                      <a:blip r:embed="rId71"/>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6015AEDE-2D7B-A82A-1807-C08849DCE4CA}"/>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a:solidFill>
                  <a:srgbClr val="0A0A0A"/>
                </a:solidFill>
                <a:latin typeface="Georgia" panose="02040502050405020303" pitchFamily="18" charset="0"/>
                <a:cs typeface="Arial" panose="020B0604020202020204" pitchFamily="34" charset="0"/>
              </a:rPr>
              <a:t>Teleconsultations </a:t>
            </a:r>
            <a:r>
              <a:rPr lang="en-US" sz="2600" b="0">
                <a:solidFill>
                  <a:srgbClr val="0A0A0A"/>
                </a:solidFill>
                <a:latin typeface="Georgia" panose="02040502050405020303" pitchFamily="18" charset="0"/>
                <a:cs typeface="Arial" panose="020B0604020202020204" pitchFamily="34" charset="0"/>
              </a:rPr>
              <a:t>to expand OC footprint into virtual healthcare and transfer part of the patient pool, while enhancing patient convenience</a:t>
            </a:r>
            <a:endPar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13" name="Rectangle 12">
            <a:extLst>
              <a:ext uri="{FF2B5EF4-FFF2-40B4-BE49-F238E27FC236}">
                <a16:creationId xmlns:a16="http://schemas.microsoft.com/office/drawing/2014/main" id="{0C234494-8D87-FBE7-31F6-DF4535ED64E8}"/>
              </a:ext>
            </a:extLst>
          </p:cNvPr>
          <p:cNvSpPr/>
          <p:nvPr/>
        </p:nvSpPr>
        <p:spPr>
          <a:xfrm>
            <a:off x="611664" y="1286857"/>
            <a:ext cx="5388503"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504539A5-33EA-808D-0088-C059D7FCDC1C}"/>
              </a:ext>
            </a:extLst>
          </p:cNvPr>
          <p:cNvSpPr/>
          <p:nvPr/>
        </p:nvSpPr>
        <p:spPr>
          <a:xfrm>
            <a:off x="6191834" y="1286856"/>
            <a:ext cx="5479159" cy="5106501"/>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295F990B-EB02-3DF7-B5E0-6E19313E5F75}"/>
              </a:ext>
            </a:extLst>
          </p:cNvPr>
          <p:cNvGrpSpPr/>
          <p:nvPr/>
        </p:nvGrpSpPr>
        <p:grpSpPr>
          <a:xfrm>
            <a:off x="611664" y="1369902"/>
            <a:ext cx="5296967" cy="266548"/>
            <a:chOff x="611665" y="1744663"/>
            <a:chExt cx="2693063" cy="266567"/>
          </a:xfrm>
        </p:grpSpPr>
        <p:sp>
          <p:nvSpPr>
            <p:cNvPr id="7" name="Rectangle 6">
              <a:extLst>
                <a:ext uri="{FF2B5EF4-FFF2-40B4-BE49-F238E27FC236}">
                  <a16:creationId xmlns:a16="http://schemas.microsoft.com/office/drawing/2014/main" id="{8F217B04-2002-C9BA-09C4-23B1B751E691}"/>
                </a:ext>
              </a:extLst>
            </p:cNvPr>
            <p:cNvSpPr/>
            <p:nvPr>
              <p:custDataLst>
                <p:tags r:id="rId67"/>
              </p:custDataLst>
            </p:nvPr>
          </p:nvSpPr>
          <p:spPr>
            <a:xfrm>
              <a:off x="640923"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Market size KSA, </a:t>
              </a:r>
              <a:r>
                <a:rPr kumimoji="0" lang="en-US" sz="16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SAR M</a:t>
              </a:r>
              <a:r>
                <a:rPr lang="en-US" sz="1600" dirty="0">
                  <a:solidFill>
                    <a:srgbClr val="DDDDDD">
                      <a:lumMod val="10000"/>
                    </a:srgbClr>
                  </a:solidFill>
                  <a:latin typeface="Calibri" panose="020F0502020204030204"/>
                  <a:ea typeface="Calibri" panose="020F0502020204030204" pitchFamily="34" charset="0"/>
                  <a:cs typeface="Calibri" panose="020F0502020204030204" pitchFamily="34" charset="0"/>
                </a:rPr>
                <a:t>n</a:t>
              </a:r>
              <a:r>
                <a:rPr kumimoji="0" lang="en-US" sz="16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 2026-2028F</a:t>
              </a:r>
            </a:p>
          </p:txBody>
        </p:sp>
        <p:cxnSp>
          <p:nvCxnSpPr>
            <p:cNvPr id="8" name="Straight Connector 7">
              <a:extLst>
                <a:ext uri="{FF2B5EF4-FFF2-40B4-BE49-F238E27FC236}">
                  <a16:creationId xmlns:a16="http://schemas.microsoft.com/office/drawing/2014/main" id="{AC42D885-FA22-D2DF-CEF5-BFC6E95838DF}"/>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C0672B86-18C2-E702-AE1B-0DE589BA580D}"/>
              </a:ext>
            </a:extLst>
          </p:cNvPr>
          <p:cNvGrpSpPr/>
          <p:nvPr/>
        </p:nvGrpSpPr>
        <p:grpSpPr>
          <a:xfrm>
            <a:off x="6255635" y="1369902"/>
            <a:ext cx="5275951" cy="266548"/>
            <a:chOff x="611665" y="1744663"/>
            <a:chExt cx="2682378" cy="266567"/>
          </a:xfrm>
        </p:grpSpPr>
        <p:sp>
          <p:nvSpPr>
            <p:cNvPr id="17" name="Rectangle 16">
              <a:extLst>
                <a:ext uri="{FF2B5EF4-FFF2-40B4-BE49-F238E27FC236}">
                  <a16:creationId xmlns:a16="http://schemas.microsoft.com/office/drawing/2014/main" id="{87AD9676-EC67-048D-CB13-D4521631A1D4}"/>
                </a:ext>
              </a:extLst>
            </p:cNvPr>
            <p:cNvSpPr/>
            <p:nvPr>
              <p:custDataLst>
                <p:tags r:id="rId66"/>
              </p:custDataLst>
            </p:nvPr>
          </p:nvSpPr>
          <p:spPr>
            <a:xfrm>
              <a:off x="630237"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Volume for consultations, </a:t>
              </a:r>
              <a:r>
                <a:rPr lang="en-US" sz="1600">
                  <a:solidFill>
                    <a:srgbClr val="DDDDDD">
                      <a:lumMod val="10000"/>
                    </a:srgbClr>
                  </a:solidFill>
                  <a:latin typeface="Calibri" panose="020F0502020204030204"/>
                  <a:ea typeface="Calibri" panose="020F0502020204030204" pitchFamily="34" charset="0"/>
                  <a:cs typeface="Calibri" panose="020F0502020204030204" pitchFamily="34" charset="0"/>
                </a:rPr>
                <a:t>#, 2026</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19" name="Straight Connector 18">
              <a:extLst>
                <a:ext uri="{FF2B5EF4-FFF2-40B4-BE49-F238E27FC236}">
                  <a16:creationId xmlns:a16="http://schemas.microsoft.com/office/drawing/2014/main" id="{B56387E5-C369-F750-3BBD-C56A4DF93A56}"/>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2C757F9D-7B92-543C-5FF7-D041258C7676}"/>
              </a:ext>
            </a:extLst>
          </p:cNvPr>
          <p:cNvSpPr/>
          <p:nvPr/>
        </p:nvSpPr>
        <p:spPr>
          <a:xfrm>
            <a:off x="611664" y="3886201"/>
            <a:ext cx="5388503" cy="250718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aphicFrame>
        <p:nvGraphicFramePr>
          <p:cNvPr id="44" name="Chart 43">
            <a:extLst>
              <a:ext uri="{FF2B5EF4-FFF2-40B4-BE49-F238E27FC236}">
                <a16:creationId xmlns:a16="http://schemas.microsoft.com/office/drawing/2014/main" id="{F9599036-7DFF-8F17-23AF-D643D85E4644}"/>
              </a:ext>
            </a:extLst>
          </p:cNvPr>
          <p:cNvGraphicFramePr/>
          <p:nvPr>
            <p:custDataLst>
              <p:tags r:id="rId3"/>
            </p:custDataLst>
            <p:extLst>
              <p:ext uri="{D42A27DB-BD31-4B8C-83A1-F6EECF244321}">
                <p14:modId xmlns:p14="http://schemas.microsoft.com/office/powerpoint/2010/main" val="69831143"/>
              </p:ext>
            </p:extLst>
          </p:nvPr>
        </p:nvGraphicFramePr>
        <p:xfrm>
          <a:off x="590550" y="2243138"/>
          <a:ext cx="2636838" cy="1311275"/>
        </p:xfrm>
        <a:graphic>
          <a:graphicData uri="http://schemas.openxmlformats.org/drawingml/2006/chart">
            <c:chart xmlns:c="http://schemas.openxmlformats.org/drawingml/2006/chart" xmlns:r="http://schemas.openxmlformats.org/officeDocument/2006/relationships" r:id="rId72"/>
          </a:graphicData>
        </a:graphic>
      </p:graphicFrame>
      <p:cxnSp>
        <p:nvCxnSpPr>
          <p:cNvPr id="3147" name="Straight Connector 3146">
            <a:extLst>
              <a:ext uri="{FF2B5EF4-FFF2-40B4-BE49-F238E27FC236}">
                <a16:creationId xmlns:a16="http://schemas.microsoft.com/office/drawing/2014/main" id="{BA3B576C-7495-0BDE-27E8-AE2A7069282F}"/>
              </a:ext>
            </a:extLst>
          </p:cNvPr>
          <p:cNvCxnSpPr>
            <a:cxnSpLocks/>
          </p:cNvCxnSpPr>
          <p:nvPr>
            <p:custDataLst>
              <p:tags r:id="rId4"/>
            </p:custDataLst>
          </p:nvPr>
        </p:nvCxnSpPr>
        <p:spPr bwMode="auto">
          <a:xfrm flipV="1">
            <a:off x="1290638" y="1943100"/>
            <a:ext cx="1235075" cy="32861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6" name="Text Placeholder 4">
            <a:extLst>
              <a:ext uri="{FF2B5EF4-FFF2-40B4-BE49-F238E27FC236}">
                <a16:creationId xmlns:a16="http://schemas.microsoft.com/office/drawing/2014/main" id="{3FACB3E4-EDD9-7226-D83C-4AC5F798A55B}"/>
              </a:ext>
            </a:extLst>
          </p:cNvPr>
          <p:cNvSpPr>
            <a:spLocks/>
          </p:cNvSpPr>
          <p:nvPr>
            <p:custDataLst>
              <p:tags r:id="rId5"/>
            </p:custDataLst>
          </p:nvPr>
        </p:nvSpPr>
        <p:spPr bwMode="auto">
          <a:xfrm>
            <a:off x="1093788"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41ECA684-33B5-439E-A924-4C4B145E2FCC}"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5" name="Text Placeholder 4">
            <a:extLst>
              <a:ext uri="{FF2B5EF4-FFF2-40B4-BE49-F238E27FC236}">
                <a16:creationId xmlns:a16="http://schemas.microsoft.com/office/drawing/2014/main" id="{C4D63003-2EC6-2F9C-C1D3-A153F3975085}"/>
              </a:ext>
            </a:extLst>
          </p:cNvPr>
          <p:cNvSpPr>
            <a:spLocks/>
          </p:cNvSpPr>
          <p:nvPr>
            <p:custDataLst>
              <p:tags r:id="rId6"/>
            </p:custDataLst>
          </p:nvPr>
        </p:nvSpPr>
        <p:spPr bwMode="auto">
          <a:xfrm>
            <a:off x="2328863"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2452D347-AD55-46B7-8C76-B4233DD15171}"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12" name="Text Placeholder 2">
            <a:extLst>
              <a:ext uri="{FF2B5EF4-FFF2-40B4-BE49-F238E27FC236}">
                <a16:creationId xmlns:a16="http://schemas.microsoft.com/office/drawing/2014/main" id="{87BB863F-9716-77B5-70B5-97E8A856AB8A}"/>
              </a:ext>
            </a:extLst>
          </p:cNvPr>
          <p:cNvSpPr>
            <a:spLocks/>
          </p:cNvSpPr>
          <p:nvPr>
            <p:custDataLst>
              <p:tags r:id="rId7"/>
            </p:custDataLst>
          </p:nvPr>
        </p:nvSpPr>
        <p:spPr bwMode="gray">
          <a:xfrm>
            <a:off x="1093788" y="2463800"/>
            <a:ext cx="3952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F184BEF6-9716-4F60-B061-DB0F92EDDD05}" type="datetime'''4'',''3''''4''''''''''''''6'''''''''''''''''''''">
              <a:rPr lang="en-US" altLang="en-US" sz="1200" b="1" smtClean="0">
                <a:solidFill>
                  <a:srgbClr val="000000"/>
                </a:solidFill>
              </a:rPr>
              <a:pPr marL="0" lvl="0" indent="0" algn="ctr">
                <a:spcBef>
                  <a:spcPct val="0"/>
                </a:spcBef>
                <a:spcAft>
                  <a:spcPct val="0"/>
                </a:spcAft>
                <a:buNone/>
              </a:pPr>
              <a:t>4,346</a:t>
            </a:fld>
            <a:endParaRPr lang="en-US" sz="1200" b="1" dirty="0">
              <a:solidFill>
                <a:srgbClr val="000000"/>
              </a:solidFill>
              <a:sym typeface="Arial\"/>
            </a:endParaRPr>
          </a:p>
        </p:txBody>
      </p:sp>
      <p:sp>
        <p:nvSpPr>
          <p:cNvPr id="43" name="Text Placeholder 2">
            <a:extLst>
              <a:ext uri="{FF2B5EF4-FFF2-40B4-BE49-F238E27FC236}">
                <a16:creationId xmlns:a16="http://schemas.microsoft.com/office/drawing/2014/main" id="{87BB863F-9716-77B5-70B5-97E8A856AB8A}"/>
              </a:ext>
            </a:extLst>
          </p:cNvPr>
          <p:cNvSpPr>
            <a:spLocks/>
          </p:cNvSpPr>
          <p:nvPr>
            <p:custDataLst>
              <p:tags r:id="rId8"/>
            </p:custDataLst>
          </p:nvPr>
        </p:nvSpPr>
        <p:spPr bwMode="gray">
          <a:xfrm>
            <a:off x="2328863" y="2135188"/>
            <a:ext cx="3952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0820E6B-6A5D-44CC-BA37-F5914DC7547D}" type="datetime'''''6'''''''''''''''''''''''''''''',''''''''09''2'''''''''''''">
              <a:rPr lang="en-US" altLang="en-US" sz="1200" b="1" smtClean="0">
                <a:solidFill>
                  <a:srgbClr val="000000"/>
                </a:solidFill>
                <a:effectLst/>
                <a:sym typeface="Arial\"/>
              </a:rPr>
              <a:pPr marL="0" lvl="0" indent="0" algn="ctr">
                <a:spcBef>
                  <a:spcPct val="0"/>
                </a:spcBef>
                <a:spcAft>
                  <a:spcPct val="0"/>
                </a:spcAft>
                <a:buNone/>
              </a:pPr>
              <a:t>6,092</a:t>
            </a:fld>
            <a:endParaRPr lang="en-US" sz="1200" b="1" dirty="0">
              <a:solidFill>
                <a:srgbClr val="000000"/>
              </a:solidFill>
              <a:sym typeface="Arial\"/>
            </a:endParaRPr>
          </a:p>
        </p:txBody>
      </p:sp>
      <p:sp>
        <p:nvSpPr>
          <p:cNvPr id="3144" name="Text Placeholder 2">
            <a:extLst>
              <a:ext uri="{FF2B5EF4-FFF2-40B4-BE49-F238E27FC236}">
                <a16:creationId xmlns:a16="http://schemas.microsoft.com/office/drawing/2014/main" id="{F2EBE3E5-9053-9E6B-ED10-CE058BF6E99D}"/>
              </a:ext>
            </a:extLst>
          </p:cNvPr>
          <p:cNvSpPr>
            <a:spLocks/>
          </p:cNvSpPr>
          <p:nvPr>
            <p:custDataLst>
              <p:tags r:id="rId9"/>
            </p:custDataLst>
          </p:nvPr>
        </p:nvSpPr>
        <p:spPr bwMode="auto">
          <a:xfrm>
            <a:off x="1665288" y="1989138"/>
            <a:ext cx="485775"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5E942F9-EFC9-4395-A265-2533E501EF80}" type="datetime'''''''''''''+''''''''''18''''''''''''''''''%'''''''">
              <a:rPr lang="en-US" altLang="en-US" sz="1200" b="1" smtClean="0">
                <a:solidFill>
                  <a:schemeClr val="bg1"/>
                </a:solidFill>
                <a:effectLst/>
              </a:rPr>
              <a:pPr marL="0" lvl="0" indent="0" algn="ctr">
                <a:spcBef>
                  <a:spcPct val="0"/>
                </a:spcBef>
                <a:spcAft>
                  <a:spcPct val="0"/>
                </a:spcAft>
                <a:buNone/>
              </a:pPr>
              <a:t>+18%</a:t>
            </a:fld>
            <a:endParaRPr lang="en-US" sz="1200" b="1">
              <a:solidFill>
                <a:schemeClr val="bg1"/>
              </a:solidFill>
              <a:sym typeface="Arial\"/>
            </a:endParaRPr>
          </a:p>
        </p:txBody>
      </p:sp>
      <p:sp>
        <p:nvSpPr>
          <p:cNvPr id="42" name="Rectangle 41">
            <a:extLst>
              <a:ext uri="{FF2B5EF4-FFF2-40B4-BE49-F238E27FC236}">
                <a16:creationId xmlns:a16="http://schemas.microsoft.com/office/drawing/2014/main" id="{D9256912-5BA9-4E6C-5731-4508EF9241F0}"/>
              </a:ext>
            </a:extLst>
          </p:cNvPr>
          <p:cNvSpPr/>
          <p:nvPr>
            <p:custDataLst>
              <p:tags r:id="rId10"/>
            </p:custDataLst>
          </p:nvPr>
        </p:nvSpPr>
        <p:spPr>
          <a:xfrm>
            <a:off x="679723" y="1644107"/>
            <a:ext cx="2375995"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endParaRPr kumimoji="0" lang="en-US" sz="1400" b="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endParaRPr>
          </a:p>
        </p:txBody>
      </p:sp>
      <p:sp>
        <p:nvSpPr>
          <p:cNvPr id="3137" name="Rectangle 3136">
            <a:extLst>
              <a:ext uri="{FF2B5EF4-FFF2-40B4-BE49-F238E27FC236}">
                <a16:creationId xmlns:a16="http://schemas.microsoft.com/office/drawing/2014/main" id="{DED6037C-0EA7-0D97-0CB4-72BA83B384CC}"/>
              </a:ext>
            </a:extLst>
          </p:cNvPr>
          <p:cNvSpPr/>
          <p:nvPr/>
        </p:nvSpPr>
        <p:spPr>
          <a:xfrm>
            <a:off x="3429552" y="1743520"/>
            <a:ext cx="2489239" cy="1833817"/>
          </a:xfrm>
          <a:prstGeom prst="rect">
            <a:avLst/>
          </a:prstGeom>
          <a:noFill/>
        </p:spPr>
        <p:txBody>
          <a:bodyPr wrap="square" lIns="36000" tIns="36000" rIns="36000" bIns="36000" rtlCol="0" anchor="t">
            <a:noAutofit/>
          </a:bodyPr>
          <a:lstStyle/>
          <a:p>
            <a:pPr marL="9525">
              <a:spcBef>
                <a:spcPts val="400"/>
              </a:spcBef>
              <a:spcAft>
                <a:spcPts val="400"/>
              </a:spcAft>
            </a:pPr>
            <a:r>
              <a:rPr lang="en-US" sz="1200" b="1" i="1">
                <a:solidFill>
                  <a:prstClr val="black"/>
                </a:solidFill>
                <a:latin typeface="Calibri" panose="020F0502020204030204"/>
              </a:rPr>
              <a:t>Key drivers of growth</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SAR 2 billion investment by government underlying Vision 2030 to enhance telemedicine services </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High level of digital readiness, with smartphone penetration reaching 90% and internet access at 99%</a:t>
            </a:r>
          </a:p>
        </p:txBody>
      </p:sp>
      <p:sp>
        <p:nvSpPr>
          <p:cNvPr id="14" name="AutoShape 10" descr="King Faisal Specialist Hospital &amp; Research Center Logo PNG Vector (AI) Free  Download">
            <a:extLst>
              <a:ext uri="{FF2B5EF4-FFF2-40B4-BE49-F238E27FC236}">
                <a16:creationId xmlns:a16="http://schemas.microsoft.com/office/drawing/2014/main" id="{083EFB23-1005-861B-8D87-50B722DA092C}"/>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Rectangle 22">
            <a:extLst>
              <a:ext uri="{FF2B5EF4-FFF2-40B4-BE49-F238E27FC236}">
                <a16:creationId xmlns:a16="http://schemas.microsoft.com/office/drawing/2014/main" id="{EF8BA7F0-CD97-94E2-4AE7-60AA030DA1CF}"/>
              </a:ext>
            </a:extLst>
          </p:cNvPr>
          <p:cNvSpPr/>
          <p:nvPr>
            <p:custDataLst>
              <p:tags r:id="rId11"/>
            </p:custDataLst>
          </p:nvPr>
        </p:nvSpPr>
        <p:spPr>
          <a:xfrm>
            <a:off x="669211" y="3956066"/>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rgbClr val="DDDDDD">
                    <a:lumMod val="10000"/>
                  </a:srgbClr>
                </a:solidFill>
                <a:latin typeface="Calibri" panose="020F0502020204030204"/>
                <a:ea typeface="Calibri" panose="020F0502020204030204" pitchFamily="34" charset="0"/>
                <a:cs typeface="Calibri" panose="020F0502020204030204" pitchFamily="34" charset="0"/>
              </a:rPr>
              <a:t>Revenue for OC, </a:t>
            </a:r>
            <a:r>
              <a:rPr lang="en-US" sz="1600" dirty="0">
                <a:solidFill>
                  <a:srgbClr val="DDDDDD">
                    <a:lumMod val="10000"/>
                  </a:srgbClr>
                </a:solidFill>
                <a:latin typeface="Calibri" panose="020F0502020204030204"/>
                <a:ea typeface="Calibri" panose="020F0502020204030204" pitchFamily="34" charset="0"/>
                <a:cs typeface="Calibri" panose="020F0502020204030204" pitchFamily="34" charset="0"/>
              </a:rPr>
              <a:t>SAR Mn, 2026-2028F</a:t>
            </a:r>
            <a:endParaRPr kumimoji="0" lang="en-US" sz="16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graphicFrame>
        <p:nvGraphicFramePr>
          <p:cNvPr id="34" name="Chart 33">
            <a:extLst>
              <a:ext uri="{FF2B5EF4-FFF2-40B4-BE49-F238E27FC236}">
                <a16:creationId xmlns:a16="http://schemas.microsoft.com/office/drawing/2014/main" id="{B91F7AA2-5EB0-4CE7-55B9-3B396C3BF0AA}"/>
              </a:ext>
            </a:extLst>
          </p:cNvPr>
          <p:cNvGraphicFramePr/>
          <p:nvPr>
            <p:custDataLst>
              <p:tags r:id="rId12"/>
            </p:custDataLst>
            <p:extLst>
              <p:ext uri="{D42A27DB-BD31-4B8C-83A1-F6EECF244321}">
                <p14:modId xmlns:p14="http://schemas.microsoft.com/office/powerpoint/2010/main" val="858269247"/>
              </p:ext>
            </p:extLst>
          </p:nvPr>
        </p:nvGraphicFramePr>
        <p:xfrm>
          <a:off x="790575" y="4943475"/>
          <a:ext cx="2436813" cy="1235075"/>
        </p:xfrm>
        <a:graphic>
          <a:graphicData uri="http://schemas.openxmlformats.org/drawingml/2006/chart">
            <c:chart xmlns:c="http://schemas.openxmlformats.org/drawingml/2006/chart" xmlns:r="http://schemas.openxmlformats.org/officeDocument/2006/relationships" r:id="rId73"/>
          </a:graphicData>
        </a:graphic>
      </p:graphicFrame>
      <p:cxnSp>
        <p:nvCxnSpPr>
          <p:cNvPr id="83" name="Straight Connector 82">
            <a:extLst>
              <a:ext uri="{FF2B5EF4-FFF2-40B4-BE49-F238E27FC236}">
                <a16:creationId xmlns:a16="http://schemas.microsoft.com/office/drawing/2014/main" id="{02744562-5552-F23C-E73C-1636CDDFFB70}"/>
              </a:ext>
            </a:extLst>
          </p:cNvPr>
          <p:cNvCxnSpPr/>
          <p:nvPr>
            <p:custDataLst>
              <p:tags r:id="rId13"/>
            </p:custDataLst>
          </p:nvPr>
        </p:nvCxnSpPr>
        <p:spPr bwMode="auto">
          <a:xfrm flipV="1">
            <a:off x="1250950" y="4662488"/>
            <a:ext cx="1514475" cy="91122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8" name="Text Placeholder 4">
            <a:extLst>
              <a:ext uri="{FF2B5EF4-FFF2-40B4-BE49-F238E27FC236}">
                <a16:creationId xmlns:a16="http://schemas.microsoft.com/office/drawing/2014/main" id="{44596DFE-5A29-8BF5-826E-F7EF7E9B4177}"/>
              </a:ext>
            </a:extLst>
          </p:cNvPr>
          <p:cNvSpPr>
            <a:spLocks/>
          </p:cNvSpPr>
          <p:nvPr>
            <p:custDataLst>
              <p:tags r:id="rId14"/>
            </p:custDataLst>
          </p:nvPr>
        </p:nvSpPr>
        <p:spPr bwMode="auto">
          <a:xfrm>
            <a:off x="1054100" y="614680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D5E11E3C-9B54-462F-8F70-95CF095343D8}"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70" name="Text Placeholder 4">
            <a:extLst>
              <a:ext uri="{FF2B5EF4-FFF2-40B4-BE49-F238E27FC236}">
                <a16:creationId xmlns:a16="http://schemas.microsoft.com/office/drawing/2014/main" id="{106E14C7-7278-109E-4229-C7F01378C502}"/>
              </a:ext>
            </a:extLst>
          </p:cNvPr>
          <p:cNvSpPr>
            <a:spLocks/>
          </p:cNvSpPr>
          <p:nvPr>
            <p:custDataLst>
              <p:tags r:id="rId15"/>
            </p:custDataLst>
          </p:nvPr>
        </p:nvSpPr>
        <p:spPr bwMode="auto">
          <a:xfrm>
            <a:off x="1811338" y="614680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3EF2DAD0-03A0-4982-B820-EAD242CBE3D7}"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67" name="Text Placeholder 4">
            <a:extLst>
              <a:ext uri="{FF2B5EF4-FFF2-40B4-BE49-F238E27FC236}">
                <a16:creationId xmlns:a16="http://schemas.microsoft.com/office/drawing/2014/main" id="{24494BF0-6302-A04D-3187-7B9EA3A58047}"/>
              </a:ext>
            </a:extLst>
          </p:cNvPr>
          <p:cNvSpPr>
            <a:spLocks/>
          </p:cNvSpPr>
          <p:nvPr>
            <p:custDataLst>
              <p:tags r:id="rId16"/>
            </p:custDataLst>
          </p:nvPr>
        </p:nvSpPr>
        <p:spPr bwMode="auto">
          <a:xfrm>
            <a:off x="2568575" y="6146800"/>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8FD39A2F-E752-4831-A095-266A07AF1E55}"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6" name="Text Placeholder 2">
            <a:extLst>
              <a:ext uri="{FF2B5EF4-FFF2-40B4-BE49-F238E27FC236}">
                <a16:creationId xmlns:a16="http://schemas.microsoft.com/office/drawing/2014/main" id="{87BB863F-9716-77B5-70B5-97E8A856AB8A}"/>
              </a:ext>
            </a:extLst>
          </p:cNvPr>
          <p:cNvSpPr>
            <a:spLocks/>
          </p:cNvSpPr>
          <p:nvPr>
            <p:custDataLst>
              <p:tags r:id="rId17"/>
            </p:custDataLst>
          </p:nvPr>
        </p:nvSpPr>
        <p:spPr bwMode="gray">
          <a:xfrm>
            <a:off x="1131888" y="5746750"/>
            <a:ext cx="2381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C91FB68-EF09-44B4-8581-E13798D94A4A}" type="datetime'''''''0''''''''''''''''''''''.''7'''''''''''''''''">
              <a:rPr lang="en-US" altLang="en-US" sz="1200" smtClean="0"/>
              <a:pPr marL="0" lvl="0" indent="0" algn="ctr">
                <a:spcBef>
                  <a:spcPct val="0"/>
                </a:spcBef>
                <a:spcAft>
                  <a:spcPct val="0"/>
                </a:spcAft>
                <a:buNone/>
              </a:pPr>
              <a:t>0.7</a:t>
            </a:fld>
            <a:endParaRPr lang="en-US" sz="1200">
              <a:sym typeface="Arial\"/>
            </a:endParaRPr>
          </a:p>
        </p:txBody>
      </p:sp>
      <p:sp>
        <p:nvSpPr>
          <p:cNvPr id="37" name="Text Placeholder 2">
            <a:extLst>
              <a:ext uri="{FF2B5EF4-FFF2-40B4-BE49-F238E27FC236}">
                <a16:creationId xmlns:a16="http://schemas.microsoft.com/office/drawing/2014/main" id="{87BB863F-9716-77B5-70B5-97E8A856AB8A}"/>
              </a:ext>
            </a:extLst>
          </p:cNvPr>
          <p:cNvSpPr>
            <a:spLocks/>
          </p:cNvSpPr>
          <p:nvPr>
            <p:custDataLst>
              <p:tags r:id="rId18"/>
            </p:custDataLst>
          </p:nvPr>
        </p:nvSpPr>
        <p:spPr bwMode="gray">
          <a:xfrm>
            <a:off x="1889125" y="5356225"/>
            <a:ext cx="2381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0457867-3355-49D0-B28D-D60A1CF74E24}" type="datetime'''''''''''''''''2''''''''''''''''''''''''.''''5'''">
              <a:rPr lang="en-US" altLang="en-US" sz="1200" smtClean="0"/>
              <a:pPr marL="0" lvl="0" indent="0" algn="ctr">
                <a:spcBef>
                  <a:spcPct val="0"/>
                </a:spcBef>
                <a:spcAft>
                  <a:spcPct val="0"/>
                </a:spcAft>
                <a:buNone/>
              </a:pPr>
              <a:t>2.5</a:t>
            </a:fld>
            <a:endParaRPr lang="en-US" sz="1200">
              <a:sym typeface="Arial\"/>
            </a:endParaRPr>
          </a:p>
        </p:txBody>
      </p:sp>
      <p:sp>
        <p:nvSpPr>
          <p:cNvPr id="38" name="Text Placeholder 2">
            <a:extLst>
              <a:ext uri="{FF2B5EF4-FFF2-40B4-BE49-F238E27FC236}">
                <a16:creationId xmlns:a16="http://schemas.microsoft.com/office/drawing/2014/main" id="{87BB863F-9716-77B5-70B5-97E8A856AB8A}"/>
              </a:ext>
            </a:extLst>
          </p:cNvPr>
          <p:cNvSpPr>
            <a:spLocks/>
          </p:cNvSpPr>
          <p:nvPr>
            <p:custDataLst>
              <p:tags r:id="rId19"/>
            </p:custDataLst>
          </p:nvPr>
        </p:nvSpPr>
        <p:spPr bwMode="gray">
          <a:xfrm>
            <a:off x="2646363" y="4835525"/>
            <a:ext cx="2381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ABD94A6-DE87-4DB4-88E5-E1C878C48817}" type="datetime'''''''''''''''''''''''''''''''''''4''''''.9'''''''''''''''''''">
              <a:rPr lang="en-US" altLang="en-US" sz="1200" smtClean="0"/>
              <a:pPr marL="0" lvl="0" indent="0" algn="ctr">
                <a:spcBef>
                  <a:spcPct val="0"/>
                </a:spcBef>
                <a:spcAft>
                  <a:spcPct val="0"/>
                </a:spcAft>
                <a:buNone/>
              </a:pPr>
              <a:t>4.9</a:t>
            </a:fld>
            <a:endParaRPr lang="en-US" sz="1200">
              <a:sym typeface="Arial\"/>
            </a:endParaRPr>
          </a:p>
        </p:txBody>
      </p:sp>
      <p:sp>
        <p:nvSpPr>
          <p:cNvPr id="79" name="Text Placeholder 2">
            <a:extLst>
              <a:ext uri="{FF2B5EF4-FFF2-40B4-BE49-F238E27FC236}">
                <a16:creationId xmlns:a16="http://schemas.microsoft.com/office/drawing/2014/main" id="{87BB863F-9716-77B5-70B5-97E8A856AB8A}"/>
              </a:ext>
            </a:extLst>
          </p:cNvPr>
          <p:cNvSpPr>
            <a:spLocks/>
          </p:cNvSpPr>
          <p:nvPr>
            <p:custDataLst>
              <p:tags r:id="rId20"/>
            </p:custDataLst>
          </p:nvPr>
        </p:nvSpPr>
        <p:spPr bwMode="auto">
          <a:xfrm>
            <a:off x="1711325" y="5000625"/>
            <a:ext cx="595313"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1A3B15C-5CE9-4978-96BE-33115386A74E}" type="datetime'''''''+''''''''''1''''''''''''''''''''''5''''''9''%'''">
              <a:rPr lang="en-US" altLang="en-US" sz="1200" b="1" smtClean="0">
                <a:solidFill>
                  <a:schemeClr val="bg1"/>
                </a:solidFill>
                <a:effectLst/>
              </a:rPr>
              <a:pPr marL="0" lvl="0" indent="0" algn="ctr">
                <a:spcBef>
                  <a:spcPct val="0"/>
                </a:spcBef>
                <a:spcAft>
                  <a:spcPct val="0"/>
                </a:spcAft>
                <a:buNone/>
              </a:pPr>
              <a:t>+159%</a:t>
            </a:fld>
            <a:endParaRPr lang="en-US" sz="1200" b="1">
              <a:solidFill>
                <a:schemeClr val="bg1"/>
              </a:solidFill>
              <a:sym typeface="Arial\"/>
            </a:endParaRPr>
          </a:p>
        </p:txBody>
      </p:sp>
      <p:sp>
        <p:nvSpPr>
          <p:cNvPr id="88" name="Rectangle 87">
            <a:extLst>
              <a:ext uri="{FF2B5EF4-FFF2-40B4-BE49-F238E27FC236}">
                <a16:creationId xmlns:a16="http://schemas.microsoft.com/office/drawing/2014/main" id="{48BDD766-2E55-70A7-85EA-F08D7B121A81}"/>
              </a:ext>
            </a:extLst>
          </p:cNvPr>
          <p:cNvSpPr/>
          <p:nvPr>
            <p:custDataLst>
              <p:tags r:id="rId21"/>
            </p:custDataLst>
          </p:nvPr>
        </p:nvSpPr>
        <p:spPr>
          <a:xfrm>
            <a:off x="3305915" y="4642318"/>
            <a:ext cx="2581700" cy="1656565"/>
          </a:xfrm>
          <a:prstGeom prst="rect">
            <a:avLst/>
          </a:prstGeom>
          <a:solidFill>
            <a:schemeClr val="bg1"/>
          </a:solid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9144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Key assumptions</a:t>
            </a:r>
          </a:p>
          <a:p>
            <a:pPr marL="262890" indent="-171450">
              <a:spcBef>
                <a:spcPts val="300"/>
              </a:spcBef>
              <a:spcAft>
                <a:spcPts val="300"/>
              </a:spcAft>
              <a:buFont typeface="Arial" panose="020B0604020202020204" pitchFamily="34" charset="0"/>
              <a:buChar char="•"/>
              <a:defRPr/>
            </a:pPr>
            <a:r>
              <a:rPr lang="en-US" sz="1050">
                <a:solidFill>
                  <a:prstClr val="black"/>
                </a:solidFill>
              </a:rPr>
              <a:t>Consultations priced at a </a:t>
            </a:r>
            <a:r>
              <a:rPr lang="en-US" sz="1050" b="1">
                <a:solidFill>
                  <a:prstClr val="black"/>
                </a:solidFill>
              </a:rPr>
              <a:t>20% discount </a:t>
            </a:r>
            <a:r>
              <a:rPr lang="en-US" sz="1050">
                <a:solidFill>
                  <a:prstClr val="black"/>
                </a:solidFill>
              </a:rPr>
              <a:t>from on-premise charge</a:t>
            </a:r>
          </a:p>
          <a:p>
            <a:pPr marL="262890" indent="-171450">
              <a:spcBef>
                <a:spcPts val="300"/>
              </a:spcBef>
              <a:spcAft>
                <a:spcPts val="300"/>
              </a:spcAft>
              <a:buFont typeface="Arial" panose="020B0604020202020204" pitchFamily="34" charset="0"/>
              <a:buChar char="•"/>
              <a:defRPr/>
            </a:pPr>
            <a:r>
              <a:rPr lang="en-US" sz="1050">
                <a:solidFill>
                  <a:prstClr val="black"/>
                </a:solidFill>
              </a:rPr>
              <a:t>Teleconsultation share: </a:t>
            </a:r>
            <a:r>
              <a:rPr lang="en-US" sz="1050" b="1">
                <a:solidFill>
                  <a:prstClr val="black"/>
                </a:solidFill>
              </a:rPr>
              <a:t>5% to 10%</a:t>
            </a:r>
          </a:p>
          <a:p>
            <a:pPr marL="262890" indent="-171450">
              <a:spcBef>
                <a:spcPts val="300"/>
              </a:spcBef>
              <a:spcAft>
                <a:spcPts val="300"/>
              </a:spcAft>
              <a:buFont typeface="Arial" panose="020B0604020202020204" pitchFamily="34" charset="0"/>
              <a:buChar char="•"/>
              <a:defRPr/>
            </a:pPr>
            <a:r>
              <a:rPr lang="en-US" sz="1050">
                <a:solidFill>
                  <a:prstClr val="black"/>
                </a:solidFill>
              </a:rPr>
              <a:t>OC share for first teleconsultation from new cancer patient: </a:t>
            </a:r>
            <a:r>
              <a:rPr lang="en-US" sz="1050" b="1">
                <a:solidFill>
                  <a:prstClr val="black"/>
                </a:solidFill>
              </a:rPr>
              <a:t>0.1% to 0.5%</a:t>
            </a:r>
          </a:p>
          <a:p>
            <a:pPr marL="262890" indent="-171450">
              <a:spcBef>
                <a:spcPts val="300"/>
              </a:spcBef>
              <a:spcAft>
                <a:spcPts val="300"/>
              </a:spcAft>
              <a:buFont typeface="Arial" panose="020B0604020202020204" pitchFamily="34" charset="0"/>
              <a:buChar char="•"/>
              <a:defRPr/>
            </a:pPr>
            <a:r>
              <a:rPr lang="en-US" sz="1050">
                <a:solidFill>
                  <a:prstClr val="black"/>
                </a:solidFill>
              </a:rPr>
              <a:t>OC share for first teleconsultation from prevailing cancer patient: </a:t>
            </a:r>
            <a:r>
              <a:rPr lang="en-US" sz="1050" b="1">
                <a:solidFill>
                  <a:prstClr val="black"/>
                </a:solidFill>
              </a:rPr>
              <a:t>0.5% to 0.9%</a:t>
            </a:r>
          </a:p>
          <a:p>
            <a:pPr marL="262890" indent="-171450">
              <a:spcBef>
                <a:spcPts val="300"/>
              </a:spcBef>
              <a:spcAft>
                <a:spcPts val="300"/>
              </a:spcAft>
              <a:buFont typeface="Arial" panose="020B0604020202020204" pitchFamily="34" charset="0"/>
              <a:buChar char="•"/>
              <a:defRPr/>
            </a:pPr>
            <a:endParaRPr lang="en-US" sz="1100" b="1">
              <a:solidFill>
                <a:prstClr val="black"/>
              </a:solidFill>
            </a:endParaRPr>
          </a:p>
          <a:p>
            <a:pPr marL="26289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endParaRPr kumimoji="0" lang="en-US" sz="120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103" name="Rectangle 102">
            <a:extLst>
              <a:ext uri="{FF2B5EF4-FFF2-40B4-BE49-F238E27FC236}">
                <a16:creationId xmlns:a16="http://schemas.microsoft.com/office/drawing/2014/main" id="{84B1C8EC-EB4B-2F5B-0538-E5DAB389769A}"/>
              </a:ext>
            </a:extLst>
          </p:cNvPr>
          <p:cNvSpPr/>
          <p:nvPr/>
        </p:nvSpPr>
        <p:spPr>
          <a:xfrm>
            <a:off x="9884269" y="4699000"/>
            <a:ext cx="380505" cy="222632"/>
          </a:xfrm>
          <a:prstGeom prst="rect">
            <a:avLst/>
          </a:prstGeom>
          <a:solidFill>
            <a:schemeClr val="bg1"/>
          </a:solidFill>
          <a:ln>
            <a:noFill/>
            <a:prstDash val="dash"/>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solidFill>
                  <a:schemeClr val="tx1"/>
                </a:solidFill>
              </a:rPr>
              <a:t>1</a:t>
            </a:r>
          </a:p>
        </p:txBody>
      </p:sp>
      <p:sp>
        <p:nvSpPr>
          <p:cNvPr id="105" name="Rectangle 104">
            <a:extLst>
              <a:ext uri="{FF2B5EF4-FFF2-40B4-BE49-F238E27FC236}">
                <a16:creationId xmlns:a16="http://schemas.microsoft.com/office/drawing/2014/main" id="{86E7BC84-2925-4C7E-4CAE-81C51A9FF02D}"/>
              </a:ext>
            </a:extLst>
          </p:cNvPr>
          <p:cNvSpPr/>
          <p:nvPr>
            <p:custDataLst>
              <p:tags r:id="rId22"/>
            </p:custDataLst>
          </p:nvPr>
        </p:nvSpPr>
        <p:spPr>
          <a:xfrm>
            <a:off x="9833206" y="4395788"/>
            <a:ext cx="510713" cy="32762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buClrTx/>
              <a:buSzTx/>
              <a:buFontTx/>
              <a:buNone/>
              <a:tabLst/>
              <a:defRPr/>
            </a:pPr>
            <a:r>
              <a:rPr lang="en-US" sz="1000">
                <a:solidFill>
                  <a:srgbClr val="DDDDDD">
                    <a:lumMod val="10000"/>
                  </a:srgbClr>
                </a:solidFill>
                <a:latin typeface="Calibri" panose="020F0502020204030204"/>
                <a:ea typeface="Calibri" panose="020F0502020204030204" pitchFamily="34" charset="0"/>
                <a:cs typeface="Calibri" panose="020F0502020204030204" pitchFamily="34" charset="0"/>
              </a:rPr>
              <a:t>2026</a:t>
            </a:r>
            <a:endParaRPr kumimoji="0" lang="en-US" sz="100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119" name="Rectangle 118">
            <a:extLst>
              <a:ext uri="{FF2B5EF4-FFF2-40B4-BE49-F238E27FC236}">
                <a16:creationId xmlns:a16="http://schemas.microsoft.com/office/drawing/2014/main" id="{DDCD944F-479F-632D-3B37-E44EA38B6651}"/>
              </a:ext>
            </a:extLst>
          </p:cNvPr>
          <p:cNvSpPr/>
          <p:nvPr/>
        </p:nvSpPr>
        <p:spPr>
          <a:xfrm>
            <a:off x="688727" y="4280011"/>
            <a:ext cx="5198888" cy="276116"/>
          </a:xfrm>
          <a:prstGeom prst="rect">
            <a:avLst/>
          </a:prstGeom>
          <a:noFill/>
          <a:ln>
            <a:solidFill>
              <a:schemeClr val="tx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900" i="1">
                <a:solidFill>
                  <a:schemeClr val="tx1"/>
                </a:solidFill>
                <a:cs typeface="Arial" panose="020B0604020202020204" pitchFamily="34" charset="0"/>
              </a:rPr>
              <a:t>Exponential revenue increase attributed  to </a:t>
            </a:r>
            <a:r>
              <a:rPr lang="en-US" sz="900" b="1" i="1">
                <a:solidFill>
                  <a:schemeClr val="tx1"/>
                </a:solidFill>
                <a:cs typeface="Arial" panose="020B0604020202020204" pitchFamily="34" charset="0"/>
              </a:rPr>
              <a:t>recurring follow-ups </a:t>
            </a:r>
            <a:r>
              <a:rPr lang="en-US" sz="900" i="1">
                <a:solidFill>
                  <a:schemeClr val="tx1"/>
                </a:solidFill>
                <a:cs typeface="Arial" panose="020B0604020202020204" pitchFamily="34" charset="0"/>
              </a:rPr>
              <a:t>for acquired patients in subsequent years</a:t>
            </a:r>
          </a:p>
        </p:txBody>
      </p:sp>
      <p:sp>
        <p:nvSpPr>
          <p:cNvPr id="3" name="Slide Number Placeholder 2">
            <a:extLst>
              <a:ext uri="{FF2B5EF4-FFF2-40B4-BE49-F238E27FC236}">
                <a16:creationId xmlns:a16="http://schemas.microsoft.com/office/drawing/2014/main" id="{109FD568-21F1-5F9C-9E0B-E710907499DA}"/>
              </a:ext>
            </a:extLst>
          </p:cNvPr>
          <p:cNvSpPr>
            <a:spLocks noGrp="1"/>
          </p:cNvSpPr>
          <p:nvPr>
            <p:ph type="sldNum" sz="quarter" idx="12"/>
          </p:nvPr>
        </p:nvSpPr>
        <p:spPr/>
        <p:txBody>
          <a:bodyPr/>
          <a:lstStyle/>
          <a:p>
            <a:fld id="{8E1CF2E5-4A16-4FBD-9713-265FD1DAAE65}" type="slidenum">
              <a:rPr lang="en-US" smtClean="0"/>
              <a:t>41</a:t>
            </a:fld>
            <a:endParaRPr lang="en-US"/>
          </a:p>
        </p:txBody>
      </p:sp>
      <p:grpSp>
        <p:nvGrpSpPr>
          <p:cNvPr id="16" name="Group 15">
            <a:extLst>
              <a:ext uri="{FF2B5EF4-FFF2-40B4-BE49-F238E27FC236}">
                <a16:creationId xmlns:a16="http://schemas.microsoft.com/office/drawing/2014/main" id="{A9326861-C3AA-398B-7FB5-9A4E7D5C354C}"/>
              </a:ext>
            </a:extLst>
          </p:cNvPr>
          <p:cNvGrpSpPr/>
          <p:nvPr/>
        </p:nvGrpSpPr>
        <p:grpSpPr>
          <a:xfrm>
            <a:off x="15130" y="47516"/>
            <a:ext cx="171132" cy="228600"/>
            <a:chOff x="0" y="49329"/>
            <a:chExt cx="171132" cy="228600"/>
          </a:xfrm>
        </p:grpSpPr>
        <p:cxnSp>
          <p:nvCxnSpPr>
            <p:cNvPr id="20" name="Straight Connector 19">
              <a:extLst>
                <a:ext uri="{FF2B5EF4-FFF2-40B4-BE49-F238E27FC236}">
                  <a16:creationId xmlns:a16="http://schemas.microsoft.com/office/drawing/2014/main" id="{F924DCAB-AE1A-432A-36B1-CCDBCB6BEADE}"/>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 name="Rectangle: Rounded Corners 20">
              <a:extLst>
                <a:ext uri="{FF2B5EF4-FFF2-40B4-BE49-F238E27FC236}">
                  <a16:creationId xmlns:a16="http://schemas.microsoft.com/office/drawing/2014/main" id="{8AC30A58-DA68-05DE-2AF3-BC2A326098AA}"/>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22" name="Google Shape;1129;p23">
            <a:extLst>
              <a:ext uri="{FF2B5EF4-FFF2-40B4-BE49-F238E27FC236}">
                <a16:creationId xmlns:a16="http://schemas.microsoft.com/office/drawing/2014/main" id="{E6FAD8C8-3AE3-FA56-5E6A-29639F340957}"/>
              </a:ext>
            </a:extLst>
          </p:cNvPr>
          <p:cNvSpPr/>
          <p:nvPr/>
        </p:nvSpPr>
        <p:spPr>
          <a:xfrm>
            <a:off x="225913" y="59661"/>
            <a:ext cx="3374538"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Teleconsultations</a:t>
            </a:r>
            <a:endParaRPr lang="en-US">
              <a:solidFill>
                <a:schemeClr val="bg1"/>
              </a:solidFill>
              <a:latin typeface="Calibri"/>
              <a:ea typeface="Calibri"/>
              <a:cs typeface="Calibri"/>
            </a:endParaRPr>
          </a:p>
        </p:txBody>
      </p:sp>
      <p:sp>
        <p:nvSpPr>
          <p:cNvPr id="41" name="Line 15">
            <a:extLst>
              <a:ext uri="{FF2B5EF4-FFF2-40B4-BE49-F238E27FC236}">
                <a16:creationId xmlns:a16="http://schemas.microsoft.com/office/drawing/2014/main" id="{583CF63C-51FF-34AA-6E82-BDF6D123BFC0}"/>
              </a:ext>
            </a:extLst>
          </p:cNvPr>
          <p:cNvSpPr>
            <a:spLocks noChangeShapeType="1"/>
          </p:cNvSpPr>
          <p:nvPr>
            <p:custDataLst>
              <p:tags r:id="rId2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2BE809E6-8EE2-5F32-2216-13DACAF9F578}"/>
              </a:ext>
            </a:extLst>
          </p:cNvPr>
          <p:cNvGrpSpPr/>
          <p:nvPr/>
        </p:nvGrpSpPr>
        <p:grpSpPr>
          <a:xfrm>
            <a:off x="-897410" y="279546"/>
            <a:ext cx="338328" cy="3872943"/>
            <a:chOff x="-460920" y="279546"/>
            <a:chExt cx="338328" cy="3872943"/>
          </a:xfrm>
        </p:grpSpPr>
        <p:sp>
          <p:nvSpPr>
            <p:cNvPr id="11" name="Google Shape;139;p2">
              <a:extLst>
                <a:ext uri="{FF2B5EF4-FFF2-40B4-BE49-F238E27FC236}">
                  <a16:creationId xmlns:a16="http://schemas.microsoft.com/office/drawing/2014/main" id="{3F7D57DC-D662-1BDF-373E-ED3B9F86BC30}"/>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5" name="Google Shape;140;p2">
              <a:extLst>
                <a:ext uri="{FF2B5EF4-FFF2-40B4-BE49-F238E27FC236}">
                  <a16:creationId xmlns:a16="http://schemas.microsoft.com/office/drawing/2014/main" id="{7FBF5C4E-CE4C-45B8-D1A5-35C40D33A47C}"/>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8" name="Google Shape;141;p2">
              <a:extLst>
                <a:ext uri="{FF2B5EF4-FFF2-40B4-BE49-F238E27FC236}">
                  <a16:creationId xmlns:a16="http://schemas.microsoft.com/office/drawing/2014/main" id="{3AC331A9-2440-982F-4C12-9B4134A504F1}"/>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9" name="Google Shape;142;p2">
              <a:extLst>
                <a:ext uri="{FF2B5EF4-FFF2-40B4-BE49-F238E27FC236}">
                  <a16:creationId xmlns:a16="http://schemas.microsoft.com/office/drawing/2014/main" id="{82123058-61F0-38BF-C1B4-E7505F8328EF}"/>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0" name="Google Shape;143;p2">
              <a:extLst>
                <a:ext uri="{FF2B5EF4-FFF2-40B4-BE49-F238E27FC236}">
                  <a16:creationId xmlns:a16="http://schemas.microsoft.com/office/drawing/2014/main" id="{0F562D70-9AC0-2F0C-7B27-560EC149D16F}"/>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 name="Google Shape;147;p2">
              <a:extLst>
                <a:ext uri="{FF2B5EF4-FFF2-40B4-BE49-F238E27FC236}">
                  <a16:creationId xmlns:a16="http://schemas.microsoft.com/office/drawing/2014/main" id="{CE3012D6-2C39-CD43-651F-AC93C2407AE1}"/>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2" name="Google Shape;151;p2">
              <a:extLst>
                <a:ext uri="{FF2B5EF4-FFF2-40B4-BE49-F238E27FC236}">
                  <a16:creationId xmlns:a16="http://schemas.microsoft.com/office/drawing/2014/main" id="{3CB475E1-F6A8-0764-6571-148165B430FE}"/>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3" name="Google Shape;147;p2">
              <a:extLst>
                <a:ext uri="{FF2B5EF4-FFF2-40B4-BE49-F238E27FC236}">
                  <a16:creationId xmlns:a16="http://schemas.microsoft.com/office/drawing/2014/main" id="{C62A9C04-9AB4-2804-4D2F-356916BD0F4B}"/>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graphicFrame>
        <p:nvGraphicFramePr>
          <p:cNvPr id="3152" name="Chart 3151">
            <a:extLst>
              <a:ext uri="{FF2B5EF4-FFF2-40B4-BE49-F238E27FC236}">
                <a16:creationId xmlns:a16="http://schemas.microsoft.com/office/drawing/2014/main" id="{673EFFAF-7F11-9449-390C-95CAD7961711}"/>
              </a:ext>
            </a:extLst>
          </p:cNvPr>
          <p:cNvGraphicFramePr/>
          <p:nvPr>
            <p:custDataLst>
              <p:tags r:id="rId24"/>
            </p:custDataLst>
            <p:extLst>
              <p:ext uri="{D42A27DB-BD31-4B8C-83A1-F6EECF244321}">
                <p14:modId xmlns:p14="http://schemas.microsoft.com/office/powerpoint/2010/main" val="2166048612"/>
              </p:ext>
            </p:extLst>
          </p:nvPr>
        </p:nvGraphicFramePr>
        <p:xfrm>
          <a:off x="6210300" y="1736725"/>
          <a:ext cx="4464050" cy="1847850"/>
        </p:xfrm>
        <a:graphic>
          <a:graphicData uri="http://schemas.openxmlformats.org/drawingml/2006/chart">
            <c:chart xmlns:c="http://schemas.openxmlformats.org/drawingml/2006/chart" xmlns:r="http://schemas.openxmlformats.org/officeDocument/2006/relationships" r:id="rId74"/>
          </a:graphicData>
        </a:graphic>
      </p:graphicFrame>
      <p:sp useBgFill="1">
        <p:nvSpPr>
          <p:cNvPr id="3176" name="Freeform: Shape 3175">
            <a:extLst>
              <a:ext uri="{FF2B5EF4-FFF2-40B4-BE49-F238E27FC236}">
                <a16:creationId xmlns:a16="http://schemas.microsoft.com/office/drawing/2014/main" id="{271D6E69-A71D-74ED-9559-1F9E7D3A8850}"/>
              </a:ext>
            </a:extLst>
          </p:cNvPr>
          <p:cNvSpPr/>
          <p:nvPr>
            <p:custDataLst>
              <p:tags r:id="rId25"/>
            </p:custDataLst>
          </p:nvPr>
        </p:nvSpPr>
        <p:spPr bwMode="auto">
          <a:xfrm>
            <a:off x="9536113" y="2028825"/>
            <a:ext cx="676276" cy="239714"/>
          </a:xfrm>
          <a:custGeom>
            <a:avLst/>
            <a:gdLst/>
            <a:ahLst/>
            <a:cxnLst/>
            <a:rect l="0" t="0" r="0" b="0"/>
            <a:pathLst>
              <a:path w="676276" h="239714">
                <a:moveTo>
                  <a:pt x="0" y="182563"/>
                </a:moveTo>
                <a:lnTo>
                  <a:pt x="676275" y="0"/>
                </a:lnTo>
                <a:lnTo>
                  <a:pt x="676275" y="57150"/>
                </a:lnTo>
                <a:lnTo>
                  <a:pt x="0" y="239713"/>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3179" name="Freeform: Shape 3178">
            <a:extLst>
              <a:ext uri="{FF2B5EF4-FFF2-40B4-BE49-F238E27FC236}">
                <a16:creationId xmlns:a16="http://schemas.microsoft.com/office/drawing/2014/main" id="{DF06E80A-34B5-569A-92CB-AA90D8677F95}"/>
              </a:ext>
            </a:extLst>
          </p:cNvPr>
          <p:cNvSpPr/>
          <p:nvPr>
            <p:custDataLst>
              <p:tags r:id="rId26"/>
            </p:custDataLst>
          </p:nvPr>
        </p:nvSpPr>
        <p:spPr bwMode="auto">
          <a:xfrm>
            <a:off x="8104188" y="2828925"/>
            <a:ext cx="674688" cy="238126"/>
          </a:xfrm>
          <a:custGeom>
            <a:avLst/>
            <a:gdLst/>
            <a:ahLst/>
            <a:cxnLst/>
            <a:rect l="0" t="0" r="0" b="0"/>
            <a:pathLst>
              <a:path w="674688" h="238126">
                <a:moveTo>
                  <a:pt x="0" y="180975"/>
                </a:moveTo>
                <a:lnTo>
                  <a:pt x="674687" y="0"/>
                </a:lnTo>
                <a:lnTo>
                  <a:pt x="674687" y="57150"/>
                </a:lnTo>
                <a:lnTo>
                  <a:pt x="0" y="238125"/>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3182" name="Freeform: Shape 3181">
            <a:extLst>
              <a:ext uri="{FF2B5EF4-FFF2-40B4-BE49-F238E27FC236}">
                <a16:creationId xmlns:a16="http://schemas.microsoft.com/office/drawing/2014/main" id="{F7F362FB-DB23-55A3-7EFC-5DB763330CD4}"/>
              </a:ext>
            </a:extLst>
          </p:cNvPr>
          <p:cNvSpPr/>
          <p:nvPr>
            <p:custDataLst>
              <p:tags r:id="rId27"/>
            </p:custDataLst>
          </p:nvPr>
        </p:nvSpPr>
        <p:spPr bwMode="auto">
          <a:xfrm>
            <a:off x="9536113" y="2828925"/>
            <a:ext cx="676276" cy="239714"/>
          </a:xfrm>
          <a:custGeom>
            <a:avLst/>
            <a:gdLst/>
            <a:ahLst/>
            <a:cxnLst/>
            <a:rect l="0" t="0" r="0" b="0"/>
            <a:pathLst>
              <a:path w="676276" h="239714">
                <a:moveTo>
                  <a:pt x="0" y="182563"/>
                </a:moveTo>
                <a:lnTo>
                  <a:pt x="676275" y="0"/>
                </a:lnTo>
                <a:lnTo>
                  <a:pt x="676275" y="57150"/>
                </a:lnTo>
                <a:lnTo>
                  <a:pt x="0" y="239713"/>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4" name="Freeform: Shape 3173">
            <a:extLst>
              <a:ext uri="{FF2B5EF4-FFF2-40B4-BE49-F238E27FC236}">
                <a16:creationId xmlns:a16="http://schemas.microsoft.com/office/drawing/2014/main" id="{DBEEB398-11E5-5752-641D-95B165EDCFAD}"/>
              </a:ext>
            </a:extLst>
          </p:cNvPr>
          <p:cNvSpPr/>
          <p:nvPr>
            <p:custDataLst>
              <p:tags r:id="rId28"/>
            </p:custDataLst>
          </p:nvPr>
        </p:nvSpPr>
        <p:spPr bwMode="auto">
          <a:xfrm>
            <a:off x="9536113" y="2028825"/>
            <a:ext cx="676276" cy="182564"/>
          </a:xfrm>
          <a:custGeom>
            <a:avLst/>
            <a:gdLst/>
            <a:ahLst/>
            <a:cxnLst/>
            <a:rect l="0" t="0" r="0" b="0"/>
            <a:pathLst>
              <a:path w="676276" h="182564">
                <a:moveTo>
                  <a:pt x="0" y="182563"/>
                </a:moveTo>
                <a:lnTo>
                  <a:pt x="676275"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75" name="Freeform: Shape 3174">
            <a:extLst>
              <a:ext uri="{FF2B5EF4-FFF2-40B4-BE49-F238E27FC236}">
                <a16:creationId xmlns:a16="http://schemas.microsoft.com/office/drawing/2014/main" id="{CBD5A317-02A9-0402-5691-E46395D6ECFA}"/>
              </a:ext>
            </a:extLst>
          </p:cNvPr>
          <p:cNvSpPr/>
          <p:nvPr>
            <p:custDataLst>
              <p:tags r:id="rId29"/>
            </p:custDataLst>
          </p:nvPr>
        </p:nvSpPr>
        <p:spPr bwMode="auto">
          <a:xfrm>
            <a:off x="9536113" y="2085975"/>
            <a:ext cx="676276" cy="182564"/>
          </a:xfrm>
          <a:custGeom>
            <a:avLst/>
            <a:gdLst/>
            <a:ahLst/>
            <a:cxnLst/>
            <a:rect l="0" t="0" r="0" b="0"/>
            <a:pathLst>
              <a:path w="676276" h="182564">
                <a:moveTo>
                  <a:pt x="0" y="182563"/>
                </a:moveTo>
                <a:lnTo>
                  <a:pt x="676275"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77" name="Freeform: Shape 3176">
            <a:extLst>
              <a:ext uri="{FF2B5EF4-FFF2-40B4-BE49-F238E27FC236}">
                <a16:creationId xmlns:a16="http://schemas.microsoft.com/office/drawing/2014/main" id="{202D8445-668F-66C8-2FD7-71A8499DCF10}"/>
              </a:ext>
            </a:extLst>
          </p:cNvPr>
          <p:cNvSpPr/>
          <p:nvPr>
            <p:custDataLst>
              <p:tags r:id="rId30"/>
            </p:custDataLst>
          </p:nvPr>
        </p:nvSpPr>
        <p:spPr bwMode="auto">
          <a:xfrm>
            <a:off x="8104188" y="2828925"/>
            <a:ext cx="674688" cy="180976"/>
          </a:xfrm>
          <a:custGeom>
            <a:avLst/>
            <a:gdLst/>
            <a:ahLst/>
            <a:cxnLst/>
            <a:rect l="0" t="0" r="0" b="0"/>
            <a:pathLst>
              <a:path w="674688" h="180976">
                <a:moveTo>
                  <a:pt x="0" y="180975"/>
                </a:moveTo>
                <a:lnTo>
                  <a:pt x="674687"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78" name="Freeform: Shape 3177">
            <a:extLst>
              <a:ext uri="{FF2B5EF4-FFF2-40B4-BE49-F238E27FC236}">
                <a16:creationId xmlns:a16="http://schemas.microsoft.com/office/drawing/2014/main" id="{D197003F-E236-5F7F-340A-3575EFDF33E0}"/>
              </a:ext>
            </a:extLst>
          </p:cNvPr>
          <p:cNvSpPr/>
          <p:nvPr>
            <p:custDataLst>
              <p:tags r:id="rId31"/>
            </p:custDataLst>
          </p:nvPr>
        </p:nvSpPr>
        <p:spPr bwMode="auto">
          <a:xfrm>
            <a:off x="8104188" y="2886075"/>
            <a:ext cx="674688" cy="180976"/>
          </a:xfrm>
          <a:custGeom>
            <a:avLst/>
            <a:gdLst/>
            <a:ahLst/>
            <a:cxnLst/>
            <a:rect l="0" t="0" r="0" b="0"/>
            <a:pathLst>
              <a:path w="674688" h="180976">
                <a:moveTo>
                  <a:pt x="0" y="180975"/>
                </a:moveTo>
                <a:lnTo>
                  <a:pt x="674687"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80" name="Freeform: Shape 3179">
            <a:extLst>
              <a:ext uri="{FF2B5EF4-FFF2-40B4-BE49-F238E27FC236}">
                <a16:creationId xmlns:a16="http://schemas.microsoft.com/office/drawing/2014/main" id="{5D476CD5-0FF2-CF3D-4278-B5D1A4A58169}"/>
              </a:ext>
            </a:extLst>
          </p:cNvPr>
          <p:cNvSpPr/>
          <p:nvPr>
            <p:custDataLst>
              <p:tags r:id="rId32"/>
            </p:custDataLst>
          </p:nvPr>
        </p:nvSpPr>
        <p:spPr bwMode="auto">
          <a:xfrm>
            <a:off x="9536113" y="2828925"/>
            <a:ext cx="676276" cy="182564"/>
          </a:xfrm>
          <a:custGeom>
            <a:avLst/>
            <a:gdLst/>
            <a:ahLst/>
            <a:cxnLst/>
            <a:rect l="0" t="0" r="0" b="0"/>
            <a:pathLst>
              <a:path w="676276" h="182564">
                <a:moveTo>
                  <a:pt x="0" y="182563"/>
                </a:moveTo>
                <a:lnTo>
                  <a:pt x="676275"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81" name="Freeform: Shape 3180">
            <a:extLst>
              <a:ext uri="{FF2B5EF4-FFF2-40B4-BE49-F238E27FC236}">
                <a16:creationId xmlns:a16="http://schemas.microsoft.com/office/drawing/2014/main" id="{42477078-B2CB-966E-7B0D-50F18F85FF92}"/>
              </a:ext>
            </a:extLst>
          </p:cNvPr>
          <p:cNvSpPr/>
          <p:nvPr>
            <p:custDataLst>
              <p:tags r:id="rId33"/>
            </p:custDataLst>
          </p:nvPr>
        </p:nvSpPr>
        <p:spPr bwMode="auto">
          <a:xfrm>
            <a:off x="9536113" y="2886075"/>
            <a:ext cx="676276" cy="182564"/>
          </a:xfrm>
          <a:custGeom>
            <a:avLst/>
            <a:gdLst/>
            <a:ahLst/>
            <a:cxnLst/>
            <a:rect l="0" t="0" r="0" b="0"/>
            <a:pathLst>
              <a:path w="676276" h="182564">
                <a:moveTo>
                  <a:pt x="0" y="182563"/>
                </a:moveTo>
                <a:lnTo>
                  <a:pt x="676275"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264" name="Text Placeholder 4">
            <a:extLst>
              <a:ext uri="{FF2B5EF4-FFF2-40B4-BE49-F238E27FC236}">
                <a16:creationId xmlns:a16="http://schemas.microsoft.com/office/drawing/2014/main" id="{6819247A-A210-217A-390E-677C3D2E6737}"/>
              </a:ext>
            </a:extLst>
          </p:cNvPr>
          <p:cNvSpPr>
            <a:spLocks/>
          </p:cNvSpPr>
          <p:nvPr>
            <p:custDataLst>
              <p:tags r:id="rId34"/>
            </p:custDataLst>
          </p:nvPr>
        </p:nvSpPr>
        <p:spPr bwMode="auto">
          <a:xfrm>
            <a:off x="6578600" y="3368675"/>
            <a:ext cx="862013"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09194CB7-E7DC-4460-8F7F-42793C53E174}" type="datetime'''''''Fi''rs''t ''time ''''con''''sult''''ati''''''on''s'">
              <a:rPr lang="en-US" altLang="en-US" sz="1200" b="1" smtClean="0">
                <a:solidFill>
                  <a:srgbClr val="70AD47">
                    <a:lumMod val="10000"/>
                  </a:srgbClr>
                </a:solidFill>
              </a:rPr>
              <a:pPr lvl="0" algn="ctr">
                <a:spcBef>
                  <a:spcPct val="0"/>
                </a:spcBef>
                <a:spcAft>
                  <a:spcPct val="0"/>
                </a:spcAft>
                <a:buClr>
                  <a:prstClr val="black"/>
                </a:buClr>
                <a:defRPr/>
              </a:pPr>
              <a:t>First time consultations</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269" name="Text Placeholder 2">
            <a:extLst>
              <a:ext uri="{FF2B5EF4-FFF2-40B4-BE49-F238E27FC236}">
                <a16:creationId xmlns:a16="http://schemas.microsoft.com/office/drawing/2014/main" id="{87BB863F-9716-77B5-70B5-97E8A856AB8A}"/>
              </a:ext>
            </a:extLst>
          </p:cNvPr>
          <p:cNvSpPr>
            <a:spLocks/>
          </p:cNvSpPr>
          <p:nvPr>
            <p:custDataLst>
              <p:tags r:id="rId35"/>
            </p:custDataLst>
          </p:nvPr>
        </p:nvSpPr>
        <p:spPr bwMode="gray">
          <a:xfrm>
            <a:off x="8243888" y="3079750"/>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4D2B794-E59E-48D3-A2B1-D3A9ADAA4781}" type="datetime'1'''',''''''''''''''''30''''''''''''3'''''''''''''">
              <a:rPr lang="en-US" altLang="en-US" sz="1200" smtClean="0">
                <a:solidFill>
                  <a:schemeClr val="bg1"/>
                </a:solidFill>
                <a:effectLst/>
                <a:sym typeface="Arial\"/>
              </a:rPr>
              <a:pPr marL="0" lvl="0" indent="0" algn="ctr">
                <a:spcBef>
                  <a:spcPct val="0"/>
                </a:spcBef>
                <a:spcAft>
                  <a:spcPct val="0"/>
                </a:spcAft>
                <a:buNone/>
              </a:pPr>
              <a:t>1,303</a:t>
            </a:fld>
            <a:endParaRPr lang="en-US" sz="1200">
              <a:solidFill>
                <a:schemeClr val="bg1"/>
              </a:solidFill>
              <a:sym typeface="Arial\"/>
            </a:endParaRPr>
          </a:p>
        </p:txBody>
      </p:sp>
      <p:sp>
        <p:nvSpPr>
          <p:cNvPr id="3157" name="Text Placeholder 2">
            <a:extLst>
              <a:ext uri="{FF2B5EF4-FFF2-40B4-BE49-F238E27FC236}">
                <a16:creationId xmlns:a16="http://schemas.microsoft.com/office/drawing/2014/main" id="{B1BB427F-B38F-8340-7E28-BC6CC8C1716D}"/>
              </a:ext>
            </a:extLst>
          </p:cNvPr>
          <p:cNvSpPr>
            <a:spLocks/>
          </p:cNvSpPr>
          <p:nvPr>
            <p:custDataLst>
              <p:tags r:id="rId36"/>
            </p:custDataLst>
          </p:nvPr>
        </p:nvSpPr>
        <p:spPr bwMode="gray">
          <a:xfrm>
            <a:off x="8380413" y="2714625"/>
            <a:ext cx="122238" cy="165100"/>
          </a:xfrm>
          <a:prstGeom prst="rect">
            <a:avLst/>
          </a:prstGeom>
          <a:solidFill>
            <a:srgbClr val="17B2A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DCDFEBE-7CAD-4941-9A7C-95BC88E5CC65}" type="datetime'''''''''''''''''''''''''''''''''''''2'''''''''''''''">
              <a:rPr lang="en-US" altLang="en-US" sz="1200" smtClean="0">
                <a:solidFill>
                  <a:schemeClr val="bg1"/>
                </a:solidFill>
                <a:effectLst/>
              </a:rPr>
              <a:pPr marL="0" lvl="0" indent="0" algn="ctr">
                <a:spcBef>
                  <a:spcPct val="0"/>
                </a:spcBef>
                <a:spcAft>
                  <a:spcPct val="0"/>
                </a:spcAft>
                <a:buNone/>
              </a:pPr>
              <a:t>2</a:t>
            </a:fld>
            <a:endParaRPr lang="en-US" sz="1200">
              <a:solidFill>
                <a:schemeClr val="bg1"/>
              </a:solidFill>
              <a:sym typeface="Arial\"/>
            </a:endParaRPr>
          </a:p>
        </p:txBody>
      </p:sp>
      <p:sp>
        <p:nvSpPr>
          <p:cNvPr id="51" name="Text Placeholder 4">
            <a:extLst>
              <a:ext uri="{FF2B5EF4-FFF2-40B4-BE49-F238E27FC236}">
                <a16:creationId xmlns:a16="http://schemas.microsoft.com/office/drawing/2014/main" id="{88D1707D-AA05-9360-B6A0-9B232478511E}"/>
              </a:ext>
            </a:extLst>
          </p:cNvPr>
          <p:cNvSpPr>
            <a:spLocks/>
          </p:cNvSpPr>
          <p:nvPr>
            <p:custDataLst>
              <p:tags r:id="rId37"/>
            </p:custDataLst>
          </p:nvPr>
        </p:nvSpPr>
        <p:spPr bwMode="auto">
          <a:xfrm>
            <a:off x="8123238" y="3368675"/>
            <a:ext cx="636588"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6ED2E65A-5EBA-439F-97AF-4CF9CF5FBE4A}" type="datetime'''F''''''''o''''''''ll''''''''''''''o''''''''w ''''''''up'''">
              <a:rPr lang="en-US" altLang="en-US" sz="1200" b="1" smtClean="0">
                <a:solidFill>
                  <a:srgbClr val="70AD47">
                    <a:lumMod val="10000"/>
                  </a:srgbClr>
                </a:solidFill>
              </a:rPr>
              <a:pPr lvl="0" algn="ctr">
                <a:spcBef>
                  <a:spcPct val="0"/>
                </a:spcBef>
                <a:spcAft>
                  <a:spcPct val="0"/>
                </a:spcAft>
                <a:buClr>
                  <a:prstClr val="black"/>
                </a:buClr>
                <a:defRPr/>
              </a:pPr>
              <a:t>Follow up</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271" name="Text Placeholder 2">
            <a:extLst>
              <a:ext uri="{FF2B5EF4-FFF2-40B4-BE49-F238E27FC236}">
                <a16:creationId xmlns:a16="http://schemas.microsoft.com/office/drawing/2014/main" id="{87BB863F-9716-77B5-70B5-97E8A856AB8A}"/>
              </a:ext>
            </a:extLst>
          </p:cNvPr>
          <p:cNvSpPr>
            <a:spLocks/>
          </p:cNvSpPr>
          <p:nvPr>
            <p:custDataLst>
              <p:tags r:id="rId38"/>
            </p:custDataLst>
          </p:nvPr>
        </p:nvSpPr>
        <p:spPr bwMode="gray">
          <a:xfrm>
            <a:off x="9677400" y="2647950"/>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B06B7F5-EFD6-4C63-A943-6EEBE0203DF6}" type="datetime'''''1'''',''''''''''''''''''4''05'''''''">
              <a:rPr lang="en-US" altLang="en-US" sz="1200" smtClean="0">
                <a:solidFill>
                  <a:schemeClr val="bg1"/>
                </a:solidFill>
                <a:effectLst/>
                <a:sym typeface="Arial\"/>
              </a:rPr>
              <a:pPr marL="0" lvl="0" indent="0" algn="ctr">
                <a:spcBef>
                  <a:spcPct val="0"/>
                </a:spcBef>
                <a:spcAft>
                  <a:spcPct val="0"/>
                </a:spcAft>
                <a:buNone/>
              </a:pPr>
              <a:t>1,405</a:t>
            </a:fld>
            <a:endParaRPr lang="en-US" sz="1200">
              <a:solidFill>
                <a:schemeClr val="bg1"/>
              </a:solidFill>
              <a:sym typeface="Arial\"/>
            </a:endParaRPr>
          </a:p>
        </p:txBody>
      </p:sp>
      <p:sp>
        <p:nvSpPr>
          <p:cNvPr id="3255" name="Text Placeholder 2">
            <a:extLst>
              <a:ext uri="{FF2B5EF4-FFF2-40B4-BE49-F238E27FC236}">
                <a16:creationId xmlns:a16="http://schemas.microsoft.com/office/drawing/2014/main" id="{87BB863F-9716-77B5-70B5-97E8A856AB8A}"/>
              </a:ext>
            </a:extLst>
          </p:cNvPr>
          <p:cNvSpPr>
            <a:spLocks/>
          </p:cNvSpPr>
          <p:nvPr>
            <p:custDataLst>
              <p:tags r:id="rId39"/>
            </p:custDataLst>
          </p:nvPr>
        </p:nvSpPr>
        <p:spPr bwMode="gray">
          <a:xfrm>
            <a:off x="9736138" y="2065338"/>
            <a:ext cx="277813" cy="165100"/>
          </a:xfrm>
          <a:prstGeom prst="rect">
            <a:avLst/>
          </a:prstGeom>
          <a:solidFill>
            <a:srgbClr val="17B2A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63F47E2-1618-41CC-9D31-DAC06A374224}" type="datetime'''''''''''''''''''''''5''''3''9'''''''''''''''''''''">
              <a:rPr lang="en-US" altLang="en-US" sz="1200" smtClean="0">
                <a:solidFill>
                  <a:schemeClr val="bg1"/>
                </a:solidFill>
                <a:effectLst/>
                <a:sym typeface="Arial\"/>
              </a:rPr>
              <a:pPr marL="0" lvl="0" indent="0" algn="ctr">
                <a:spcBef>
                  <a:spcPct val="0"/>
                </a:spcBef>
                <a:spcAft>
                  <a:spcPct val="0"/>
                </a:spcAft>
                <a:buNone/>
              </a:pPr>
              <a:t>539</a:t>
            </a:fld>
            <a:endParaRPr lang="en-US" sz="1200">
              <a:solidFill>
                <a:schemeClr val="bg1"/>
              </a:solidFill>
              <a:sym typeface="Arial\"/>
            </a:endParaRPr>
          </a:p>
        </p:txBody>
      </p:sp>
      <p:sp>
        <p:nvSpPr>
          <p:cNvPr id="58" name="Text Placeholder 4">
            <a:extLst>
              <a:ext uri="{FF2B5EF4-FFF2-40B4-BE49-F238E27FC236}">
                <a16:creationId xmlns:a16="http://schemas.microsoft.com/office/drawing/2014/main" id="{EB653A31-1762-02DE-FC60-560096DEFD14}"/>
              </a:ext>
            </a:extLst>
          </p:cNvPr>
          <p:cNvSpPr>
            <a:spLocks/>
          </p:cNvSpPr>
          <p:nvPr>
            <p:custDataLst>
              <p:tags r:id="rId40"/>
            </p:custDataLst>
          </p:nvPr>
        </p:nvSpPr>
        <p:spPr bwMode="auto">
          <a:xfrm>
            <a:off x="9474200" y="3368675"/>
            <a:ext cx="8001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403D4886-B009-4BB0-997C-430CB1D58903}" type="datetime'''Su''''''r''vi''''vo''rs''''''h''''i''''''''''p'''">
              <a:rPr lang="en-US" altLang="en-US" sz="1200" b="1" smtClean="0">
                <a:solidFill>
                  <a:srgbClr val="70AD47">
                    <a:lumMod val="10000"/>
                  </a:srgbClr>
                </a:solidFill>
              </a:rPr>
              <a:pPr lvl="0" algn="ctr">
                <a:spcBef>
                  <a:spcPct val="0"/>
                </a:spcBef>
                <a:spcAft>
                  <a:spcPct val="0"/>
                </a:spcAft>
                <a:buClr>
                  <a:prstClr val="black"/>
                </a:buClr>
                <a:defRPr/>
              </a:pPr>
              <a:t>Survivorship</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86" name="Text Placeholder 2">
            <a:extLst>
              <a:ext uri="{FF2B5EF4-FFF2-40B4-BE49-F238E27FC236}">
                <a16:creationId xmlns:a16="http://schemas.microsoft.com/office/drawing/2014/main" id="{87BB863F-9716-77B5-70B5-97E8A856AB8A}"/>
              </a:ext>
            </a:extLst>
          </p:cNvPr>
          <p:cNvSpPr>
            <a:spLocks/>
          </p:cNvSpPr>
          <p:nvPr>
            <p:custDataLst>
              <p:tags r:id="rId41"/>
            </p:custDataLst>
          </p:nvPr>
        </p:nvSpPr>
        <p:spPr bwMode="auto">
          <a:xfrm>
            <a:off x="10283825" y="2733675"/>
            <a:ext cx="10763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8AEAD291-BAAB-4089-9EED-B527A085E85A}" type="datetime'C''''u''rrent'' O''C p''''''''at''ien''''''''t''''s'''''">
              <a:rPr lang="en-US" altLang="en-US" sz="1050" smtClean="0"/>
              <a:pPr marL="0" lvl="0" indent="0">
                <a:spcBef>
                  <a:spcPct val="0"/>
                </a:spcBef>
                <a:spcAft>
                  <a:spcPct val="0"/>
                </a:spcAft>
                <a:buNone/>
              </a:pPr>
              <a:t>Current OC patients</a:t>
            </a:fld>
            <a:endParaRPr lang="en-US" sz="1050">
              <a:sym typeface="Arial\"/>
            </a:endParaRPr>
          </a:p>
        </p:txBody>
      </p:sp>
      <p:sp>
        <p:nvSpPr>
          <p:cNvPr id="3188" name="Text Placeholder 2">
            <a:extLst>
              <a:ext uri="{FF2B5EF4-FFF2-40B4-BE49-F238E27FC236}">
                <a16:creationId xmlns:a16="http://schemas.microsoft.com/office/drawing/2014/main" id="{87BB863F-9716-77B5-70B5-97E8A856AB8A}"/>
              </a:ext>
            </a:extLst>
          </p:cNvPr>
          <p:cNvSpPr>
            <a:spLocks/>
          </p:cNvSpPr>
          <p:nvPr>
            <p:custDataLst>
              <p:tags r:id="rId42"/>
            </p:custDataLst>
          </p:nvPr>
        </p:nvSpPr>
        <p:spPr bwMode="auto">
          <a:xfrm>
            <a:off x="10283825" y="2076450"/>
            <a:ext cx="8985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90CB857A-40A4-4255-8E76-12A51891FDCA}" type="datetime'Non''''-''''O''C'''' ''''p''''a''t''i''''''''e''''''nt''''s'">
              <a:rPr lang="en-US" altLang="en-US" sz="1050" smtClean="0"/>
              <a:pPr marL="0" lvl="0" indent="0">
                <a:spcBef>
                  <a:spcPct val="0"/>
                </a:spcBef>
                <a:spcAft>
                  <a:spcPct val="0"/>
                </a:spcAft>
                <a:buNone/>
              </a:pPr>
              <a:t>Non-OC patients</a:t>
            </a:fld>
            <a:endParaRPr lang="en-US" sz="1050">
              <a:sym typeface="Arial\"/>
            </a:endParaRPr>
          </a:p>
        </p:txBody>
      </p:sp>
      <p:sp>
        <p:nvSpPr>
          <p:cNvPr id="3159" name="Text Placeholder 2">
            <a:extLst>
              <a:ext uri="{FF2B5EF4-FFF2-40B4-BE49-F238E27FC236}">
                <a16:creationId xmlns:a16="http://schemas.microsoft.com/office/drawing/2014/main" id="{87BB863F-9716-77B5-70B5-97E8A856AB8A}"/>
              </a:ext>
            </a:extLst>
          </p:cNvPr>
          <p:cNvSpPr>
            <a:spLocks/>
          </p:cNvSpPr>
          <p:nvPr>
            <p:custDataLst>
              <p:tags r:id="rId43"/>
            </p:custDataLst>
          </p:nvPr>
        </p:nvSpPr>
        <p:spPr bwMode="gray">
          <a:xfrm>
            <a:off x="8243888" y="2549525"/>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74F801B-1472-4D53-9ECD-881CD187E173}" type="datetime'''''''''1,''3''''''''''''''''''''''''''''0''5'''''''''''">
              <a:rPr lang="en-US" altLang="en-US" sz="1200" smtClean="0"/>
              <a:pPr marL="0" lvl="0" indent="0" algn="ctr">
                <a:spcBef>
                  <a:spcPct val="0"/>
                </a:spcBef>
                <a:spcAft>
                  <a:spcPct val="0"/>
                </a:spcAft>
                <a:buNone/>
              </a:pPr>
              <a:t>1,305</a:t>
            </a:fld>
            <a:endParaRPr lang="en-US" sz="1200">
              <a:sym typeface="Arial\"/>
            </a:endParaRPr>
          </a:p>
        </p:txBody>
      </p:sp>
      <p:sp>
        <p:nvSpPr>
          <p:cNvPr id="3168" name="Text Placeholder 2">
            <a:extLst>
              <a:ext uri="{FF2B5EF4-FFF2-40B4-BE49-F238E27FC236}">
                <a16:creationId xmlns:a16="http://schemas.microsoft.com/office/drawing/2014/main" id="{87BB863F-9716-77B5-70B5-97E8A856AB8A}"/>
              </a:ext>
            </a:extLst>
          </p:cNvPr>
          <p:cNvSpPr>
            <a:spLocks/>
          </p:cNvSpPr>
          <p:nvPr>
            <p:custDataLst>
              <p:tags r:id="rId44"/>
            </p:custDataLst>
          </p:nvPr>
        </p:nvSpPr>
        <p:spPr bwMode="gray">
          <a:xfrm>
            <a:off x="9677400" y="1812925"/>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ED25A6A-BAB5-4080-8ACB-2F80FEA23271}" type="datetime'''''''''''''''''''1'''''''''',9''4''4'''''''">
              <a:rPr lang="en-US" altLang="en-US" sz="1200" smtClean="0"/>
              <a:pPr marL="0" lvl="0" indent="0" algn="ctr">
                <a:spcBef>
                  <a:spcPct val="0"/>
                </a:spcBef>
                <a:spcAft>
                  <a:spcPct val="0"/>
                </a:spcAft>
                <a:buNone/>
              </a:pPr>
              <a:t>1,944</a:t>
            </a:fld>
            <a:endParaRPr lang="en-US" sz="1200">
              <a:sym typeface="Arial\"/>
            </a:endParaRPr>
          </a:p>
        </p:txBody>
      </p:sp>
      <p:graphicFrame>
        <p:nvGraphicFramePr>
          <p:cNvPr id="3254" name="Chart 3253">
            <a:extLst>
              <a:ext uri="{FF2B5EF4-FFF2-40B4-BE49-F238E27FC236}">
                <a16:creationId xmlns:a16="http://schemas.microsoft.com/office/drawing/2014/main" id="{D75A749D-97F0-3ACD-3F13-9A95DD9F3C41}"/>
              </a:ext>
            </a:extLst>
          </p:cNvPr>
          <p:cNvGraphicFramePr/>
          <p:nvPr>
            <p:custDataLst>
              <p:tags r:id="rId45"/>
            </p:custDataLst>
            <p:extLst>
              <p:ext uri="{D42A27DB-BD31-4B8C-83A1-F6EECF244321}">
                <p14:modId xmlns:p14="http://schemas.microsoft.com/office/powerpoint/2010/main" val="4098206574"/>
              </p:ext>
            </p:extLst>
          </p:nvPr>
        </p:nvGraphicFramePr>
        <p:xfrm>
          <a:off x="6210300" y="4392613"/>
          <a:ext cx="3492500" cy="1901825"/>
        </p:xfrm>
        <a:graphic>
          <a:graphicData uri="http://schemas.openxmlformats.org/drawingml/2006/chart">
            <c:chart xmlns:c="http://schemas.openxmlformats.org/drawingml/2006/chart" xmlns:r="http://schemas.openxmlformats.org/officeDocument/2006/relationships" r:id="rId75"/>
          </a:graphicData>
        </a:graphic>
      </p:graphicFrame>
      <p:sp useBgFill="1">
        <p:nvSpPr>
          <p:cNvPr id="3165" name="Freeform: Shape 3164">
            <a:extLst>
              <a:ext uri="{FF2B5EF4-FFF2-40B4-BE49-F238E27FC236}">
                <a16:creationId xmlns:a16="http://schemas.microsoft.com/office/drawing/2014/main" id="{621DF179-52F2-AA0B-CD7B-CF56DE74765F}"/>
              </a:ext>
            </a:extLst>
          </p:cNvPr>
          <p:cNvSpPr/>
          <p:nvPr>
            <p:custDataLst>
              <p:tags r:id="rId46"/>
            </p:custDataLst>
          </p:nvPr>
        </p:nvSpPr>
        <p:spPr bwMode="auto">
          <a:xfrm>
            <a:off x="7683500" y="5164138"/>
            <a:ext cx="546101" cy="204788"/>
          </a:xfrm>
          <a:custGeom>
            <a:avLst/>
            <a:gdLst/>
            <a:ahLst/>
            <a:cxnLst/>
            <a:rect l="0" t="0" r="0" b="0"/>
            <a:pathLst>
              <a:path w="546101" h="204788">
                <a:moveTo>
                  <a:pt x="0" y="147637"/>
                </a:moveTo>
                <a:lnTo>
                  <a:pt x="546100" y="0"/>
                </a:lnTo>
                <a:lnTo>
                  <a:pt x="546100" y="57150"/>
                </a:lnTo>
                <a:lnTo>
                  <a:pt x="0" y="204787"/>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3171" name="Freeform: Shape 3170">
            <a:extLst>
              <a:ext uri="{FF2B5EF4-FFF2-40B4-BE49-F238E27FC236}">
                <a16:creationId xmlns:a16="http://schemas.microsoft.com/office/drawing/2014/main" id="{F255DA2D-CFFE-90A1-AB2B-671575A0050B}"/>
              </a:ext>
            </a:extLst>
          </p:cNvPr>
          <p:cNvSpPr/>
          <p:nvPr>
            <p:custDataLst>
              <p:tags r:id="rId47"/>
            </p:custDataLst>
          </p:nvPr>
        </p:nvSpPr>
        <p:spPr bwMode="auto">
          <a:xfrm>
            <a:off x="8791575" y="5164138"/>
            <a:ext cx="546101" cy="204788"/>
          </a:xfrm>
          <a:custGeom>
            <a:avLst/>
            <a:gdLst/>
            <a:ahLst/>
            <a:cxnLst/>
            <a:rect l="0" t="0" r="0" b="0"/>
            <a:pathLst>
              <a:path w="546101" h="204788">
                <a:moveTo>
                  <a:pt x="0" y="147637"/>
                </a:moveTo>
                <a:lnTo>
                  <a:pt x="546100" y="0"/>
                </a:lnTo>
                <a:lnTo>
                  <a:pt x="546100" y="57150"/>
                </a:lnTo>
                <a:lnTo>
                  <a:pt x="0" y="204787"/>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3" name="Freeform: Shape 3162">
            <a:extLst>
              <a:ext uri="{FF2B5EF4-FFF2-40B4-BE49-F238E27FC236}">
                <a16:creationId xmlns:a16="http://schemas.microsoft.com/office/drawing/2014/main" id="{493A051F-6328-FC34-F694-EFF9F4C363FA}"/>
              </a:ext>
            </a:extLst>
          </p:cNvPr>
          <p:cNvSpPr/>
          <p:nvPr>
            <p:custDataLst>
              <p:tags r:id="rId48"/>
            </p:custDataLst>
          </p:nvPr>
        </p:nvSpPr>
        <p:spPr bwMode="auto">
          <a:xfrm>
            <a:off x="7683500" y="5164138"/>
            <a:ext cx="546101" cy="147638"/>
          </a:xfrm>
          <a:custGeom>
            <a:avLst/>
            <a:gdLst/>
            <a:ahLst/>
            <a:cxnLst/>
            <a:rect l="0" t="0" r="0" b="0"/>
            <a:pathLst>
              <a:path w="546101" h="147638">
                <a:moveTo>
                  <a:pt x="0" y="147637"/>
                </a:moveTo>
                <a:lnTo>
                  <a:pt x="54610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64" name="Freeform: Shape 3163">
            <a:extLst>
              <a:ext uri="{FF2B5EF4-FFF2-40B4-BE49-F238E27FC236}">
                <a16:creationId xmlns:a16="http://schemas.microsoft.com/office/drawing/2014/main" id="{5BAC562B-4AEF-4C1D-A9D4-47DDC157E3A4}"/>
              </a:ext>
            </a:extLst>
          </p:cNvPr>
          <p:cNvSpPr/>
          <p:nvPr>
            <p:custDataLst>
              <p:tags r:id="rId49"/>
            </p:custDataLst>
          </p:nvPr>
        </p:nvSpPr>
        <p:spPr bwMode="auto">
          <a:xfrm>
            <a:off x="7683500" y="5221288"/>
            <a:ext cx="546101" cy="147638"/>
          </a:xfrm>
          <a:custGeom>
            <a:avLst/>
            <a:gdLst/>
            <a:ahLst/>
            <a:cxnLst/>
            <a:rect l="0" t="0" r="0" b="0"/>
            <a:pathLst>
              <a:path w="546101" h="147638">
                <a:moveTo>
                  <a:pt x="0" y="147637"/>
                </a:moveTo>
                <a:lnTo>
                  <a:pt x="54610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66" name="Freeform: Shape 3165">
            <a:extLst>
              <a:ext uri="{FF2B5EF4-FFF2-40B4-BE49-F238E27FC236}">
                <a16:creationId xmlns:a16="http://schemas.microsoft.com/office/drawing/2014/main" id="{22E6F053-CD0F-FD98-D034-0A8E1F0720F2}"/>
              </a:ext>
            </a:extLst>
          </p:cNvPr>
          <p:cNvSpPr/>
          <p:nvPr>
            <p:custDataLst>
              <p:tags r:id="rId50"/>
            </p:custDataLst>
          </p:nvPr>
        </p:nvSpPr>
        <p:spPr bwMode="auto">
          <a:xfrm>
            <a:off x="8791575" y="5164138"/>
            <a:ext cx="546101" cy="147638"/>
          </a:xfrm>
          <a:custGeom>
            <a:avLst/>
            <a:gdLst/>
            <a:ahLst/>
            <a:cxnLst/>
            <a:rect l="0" t="0" r="0" b="0"/>
            <a:pathLst>
              <a:path w="546101" h="147638">
                <a:moveTo>
                  <a:pt x="0" y="147637"/>
                </a:moveTo>
                <a:lnTo>
                  <a:pt x="54610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69" name="Freeform: Shape 3168">
            <a:extLst>
              <a:ext uri="{FF2B5EF4-FFF2-40B4-BE49-F238E27FC236}">
                <a16:creationId xmlns:a16="http://schemas.microsoft.com/office/drawing/2014/main" id="{88B3A70E-EBEC-08BC-98EC-43F5BAD5A51F}"/>
              </a:ext>
            </a:extLst>
          </p:cNvPr>
          <p:cNvSpPr/>
          <p:nvPr>
            <p:custDataLst>
              <p:tags r:id="rId51"/>
            </p:custDataLst>
          </p:nvPr>
        </p:nvSpPr>
        <p:spPr bwMode="auto">
          <a:xfrm>
            <a:off x="8791575" y="5221288"/>
            <a:ext cx="546101" cy="147638"/>
          </a:xfrm>
          <a:custGeom>
            <a:avLst/>
            <a:gdLst/>
            <a:ahLst/>
            <a:cxnLst/>
            <a:rect l="0" t="0" r="0" b="0"/>
            <a:pathLst>
              <a:path w="546101" h="147638">
                <a:moveTo>
                  <a:pt x="0" y="147637"/>
                </a:moveTo>
                <a:lnTo>
                  <a:pt x="54610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218" name="Text Placeholder 2">
            <a:extLst>
              <a:ext uri="{FF2B5EF4-FFF2-40B4-BE49-F238E27FC236}">
                <a16:creationId xmlns:a16="http://schemas.microsoft.com/office/drawing/2014/main" id="{87BB863F-9716-77B5-70B5-97E8A856AB8A}"/>
              </a:ext>
            </a:extLst>
          </p:cNvPr>
          <p:cNvSpPr>
            <a:spLocks/>
          </p:cNvSpPr>
          <p:nvPr>
            <p:custDataLst>
              <p:tags r:id="rId52"/>
            </p:custDataLst>
          </p:nvPr>
        </p:nvSpPr>
        <p:spPr bwMode="gray">
          <a:xfrm>
            <a:off x="6786563" y="5324475"/>
            <a:ext cx="122238" cy="165100"/>
          </a:xfrm>
          <a:prstGeom prst="rect">
            <a:avLst/>
          </a:prstGeom>
          <a:solidFill>
            <a:srgbClr val="17B2A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86FD67D-EEEF-4A95-969C-B3D6DF2F2C57}" type="datetime'''''''''''''''''''''''''''''''''''''''''2'''''''''''">
              <a:rPr lang="en-US" altLang="en-US" sz="1200" smtClean="0">
                <a:solidFill>
                  <a:schemeClr val="bg1"/>
                </a:solidFill>
                <a:effectLst/>
                <a:sym typeface="Arial\"/>
              </a:rPr>
              <a:pPr marL="0" lvl="0" indent="0" algn="ctr">
                <a:spcBef>
                  <a:spcPct val="0"/>
                </a:spcBef>
                <a:spcAft>
                  <a:spcPct val="0"/>
                </a:spcAft>
                <a:buNone/>
              </a:pPr>
              <a:t>2</a:t>
            </a:fld>
            <a:endParaRPr lang="en-US" sz="1200">
              <a:solidFill>
                <a:schemeClr val="bg1"/>
              </a:solidFill>
              <a:sym typeface="Arial\"/>
            </a:endParaRPr>
          </a:p>
        </p:txBody>
      </p:sp>
      <p:sp>
        <p:nvSpPr>
          <p:cNvPr id="3108" name="Text Placeholder 4">
            <a:extLst>
              <a:ext uri="{FF2B5EF4-FFF2-40B4-BE49-F238E27FC236}">
                <a16:creationId xmlns:a16="http://schemas.microsoft.com/office/drawing/2014/main" id="{78111932-7531-238B-6B3D-E6B299BC0FEE}"/>
              </a:ext>
            </a:extLst>
          </p:cNvPr>
          <p:cNvSpPr>
            <a:spLocks/>
          </p:cNvSpPr>
          <p:nvPr>
            <p:custDataLst>
              <p:tags r:id="rId53"/>
            </p:custDataLst>
          </p:nvPr>
        </p:nvSpPr>
        <p:spPr bwMode="auto">
          <a:xfrm>
            <a:off x="6650038" y="607853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27E89880-9402-4F02-B2B1-7152E33E9AE6}"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225" name="Text Placeholder 2">
            <a:extLst>
              <a:ext uri="{FF2B5EF4-FFF2-40B4-BE49-F238E27FC236}">
                <a16:creationId xmlns:a16="http://schemas.microsoft.com/office/drawing/2014/main" id="{87BB863F-9716-77B5-70B5-97E8A856AB8A}"/>
              </a:ext>
            </a:extLst>
          </p:cNvPr>
          <p:cNvSpPr>
            <a:spLocks/>
          </p:cNvSpPr>
          <p:nvPr>
            <p:custDataLst>
              <p:tags r:id="rId54"/>
            </p:custDataLst>
          </p:nvPr>
        </p:nvSpPr>
        <p:spPr bwMode="gray">
          <a:xfrm>
            <a:off x="7856538" y="5500688"/>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90A5071-83E8-4855-AA52-B3B959DE4D6C}" type="datetime'''''''''''''''''''''''''''''''''''6''''''''''5'''''''''''''">
              <a:rPr lang="en-US" altLang="en-US" sz="1200" smtClean="0">
                <a:solidFill>
                  <a:schemeClr val="bg1"/>
                </a:solidFill>
                <a:effectLst/>
                <a:sym typeface="Arial\"/>
              </a:rPr>
              <a:pPr marL="0" lvl="0" indent="0" algn="ctr">
                <a:spcBef>
                  <a:spcPct val="0"/>
                </a:spcBef>
                <a:spcAft>
                  <a:spcPct val="0"/>
                </a:spcAft>
                <a:buNone/>
              </a:pPr>
              <a:t>65</a:t>
            </a:fld>
            <a:endParaRPr lang="en-US" sz="1200">
              <a:solidFill>
                <a:schemeClr val="bg1"/>
              </a:solidFill>
              <a:sym typeface="Arial\"/>
            </a:endParaRPr>
          </a:p>
        </p:txBody>
      </p:sp>
      <p:sp>
        <p:nvSpPr>
          <p:cNvPr id="3219" name="Text Placeholder 2">
            <a:extLst>
              <a:ext uri="{FF2B5EF4-FFF2-40B4-BE49-F238E27FC236}">
                <a16:creationId xmlns:a16="http://schemas.microsoft.com/office/drawing/2014/main" id="{87BB863F-9716-77B5-70B5-97E8A856AB8A}"/>
              </a:ext>
            </a:extLst>
          </p:cNvPr>
          <p:cNvSpPr>
            <a:spLocks/>
          </p:cNvSpPr>
          <p:nvPr>
            <p:custDataLst>
              <p:tags r:id="rId55"/>
            </p:custDataLst>
          </p:nvPr>
        </p:nvSpPr>
        <p:spPr bwMode="gray">
          <a:xfrm>
            <a:off x="7896225" y="5013325"/>
            <a:ext cx="122238" cy="165100"/>
          </a:xfrm>
          <a:prstGeom prst="rect">
            <a:avLst/>
          </a:prstGeom>
          <a:solidFill>
            <a:srgbClr val="17B2A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E943F2D-14E4-4760-BFF1-2887C8472A77}" type="datetime'''''''''''''6'''''''''''''''''''">
              <a:rPr lang="en-US" altLang="en-US" sz="1200" smtClean="0">
                <a:solidFill>
                  <a:schemeClr val="bg1"/>
                </a:solidFill>
                <a:effectLst/>
                <a:sym typeface="Arial\"/>
              </a:rPr>
              <a:pPr marL="0" lvl="0" indent="0" algn="ctr">
                <a:spcBef>
                  <a:spcPct val="0"/>
                </a:spcBef>
                <a:spcAft>
                  <a:spcPct val="0"/>
                </a:spcAft>
                <a:buNone/>
              </a:pPr>
              <a:t>6</a:t>
            </a:fld>
            <a:endParaRPr lang="en-US" sz="1200">
              <a:solidFill>
                <a:schemeClr val="bg1"/>
              </a:solidFill>
              <a:sym typeface="Arial\"/>
            </a:endParaRPr>
          </a:p>
        </p:txBody>
      </p:sp>
      <p:sp>
        <p:nvSpPr>
          <p:cNvPr id="3109" name="Text Placeholder 4">
            <a:extLst>
              <a:ext uri="{FF2B5EF4-FFF2-40B4-BE49-F238E27FC236}">
                <a16:creationId xmlns:a16="http://schemas.microsoft.com/office/drawing/2014/main" id="{F4C8426B-4F27-5ABA-CE31-2422FFB0CEC1}"/>
              </a:ext>
            </a:extLst>
          </p:cNvPr>
          <p:cNvSpPr>
            <a:spLocks/>
          </p:cNvSpPr>
          <p:nvPr>
            <p:custDataLst>
              <p:tags r:id="rId56"/>
            </p:custDataLst>
          </p:nvPr>
        </p:nvSpPr>
        <p:spPr bwMode="auto">
          <a:xfrm>
            <a:off x="7759700" y="607853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C71C34B3-9DB9-43AA-9126-FAD8A65365B5}"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227" name="Text Placeholder 2">
            <a:extLst>
              <a:ext uri="{FF2B5EF4-FFF2-40B4-BE49-F238E27FC236}">
                <a16:creationId xmlns:a16="http://schemas.microsoft.com/office/drawing/2014/main" id="{87BB863F-9716-77B5-70B5-97E8A856AB8A}"/>
              </a:ext>
            </a:extLst>
          </p:cNvPr>
          <p:cNvSpPr>
            <a:spLocks/>
          </p:cNvSpPr>
          <p:nvPr>
            <p:custDataLst>
              <p:tags r:id="rId57"/>
            </p:custDataLst>
          </p:nvPr>
        </p:nvSpPr>
        <p:spPr bwMode="gray">
          <a:xfrm>
            <a:off x="8964613" y="5376863"/>
            <a:ext cx="2000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8D0A90F-7B23-44C4-BEE9-6FAF3ACE5B51}" type="datetime'''''8''''''''''''''''''''''''''''''''''''''''''''9'''''''">
              <a:rPr lang="en-US" altLang="en-US" sz="1200" smtClean="0">
                <a:solidFill>
                  <a:schemeClr val="bg1"/>
                </a:solidFill>
                <a:effectLst/>
                <a:sym typeface="Arial\"/>
              </a:rPr>
              <a:pPr marL="0" lvl="0" indent="0" algn="ctr">
                <a:spcBef>
                  <a:spcPct val="0"/>
                </a:spcBef>
                <a:spcAft>
                  <a:spcPct val="0"/>
                </a:spcAft>
                <a:buNone/>
              </a:pPr>
              <a:t>89</a:t>
            </a:fld>
            <a:endParaRPr lang="en-US" sz="1200">
              <a:solidFill>
                <a:schemeClr val="bg1"/>
              </a:solidFill>
              <a:sym typeface="Arial\"/>
            </a:endParaRPr>
          </a:p>
        </p:txBody>
      </p:sp>
      <p:sp>
        <p:nvSpPr>
          <p:cNvPr id="3124" name="Text Placeholder 4">
            <a:extLst>
              <a:ext uri="{FF2B5EF4-FFF2-40B4-BE49-F238E27FC236}">
                <a16:creationId xmlns:a16="http://schemas.microsoft.com/office/drawing/2014/main" id="{28711A60-0E58-1A59-C382-B0D0CD0AFEA6}"/>
              </a:ext>
            </a:extLst>
          </p:cNvPr>
          <p:cNvSpPr>
            <a:spLocks/>
          </p:cNvSpPr>
          <p:nvPr>
            <p:custDataLst>
              <p:tags r:id="rId58"/>
            </p:custDataLst>
          </p:nvPr>
        </p:nvSpPr>
        <p:spPr bwMode="auto">
          <a:xfrm>
            <a:off x="8867775" y="607853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49CB0960-0B22-4395-BB75-C4E38C5CCB72}"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242" name="Flowchart: Manual Operation 86">
            <a:extLst>
              <a:ext uri="{FF2B5EF4-FFF2-40B4-BE49-F238E27FC236}">
                <a16:creationId xmlns:a16="http://schemas.microsoft.com/office/drawing/2014/main" id="{D0D8FA02-D107-9372-6E9B-F67A99A81AE8}"/>
              </a:ext>
            </a:extLst>
          </p:cNvPr>
          <p:cNvSpPr/>
          <p:nvPr/>
        </p:nvSpPr>
        <p:spPr>
          <a:xfrm rot="5400000">
            <a:off x="9322917" y="4538663"/>
            <a:ext cx="459582" cy="424009"/>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007 w 10000"/>
              <a:gd name="connsiteY3" fmla="*/ 10000 h 10000"/>
              <a:gd name="connsiteX4" fmla="*/ 0 w 10000"/>
              <a:gd name="connsiteY4" fmla="*/ 0 h 10000"/>
              <a:gd name="connsiteX0" fmla="*/ 0 w 10000"/>
              <a:gd name="connsiteY0" fmla="*/ 0 h 10098"/>
              <a:gd name="connsiteX1" fmla="*/ 10000 w 10000"/>
              <a:gd name="connsiteY1" fmla="*/ 0 h 10098"/>
              <a:gd name="connsiteX2" fmla="*/ 6840 w 10000"/>
              <a:gd name="connsiteY2" fmla="*/ 10098 h 10098"/>
              <a:gd name="connsiteX3" fmla="*/ 3007 w 10000"/>
              <a:gd name="connsiteY3" fmla="*/ 10000 h 10098"/>
              <a:gd name="connsiteX4" fmla="*/ 0 w 10000"/>
              <a:gd name="connsiteY4" fmla="*/ 0 h 10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98">
                <a:moveTo>
                  <a:pt x="0" y="0"/>
                </a:moveTo>
                <a:lnTo>
                  <a:pt x="10000" y="0"/>
                </a:lnTo>
                <a:lnTo>
                  <a:pt x="6840" y="10098"/>
                </a:lnTo>
                <a:lnTo>
                  <a:pt x="3007" y="10000"/>
                </a:lnTo>
                <a:lnTo>
                  <a:pt x="0" y="0"/>
                </a:lnTo>
                <a:close/>
              </a:path>
            </a:pathLst>
          </a:custGeom>
          <a:gradFill flip="none" rotWithShape="1">
            <a:gsLst>
              <a:gs pos="0">
                <a:srgbClr val="17B2AF">
                  <a:tint val="66000"/>
                  <a:satMod val="160000"/>
                </a:srgbClr>
              </a:gs>
              <a:gs pos="50000">
                <a:srgbClr val="17B2AF">
                  <a:tint val="44500"/>
                  <a:satMod val="160000"/>
                </a:srgbClr>
              </a:gs>
              <a:gs pos="100000">
                <a:srgbClr val="17B2AF">
                  <a:tint val="23500"/>
                  <a:satMod val="160000"/>
                </a:srgbClr>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4" name="Rectangle 3243">
            <a:extLst>
              <a:ext uri="{FF2B5EF4-FFF2-40B4-BE49-F238E27FC236}">
                <a16:creationId xmlns:a16="http://schemas.microsoft.com/office/drawing/2014/main" id="{A7C49063-4211-246B-608D-BFF6EA5FC9FF}"/>
              </a:ext>
            </a:extLst>
          </p:cNvPr>
          <p:cNvSpPr/>
          <p:nvPr/>
        </p:nvSpPr>
        <p:spPr>
          <a:xfrm>
            <a:off x="10446243" y="4699000"/>
            <a:ext cx="380505" cy="222632"/>
          </a:xfrm>
          <a:prstGeom prst="rect">
            <a:avLst/>
          </a:prstGeom>
          <a:solidFill>
            <a:schemeClr val="bg1"/>
          </a:solidFill>
          <a:ln>
            <a:noFill/>
            <a:prstDash val="dash"/>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solidFill>
                  <a:schemeClr val="tx1"/>
                </a:solidFill>
              </a:rPr>
              <a:t>4</a:t>
            </a:r>
          </a:p>
        </p:txBody>
      </p:sp>
      <p:sp>
        <p:nvSpPr>
          <p:cNvPr id="3245" name="Rectangle 3244">
            <a:extLst>
              <a:ext uri="{FF2B5EF4-FFF2-40B4-BE49-F238E27FC236}">
                <a16:creationId xmlns:a16="http://schemas.microsoft.com/office/drawing/2014/main" id="{242ECFD2-7FF7-2724-F356-AEBA64EA4DB5}"/>
              </a:ext>
            </a:extLst>
          </p:cNvPr>
          <p:cNvSpPr/>
          <p:nvPr/>
        </p:nvSpPr>
        <p:spPr>
          <a:xfrm>
            <a:off x="11008217" y="4699000"/>
            <a:ext cx="380505" cy="222632"/>
          </a:xfrm>
          <a:prstGeom prst="rect">
            <a:avLst/>
          </a:prstGeom>
          <a:solidFill>
            <a:schemeClr val="bg1"/>
          </a:solidFill>
          <a:ln>
            <a:noFill/>
            <a:prstDash val="dash"/>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solidFill>
                  <a:schemeClr val="tx1"/>
                </a:solidFill>
              </a:rPr>
              <a:t>6</a:t>
            </a:r>
          </a:p>
        </p:txBody>
      </p:sp>
      <p:sp>
        <p:nvSpPr>
          <p:cNvPr id="3246" name="Rectangle 3245">
            <a:extLst>
              <a:ext uri="{FF2B5EF4-FFF2-40B4-BE49-F238E27FC236}">
                <a16:creationId xmlns:a16="http://schemas.microsoft.com/office/drawing/2014/main" id="{BB0D738D-65EC-CD13-2D3C-31519A9FB5DE}"/>
              </a:ext>
            </a:extLst>
          </p:cNvPr>
          <p:cNvSpPr/>
          <p:nvPr>
            <p:custDataLst>
              <p:tags r:id="rId59"/>
            </p:custDataLst>
          </p:nvPr>
        </p:nvSpPr>
        <p:spPr>
          <a:xfrm>
            <a:off x="10381138" y="4395788"/>
            <a:ext cx="510713" cy="32762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buClrTx/>
              <a:buSzTx/>
              <a:buFontTx/>
              <a:buNone/>
              <a:tabLst/>
              <a:defRPr/>
            </a:pPr>
            <a:r>
              <a:rPr lang="en-US" sz="1000">
                <a:solidFill>
                  <a:srgbClr val="DDDDDD">
                    <a:lumMod val="10000"/>
                  </a:srgbClr>
                </a:solidFill>
                <a:latin typeface="Calibri" panose="020F0502020204030204"/>
                <a:ea typeface="Calibri" panose="020F0502020204030204" pitchFamily="34" charset="0"/>
                <a:cs typeface="Calibri" panose="020F0502020204030204" pitchFamily="34" charset="0"/>
              </a:rPr>
              <a:t>2027</a:t>
            </a:r>
            <a:endParaRPr kumimoji="0" lang="en-US" sz="100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3247" name="Rectangle 3246">
            <a:extLst>
              <a:ext uri="{FF2B5EF4-FFF2-40B4-BE49-F238E27FC236}">
                <a16:creationId xmlns:a16="http://schemas.microsoft.com/office/drawing/2014/main" id="{957208E8-EC79-EBE4-F1E0-883DD2B2A215}"/>
              </a:ext>
            </a:extLst>
          </p:cNvPr>
          <p:cNvSpPr/>
          <p:nvPr>
            <p:custDataLst>
              <p:tags r:id="rId60"/>
            </p:custDataLst>
          </p:nvPr>
        </p:nvSpPr>
        <p:spPr>
          <a:xfrm>
            <a:off x="10943112" y="4395788"/>
            <a:ext cx="510713" cy="32762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buClrTx/>
              <a:buSzTx/>
              <a:buFontTx/>
              <a:buNone/>
              <a:tabLst/>
              <a:defRPr/>
            </a:pPr>
            <a:r>
              <a:rPr lang="en-US" sz="1000">
                <a:solidFill>
                  <a:srgbClr val="DDDDDD">
                    <a:lumMod val="10000"/>
                  </a:srgbClr>
                </a:solidFill>
                <a:latin typeface="Calibri" panose="020F0502020204030204"/>
                <a:ea typeface="Calibri" panose="020F0502020204030204" pitchFamily="34" charset="0"/>
                <a:cs typeface="Calibri" panose="020F0502020204030204" pitchFamily="34" charset="0"/>
              </a:rPr>
              <a:t>2028</a:t>
            </a:r>
            <a:endParaRPr kumimoji="0" lang="en-US" sz="100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3249" name="TextBox 3248">
            <a:extLst>
              <a:ext uri="{FF2B5EF4-FFF2-40B4-BE49-F238E27FC236}">
                <a16:creationId xmlns:a16="http://schemas.microsoft.com/office/drawing/2014/main" id="{06C2DCD5-1998-381F-6090-1AC2AACBC277}"/>
              </a:ext>
            </a:extLst>
          </p:cNvPr>
          <p:cNvSpPr txBox="1"/>
          <p:nvPr/>
        </p:nvSpPr>
        <p:spPr>
          <a:xfrm>
            <a:off x="9648469" y="4191016"/>
            <a:ext cx="2012789" cy="246221"/>
          </a:xfrm>
          <a:prstGeom prst="rect">
            <a:avLst/>
          </a:prstGeom>
          <a:noFill/>
        </p:spPr>
        <p:txBody>
          <a:bodyPr wrap="square">
            <a:spAutoFit/>
          </a:bodyPr>
          <a:lstStyle/>
          <a:p>
            <a:pPr marL="9525" marR="0" lvl="0" defTabSz="914400" rtl="0" eaLnBrk="1" fontAlgn="auto" latinLnBrk="0" hangingPunct="1">
              <a:lnSpc>
                <a:spcPct val="100000"/>
              </a:lnSpc>
              <a:spcBef>
                <a:spcPts val="300"/>
              </a:spcBef>
              <a:spcAft>
                <a:spcPts val="300"/>
              </a:spcAft>
              <a:buClrTx/>
              <a:buSzTx/>
              <a:tabLst/>
              <a:defRPr/>
            </a:pPr>
            <a:r>
              <a:rPr kumimoji="0" lang="en-US" sz="1000" b="1" i="1" u="none" strike="noStrike" kern="1200" cap="none" spc="0" normalizeH="0" baseline="0" noProof="0">
                <a:ln>
                  <a:noFill/>
                </a:ln>
                <a:solidFill>
                  <a:prstClr val="black"/>
                </a:solidFill>
                <a:effectLst/>
                <a:uLnTx/>
                <a:uFillTx/>
                <a:latin typeface="Calibri" panose="020F0502020204030204"/>
                <a:ea typeface="+mn-ea"/>
                <a:cs typeface="+mn-cs"/>
              </a:rPr>
              <a:t>Patients entering OC patient pool</a:t>
            </a:r>
          </a:p>
        </p:txBody>
      </p:sp>
      <p:sp>
        <p:nvSpPr>
          <p:cNvPr id="3281" name="TextBox 3280">
            <a:extLst>
              <a:ext uri="{FF2B5EF4-FFF2-40B4-BE49-F238E27FC236}">
                <a16:creationId xmlns:a16="http://schemas.microsoft.com/office/drawing/2014/main" id="{9BE67E2F-C045-7D89-5160-B6A9592E0C22}"/>
              </a:ext>
            </a:extLst>
          </p:cNvPr>
          <p:cNvSpPr txBox="1"/>
          <p:nvPr/>
        </p:nvSpPr>
        <p:spPr>
          <a:xfrm>
            <a:off x="6495142" y="3888030"/>
            <a:ext cx="2287863" cy="230832"/>
          </a:xfrm>
          <a:prstGeom prst="rect">
            <a:avLst/>
          </a:prstGeom>
          <a:noFill/>
        </p:spPr>
        <p:txBody>
          <a:bodyPr wrap="square">
            <a:spAutoFit/>
          </a:bodyPr>
          <a:lstStyle/>
          <a:p>
            <a:pPr marL="9525" marR="0" lvl="0" defTabSz="914400" rtl="0" eaLnBrk="1" fontAlgn="auto" latinLnBrk="0" hangingPunct="1">
              <a:lnSpc>
                <a:spcPct val="100000"/>
              </a:lnSpc>
              <a:spcBef>
                <a:spcPts val="300"/>
              </a:spcBef>
              <a:spcAft>
                <a:spcPts val="300"/>
              </a:spcAft>
              <a:buClrTx/>
              <a:buSzTx/>
              <a:tabLst/>
              <a:defRPr/>
            </a:pPr>
            <a:r>
              <a:rPr lang="en-US" sz="900" i="1">
                <a:solidFill>
                  <a:prstClr val="black"/>
                </a:solidFill>
                <a:latin typeface="Calibri" panose="020F0502020204030204"/>
              </a:rPr>
              <a:t>Potential patient acquisition</a:t>
            </a:r>
            <a:endParaRPr kumimoji="0" lang="en-US" sz="900" i="1"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5" name="Rectangle 3284">
            <a:extLst>
              <a:ext uri="{FF2B5EF4-FFF2-40B4-BE49-F238E27FC236}">
                <a16:creationId xmlns:a16="http://schemas.microsoft.com/office/drawing/2014/main" id="{E1D7C293-2070-D398-7317-FDD04405F4EF}"/>
              </a:ext>
            </a:extLst>
          </p:cNvPr>
          <p:cNvSpPr/>
          <p:nvPr>
            <p:custDataLst>
              <p:tags r:id="rId61"/>
            </p:custDataLst>
          </p:nvPr>
        </p:nvSpPr>
        <p:spPr>
          <a:xfrm>
            <a:off x="6332654" y="4311666"/>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400" b="1">
                <a:solidFill>
                  <a:srgbClr val="DDDDDD">
                    <a:lumMod val="10000"/>
                  </a:srgbClr>
                </a:solidFill>
                <a:latin typeface="Calibri" panose="020F0502020204030204"/>
                <a:ea typeface="Calibri" panose="020F0502020204030204" pitchFamily="34" charset="0"/>
                <a:cs typeface="Calibri" panose="020F0502020204030204" pitchFamily="34" charset="0"/>
              </a:rPr>
              <a:t>First Consultations, </a:t>
            </a:r>
            <a:r>
              <a:rPr lang="en-US" sz="1400">
                <a:solidFill>
                  <a:srgbClr val="DDDDDD">
                    <a:lumMod val="10000"/>
                  </a:srgbClr>
                </a:solidFill>
                <a:latin typeface="Calibri" panose="020F0502020204030204"/>
                <a:ea typeface="Calibri" panose="020F0502020204030204" pitchFamily="34" charset="0"/>
                <a:cs typeface="Calibri" panose="020F0502020204030204" pitchFamily="34" charset="0"/>
              </a:rPr>
              <a:t>#, 2026-2028F</a:t>
            </a:r>
            <a:endParaRPr kumimoji="0" lang="en-US" sz="14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3286" name="Straight Arrow Connector 3285">
            <a:extLst>
              <a:ext uri="{FF2B5EF4-FFF2-40B4-BE49-F238E27FC236}">
                <a16:creationId xmlns:a16="http://schemas.microsoft.com/office/drawing/2014/main" id="{990E788F-FA01-8D66-0A78-0F35611EDF17}"/>
              </a:ext>
            </a:extLst>
          </p:cNvPr>
          <p:cNvCxnSpPr/>
          <p:nvPr/>
        </p:nvCxnSpPr>
        <p:spPr>
          <a:xfrm>
            <a:off x="6527800" y="3767138"/>
            <a:ext cx="0" cy="457200"/>
          </a:xfrm>
          <a:prstGeom prst="straightConnector1">
            <a:avLst/>
          </a:prstGeom>
          <a:ln>
            <a:solidFill>
              <a:srgbClr val="206971"/>
            </a:solidFill>
            <a:tailEnd type="triangle"/>
          </a:ln>
        </p:spPr>
        <p:style>
          <a:lnRef idx="1">
            <a:schemeClr val="accent1"/>
          </a:lnRef>
          <a:fillRef idx="0">
            <a:schemeClr val="accent1"/>
          </a:fillRef>
          <a:effectRef idx="0">
            <a:schemeClr val="accent1"/>
          </a:effectRef>
          <a:fontRef idx="minor">
            <a:schemeClr val="tx1"/>
          </a:fontRef>
        </p:style>
      </p:cxnSp>
      <p:sp>
        <p:nvSpPr>
          <p:cNvPr id="3172" name="Rectangle 3171">
            <a:extLst>
              <a:ext uri="{FF2B5EF4-FFF2-40B4-BE49-F238E27FC236}">
                <a16:creationId xmlns:a16="http://schemas.microsoft.com/office/drawing/2014/main" id="{32422113-C520-003C-CAB8-04C313137EF7}"/>
              </a:ext>
            </a:extLst>
          </p:cNvPr>
          <p:cNvSpPr/>
          <p:nvPr>
            <p:custDataLst>
              <p:tags r:id="rId62"/>
            </p:custDataLst>
          </p:nvPr>
        </p:nvSpPr>
        <p:spPr bwMode="auto">
          <a:xfrm>
            <a:off x="6451600" y="4659313"/>
            <a:ext cx="160338" cy="120650"/>
          </a:xfrm>
          <a:prstGeom prst="rect">
            <a:avLst/>
          </a:prstGeom>
          <a:solidFill>
            <a:srgbClr val="04748A"/>
          </a:solidFill>
          <a:ln w="9525" cap="flat" cmpd="sng" algn="ctr">
            <a:solidFill>
              <a:schemeClr val="bg1"/>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3" name="Rectangle 3172">
            <a:extLst>
              <a:ext uri="{FF2B5EF4-FFF2-40B4-BE49-F238E27FC236}">
                <a16:creationId xmlns:a16="http://schemas.microsoft.com/office/drawing/2014/main" id="{7463DD62-1D9A-243A-4A7F-CDBE3680FF98}"/>
              </a:ext>
            </a:extLst>
          </p:cNvPr>
          <p:cNvSpPr/>
          <p:nvPr>
            <p:custDataLst>
              <p:tags r:id="rId63"/>
            </p:custDataLst>
          </p:nvPr>
        </p:nvSpPr>
        <p:spPr bwMode="auto">
          <a:xfrm>
            <a:off x="6451600" y="4840288"/>
            <a:ext cx="160338" cy="120650"/>
          </a:xfrm>
          <a:prstGeom prst="rect">
            <a:avLst/>
          </a:prstGeom>
          <a:solidFill>
            <a:srgbClr val="17B2AF"/>
          </a:solidFill>
          <a:ln w="9525" cap="flat" cmpd="sng" algn="ctr">
            <a:solidFill>
              <a:schemeClr val="bg1"/>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7" name="Text Placeholder 2">
            <a:extLst>
              <a:ext uri="{FF2B5EF4-FFF2-40B4-BE49-F238E27FC236}">
                <a16:creationId xmlns:a16="http://schemas.microsoft.com/office/drawing/2014/main" id="{6B97D848-5D02-6987-6427-539E55546D9A}"/>
              </a:ext>
            </a:extLst>
          </p:cNvPr>
          <p:cNvSpPr>
            <a:spLocks/>
          </p:cNvSpPr>
          <p:nvPr>
            <p:custDataLst>
              <p:tags r:id="rId64"/>
            </p:custDataLst>
          </p:nvPr>
        </p:nvSpPr>
        <p:spPr bwMode="auto">
          <a:xfrm>
            <a:off x="6662738" y="4665663"/>
            <a:ext cx="1193800"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63F8EA06-D08D-43C4-A0B4-A525F10F3CE8}" type="datetime'P''re''v''ailing ''''cance''r p''''''atie''''''n''''ts'">
              <a:rPr lang="en-US" altLang="en-US" sz="900" smtClean="0"/>
              <a:pPr marL="0" lvl="0" indent="0">
                <a:spcBef>
                  <a:spcPct val="0"/>
                </a:spcBef>
                <a:spcAft>
                  <a:spcPct val="0"/>
                </a:spcAft>
                <a:buNone/>
              </a:pPr>
              <a:t>Prevailing cancer patients</a:t>
            </a:fld>
            <a:endParaRPr lang="en-US" sz="900">
              <a:sym typeface="Arial\"/>
            </a:endParaRPr>
          </a:p>
        </p:txBody>
      </p:sp>
      <p:sp>
        <p:nvSpPr>
          <p:cNvPr id="3215" name="Text Placeholder 2">
            <a:extLst>
              <a:ext uri="{FF2B5EF4-FFF2-40B4-BE49-F238E27FC236}">
                <a16:creationId xmlns:a16="http://schemas.microsoft.com/office/drawing/2014/main" id="{D0E40657-347C-502E-3DD6-40A4C279B2C7}"/>
              </a:ext>
            </a:extLst>
          </p:cNvPr>
          <p:cNvSpPr>
            <a:spLocks/>
          </p:cNvSpPr>
          <p:nvPr>
            <p:custDataLst>
              <p:tags r:id="rId65"/>
            </p:custDataLst>
          </p:nvPr>
        </p:nvSpPr>
        <p:spPr bwMode="auto">
          <a:xfrm>
            <a:off x="6662738" y="4846638"/>
            <a:ext cx="1487488"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9512F01F-3826-4884-887B-1379FEA1FF14}" type="datetime'''Ne''w cancer patie''n''''ts'' ''(in''c''''i''''''den''''ce)'">
              <a:rPr lang="en-US" altLang="en-US" sz="900" smtClean="0"/>
              <a:pPr marL="0" lvl="0" indent="0">
                <a:spcBef>
                  <a:spcPct val="0"/>
                </a:spcBef>
                <a:spcAft>
                  <a:spcPct val="0"/>
                </a:spcAft>
                <a:buNone/>
              </a:pPr>
              <a:t>New cancer patients (incidence)</a:t>
            </a:fld>
            <a:endParaRPr lang="en-US" sz="900">
              <a:sym typeface="Arial\"/>
            </a:endParaRPr>
          </a:p>
        </p:txBody>
      </p:sp>
      <p:sp>
        <p:nvSpPr>
          <p:cNvPr id="3192" name="Rectangle 3191">
            <a:extLst>
              <a:ext uri="{FF2B5EF4-FFF2-40B4-BE49-F238E27FC236}">
                <a16:creationId xmlns:a16="http://schemas.microsoft.com/office/drawing/2014/main" id="{F4973D0B-E188-5173-9054-19D5E78A8B3E}"/>
              </a:ext>
            </a:extLst>
          </p:cNvPr>
          <p:cNvSpPr/>
          <p:nvPr/>
        </p:nvSpPr>
        <p:spPr>
          <a:xfrm>
            <a:off x="9786939" y="4444960"/>
            <a:ext cx="1735850" cy="670589"/>
          </a:xfrm>
          <a:prstGeom prst="rect">
            <a:avLst/>
          </a:prstGeom>
          <a:noFill/>
          <a:ln w="9525">
            <a:solidFill>
              <a:srgbClr val="FF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FB6B1FC2-60F0-4F62-481E-C319A0710719}"/>
              </a:ext>
            </a:extLst>
          </p:cNvPr>
          <p:cNvSpPr txBox="1"/>
          <p:nvPr/>
        </p:nvSpPr>
        <p:spPr>
          <a:xfrm>
            <a:off x="517712" y="6471029"/>
            <a:ext cx="3502274" cy="267547"/>
          </a:xfrm>
          <a:prstGeom prst="rect">
            <a:avLst/>
          </a:prstGeom>
          <a:noFill/>
        </p:spPr>
        <p:txBody>
          <a:bodyPr wrap="square" rtlCol="0">
            <a:spAutoFit/>
          </a:bodyPr>
          <a:lstStyle/>
          <a:p>
            <a:r>
              <a:rPr lang="en-GB" sz="1100" i="1"/>
              <a:t>Note: Estimated revenue through sizing can be found </a:t>
            </a:r>
            <a:r>
              <a:rPr lang="en-GB" sz="1100" i="1">
                <a:hlinkClick r:id="rId76"/>
              </a:rPr>
              <a:t>here</a:t>
            </a:r>
            <a:endParaRPr lang="en-GB" sz="1100" i="1"/>
          </a:p>
        </p:txBody>
      </p:sp>
    </p:spTree>
    <p:extLst>
      <p:ext uri="{BB962C8B-B14F-4D97-AF65-F5344CB8AC3E}">
        <p14:creationId xmlns:p14="http://schemas.microsoft.com/office/powerpoint/2010/main" val="264113951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997B14-628C-E98C-2372-5E243F2596F3}"/>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D5918F07-88A3-C838-1241-41A1628F6B92}"/>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306" imgH="306" progId="TCLayout.ActiveDocument.1">
                  <p:embed/>
                </p:oleObj>
              </mc:Choice>
              <mc:Fallback>
                <p:oleObj name="think-cell Slide" r:id="rId7" imgW="306" imgH="306" progId="TCLayout.ActiveDocument.1">
                  <p:embed/>
                  <p:pic>
                    <p:nvPicPr>
                      <p:cNvPr id="9" name="Object 8" hidden="1">
                        <a:extLst>
                          <a:ext uri="{FF2B5EF4-FFF2-40B4-BE49-F238E27FC236}">
                            <a16:creationId xmlns:a16="http://schemas.microsoft.com/office/drawing/2014/main" id="{D5918F07-88A3-C838-1241-41A1628F6B92}"/>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4" name="Rectangle: Rounded Corners 3">
            <a:extLst>
              <a:ext uri="{FF2B5EF4-FFF2-40B4-BE49-F238E27FC236}">
                <a16:creationId xmlns:a16="http://schemas.microsoft.com/office/drawing/2014/main" id="{D4DE4002-1D16-76BD-2C63-23F72992281B}"/>
              </a:ext>
            </a:extLst>
          </p:cNvPr>
          <p:cNvSpPr/>
          <p:nvPr/>
        </p:nvSpPr>
        <p:spPr>
          <a:xfrm>
            <a:off x="509279" y="2224446"/>
            <a:ext cx="2542839" cy="678673"/>
          </a:xfrm>
          <a:prstGeom prst="roundRect">
            <a:avLst>
              <a:gd name="adj" fmla="val 11231"/>
            </a:avLst>
          </a:prstGeom>
          <a:solidFill>
            <a:srgbClr val="17B2AF"/>
          </a:solidFill>
          <a:ln>
            <a:noFill/>
            <a:prstDash val="dash"/>
          </a:ln>
          <a:effectLst/>
        </p:spPr>
        <p:txBody>
          <a:bodyPr wrap="square" rtlCol="0" anchor="ctr">
            <a:noAutofit/>
          </a:bodyPr>
          <a:lstStyle/>
          <a:p>
            <a:pPr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Insurance partnerships</a:t>
            </a:r>
          </a:p>
        </p:txBody>
      </p:sp>
      <p:grpSp>
        <p:nvGrpSpPr>
          <p:cNvPr id="40" name="Group 39">
            <a:extLst>
              <a:ext uri="{FF2B5EF4-FFF2-40B4-BE49-F238E27FC236}">
                <a16:creationId xmlns:a16="http://schemas.microsoft.com/office/drawing/2014/main" id="{CC33C139-56A6-FBFA-2321-77CFED3EE8DC}"/>
              </a:ext>
            </a:extLst>
          </p:cNvPr>
          <p:cNvGrpSpPr/>
          <p:nvPr/>
        </p:nvGrpSpPr>
        <p:grpSpPr>
          <a:xfrm>
            <a:off x="-460920" y="279546"/>
            <a:ext cx="338328" cy="6397662"/>
            <a:chOff x="-460920" y="279546"/>
            <a:chExt cx="338328" cy="6397662"/>
          </a:xfrm>
        </p:grpSpPr>
        <p:sp>
          <p:nvSpPr>
            <p:cNvPr id="41" name="Google Shape;139;p2">
              <a:extLst>
                <a:ext uri="{FF2B5EF4-FFF2-40B4-BE49-F238E27FC236}">
                  <a16:creationId xmlns:a16="http://schemas.microsoft.com/office/drawing/2014/main" id="{6C610442-42CB-4718-BE0D-F50A77A93124}"/>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3" name="Google Shape;140;p2">
              <a:extLst>
                <a:ext uri="{FF2B5EF4-FFF2-40B4-BE49-F238E27FC236}">
                  <a16:creationId xmlns:a16="http://schemas.microsoft.com/office/drawing/2014/main" id="{F832B9D2-75CE-6374-D7BE-EE5706F5E3B5}"/>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4" name="Google Shape;141;p2">
              <a:extLst>
                <a:ext uri="{FF2B5EF4-FFF2-40B4-BE49-F238E27FC236}">
                  <a16:creationId xmlns:a16="http://schemas.microsoft.com/office/drawing/2014/main" id="{22EF38FE-FA3F-D487-CEC3-5F5A1634B914}"/>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5" name="Google Shape;142;p2">
              <a:extLst>
                <a:ext uri="{FF2B5EF4-FFF2-40B4-BE49-F238E27FC236}">
                  <a16:creationId xmlns:a16="http://schemas.microsoft.com/office/drawing/2014/main" id="{7FCDB793-BFCE-6409-38E0-EB886599E48E}"/>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6" name="Google Shape;143;p2">
              <a:extLst>
                <a:ext uri="{FF2B5EF4-FFF2-40B4-BE49-F238E27FC236}">
                  <a16:creationId xmlns:a16="http://schemas.microsoft.com/office/drawing/2014/main" id="{9EDB834B-F821-836E-2516-8E8FFF23524B}"/>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7" name="Google Shape;144;p2">
              <a:extLst>
                <a:ext uri="{FF2B5EF4-FFF2-40B4-BE49-F238E27FC236}">
                  <a16:creationId xmlns:a16="http://schemas.microsoft.com/office/drawing/2014/main" id="{4E11A22F-2B32-2434-4A94-5C7031ECC91F}"/>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8" name="Google Shape;145;p2">
              <a:extLst>
                <a:ext uri="{FF2B5EF4-FFF2-40B4-BE49-F238E27FC236}">
                  <a16:creationId xmlns:a16="http://schemas.microsoft.com/office/drawing/2014/main" id="{AD8D1E50-F678-54ED-5D2A-9F6287B9BABA}"/>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9" name="Google Shape;146;p2">
              <a:extLst>
                <a:ext uri="{FF2B5EF4-FFF2-40B4-BE49-F238E27FC236}">
                  <a16:creationId xmlns:a16="http://schemas.microsoft.com/office/drawing/2014/main" id="{7C5804D8-CE7A-D499-2AB2-0D847D46F802}"/>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0" name="Google Shape;147;p2">
              <a:extLst>
                <a:ext uri="{FF2B5EF4-FFF2-40B4-BE49-F238E27FC236}">
                  <a16:creationId xmlns:a16="http://schemas.microsoft.com/office/drawing/2014/main" id="{6669D179-C6A0-E980-3956-34FC98D105E1}"/>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1" name="Google Shape;148;p2">
              <a:extLst>
                <a:ext uri="{FF2B5EF4-FFF2-40B4-BE49-F238E27FC236}">
                  <a16:creationId xmlns:a16="http://schemas.microsoft.com/office/drawing/2014/main" id="{A964FED7-9F7D-8CA3-5158-70D279219EBC}"/>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2" name="Google Shape;149;p2">
              <a:extLst>
                <a:ext uri="{FF2B5EF4-FFF2-40B4-BE49-F238E27FC236}">
                  <a16:creationId xmlns:a16="http://schemas.microsoft.com/office/drawing/2014/main" id="{2A67A4EF-B972-AF2D-250D-81B2EDA6E2E7}"/>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3" name="Google Shape;151;p2">
              <a:extLst>
                <a:ext uri="{FF2B5EF4-FFF2-40B4-BE49-F238E27FC236}">
                  <a16:creationId xmlns:a16="http://schemas.microsoft.com/office/drawing/2014/main" id="{34D3E64D-5F7A-C84B-3051-AB022B4BDBD5}"/>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4" name="Google Shape;147;p2">
              <a:extLst>
                <a:ext uri="{FF2B5EF4-FFF2-40B4-BE49-F238E27FC236}">
                  <a16:creationId xmlns:a16="http://schemas.microsoft.com/office/drawing/2014/main" id="{B2B94900-682C-2F89-4D08-631AC5F79C19}"/>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grpSp>
        <p:nvGrpSpPr>
          <p:cNvPr id="58" name="Group 57">
            <a:extLst>
              <a:ext uri="{FF2B5EF4-FFF2-40B4-BE49-F238E27FC236}">
                <a16:creationId xmlns:a16="http://schemas.microsoft.com/office/drawing/2014/main" id="{396CC7B0-56CA-1D93-14A1-58FD8D131BD8}"/>
              </a:ext>
            </a:extLst>
          </p:cNvPr>
          <p:cNvGrpSpPr/>
          <p:nvPr/>
        </p:nvGrpSpPr>
        <p:grpSpPr>
          <a:xfrm>
            <a:off x="-897410" y="279546"/>
            <a:ext cx="338328" cy="3872943"/>
            <a:chOff x="-460920" y="279546"/>
            <a:chExt cx="338328" cy="3872943"/>
          </a:xfrm>
        </p:grpSpPr>
        <p:sp>
          <p:nvSpPr>
            <p:cNvPr id="59" name="Google Shape;139;p2">
              <a:extLst>
                <a:ext uri="{FF2B5EF4-FFF2-40B4-BE49-F238E27FC236}">
                  <a16:creationId xmlns:a16="http://schemas.microsoft.com/office/drawing/2014/main" id="{B68E3179-C9B6-19CC-CC0F-252EB785A35F}"/>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1" name="Google Shape;140;p2">
              <a:extLst>
                <a:ext uri="{FF2B5EF4-FFF2-40B4-BE49-F238E27FC236}">
                  <a16:creationId xmlns:a16="http://schemas.microsoft.com/office/drawing/2014/main" id="{E41C071A-BBD3-3C92-E070-CA9E43A92591}"/>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2" name="Google Shape;141;p2">
              <a:extLst>
                <a:ext uri="{FF2B5EF4-FFF2-40B4-BE49-F238E27FC236}">
                  <a16:creationId xmlns:a16="http://schemas.microsoft.com/office/drawing/2014/main" id="{BABEA186-0FC8-472E-73D9-D1F42A471730}"/>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3" name="Google Shape;142;p2">
              <a:extLst>
                <a:ext uri="{FF2B5EF4-FFF2-40B4-BE49-F238E27FC236}">
                  <a16:creationId xmlns:a16="http://schemas.microsoft.com/office/drawing/2014/main" id="{8B8DE3E1-EF9D-D909-08D4-7B020F5D0728}"/>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36" name="Google Shape;143;p2">
              <a:extLst>
                <a:ext uri="{FF2B5EF4-FFF2-40B4-BE49-F238E27FC236}">
                  <a16:creationId xmlns:a16="http://schemas.microsoft.com/office/drawing/2014/main" id="{C657BC96-5AAD-FC8F-C1D2-B5D202733DB3}"/>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38" name="Google Shape;147;p2">
              <a:extLst>
                <a:ext uri="{FF2B5EF4-FFF2-40B4-BE49-F238E27FC236}">
                  <a16:creationId xmlns:a16="http://schemas.microsoft.com/office/drawing/2014/main" id="{24F27395-CECB-2819-8CE8-DAD98E69A004}"/>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4" name="Google Shape;151;p2">
              <a:extLst>
                <a:ext uri="{FF2B5EF4-FFF2-40B4-BE49-F238E27FC236}">
                  <a16:creationId xmlns:a16="http://schemas.microsoft.com/office/drawing/2014/main" id="{C22F1F2D-0103-CE47-29B8-277B0D70D0AE}"/>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40" name="Google Shape;147;p2">
              <a:extLst>
                <a:ext uri="{FF2B5EF4-FFF2-40B4-BE49-F238E27FC236}">
                  <a16:creationId xmlns:a16="http://schemas.microsoft.com/office/drawing/2014/main" id="{C086808F-E215-1E7B-AC56-FD606C1BC015}"/>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sp>
        <p:nvSpPr>
          <p:cNvPr id="15" name="Google Shape;10662;p406">
            <a:extLst>
              <a:ext uri="{FF2B5EF4-FFF2-40B4-BE49-F238E27FC236}">
                <a16:creationId xmlns:a16="http://schemas.microsoft.com/office/drawing/2014/main" id="{653C6FB9-CF08-7684-4CA4-A3621E34B8D2}"/>
              </a:ext>
            </a:extLst>
          </p:cNvPr>
          <p:cNvSpPr/>
          <p:nvPr/>
        </p:nvSpPr>
        <p:spPr>
          <a:xfrm>
            <a:off x="509279" y="2990333"/>
            <a:ext cx="2542839" cy="1923530"/>
          </a:xfrm>
          <a:prstGeom prst="rect">
            <a:avLst/>
          </a:prstGeom>
          <a:solidFill>
            <a:schemeClr val="bg1"/>
          </a:solidFill>
          <a:ln w="9525" cap="flat" cmpd="sng">
            <a:noFill/>
            <a:prstDash val="dash"/>
            <a:round/>
            <a:headEnd type="none" w="sm" len="sm"/>
            <a:tailEnd type="none" w="sm" len="sm"/>
          </a:ln>
          <a:effectLst>
            <a:outerShdw blurRad="63500" sx="102000" sy="102000" algn="ctr" rotWithShape="0">
              <a:prstClr val="black">
                <a:alpha val="40000"/>
              </a:prstClr>
            </a:outerShdw>
          </a:effectLst>
        </p:spPr>
        <p:txBody>
          <a:bodyPr spcFirstLastPara="1" wrap="square" lIns="36000" tIns="36000" rIns="36000" bIns="36000" anchor="t" anchorCtr="0">
            <a:noAutofit/>
          </a:bodyPr>
          <a:lstStyle/>
          <a:p>
            <a:pPr marL="182880" marR="0" lvl="0" indent="0" rtl="0">
              <a:lnSpc>
                <a:spcPct val="100000"/>
              </a:lnSpc>
              <a:spcBef>
                <a:spcPts val="182"/>
              </a:spcBef>
              <a:spcAft>
                <a:spcPts val="91"/>
              </a:spcAft>
              <a:buClr>
                <a:srgbClr val="000000"/>
              </a:buClr>
              <a:buSzPts val="997"/>
              <a:buFont typeface="Arial"/>
              <a:buNone/>
            </a:pPr>
            <a:r>
              <a:rPr lang="en-US" sz="1400">
                <a:solidFill>
                  <a:srgbClr val="0C1E2A"/>
                </a:solidFill>
                <a:ea typeface="Arial"/>
                <a:cs typeface="Arial" panose="020B0604020202020204" pitchFamily="34" charset="0"/>
                <a:sym typeface="Arial"/>
              </a:rPr>
              <a:t>Formulate </a:t>
            </a:r>
            <a:r>
              <a:rPr lang="en-US" sz="1400" b="1">
                <a:solidFill>
                  <a:srgbClr val="0C1E2A"/>
                </a:solidFill>
                <a:ea typeface="Arial"/>
                <a:cs typeface="Arial" panose="020B0604020202020204" pitchFamily="34" charset="0"/>
                <a:sym typeface="Arial"/>
              </a:rPr>
              <a:t>partnerships</a:t>
            </a:r>
            <a:r>
              <a:rPr lang="en-US" sz="1400">
                <a:solidFill>
                  <a:srgbClr val="0C1E2A"/>
                </a:solidFill>
                <a:ea typeface="Arial"/>
                <a:cs typeface="Arial" panose="020B0604020202020204" pitchFamily="34" charset="0"/>
                <a:sym typeface="Arial"/>
              </a:rPr>
              <a:t> with major </a:t>
            </a:r>
            <a:r>
              <a:rPr lang="en-US" sz="1400" b="1">
                <a:solidFill>
                  <a:srgbClr val="0C1E2A"/>
                </a:solidFill>
                <a:ea typeface="Arial"/>
                <a:cs typeface="Arial" panose="020B0604020202020204" pitchFamily="34" charset="0"/>
                <a:sym typeface="Arial"/>
              </a:rPr>
              <a:t>insurance</a:t>
            </a:r>
            <a:r>
              <a:rPr lang="en-US" sz="1400">
                <a:solidFill>
                  <a:srgbClr val="0C1E2A"/>
                </a:solidFill>
                <a:ea typeface="Arial"/>
                <a:cs typeface="Arial" panose="020B0604020202020204" pitchFamily="34" charset="0"/>
                <a:sym typeface="Arial"/>
              </a:rPr>
              <a:t> </a:t>
            </a:r>
            <a:r>
              <a:rPr lang="en-US" sz="1400" b="1">
                <a:solidFill>
                  <a:srgbClr val="0C1E2A"/>
                </a:solidFill>
                <a:ea typeface="Arial"/>
                <a:cs typeface="Arial" panose="020B0604020202020204" pitchFamily="34" charset="0"/>
                <a:sym typeface="Arial"/>
              </a:rPr>
              <a:t>providers</a:t>
            </a:r>
            <a:r>
              <a:rPr lang="en-US" sz="1400">
                <a:solidFill>
                  <a:srgbClr val="0C1E2A"/>
                </a:solidFill>
                <a:ea typeface="Arial"/>
                <a:cs typeface="Arial" panose="020B0604020202020204" pitchFamily="34" charset="0"/>
                <a:sym typeface="Arial"/>
              </a:rPr>
              <a:t> to cover </a:t>
            </a:r>
            <a:r>
              <a:rPr lang="en-US" sz="1400" b="1">
                <a:solidFill>
                  <a:srgbClr val="0C1E2A"/>
                </a:solidFill>
                <a:ea typeface="Arial"/>
                <a:cs typeface="Arial" panose="020B0604020202020204" pitchFamily="34" charset="0"/>
                <a:sym typeface="Arial"/>
              </a:rPr>
              <a:t>majority</a:t>
            </a:r>
            <a:r>
              <a:rPr lang="en-US" sz="1400">
                <a:solidFill>
                  <a:srgbClr val="0C1E2A"/>
                </a:solidFill>
                <a:ea typeface="Arial"/>
                <a:cs typeface="Arial" panose="020B0604020202020204" pitchFamily="34" charset="0"/>
                <a:sym typeface="Arial"/>
              </a:rPr>
              <a:t> of the </a:t>
            </a:r>
            <a:r>
              <a:rPr lang="en-US" sz="1400" b="1">
                <a:solidFill>
                  <a:srgbClr val="0C1E2A"/>
                </a:solidFill>
                <a:ea typeface="Arial"/>
                <a:cs typeface="Arial" panose="020B0604020202020204" pitchFamily="34" charset="0"/>
                <a:sym typeface="Arial"/>
              </a:rPr>
              <a:t>market</a:t>
            </a:r>
            <a:endParaRPr lang="en-US" sz="3200" b="1" i="1">
              <a:solidFill>
                <a:srgbClr val="0C1E2A"/>
              </a:solidFill>
              <a:cs typeface="Arial" panose="020B0604020202020204" pitchFamily="34" charset="0"/>
            </a:endParaRPr>
          </a:p>
        </p:txBody>
      </p:sp>
      <p:sp>
        <p:nvSpPr>
          <p:cNvPr id="3" name="Slide Number Placeholder 2">
            <a:extLst>
              <a:ext uri="{FF2B5EF4-FFF2-40B4-BE49-F238E27FC236}">
                <a16:creationId xmlns:a16="http://schemas.microsoft.com/office/drawing/2014/main" id="{BDCD46A9-2E56-5DFB-F8EC-BB2ABD4D5F04}"/>
              </a:ext>
            </a:extLst>
          </p:cNvPr>
          <p:cNvSpPr>
            <a:spLocks noGrp="1"/>
          </p:cNvSpPr>
          <p:nvPr>
            <p:ph type="sldNum" sz="quarter" idx="12"/>
          </p:nvPr>
        </p:nvSpPr>
        <p:spPr/>
        <p:txBody>
          <a:bodyPr/>
          <a:lstStyle/>
          <a:p>
            <a:fld id="{8E1CF2E5-4A16-4FBD-9713-265FD1DAAE65}" type="slidenum">
              <a:rPr lang="en-US" smtClean="0"/>
              <a:t>42</a:t>
            </a:fld>
            <a:endParaRPr lang="en-US"/>
          </a:p>
        </p:txBody>
      </p:sp>
      <p:grpSp>
        <p:nvGrpSpPr>
          <p:cNvPr id="5" name="Group 4">
            <a:extLst>
              <a:ext uri="{FF2B5EF4-FFF2-40B4-BE49-F238E27FC236}">
                <a16:creationId xmlns:a16="http://schemas.microsoft.com/office/drawing/2014/main" id="{F19D8443-13B8-BCE5-F779-CBB97E530399}"/>
              </a:ext>
            </a:extLst>
          </p:cNvPr>
          <p:cNvGrpSpPr/>
          <p:nvPr/>
        </p:nvGrpSpPr>
        <p:grpSpPr>
          <a:xfrm>
            <a:off x="15130" y="47516"/>
            <a:ext cx="171132" cy="228600"/>
            <a:chOff x="0" y="49329"/>
            <a:chExt cx="171132" cy="228600"/>
          </a:xfrm>
        </p:grpSpPr>
        <p:cxnSp>
          <p:nvCxnSpPr>
            <p:cNvPr id="6" name="Straight Connector 5">
              <a:extLst>
                <a:ext uri="{FF2B5EF4-FFF2-40B4-BE49-F238E27FC236}">
                  <a16:creationId xmlns:a16="http://schemas.microsoft.com/office/drawing/2014/main" id="{7208487C-1ED1-7ECC-E587-78FE64ED24DD}"/>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 name="Rectangle: Rounded Corners 12">
              <a:extLst>
                <a:ext uri="{FF2B5EF4-FFF2-40B4-BE49-F238E27FC236}">
                  <a16:creationId xmlns:a16="http://schemas.microsoft.com/office/drawing/2014/main" id="{DD22D140-782F-AEB8-C004-7417404B4701}"/>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8" name="Google Shape;1129;p23">
            <a:extLst>
              <a:ext uri="{FF2B5EF4-FFF2-40B4-BE49-F238E27FC236}">
                <a16:creationId xmlns:a16="http://schemas.microsoft.com/office/drawing/2014/main" id="{E703F471-179C-02BF-C0F2-048C470E9455}"/>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Preventive – B2B</a:t>
            </a:r>
            <a:endParaRPr lang="en-US">
              <a:solidFill>
                <a:schemeClr val="bg1"/>
              </a:solidFill>
              <a:latin typeface="Calibri"/>
              <a:ea typeface="Calibri"/>
              <a:cs typeface="Calibri"/>
            </a:endParaRPr>
          </a:p>
        </p:txBody>
      </p:sp>
      <p:sp>
        <p:nvSpPr>
          <p:cNvPr id="28" name="Line 15">
            <a:extLst>
              <a:ext uri="{FF2B5EF4-FFF2-40B4-BE49-F238E27FC236}">
                <a16:creationId xmlns:a16="http://schemas.microsoft.com/office/drawing/2014/main" id="{56BF64FB-0A4B-68F2-39E6-4C9D599C4A37}"/>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2. Slide Title">
            <a:extLst>
              <a:ext uri="{FF2B5EF4-FFF2-40B4-BE49-F238E27FC236}">
                <a16:creationId xmlns:a16="http://schemas.microsoft.com/office/drawing/2014/main" id="{5D0CC4EF-E4CC-EE07-4DBA-B4ABB66C1E13}"/>
              </a:ext>
            </a:extLst>
          </p:cNvPr>
          <p:cNvSpPr txBox="1">
            <a:spLocks/>
          </p:cNvSpPr>
          <p:nvPr>
            <p:custDataLst>
              <p:tags r:id="rId3"/>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dirty="0">
                <a:solidFill>
                  <a:srgbClr val="0A0A0A"/>
                </a:solidFill>
                <a:latin typeface="Georgia" panose="02040502050405020303" pitchFamily="18" charset="0"/>
                <a:cs typeface="Arial" panose="020B0604020202020204" pitchFamily="34" charset="0"/>
              </a:rPr>
              <a:t>B2B corporate screening packages allows market access driven through </a:t>
            </a:r>
            <a:r>
              <a:rPr lang="en-US" sz="2600" dirty="0">
                <a:solidFill>
                  <a:srgbClr val="0A0A0A"/>
                </a:solidFill>
                <a:latin typeface="Georgia" panose="02040502050405020303" pitchFamily="18" charset="0"/>
                <a:cs typeface="Arial" panose="020B0604020202020204" pitchFamily="34" charset="0"/>
              </a:rPr>
              <a:t>strategic insurance and corporate partnerships</a:t>
            </a:r>
          </a:p>
        </p:txBody>
      </p:sp>
      <p:sp>
        <p:nvSpPr>
          <p:cNvPr id="3141" name="Rectangle: Rounded Corners 3140">
            <a:extLst>
              <a:ext uri="{FF2B5EF4-FFF2-40B4-BE49-F238E27FC236}">
                <a16:creationId xmlns:a16="http://schemas.microsoft.com/office/drawing/2014/main" id="{80DC8E8B-0738-FEC9-F768-38F4F280AE50}"/>
              </a:ext>
            </a:extLst>
          </p:cNvPr>
          <p:cNvSpPr/>
          <p:nvPr/>
        </p:nvSpPr>
        <p:spPr>
          <a:xfrm>
            <a:off x="3386147" y="2224446"/>
            <a:ext cx="2542839" cy="678673"/>
          </a:xfrm>
          <a:prstGeom prst="roundRect">
            <a:avLst>
              <a:gd name="adj" fmla="val 11231"/>
            </a:avLst>
          </a:prstGeom>
          <a:solidFill>
            <a:srgbClr val="17B2AF"/>
          </a:solidFill>
          <a:ln>
            <a:noFill/>
            <a:prstDash val="dash"/>
          </a:ln>
          <a:effectLst/>
        </p:spPr>
        <p:txBody>
          <a:bodyPr wrap="square" rtlCol="0" anchor="ctr">
            <a:noAutofit/>
          </a:bodyPr>
          <a:lstStyle/>
          <a:p>
            <a:pPr marR="0" lvl="0" indent="0" algn="ctr" defTabSz="914400" rtl="0" eaLnBrk="1" fontAlgn="auto" latinLnBrk="0" hangingPunct="1">
              <a:lnSpc>
                <a:spcPct val="100000"/>
              </a:lnSpc>
              <a:spcBef>
                <a:spcPts val="0"/>
              </a:spcBef>
              <a:spcAft>
                <a:spcPts val="0"/>
              </a:spcAft>
              <a:buClrTx/>
              <a:buSzTx/>
              <a:buFontTx/>
              <a:buNone/>
              <a:tabLst/>
              <a:defRPr/>
            </a:pPr>
            <a:r>
              <a:rPr lang="en-GB" sz="1400" b="1" kern="0">
                <a:solidFill>
                  <a:prstClr val="white"/>
                </a:solidFill>
                <a:latin typeface="Calibri" panose="020F0502020204030204"/>
                <a:cs typeface="Arial" panose="020B0604020202020204" pitchFamily="34" charset="0"/>
              </a:rPr>
              <a:t>Corporate health check-up &amp; screening packages</a:t>
            </a:r>
            <a:endPar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3142" name="Google Shape;10662;p406">
            <a:extLst>
              <a:ext uri="{FF2B5EF4-FFF2-40B4-BE49-F238E27FC236}">
                <a16:creationId xmlns:a16="http://schemas.microsoft.com/office/drawing/2014/main" id="{9FA15BCB-66BB-FCA4-69BB-468E53732F7B}"/>
              </a:ext>
            </a:extLst>
          </p:cNvPr>
          <p:cNvSpPr/>
          <p:nvPr/>
        </p:nvSpPr>
        <p:spPr>
          <a:xfrm>
            <a:off x="3386147" y="2990333"/>
            <a:ext cx="2542839" cy="1923530"/>
          </a:xfrm>
          <a:prstGeom prst="rect">
            <a:avLst/>
          </a:prstGeom>
          <a:solidFill>
            <a:schemeClr val="bg1"/>
          </a:solidFill>
          <a:ln w="9525" cap="flat" cmpd="sng">
            <a:noFill/>
            <a:prstDash val="dash"/>
            <a:round/>
            <a:headEnd type="none" w="sm" len="sm"/>
            <a:tailEnd type="none" w="sm" len="sm"/>
          </a:ln>
          <a:effectLst>
            <a:outerShdw blurRad="63500" sx="102000" sy="102000" algn="ctr" rotWithShape="0">
              <a:prstClr val="black">
                <a:alpha val="40000"/>
              </a:prstClr>
            </a:outerShdw>
          </a:effectLst>
        </p:spPr>
        <p:txBody>
          <a:bodyPr spcFirstLastPara="1" wrap="square" lIns="36000" tIns="36000" rIns="36000" bIns="36000" anchor="ctr" anchorCtr="0">
            <a:noAutofit/>
          </a:bodyPr>
          <a:lstStyle/>
          <a:p>
            <a:pPr marL="182880" marR="0" lvl="0" indent="0" rtl="0">
              <a:lnSpc>
                <a:spcPct val="100000"/>
              </a:lnSpc>
              <a:spcBef>
                <a:spcPts val="182"/>
              </a:spcBef>
              <a:spcAft>
                <a:spcPts val="91"/>
              </a:spcAft>
              <a:buClr>
                <a:srgbClr val="000000"/>
              </a:buClr>
              <a:buSzPts val="997"/>
              <a:buFont typeface="Arial"/>
              <a:buNone/>
            </a:pPr>
            <a:r>
              <a:rPr lang="en-US" sz="1400">
                <a:solidFill>
                  <a:srgbClr val="0C1E2A"/>
                </a:solidFill>
                <a:ea typeface="Arial"/>
                <a:cs typeface="Arial" panose="020B0604020202020204" pitchFamily="34" charset="0"/>
                <a:sym typeface="Arial"/>
              </a:rPr>
              <a:t>Develop </a:t>
            </a:r>
            <a:r>
              <a:rPr lang="en-US" sz="1400" b="1">
                <a:solidFill>
                  <a:srgbClr val="0C1E2A"/>
                </a:solidFill>
                <a:ea typeface="Arial"/>
                <a:cs typeface="Arial" panose="020B0604020202020204" pitchFamily="34" charset="0"/>
                <a:sym typeface="Arial"/>
              </a:rPr>
              <a:t>tiered</a:t>
            </a:r>
            <a:r>
              <a:rPr lang="en-US" sz="1400">
                <a:solidFill>
                  <a:srgbClr val="0C1E2A"/>
                </a:solidFill>
                <a:ea typeface="Arial"/>
                <a:cs typeface="Arial" panose="020B0604020202020204" pitchFamily="34" charset="0"/>
                <a:sym typeface="Arial"/>
              </a:rPr>
              <a:t> periodic health check-up and screening </a:t>
            </a:r>
            <a:r>
              <a:rPr lang="en-US" sz="1400" b="1">
                <a:solidFill>
                  <a:srgbClr val="0C1E2A"/>
                </a:solidFill>
                <a:ea typeface="Arial"/>
                <a:cs typeface="Arial" panose="020B0604020202020204" pitchFamily="34" charset="0"/>
                <a:sym typeface="Arial"/>
              </a:rPr>
              <a:t>packages</a:t>
            </a:r>
            <a:r>
              <a:rPr lang="en-US" sz="1400">
                <a:solidFill>
                  <a:srgbClr val="0C1E2A"/>
                </a:solidFill>
                <a:ea typeface="Arial"/>
                <a:cs typeface="Arial" panose="020B0604020202020204" pitchFamily="34" charset="0"/>
                <a:sym typeface="Arial"/>
              </a:rPr>
              <a:t> for </a:t>
            </a:r>
            <a:r>
              <a:rPr lang="en-US" sz="1400" b="1">
                <a:solidFill>
                  <a:srgbClr val="0C1E2A"/>
                </a:solidFill>
                <a:ea typeface="Arial"/>
                <a:cs typeface="Arial" panose="020B0604020202020204" pitchFamily="34" charset="0"/>
                <a:sym typeface="Arial"/>
              </a:rPr>
              <a:t>corporate</a:t>
            </a:r>
            <a:r>
              <a:rPr lang="en-US" sz="1400">
                <a:solidFill>
                  <a:srgbClr val="0C1E2A"/>
                </a:solidFill>
                <a:ea typeface="Arial"/>
                <a:cs typeface="Arial" panose="020B0604020202020204" pitchFamily="34" charset="0"/>
                <a:sym typeface="Arial"/>
              </a:rPr>
              <a:t> employees</a:t>
            </a:r>
          </a:p>
          <a:p>
            <a:pPr marL="468630" marR="0" lvl="0" indent="-285750" rtl="0">
              <a:lnSpc>
                <a:spcPct val="100000"/>
              </a:lnSpc>
              <a:spcBef>
                <a:spcPts val="182"/>
              </a:spcBef>
              <a:spcAft>
                <a:spcPts val="91"/>
              </a:spcAft>
              <a:buClr>
                <a:srgbClr val="000000"/>
              </a:buClr>
              <a:buSzPts val="997"/>
              <a:buFont typeface="Arial" panose="020B0604020202020204" pitchFamily="34" charset="0"/>
              <a:buChar char="•"/>
            </a:pPr>
            <a:r>
              <a:rPr lang="en-US" sz="1400" b="1">
                <a:solidFill>
                  <a:srgbClr val="0C1E2A"/>
                </a:solidFill>
                <a:cs typeface="Arial" panose="020B0604020202020204" pitchFamily="34" charset="0"/>
                <a:sym typeface="Arial"/>
              </a:rPr>
              <a:t>Entry</a:t>
            </a:r>
            <a:r>
              <a:rPr lang="en-US" sz="1400">
                <a:solidFill>
                  <a:srgbClr val="0C1E2A"/>
                </a:solidFill>
                <a:cs typeface="Arial" panose="020B0604020202020204" pitchFamily="34" charset="0"/>
                <a:sym typeface="Arial"/>
              </a:rPr>
              <a:t> level</a:t>
            </a:r>
          </a:p>
          <a:p>
            <a:pPr marL="468630" marR="0" lvl="0" indent="-285750" rtl="0">
              <a:lnSpc>
                <a:spcPct val="100000"/>
              </a:lnSpc>
              <a:spcBef>
                <a:spcPts val="182"/>
              </a:spcBef>
              <a:spcAft>
                <a:spcPts val="91"/>
              </a:spcAft>
              <a:buClr>
                <a:srgbClr val="000000"/>
              </a:buClr>
              <a:buSzPts val="997"/>
              <a:buFont typeface="Arial" panose="020B0604020202020204" pitchFamily="34" charset="0"/>
              <a:buChar char="•"/>
            </a:pPr>
            <a:r>
              <a:rPr lang="en-US" sz="1400" b="1">
                <a:solidFill>
                  <a:srgbClr val="0C1E2A"/>
                </a:solidFill>
                <a:cs typeface="Arial" panose="020B0604020202020204" pitchFamily="34" charset="0"/>
                <a:sym typeface="Arial"/>
              </a:rPr>
              <a:t>Middle</a:t>
            </a:r>
            <a:r>
              <a:rPr lang="en-US" sz="1400">
                <a:solidFill>
                  <a:srgbClr val="0C1E2A"/>
                </a:solidFill>
                <a:cs typeface="Arial" panose="020B0604020202020204" pitchFamily="34" charset="0"/>
                <a:sym typeface="Arial"/>
              </a:rPr>
              <a:t> management</a:t>
            </a:r>
          </a:p>
          <a:p>
            <a:pPr marL="468630" marR="0" lvl="0" indent="-285750" rtl="0">
              <a:lnSpc>
                <a:spcPct val="100000"/>
              </a:lnSpc>
              <a:spcBef>
                <a:spcPts val="182"/>
              </a:spcBef>
              <a:spcAft>
                <a:spcPts val="91"/>
              </a:spcAft>
              <a:buClr>
                <a:srgbClr val="000000"/>
              </a:buClr>
              <a:buSzPts val="997"/>
              <a:buFont typeface="Arial" panose="020B0604020202020204" pitchFamily="34" charset="0"/>
              <a:buChar char="•"/>
            </a:pPr>
            <a:r>
              <a:rPr lang="en-US" sz="1400" b="1">
                <a:solidFill>
                  <a:srgbClr val="0C1E2A"/>
                </a:solidFill>
                <a:cs typeface="Arial" panose="020B0604020202020204" pitchFamily="34" charset="0"/>
                <a:sym typeface="Arial"/>
              </a:rPr>
              <a:t>Senior</a:t>
            </a:r>
            <a:r>
              <a:rPr lang="en-US" sz="1400">
                <a:solidFill>
                  <a:srgbClr val="0C1E2A"/>
                </a:solidFill>
                <a:cs typeface="Arial" panose="020B0604020202020204" pitchFamily="34" charset="0"/>
                <a:sym typeface="Arial"/>
              </a:rPr>
              <a:t> management &amp; above</a:t>
            </a:r>
            <a:endParaRPr lang="en-US" sz="1200">
              <a:solidFill>
                <a:srgbClr val="0C1E2A"/>
              </a:solidFill>
              <a:cs typeface="Arial" panose="020B0604020202020204" pitchFamily="34" charset="0"/>
            </a:endParaRPr>
          </a:p>
        </p:txBody>
      </p:sp>
      <p:sp>
        <p:nvSpPr>
          <p:cNvPr id="3143" name="Rectangle: Rounded Corners 3142">
            <a:extLst>
              <a:ext uri="{FF2B5EF4-FFF2-40B4-BE49-F238E27FC236}">
                <a16:creationId xmlns:a16="http://schemas.microsoft.com/office/drawing/2014/main" id="{C17B3EC7-AF3F-4331-06E7-805039077887}"/>
              </a:ext>
            </a:extLst>
          </p:cNvPr>
          <p:cNvSpPr/>
          <p:nvPr/>
        </p:nvSpPr>
        <p:spPr>
          <a:xfrm>
            <a:off x="6263015" y="2224446"/>
            <a:ext cx="2542839" cy="678673"/>
          </a:xfrm>
          <a:prstGeom prst="roundRect">
            <a:avLst>
              <a:gd name="adj" fmla="val 11231"/>
            </a:avLst>
          </a:prstGeom>
          <a:solidFill>
            <a:srgbClr val="17B2AF"/>
          </a:solidFill>
          <a:ln>
            <a:noFill/>
            <a:prstDash val="dash"/>
          </a:ln>
          <a:effectLst/>
        </p:spPr>
        <p:txBody>
          <a:bodyPr wrap="square" rtlCol="0" anchor="ctr">
            <a:noAutofit/>
          </a:bodyPr>
          <a:lstStyle/>
          <a:p>
            <a:pPr marR="0" lvl="0" indent="0" algn="ctr" defTabSz="914400" rtl="0" eaLnBrk="1" fontAlgn="auto" latinLnBrk="0" hangingPunct="1">
              <a:lnSpc>
                <a:spcPct val="100000"/>
              </a:lnSpc>
              <a:spcBef>
                <a:spcPts val="0"/>
              </a:spcBef>
              <a:spcAft>
                <a:spcPts val="0"/>
              </a:spcAft>
              <a:buClrTx/>
              <a:buSzTx/>
              <a:buFontTx/>
              <a:buNone/>
              <a:tabLst/>
              <a:defRPr/>
            </a:pPr>
            <a:r>
              <a:rPr lang="en-GB" sz="1400" b="1" kern="0">
                <a:solidFill>
                  <a:prstClr val="white"/>
                </a:solidFill>
                <a:latin typeface="Calibri" panose="020F0502020204030204"/>
                <a:cs typeface="Arial" panose="020B0604020202020204" pitchFamily="34" charset="0"/>
              </a:rPr>
              <a:t>Corporate testing drives</a:t>
            </a:r>
            <a:endPar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3144" name="Google Shape;10662;p406">
            <a:extLst>
              <a:ext uri="{FF2B5EF4-FFF2-40B4-BE49-F238E27FC236}">
                <a16:creationId xmlns:a16="http://schemas.microsoft.com/office/drawing/2014/main" id="{D4A6D8EA-8503-A49C-EA43-A95D468DF969}"/>
              </a:ext>
            </a:extLst>
          </p:cNvPr>
          <p:cNvSpPr/>
          <p:nvPr/>
        </p:nvSpPr>
        <p:spPr>
          <a:xfrm>
            <a:off x="6263015" y="2990333"/>
            <a:ext cx="2542839" cy="1923530"/>
          </a:xfrm>
          <a:prstGeom prst="rect">
            <a:avLst/>
          </a:prstGeom>
          <a:solidFill>
            <a:schemeClr val="bg1"/>
          </a:solidFill>
          <a:ln w="9525" cap="flat" cmpd="sng">
            <a:noFill/>
            <a:prstDash val="dash"/>
            <a:round/>
            <a:headEnd type="none" w="sm" len="sm"/>
            <a:tailEnd type="none" w="sm" len="sm"/>
          </a:ln>
          <a:effectLst>
            <a:outerShdw blurRad="63500" sx="102000" sy="102000" algn="ctr" rotWithShape="0">
              <a:prstClr val="black">
                <a:alpha val="40000"/>
              </a:prstClr>
            </a:outerShdw>
          </a:effectLst>
        </p:spPr>
        <p:txBody>
          <a:bodyPr spcFirstLastPara="1" wrap="square" lIns="36000" tIns="36000" rIns="36000" bIns="36000" anchor="ctr" anchorCtr="0">
            <a:noAutofit/>
          </a:bodyPr>
          <a:lstStyle/>
          <a:p>
            <a:pPr marL="182880" marR="0" lvl="0" indent="0" rtl="0">
              <a:lnSpc>
                <a:spcPct val="100000"/>
              </a:lnSpc>
              <a:spcBef>
                <a:spcPts val="182"/>
              </a:spcBef>
              <a:spcAft>
                <a:spcPts val="91"/>
              </a:spcAft>
              <a:buClr>
                <a:srgbClr val="000000"/>
              </a:buClr>
              <a:buSzPts val="997"/>
              <a:buFont typeface="Arial"/>
              <a:buNone/>
            </a:pPr>
            <a:r>
              <a:rPr lang="en-US" sz="1400">
                <a:solidFill>
                  <a:srgbClr val="0C1E2A"/>
                </a:solidFill>
                <a:ea typeface="Arial"/>
                <a:cs typeface="Arial" panose="020B0604020202020204" pitchFamily="34" charset="0"/>
                <a:sym typeface="Arial"/>
              </a:rPr>
              <a:t>Materialize </a:t>
            </a:r>
            <a:r>
              <a:rPr lang="en-US" sz="1400" b="1">
                <a:solidFill>
                  <a:srgbClr val="0C1E2A"/>
                </a:solidFill>
                <a:ea typeface="Arial"/>
                <a:cs typeface="Arial" panose="020B0604020202020204" pitchFamily="34" charset="0"/>
                <a:sym typeface="Arial"/>
              </a:rPr>
              <a:t>partnerships</a:t>
            </a:r>
            <a:r>
              <a:rPr lang="en-US" sz="1400">
                <a:solidFill>
                  <a:srgbClr val="0C1E2A"/>
                </a:solidFill>
                <a:ea typeface="Arial"/>
                <a:cs typeface="Arial" panose="020B0604020202020204" pitchFamily="34" charset="0"/>
                <a:sym typeface="Arial"/>
              </a:rPr>
              <a:t> with </a:t>
            </a:r>
            <a:r>
              <a:rPr lang="en-US" sz="1400" b="1">
                <a:solidFill>
                  <a:srgbClr val="0C1E2A"/>
                </a:solidFill>
                <a:ea typeface="Arial"/>
                <a:cs typeface="Arial" panose="020B0604020202020204" pitchFamily="34" charset="0"/>
                <a:sym typeface="Arial"/>
              </a:rPr>
              <a:t>organizations</a:t>
            </a:r>
            <a:r>
              <a:rPr lang="en-US" sz="1400">
                <a:solidFill>
                  <a:srgbClr val="0C1E2A"/>
                </a:solidFill>
                <a:ea typeface="Arial"/>
                <a:cs typeface="Arial" panose="020B0604020202020204" pitchFamily="34" charset="0"/>
                <a:sym typeface="Arial"/>
              </a:rPr>
              <a:t> to conduct:</a:t>
            </a:r>
          </a:p>
          <a:p>
            <a:pPr marL="468630" marR="0" lvl="0" indent="-285750" rtl="0">
              <a:lnSpc>
                <a:spcPct val="100000"/>
              </a:lnSpc>
              <a:spcBef>
                <a:spcPts val="182"/>
              </a:spcBef>
              <a:spcAft>
                <a:spcPts val="91"/>
              </a:spcAft>
              <a:buClr>
                <a:srgbClr val="000000"/>
              </a:buClr>
              <a:buSzPts val="997"/>
              <a:buFont typeface="Arial" panose="020B0604020202020204" pitchFamily="34" charset="0"/>
              <a:buChar char="•"/>
            </a:pPr>
            <a:r>
              <a:rPr lang="en-US" sz="1400">
                <a:solidFill>
                  <a:srgbClr val="0C1E2A"/>
                </a:solidFill>
                <a:ea typeface="Arial"/>
                <a:cs typeface="Arial" panose="020B0604020202020204" pitchFamily="34" charset="0"/>
                <a:sym typeface="Arial"/>
              </a:rPr>
              <a:t>Health check-ups via </a:t>
            </a:r>
            <a:r>
              <a:rPr lang="en-US" sz="1400" b="1">
                <a:solidFill>
                  <a:srgbClr val="0C1E2A"/>
                </a:solidFill>
                <a:ea typeface="Arial"/>
                <a:cs typeface="Arial" panose="020B0604020202020204" pitchFamily="34" charset="0"/>
                <a:sym typeface="Arial"/>
              </a:rPr>
              <a:t>corporate</a:t>
            </a:r>
            <a:r>
              <a:rPr lang="en-US" sz="1400">
                <a:solidFill>
                  <a:srgbClr val="0C1E2A"/>
                </a:solidFill>
                <a:ea typeface="Arial"/>
                <a:cs typeface="Arial" panose="020B0604020202020204" pitchFamily="34" charset="0"/>
                <a:sym typeface="Arial"/>
              </a:rPr>
              <a:t> </a:t>
            </a:r>
            <a:r>
              <a:rPr lang="en-US" sz="1400" b="1">
                <a:solidFill>
                  <a:srgbClr val="0C1E2A"/>
                </a:solidFill>
                <a:ea typeface="Arial"/>
                <a:cs typeface="Arial" panose="020B0604020202020204" pitchFamily="34" charset="0"/>
                <a:sym typeface="Arial"/>
              </a:rPr>
              <a:t>drives</a:t>
            </a:r>
          </a:p>
          <a:p>
            <a:pPr marL="468630" marR="0" lvl="0" indent="-285750" rtl="0">
              <a:lnSpc>
                <a:spcPct val="100000"/>
              </a:lnSpc>
              <a:spcBef>
                <a:spcPts val="182"/>
              </a:spcBef>
              <a:spcAft>
                <a:spcPts val="91"/>
              </a:spcAft>
              <a:buClr>
                <a:srgbClr val="000000"/>
              </a:buClr>
              <a:buSzPts val="997"/>
              <a:buFont typeface="Arial" panose="020B0604020202020204" pitchFamily="34" charset="0"/>
              <a:buChar char="•"/>
            </a:pPr>
            <a:r>
              <a:rPr lang="en-US" sz="1400" b="1">
                <a:solidFill>
                  <a:srgbClr val="0C1E2A"/>
                </a:solidFill>
                <a:cs typeface="Arial" panose="020B0604020202020204" pitchFamily="34" charset="0"/>
                <a:sym typeface="Arial"/>
              </a:rPr>
              <a:t>Cancer</a:t>
            </a:r>
            <a:r>
              <a:rPr lang="en-US" sz="1400">
                <a:solidFill>
                  <a:srgbClr val="0C1E2A"/>
                </a:solidFill>
                <a:cs typeface="Arial" panose="020B0604020202020204" pitchFamily="34" charset="0"/>
                <a:sym typeface="Arial"/>
              </a:rPr>
              <a:t> screenings</a:t>
            </a:r>
          </a:p>
          <a:p>
            <a:pPr marL="468630" marR="0" lvl="0" indent="-285750" rtl="0">
              <a:lnSpc>
                <a:spcPct val="100000"/>
              </a:lnSpc>
              <a:spcBef>
                <a:spcPts val="182"/>
              </a:spcBef>
              <a:spcAft>
                <a:spcPts val="91"/>
              </a:spcAft>
              <a:buClr>
                <a:srgbClr val="000000"/>
              </a:buClr>
              <a:buSzPts val="997"/>
              <a:buFont typeface="Arial" panose="020B0604020202020204" pitchFamily="34" charset="0"/>
              <a:buChar char="•"/>
            </a:pPr>
            <a:r>
              <a:rPr lang="en-US" sz="1400" b="1">
                <a:solidFill>
                  <a:srgbClr val="0C1E2A"/>
                </a:solidFill>
                <a:cs typeface="Arial" panose="020B0604020202020204" pitchFamily="34" charset="0"/>
                <a:sym typeface="Arial"/>
              </a:rPr>
              <a:t>Pre-employment </a:t>
            </a:r>
            <a:r>
              <a:rPr lang="en-US" sz="1400">
                <a:solidFill>
                  <a:srgbClr val="0C1E2A"/>
                </a:solidFill>
                <a:cs typeface="Arial" panose="020B0604020202020204" pitchFamily="34" charset="0"/>
                <a:sym typeface="Arial"/>
              </a:rPr>
              <a:t>screenings</a:t>
            </a:r>
            <a:endParaRPr lang="en-US" sz="1200">
              <a:solidFill>
                <a:srgbClr val="0C1E2A"/>
              </a:solidFill>
              <a:cs typeface="Arial" panose="020B0604020202020204" pitchFamily="34" charset="0"/>
            </a:endParaRPr>
          </a:p>
        </p:txBody>
      </p:sp>
      <p:sp>
        <p:nvSpPr>
          <p:cNvPr id="3145" name="Rectangle: Rounded Corners 3144">
            <a:extLst>
              <a:ext uri="{FF2B5EF4-FFF2-40B4-BE49-F238E27FC236}">
                <a16:creationId xmlns:a16="http://schemas.microsoft.com/office/drawing/2014/main" id="{2D7B8D04-21A2-7DB6-BF25-85E35D70B3FF}"/>
              </a:ext>
            </a:extLst>
          </p:cNvPr>
          <p:cNvSpPr/>
          <p:nvPr/>
        </p:nvSpPr>
        <p:spPr>
          <a:xfrm>
            <a:off x="9139884" y="2224446"/>
            <a:ext cx="2542839" cy="678673"/>
          </a:xfrm>
          <a:prstGeom prst="roundRect">
            <a:avLst>
              <a:gd name="adj" fmla="val 11231"/>
            </a:avLst>
          </a:prstGeom>
          <a:solidFill>
            <a:srgbClr val="17B2AF"/>
          </a:solidFill>
          <a:ln>
            <a:noFill/>
            <a:prstDash val="dash"/>
          </a:ln>
          <a:effectLst/>
        </p:spPr>
        <p:txBody>
          <a:bodyPr wrap="square" rtlCol="0" anchor="ctr">
            <a:noAutofit/>
          </a:bodyPr>
          <a:lstStyle/>
          <a:p>
            <a:pPr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Incentivizing employee family check-ups</a:t>
            </a:r>
          </a:p>
        </p:txBody>
      </p:sp>
      <p:sp>
        <p:nvSpPr>
          <p:cNvPr id="3146" name="Google Shape;10662;p406">
            <a:extLst>
              <a:ext uri="{FF2B5EF4-FFF2-40B4-BE49-F238E27FC236}">
                <a16:creationId xmlns:a16="http://schemas.microsoft.com/office/drawing/2014/main" id="{761BB89B-86F9-064C-546F-C03F50BEA117}"/>
              </a:ext>
            </a:extLst>
          </p:cNvPr>
          <p:cNvSpPr/>
          <p:nvPr/>
        </p:nvSpPr>
        <p:spPr>
          <a:xfrm>
            <a:off x="9139884" y="2990333"/>
            <a:ext cx="2542839" cy="1923530"/>
          </a:xfrm>
          <a:prstGeom prst="rect">
            <a:avLst/>
          </a:prstGeom>
          <a:solidFill>
            <a:schemeClr val="bg1"/>
          </a:solidFill>
          <a:ln w="9525" cap="flat" cmpd="sng">
            <a:noFill/>
            <a:prstDash val="dash"/>
            <a:round/>
            <a:headEnd type="none" w="sm" len="sm"/>
            <a:tailEnd type="none" w="sm" len="sm"/>
          </a:ln>
          <a:effectLst>
            <a:outerShdw blurRad="63500" sx="102000" sy="102000" algn="ctr" rotWithShape="0">
              <a:prstClr val="black">
                <a:alpha val="40000"/>
              </a:prstClr>
            </a:outerShdw>
          </a:effectLst>
        </p:spPr>
        <p:txBody>
          <a:bodyPr spcFirstLastPara="1" wrap="square" lIns="36000" tIns="36000" rIns="36000" bIns="36000" anchor="ctr" anchorCtr="0">
            <a:noAutofit/>
          </a:bodyPr>
          <a:lstStyle/>
          <a:p>
            <a:pPr marL="182880" marR="0" lvl="0" indent="0" rtl="0">
              <a:lnSpc>
                <a:spcPct val="100000"/>
              </a:lnSpc>
              <a:spcBef>
                <a:spcPts val="182"/>
              </a:spcBef>
              <a:spcAft>
                <a:spcPts val="91"/>
              </a:spcAft>
              <a:buClr>
                <a:srgbClr val="000000"/>
              </a:buClr>
              <a:buSzPts val="997"/>
              <a:buFont typeface="Arial"/>
              <a:buNone/>
            </a:pPr>
            <a:r>
              <a:rPr lang="en-US" sz="1400" b="1">
                <a:solidFill>
                  <a:srgbClr val="0C1E2A"/>
                </a:solidFill>
                <a:ea typeface="Arial"/>
                <a:cs typeface="Arial" panose="020B0604020202020204" pitchFamily="34" charset="0"/>
                <a:sym typeface="Arial"/>
              </a:rPr>
              <a:t>Incentivize</a:t>
            </a:r>
            <a:r>
              <a:rPr lang="en-US" sz="1400">
                <a:solidFill>
                  <a:srgbClr val="0C1E2A"/>
                </a:solidFill>
                <a:ea typeface="Arial"/>
                <a:cs typeface="Arial" panose="020B0604020202020204" pitchFamily="34" charset="0"/>
                <a:sym typeface="Arial"/>
              </a:rPr>
              <a:t> corporate </a:t>
            </a:r>
            <a:r>
              <a:rPr lang="en-US" sz="1400" b="1">
                <a:solidFill>
                  <a:srgbClr val="0C1E2A"/>
                </a:solidFill>
                <a:ea typeface="Arial"/>
                <a:cs typeface="Arial" panose="020B0604020202020204" pitchFamily="34" charset="0"/>
                <a:sym typeface="Arial"/>
              </a:rPr>
              <a:t>employees</a:t>
            </a:r>
            <a:r>
              <a:rPr lang="en-US" sz="1400">
                <a:solidFill>
                  <a:srgbClr val="0C1E2A"/>
                </a:solidFill>
                <a:ea typeface="Arial"/>
                <a:cs typeface="Arial" panose="020B0604020202020204" pitchFamily="34" charset="0"/>
                <a:sym typeface="Arial"/>
              </a:rPr>
              <a:t> to choose OC for their </a:t>
            </a:r>
            <a:r>
              <a:rPr lang="en-US" sz="1400" b="1">
                <a:solidFill>
                  <a:srgbClr val="0C1E2A"/>
                </a:solidFill>
                <a:ea typeface="Arial"/>
                <a:cs typeface="Arial" panose="020B0604020202020204" pitchFamily="34" charset="0"/>
                <a:sym typeface="Arial"/>
              </a:rPr>
              <a:t>families</a:t>
            </a:r>
            <a:r>
              <a:rPr lang="en-US" sz="1400">
                <a:solidFill>
                  <a:srgbClr val="0C1E2A"/>
                </a:solidFill>
                <a:ea typeface="Arial"/>
                <a:cs typeface="Arial" panose="020B0604020202020204" pitchFamily="34" charset="0"/>
                <a:sym typeface="Arial"/>
              </a:rPr>
              <a:t>’ periodic health check-ups</a:t>
            </a:r>
          </a:p>
          <a:p>
            <a:pPr marL="354330" marR="0" lvl="0" indent="-171450" rtl="0">
              <a:lnSpc>
                <a:spcPct val="100000"/>
              </a:lnSpc>
              <a:spcBef>
                <a:spcPts val="182"/>
              </a:spcBef>
              <a:spcAft>
                <a:spcPts val="91"/>
              </a:spcAft>
              <a:buClr>
                <a:srgbClr val="000000"/>
              </a:buClr>
              <a:buSzPts val="997"/>
              <a:buFont typeface="Arial" panose="020B0604020202020204" pitchFamily="34" charset="0"/>
              <a:buChar char="•"/>
            </a:pPr>
            <a:r>
              <a:rPr lang="en-US" sz="1400" b="1">
                <a:solidFill>
                  <a:srgbClr val="0C1E2A"/>
                </a:solidFill>
                <a:cs typeface="Arial" panose="020B0604020202020204" pitchFamily="34" charset="0"/>
              </a:rPr>
              <a:t>Discounted</a:t>
            </a:r>
            <a:r>
              <a:rPr lang="en-US" sz="1400">
                <a:solidFill>
                  <a:srgbClr val="0C1E2A"/>
                </a:solidFill>
                <a:cs typeface="Arial" panose="020B0604020202020204" pitchFamily="34" charset="0"/>
              </a:rPr>
              <a:t> packages</a:t>
            </a:r>
          </a:p>
          <a:p>
            <a:pPr marL="354330" marR="0" lvl="0" indent="-171450" rtl="0">
              <a:lnSpc>
                <a:spcPct val="100000"/>
              </a:lnSpc>
              <a:spcBef>
                <a:spcPts val="182"/>
              </a:spcBef>
              <a:spcAft>
                <a:spcPts val="91"/>
              </a:spcAft>
              <a:buClr>
                <a:srgbClr val="000000"/>
              </a:buClr>
              <a:buSzPts val="997"/>
              <a:buFont typeface="Arial" panose="020B0604020202020204" pitchFamily="34" charset="0"/>
              <a:buChar char="•"/>
            </a:pPr>
            <a:r>
              <a:rPr lang="en-US" sz="1400" b="1">
                <a:solidFill>
                  <a:srgbClr val="0C1E2A"/>
                </a:solidFill>
                <a:cs typeface="Arial" panose="020B0604020202020204" pitchFamily="34" charset="0"/>
              </a:rPr>
              <a:t>Family</a:t>
            </a:r>
            <a:r>
              <a:rPr lang="en-US" sz="1400">
                <a:solidFill>
                  <a:srgbClr val="0C1E2A"/>
                </a:solidFill>
                <a:cs typeface="Arial" panose="020B0604020202020204" pitchFamily="34" charset="0"/>
              </a:rPr>
              <a:t> bundles</a:t>
            </a:r>
          </a:p>
          <a:p>
            <a:pPr marL="354330" marR="0" lvl="0" indent="-171450" rtl="0">
              <a:lnSpc>
                <a:spcPct val="100000"/>
              </a:lnSpc>
              <a:spcBef>
                <a:spcPts val="182"/>
              </a:spcBef>
              <a:spcAft>
                <a:spcPts val="91"/>
              </a:spcAft>
              <a:buClr>
                <a:srgbClr val="000000"/>
              </a:buClr>
              <a:buSzPts val="997"/>
              <a:buFont typeface="Arial" panose="020B0604020202020204" pitchFamily="34" charset="0"/>
              <a:buChar char="•"/>
            </a:pPr>
            <a:r>
              <a:rPr lang="en-US" sz="1400" b="1">
                <a:solidFill>
                  <a:srgbClr val="0C1E2A"/>
                </a:solidFill>
                <a:cs typeface="Arial" panose="020B0604020202020204" pitchFamily="34" charset="0"/>
              </a:rPr>
              <a:t>Loyalty</a:t>
            </a:r>
            <a:r>
              <a:rPr lang="en-US" sz="1400">
                <a:solidFill>
                  <a:srgbClr val="0C1E2A"/>
                </a:solidFill>
                <a:cs typeface="Arial" panose="020B0604020202020204" pitchFamily="34" charset="0"/>
              </a:rPr>
              <a:t> rewards</a:t>
            </a:r>
          </a:p>
          <a:p>
            <a:pPr marL="354330" marR="0" lvl="0" indent="-171450" rtl="0">
              <a:lnSpc>
                <a:spcPct val="100000"/>
              </a:lnSpc>
              <a:spcBef>
                <a:spcPts val="182"/>
              </a:spcBef>
              <a:spcAft>
                <a:spcPts val="91"/>
              </a:spcAft>
              <a:buClr>
                <a:srgbClr val="000000"/>
              </a:buClr>
              <a:buSzPts val="997"/>
              <a:buFont typeface="Arial" panose="020B0604020202020204" pitchFamily="34" charset="0"/>
              <a:buChar char="•"/>
            </a:pPr>
            <a:r>
              <a:rPr lang="en-US" sz="1400" b="1">
                <a:solidFill>
                  <a:srgbClr val="0C1E2A"/>
                </a:solidFill>
                <a:cs typeface="Arial" panose="020B0604020202020204" pitchFamily="34" charset="0"/>
              </a:rPr>
              <a:t>Priority</a:t>
            </a:r>
            <a:r>
              <a:rPr lang="en-US" sz="1400">
                <a:solidFill>
                  <a:srgbClr val="0C1E2A"/>
                </a:solidFill>
                <a:cs typeface="Arial" panose="020B0604020202020204" pitchFamily="34" charset="0"/>
              </a:rPr>
              <a:t> scheduling</a:t>
            </a:r>
          </a:p>
        </p:txBody>
      </p:sp>
      <p:pic>
        <p:nvPicPr>
          <p:cNvPr id="3148" name="Picture 2" descr="The Bupa Success Story | Case Study ...">
            <a:extLst>
              <a:ext uri="{FF2B5EF4-FFF2-40B4-BE49-F238E27FC236}">
                <a16:creationId xmlns:a16="http://schemas.microsoft.com/office/drawing/2014/main" id="{72DAF5D8-65D5-D84E-277F-7E0756D0ED11}"/>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000001" y="4060258"/>
            <a:ext cx="765471" cy="338443"/>
          </a:xfrm>
          <a:prstGeom prst="rect">
            <a:avLst/>
          </a:prstGeom>
          <a:noFill/>
          <a:extLst>
            <a:ext uri="{909E8E84-426E-40DD-AFC4-6F175D3DCCD1}">
              <a14:hiddenFill xmlns:a14="http://schemas.microsoft.com/office/drawing/2010/main">
                <a:solidFill>
                  <a:srgbClr val="FFFFFF"/>
                </a:solidFill>
              </a14:hiddenFill>
            </a:ext>
          </a:extLst>
        </p:spPr>
      </p:pic>
      <p:pic>
        <p:nvPicPr>
          <p:cNvPr id="3149" name="Picture 4" descr="Partner">
            <a:extLst>
              <a:ext uri="{FF2B5EF4-FFF2-40B4-BE49-F238E27FC236}">
                <a16:creationId xmlns:a16="http://schemas.microsoft.com/office/drawing/2014/main" id="{B5369055-A5FF-0934-2237-320C1D20757F}"/>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7623" y="4086183"/>
            <a:ext cx="1001156" cy="311306"/>
          </a:xfrm>
          <a:prstGeom prst="rect">
            <a:avLst/>
          </a:prstGeom>
          <a:noFill/>
          <a:extLst>
            <a:ext uri="{909E8E84-426E-40DD-AFC4-6F175D3DCCD1}">
              <a14:hiddenFill xmlns:a14="http://schemas.microsoft.com/office/drawing/2010/main">
                <a:solidFill>
                  <a:srgbClr val="FFFFFF"/>
                </a:solidFill>
              </a14:hiddenFill>
            </a:ext>
          </a:extLst>
        </p:spPr>
      </p:pic>
      <p:pic>
        <p:nvPicPr>
          <p:cNvPr id="3150" name="Picture 6">
            <a:extLst>
              <a:ext uri="{FF2B5EF4-FFF2-40B4-BE49-F238E27FC236}">
                <a16:creationId xmlns:a16="http://schemas.microsoft.com/office/drawing/2014/main" id="{3BC9AC24-EF7B-BB31-12DC-F491421950D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08676" y="4508568"/>
            <a:ext cx="1094615" cy="267525"/>
          </a:xfrm>
          <a:prstGeom prst="rect">
            <a:avLst/>
          </a:prstGeom>
          <a:noFill/>
          <a:extLst>
            <a:ext uri="{909E8E84-426E-40DD-AFC4-6F175D3DCCD1}">
              <a14:hiddenFill xmlns:a14="http://schemas.microsoft.com/office/drawing/2010/main">
                <a:solidFill>
                  <a:srgbClr val="FFFFFF"/>
                </a:solidFill>
              </a14:hiddenFill>
            </a:ext>
          </a:extLst>
        </p:spPr>
      </p:pic>
      <p:pic>
        <p:nvPicPr>
          <p:cNvPr id="3151" name="Graphic 3150">
            <a:extLst>
              <a:ext uri="{FF2B5EF4-FFF2-40B4-BE49-F238E27FC236}">
                <a16:creationId xmlns:a16="http://schemas.microsoft.com/office/drawing/2014/main" id="{B6CBACA8-6D72-AAD6-F733-4928F12ED4F9}"/>
              </a:ext>
            </a:extLst>
          </p:cNvPr>
          <p:cNvPicPr>
            <a:picLocks noChangeAspect="1"/>
          </p:cNvPicPr>
          <p:nvPr/>
        </p:nvPicPr>
        <p:blipFill>
          <a:blip r:embed="rId12">
            <a:extLst>
              <a:ext uri="{96DAC541-7B7A-43D3-8B79-37D633B846F1}">
                <asvg:svgBlip xmlns:asvg="http://schemas.microsoft.com/office/drawing/2016/SVG/main" r:embed="rId13"/>
              </a:ext>
            </a:extLst>
          </a:blip>
          <a:srcRect b="11048"/>
          <a:stretch>
            <a:fillRect/>
          </a:stretch>
        </p:blipFill>
        <p:spPr>
          <a:xfrm>
            <a:off x="4332280" y="1532173"/>
            <a:ext cx="650570" cy="710213"/>
          </a:xfrm>
          <a:prstGeom prst="rect">
            <a:avLst/>
          </a:prstGeom>
        </p:spPr>
      </p:pic>
      <p:pic>
        <p:nvPicPr>
          <p:cNvPr id="3153" name="Graphic 3152">
            <a:extLst>
              <a:ext uri="{FF2B5EF4-FFF2-40B4-BE49-F238E27FC236}">
                <a16:creationId xmlns:a16="http://schemas.microsoft.com/office/drawing/2014/main" id="{1BF620C5-3E6C-32D9-AFB3-4BC9A196A933}"/>
              </a:ext>
            </a:extLst>
          </p:cNvPr>
          <p:cNvPicPr>
            <a:picLocks noChangeAspect="1"/>
          </p:cNvPicPr>
          <p:nvPr/>
        </p:nvPicPr>
        <p:blipFill>
          <a:blip r:embed="rId14">
            <a:extLst>
              <a:ext uri="{96DAC541-7B7A-43D3-8B79-37D633B846F1}">
                <asvg:svgBlip xmlns:asvg="http://schemas.microsoft.com/office/drawing/2016/SVG/main" r:embed="rId15"/>
              </a:ext>
            </a:extLst>
          </a:blip>
          <a:srcRect b="29764"/>
          <a:stretch>
            <a:fillRect/>
          </a:stretch>
        </p:blipFill>
        <p:spPr>
          <a:xfrm>
            <a:off x="7090425" y="1622298"/>
            <a:ext cx="648707" cy="498117"/>
          </a:xfrm>
          <a:prstGeom prst="rect">
            <a:avLst/>
          </a:prstGeom>
        </p:spPr>
      </p:pic>
      <p:pic>
        <p:nvPicPr>
          <p:cNvPr id="3155" name="Graphic 3154">
            <a:extLst>
              <a:ext uri="{FF2B5EF4-FFF2-40B4-BE49-F238E27FC236}">
                <a16:creationId xmlns:a16="http://schemas.microsoft.com/office/drawing/2014/main" id="{FC3992E9-D7AC-5FAB-D076-F54C288E0767}"/>
              </a:ext>
            </a:extLst>
          </p:cNvPr>
          <p:cNvPicPr>
            <a:picLocks noChangeAspect="1"/>
          </p:cNvPicPr>
          <p:nvPr/>
        </p:nvPicPr>
        <p:blipFill>
          <a:blip r:embed="rId16">
            <a:extLst>
              <a:ext uri="{96DAC541-7B7A-43D3-8B79-37D633B846F1}">
                <asvg:svgBlip xmlns:asvg="http://schemas.microsoft.com/office/drawing/2016/SVG/main" r:embed="rId17"/>
              </a:ext>
            </a:extLst>
          </a:blip>
          <a:srcRect b="18160"/>
          <a:stretch>
            <a:fillRect/>
          </a:stretch>
        </p:blipFill>
        <p:spPr>
          <a:xfrm>
            <a:off x="1460269" y="1577756"/>
            <a:ext cx="591427" cy="594032"/>
          </a:xfrm>
          <a:prstGeom prst="rect">
            <a:avLst/>
          </a:prstGeom>
        </p:spPr>
      </p:pic>
      <p:pic>
        <p:nvPicPr>
          <p:cNvPr id="3157" name="Graphic 3156">
            <a:extLst>
              <a:ext uri="{FF2B5EF4-FFF2-40B4-BE49-F238E27FC236}">
                <a16:creationId xmlns:a16="http://schemas.microsoft.com/office/drawing/2014/main" id="{790B890B-3C6D-184E-C004-019685C50290}"/>
              </a:ext>
            </a:extLst>
          </p:cNvPr>
          <p:cNvPicPr>
            <a:picLocks noChangeAspect="1"/>
          </p:cNvPicPr>
          <p:nvPr/>
        </p:nvPicPr>
        <p:blipFill>
          <a:blip r:embed="rId18">
            <a:extLst>
              <a:ext uri="{96DAC541-7B7A-43D3-8B79-37D633B846F1}">
                <asvg:svgBlip xmlns:asvg="http://schemas.microsoft.com/office/drawing/2016/SVG/main" r:embed="rId19"/>
              </a:ext>
            </a:extLst>
          </a:blip>
          <a:srcRect b="16043"/>
          <a:stretch>
            <a:fillRect/>
          </a:stretch>
        </p:blipFill>
        <p:spPr>
          <a:xfrm>
            <a:off x="10081161" y="1532495"/>
            <a:ext cx="650570" cy="670336"/>
          </a:xfrm>
          <a:prstGeom prst="rect">
            <a:avLst/>
          </a:prstGeom>
        </p:spPr>
      </p:pic>
      <p:sp>
        <p:nvSpPr>
          <p:cNvPr id="3158" name="Google Shape;14550;p188">
            <a:extLst>
              <a:ext uri="{FF2B5EF4-FFF2-40B4-BE49-F238E27FC236}">
                <a16:creationId xmlns:a16="http://schemas.microsoft.com/office/drawing/2014/main" id="{B664B938-BE0D-0BCE-572D-A5D47F9EBF5C}"/>
              </a:ext>
            </a:extLst>
          </p:cNvPr>
          <p:cNvSpPr/>
          <p:nvPr/>
        </p:nvSpPr>
        <p:spPr>
          <a:xfrm>
            <a:off x="509279" y="1228589"/>
            <a:ext cx="11161715" cy="279610"/>
          </a:xfrm>
          <a:prstGeom prst="rect">
            <a:avLst/>
          </a:prstGeom>
          <a:solidFill>
            <a:srgbClr val="04748A"/>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n-US" sz="1400" b="1" u="none" strike="noStrike" cap="none">
                <a:solidFill>
                  <a:schemeClr val="bg1"/>
                </a:solidFill>
                <a:latin typeface="Arial"/>
                <a:ea typeface="Arial"/>
                <a:cs typeface="Arial"/>
                <a:sym typeface="Arial"/>
              </a:rPr>
              <a:t>Go-to-market for B2B preventive care</a:t>
            </a:r>
          </a:p>
        </p:txBody>
      </p:sp>
      <p:sp>
        <p:nvSpPr>
          <p:cNvPr id="3159" name="Rectangle 3158">
            <a:extLst>
              <a:ext uri="{FF2B5EF4-FFF2-40B4-BE49-F238E27FC236}">
                <a16:creationId xmlns:a16="http://schemas.microsoft.com/office/drawing/2014/main" id="{C365031D-AAE0-19E7-41CD-1CDC59B7D506}"/>
              </a:ext>
            </a:extLst>
          </p:cNvPr>
          <p:cNvSpPr/>
          <p:nvPr/>
        </p:nvSpPr>
        <p:spPr>
          <a:xfrm>
            <a:off x="1809218" y="5453894"/>
            <a:ext cx="4176917" cy="900000"/>
          </a:xfrm>
          <a:prstGeom prst="rect">
            <a:avLst/>
          </a:prstGeom>
          <a:noFill/>
          <a:ln>
            <a:solidFill>
              <a:schemeClr val="tx1"/>
            </a:solidFill>
            <a:prstDash val="dash"/>
          </a:ln>
          <a:effectLst/>
        </p:spPr>
        <p:txBody>
          <a:bodyPr wrap="square" lIns="36000" rIns="3420000" rtlCol="0" anchor="ctr">
            <a:noAutofit/>
          </a:bodyPr>
          <a:lstStyle/>
          <a:p>
            <a:pPr marR="0" lvl="0" indent="0"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0" cap="none" spc="0" normalizeH="0" baseline="0" noProof="0">
              <a:ln>
                <a:noFill/>
              </a:ln>
              <a:effectLst/>
              <a:uLnTx/>
              <a:uFillTx/>
              <a:latin typeface="Calibri" panose="020F0502020204030204"/>
              <a:ea typeface="+mn-ea"/>
              <a:cs typeface="Arial" panose="020B0604020202020204" pitchFamily="34" charset="0"/>
            </a:endParaRPr>
          </a:p>
        </p:txBody>
      </p:sp>
      <p:sp>
        <p:nvSpPr>
          <p:cNvPr id="3164" name="Line 15">
            <a:extLst>
              <a:ext uri="{FF2B5EF4-FFF2-40B4-BE49-F238E27FC236}">
                <a16:creationId xmlns:a16="http://schemas.microsoft.com/office/drawing/2014/main" id="{4321DC5D-1645-80B0-D7B2-E0D932C15E78}"/>
              </a:ext>
            </a:extLst>
          </p:cNvPr>
          <p:cNvSpPr>
            <a:spLocks noChangeShapeType="1"/>
          </p:cNvSpPr>
          <p:nvPr>
            <p:custDataLst>
              <p:tags r:id="rId4"/>
            </p:custDataLst>
          </p:nvPr>
        </p:nvSpPr>
        <p:spPr bwMode="auto">
          <a:xfrm>
            <a:off x="509281" y="5203362"/>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5" name="Google Shape;14550;p188">
            <a:extLst>
              <a:ext uri="{FF2B5EF4-FFF2-40B4-BE49-F238E27FC236}">
                <a16:creationId xmlns:a16="http://schemas.microsoft.com/office/drawing/2014/main" id="{9A885A72-3EAA-72C3-4879-66C93DF53A1A}"/>
              </a:ext>
            </a:extLst>
          </p:cNvPr>
          <p:cNvSpPr/>
          <p:nvPr/>
        </p:nvSpPr>
        <p:spPr>
          <a:xfrm>
            <a:off x="4431440" y="5038998"/>
            <a:ext cx="3233615" cy="338328"/>
          </a:xfrm>
          <a:prstGeom prst="rect">
            <a:avLst/>
          </a:prstGeom>
          <a:solidFill>
            <a:schemeClr val="bg1"/>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n-US" sz="1400" b="1" u="none" strike="noStrike" cap="none">
                <a:latin typeface="Arial"/>
                <a:ea typeface="Arial"/>
                <a:cs typeface="Arial"/>
                <a:sym typeface="Arial"/>
              </a:rPr>
              <a:t>2026 Plan for corporate drives</a:t>
            </a:r>
            <a:endParaRPr sz="1400" b="1" u="none" strike="noStrike" cap="none">
              <a:latin typeface="Arial"/>
              <a:ea typeface="Arial"/>
              <a:cs typeface="Arial"/>
              <a:sym typeface="Arial"/>
            </a:endParaRPr>
          </a:p>
        </p:txBody>
      </p:sp>
      <p:sp>
        <p:nvSpPr>
          <p:cNvPr id="3168" name="Google Shape;10662;p406">
            <a:extLst>
              <a:ext uri="{FF2B5EF4-FFF2-40B4-BE49-F238E27FC236}">
                <a16:creationId xmlns:a16="http://schemas.microsoft.com/office/drawing/2014/main" id="{4AD51030-C895-45EA-EAEF-B220E6C2131B}"/>
              </a:ext>
            </a:extLst>
          </p:cNvPr>
          <p:cNvSpPr/>
          <p:nvPr/>
        </p:nvSpPr>
        <p:spPr>
          <a:xfrm>
            <a:off x="509280" y="5453894"/>
            <a:ext cx="1242787" cy="897343"/>
          </a:xfrm>
          <a:prstGeom prst="rect">
            <a:avLst/>
          </a:prstGeom>
          <a:solidFill>
            <a:srgbClr val="17B2AF"/>
          </a:solidFill>
          <a:ln w="9525" cap="flat" cmpd="sng">
            <a:noFill/>
            <a:prstDash val="dash"/>
            <a:round/>
            <a:headEnd type="none" w="sm" len="sm"/>
            <a:tailEnd type="none" w="sm" len="sm"/>
          </a:ln>
          <a:effectLst>
            <a:outerShdw blurRad="63500" algn="ctr" rotWithShape="0">
              <a:prstClr val="black">
                <a:alpha val="40000"/>
              </a:prstClr>
            </a:outerShdw>
          </a:effectLst>
        </p:spPr>
        <p:txBody>
          <a:bodyPr spcFirstLastPara="1" wrap="square" lIns="36000" tIns="36000" rIns="36000" bIns="36000" anchor="ctr" anchorCtr="0">
            <a:noAutofit/>
          </a:bodyPr>
          <a:lstStyle/>
          <a:p>
            <a:pPr marR="0" lvl="0" indent="0" algn="ctr" rtl="0">
              <a:lnSpc>
                <a:spcPct val="100000"/>
              </a:lnSpc>
              <a:buClr>
                <a:srgbClr val="000000"/>
              </a:buClr>
              <a:buSzPts val="997"/>
              <a:buFont typeface="Arial"/>
              <a:buNone/>
            </a:pPr>
            <a:r>
              <a:rPr lang="en-US" sz="1400" b="1">
                <a:solidFill>
                  <a:schemeClr val="bg1"/>
                </a:solidFill>
                <a:cs typeface="Arial" panose="020B0604020202020204" pitchFamily="34" charset="0"/>
                <a:sym typeface="Arial"/>
              </a:rPr>
              <a:t>H1 ’26</a:t>
            </a:r>
          </a:p>
          <a:p>
            <a:pPr marR="0" lvl="0" indent="0" algn="ctr" rtl="0">
              <a:lnSpc>
                <a:spcPct val="100000"/>
              </a:lnSpc>
              <a:buClr>
                <a:srgbClr val="000000"/>
              </a:buClr>
              <a:buSzPts val="997"/>
              <a:buFont typeface="Arial"/>
              <a:buNone/>
            </a:pPr>
            <a:r>
              <a:rPr lang="en-US" sz="1200">
                <a:solidFill>
                  <a:schemeClr val="bg1"/>
                </a:solidFill>
                <a:cs typeface="Arial" panose="020B0604020202020204" pitchFamily="34" charset="0"/>
              </a:rPr>
              <a:t>Target priority action review (PAR) companies</a:t>
            </a:r>
          </a:p>
        </p:txBody>
      </p:sp>
      <p:pic>
        <p:nvPicPr>
          <p:cNvPr id="1026" name="Picture 2" descr="Al Faisaliah Group">
            <a:extLst>
              <a:ext uri="{FF2B5EF4-FFF2-40B4-BE49-F238E27FC236}">
                <a16:creationId xmlns:a16="http://schemas.microsoft.com/office/drawing/2014/main" id="{408208B8-B5CF-8561-6BB0-1D9DC21539EC}"/>
              </a:ext>
            </a:extLst>
          </p:cNvPr>
          <p:cNvPicPr>
            <a:picLocks noChangeAspect="1" noChangeArrowheads="1"/>
          </p:cNvPicPr>
          <p:nvPr/>
        </p:nvPicPr>
        <p:blipFill>
          <a:blip r:embed="rId2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82508" y="5637380"/>
            <a:ext cx="551810" cy="55181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Saudi National Bank (SNB) - 10 Most Innovative Companies in ...">
            <a:extLst>
              <a:ext uri="{FF2B5EF4-FFF2-40B4-BE49-F238E27FC236}">
                <a16:creationId xmlns:a16="http://schemas.microsoft.com/office/drawing/2014/main" id="{C0406EFC-3A38-6D64-D855-0481FEE8A337}"/>
              </a:ext>
            </a:extLst>
          </p:cNvPr>
          <p:cNvPicPr>
            <a:picLocks noChangeAspect="1" noChangeArrowheads="1"/>
          </p:cNvPicPr>
          <p:nvPr/>
        </p:nvPicPr>
        <p:blipFill rotWithShape="1">
          <a:blip r:embed="rId21">
            <a:clrChange>
              <a:clrFrom>
                <a:srgbClr val="FCFCFC"/>
              </a:clrFrom>
              <a:clrTo>
                <a:srgbClr val="FCFCFC">
                  <a:alpha val="0"/>
                </a:srgbClr>
              </a:clrTo>
            </a:clrChange>
            <a:extLst>
              <a:ext uri="{28A0092B-C50C-407E-A947-70E740481C1C}">
                <a14:useLocalDpi xmlns:a14="http://schemas.microsoft.com/office/drawing/2010/main" val="0"/>
              </a:ext>
            </a:extLst>
          </a:blip>
          <a:srcRect t="20934" b="22637"/>
          <a:stretch>
            <a:fillRect/>
          </a:stretch>
        </p:blipFill>
        <p:spPr bwMode="auto">
          <a:xfrm>
            <a:off x="2450253" y="5493786"/>
            <a:ext cx="765888" cy="432194"/>
          </a:xfrm>
          <a:prstGeom prst="rect">
            <a:avLst/>
          </a:prstGeom>
          <a:noFill/>
          <a:extLst>
            <a:ext uri="{909E8E84-426E-40DD-AFC4-6F175D3DCCD1}">
              <a14:hiddenFill xmlns:a14="http://schemas.microsoft.com/office/drawing/2010/main">
                <a:solidFill>
                  <a:srgbClr val="FFFFFF"/>
                </a:solidFill>
              </a14:hiddenFill>
            </a:ext>
          </a:extLst>
        </p:spPr>
      </p:pic>
      <p:pic>
        <p:nvPicPr>
          <p:cNvPr id="3172" name="Picture 3171">
            <a:extLst>
              <a:ext uri="{FF2B5EF4-FFF2-40B4-BE49-F238E27FC236}">
                <a16:creationId xmlns:a16="http://schemas.microsoft.com/office/drawing/2014/main" id="{30DAEAE9-AA5D-F59D-F4F0-183ED128A5E3}"/>
              </a:ext>
            </a:extLst>
          </p:cNvPr>
          <p:cNvPicPr>
            <a:picLocks noChangeAspect="1"/>
          </p:cNvPicPr>
          <p:nvPr/>
        </p:nvPicPr>
        <p:blipFill>
          <a:blip r:embed="rId22">
            <a:clrChange>
              <a:clrFrom>
                <a:srgbClr val="FFFFFF"/>
              </a:clrFrom>
              <a:clrTo>
                <a:srgbClr val="FFFFFF">
                  <a:alpha val="0"/>
                </a:srgbClr>
              </a:clrTo>
            </a:clrChange>
          </a:blip>
          <a:srcRect t="22459" b="22408"/>
          <a:stretch>
            <a:fillRect/>
          </a:stretch>
        </p:blipFill>
        <p:spPr>
          <a:xfrm>
            <a:off x="2941703" y="5895789"/>
            <a:ext cx="638241" cy="351879"/>
          </a:xfrm>
          <a:prstGeom prst="rect">
            <a:avLst/>
          </a:prstGeom>
        </p:spPr>
      </p:pic>
      <p:pic>
        <p:nvPicPr>
          <p:cNvPr id="3173" name="Picture 4" descr="Partner">
            <a:extLst>
              <a:ext uri="{FF2B5EF4-FFF2-40B4-BE49-F238E27FC236}">
                <a16:creationId xmlns:a16="http://schemas.microsoft.com/office/drawing/2014/main" id="{2EC0CAAE-CBCF-D2C5-B491-B57766B1A700}"/>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986230" y="5955302"/>
            <a:ext cx="752184" cy="233888"/>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7B7C439D-AB90-F515-C8BE-C3260E99AE1E}"/>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545203" y="5604241"/>
            <a:ext cx="541353" cy="235939"/>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SABIC Logo, symbol, meaning, history, PNG, brand">
            <a:extLst>
              <a:ext uri="{FF2B5EF4-FFF2-40B4-BE49-F238E27FC236}">
                <a16:creationId xmlns:a16="http://schemas.microsoft.com/office/drawing/2014/main" id="{756CB8E7-B550-91BE-7FA3-7F328411013F}"/>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739928" y="5538265"/>
            <a:ext cx="635187" cy="357293"/>
          </a:xfrm>
          <a:prstGeom prst="rect">
            <a:avLst/>
          </a:prstGeom>
          <a:noFill/>
          <a:extLst>
            <a:ext uri="{909E8E84-426E-40DD-AFC4-6F175D3DCCD1}">
              <a14:hiddenFill xmlns:a14="http://schemas.microsoft.com/office/drawing/2010/main">
                <a:solidFill>
                  <a:srgbClr val="FFFFFF"/>
                </a:solidFill>
              </a14:hiddenFill>
            </a:ext>
          </a:extLst>
        </p:spPr>
      </p:pic>
      <p:pic>
        <p:nvPicPr>
          <p:cNvPr id="3175" name="Picture 3174">
            <a:extLst>
              <a:ext uri="{FF2B5EF4-FFF2-40B4-BE49-F238E27FC236}">
                <a16:creationId xmlns:a16="http://schemas.microsoft.com/office/drawing/2014/main" id="{3FC502B9-F6CD-B904-3432-DE2C036F197A}"/>
              </a:ext>
            </a:extLst>
          </p:cNvPr>
          <p:cNvPicPr>
            <a:picLocks noChangeAspect="1"/>
          </p:cNvPicPr>
          <p:nvPr/>
        </p:nvPicPr>
        <p:blipFill>
          <a:blip r:embed="rId25"/>
          <a:stretch>
            <a:fillRect/>
          </a:stretch>
        </p:blipFill>
        <p:spPr>
          <a:xfrm>
            <a:off x="5307055" y="5965084"/>
            <a:ext cx="496240" cy="248120"/>
          </a:xfrm>
          <a:prstGeom prst="rect">
            <a:avLst/>
          </a:prstGeom>
        </p:spPr>
      </p:pic>
      <p:sp>
        <p:nvSpPr>
          <p:cNvPr id="3176" name="Rectangle 3175">
            <a:extLst>
              <a:ext uri="{FF2B5EF4-FFF2-40B4-BE49-F238E27FC236}">
                <a16:creationId xmlns:a16="http://schemas.microsoft.com/office/drawing/2014/main" id="{14EC0F9F-29C5-D0D3-BC53-EDF426CDE9E9}"/>
              </a:ext>
            </a:extLst>
          </p:cNvPr>
          <p:cNvSpPr/>
          <p:nvPr/>
        </p:nvSpPr>
        <p:spPr>
          <a:xfrm>
            <a:off x="7494077" y="5453894"/>
            <a:ext cx="4176917" cy="900000"/>
          </a:xfrm>
          <a:prstGeom prst="rect">
            <a:avLst/>
          </a:prstGeom>
          <a:noFill/>
          <a:ln>
            <a:solidFill>
              <a:schemeClr val="tx1"/>
            </a:solidFill>
            <a:prstDash val="dash"/>
          </a:ln>
          <a:effectLst/>
        </p:spPr>
        <p:txBody>
          <a:bodyPr wrap="square" lIns="36000" rIns="3420000" rtlCol="0" anchor="ctr">
            <a:noAutofit/>
          </a:bodyPr>
          <a:lstStyle/>
          <a:p>
            <a:pPr marR="0" lvl="0" indent="0"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0" cap="none" spc="0" normalizeH="0" baseline="0" noProof="0">
              <a:ln>
                <a:noFill/>
              </a:ln>
              <a:effectLst/>
              <a:uLnTx/>
              <a:uFillTx/>
              <a:latin typeface="Calibri" panose="020F0502020204030204"/>
              <a:ea typeface="+mn-ea"/>
              <a:cs typeface="Arial" panose="020B0604020202020204" pitchFamily="34" charset="0"/>
            </a:endParaRPr>
          </a:p>
        </p:txBody>
      </p:sp>
      <p:sp>
        <p:nvSpPr>
          <p:cNvPr id="3177" name="Google Shape;10662;p406">
            <a:extLst>
              <a:ext uri="{FF2B5EF4-FFF2-40B4-BE49-F238E27FC236}">
                <a16:creationId xmlns:a16="http://schemas.microsoft.com/office/drawing/2014/main" id="{227FDFA7-D4BD-7BBE-A74B-1B7470FF9F38}"/>
              </a:ext>
            </a:extLst>
          </p:cNvPr>
          <p:cNvSpPr/>
          <p:nvPr/>
        </p:nvSpPr>
        <p:spPr>
          <a:xfrm>
            <a:off x="6194139" y="5453894"/>
            <a:ext cx="1242787" cy="897343"/>
          </a:xfrm>
          <a:prstGeom prst="rect">
            <a:avLst/>
          </a:prstGeom>
          <a:solidFill>
            <a:srgbClr val="17B2AF"/>
          </a:solidFill>
          <a:ln w="9525" cap="flat" cmpd="sng">
            <a:noFill/>
            <a:prstDash val="dash"/>
            <a:round/>
            <a:headEnd type="none" w="sm" len="sm"/>
            <a:tailEnd type="none" w="sm" len="sm"/>
          </a:ln>
          <a:effectLst>
            <a:outerShdw blurRad="63500" algn="ctr" rotWithShape="0">
              <a:prstClr val="black">
                <a:alpha val="40000"/>
              </a:prstClr>
            </a:outerShdw>
          </a:effectLst>
        </p:spPr>
        <p:txBody>
          <a:bodyPr spcFirstLastPara="1" wrap="square" lIns="36000" tIns="36000" rIns="36000" bIns="36000" anchor="ctr" anchorCtr="0">
            <a:noAutofit/>
          </a:bodyPr>
          <a:lstStyle/>
          <a:p>
            <a:pPr marR="0" lvl="0" indent="0" algn="ctr" rtl="0">
              <a:lnSpc>
                <a:spcPct val="100000"/>
              </a:lnSpc>
              <a:buClr>
                <a:srgbClr val="000000"/>
              </a:buClr>
              <a:buSzPts val="997"/>
              <a:buFont typeface="Arial"/>
              <a:buNone/>
            </a:pPr>
            <a:r>
              <a:rPr lang="en-US" sz="1400" b="1">
                <a:solidFill>
                  <a:schemeClr val="bg1"/>
                </a:solidFill>
                <a:cs typeface="Arial" panose="020B0604020202020204" pitchFamily="34" charset="0"/>
                <a:sym typeface="Arial"/>
              </a:rPr>
              <a:t>H2 ’26</a:t>
            </a:r>
          </a:p>
          <a:p>
            <a:pPr marR="0" lvl="0" indent="0" algn="ctr" rtl="0">
              <a:lnSpc>
                <a:spcPct val="100000"/>
              </a:lnSpc>
              <a:buClr>
                <a:srgbClr val="000000"/>
              </a:buClr>
              <a:buSzPts val="997"/>
              <a:buFont typeface="Arial"/>
              <a:buNone/>
            </a:pPr>
            <a:r>
              <a:rPr lang="en-US" sz="1200">
                <a:solidFill>
                  <a:schemeClr val="bg1"/>
                </a:solidFill>
                <a:cs typeface="Arial" panose="020B0604020202020204" pitchFamily="34" charset="0"/>
              </a:rPr>
              <a:t>Target companies with a high net potential revenue</a:t>
            </a:r>
          </a:p>
        </p:txBody>
      </p:sp>
      <p:pic>
        <p:nvPicPr>
          <p:cNvPr id="3179" name="Picture 3178">
            <a:extLst>
              <a:ext uri="{FF2B5EF4-FFF2-40B4-BE49-F238E27FC236}">
                <a16:creationId xmlns:a16="http://schemas.microsoft.com/office/drawing/2014/main" id="{89F65CE2-974F-01ED-DD2C-3A1A7A490E06}"/>
              </a:ext>
            </a:extLst>
          </p:cNvPr>
          <p:cNvPicPr>
            <a:picLocks noChangeAspect="1"/>
          </p:cNvPicPr>
          <p:nvPr/>
        </p:nvPicPr>
        <p:blipFill>
          <a:blip r:embed="rId26">
            <a:clrChange>
              <a:clrFrom>
                <a:srgbClr val="FFFFFF"/>
              </a:clrFrom>
              <a:clrTo>
                <a:srgbClr val="FFFFFF">
                  <a:alpha val="0"/>
                </a:srgbClr>
              </a:clrTo>
            </a:clrChange>
          </a:blip>
          <a:stretch>
            <a:fillRect/>
          </a:stretch>
        </p:blipFill>
        <p:spPr>
          <a:xfrm>
            <a:off x="7540450" y="5533597"/>
            <a:ext cx="527472" cy="527472"/>
          </a:xfrm>
          <a:prstGeom prst="rect">
            <a:avLst/>
          </a:prstGeom>
        </p:spPr>
      </p:pic>
      <p:pic>
        <p:nvPicPr>
          <p:cNvPr id="1040" name="Picture 16">
            <a:extLst>
              <a:ext uri="{FF2B5EF4-FFF2-40B4-BE49-F238E27FC236}">
                <a16:creationId xmlns:a16="http://schemas.microsoft.com/office/drawing/2014/main" id="{02809273-1D21-23ED-EDE4-E1EF3F6F07FF}"/>
              </a:ext>
            </a:extLst>
          </p:cNvPr>
          <p:cNvPicPr>
            <a:picLocks noChangeAspect="1" noChangeArrowheads="1"/>
          </p:cNvPicPr>
          <p:nvPr/>
        </p:nvPicPr>
        <p:blipFill rotWithShape="1">
          <a:blip r:embed="rId27">
            <a:extLst>
              <a:ext uri="{28A0092B-C50C-407E-A947-70E740481C1C}">
                <a14:useLocalDpi xmlns:a14="http://schemas.microsoft.com/office/drawing/2010/main" val="0"/>
              </a:ext>
            </a:extLst>
          </a:blip>
          <a:srcRect t="29116" b="32374"/>
          <a:stretch>
            <a:fillRect/>
          </a:stretch>
        </p:blipFill>
        <p:spPr bwMode="auto">
          <a:xfrm>
            <a:off x="8073913" y="5907049"/>
            <a:ext cx="1121337" cy="431831"/>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a:extLst>
              <a:ext uri="{FF2B5EF4-FFF2-40B4-BE49-F238E27FC236}">
                <a16:creationId xmlns:a16="http://schemas.microsoft.com/office/drawing/2014/main" id="{0E4AC46D-26E3-BE3B-2863-8BB83AA92FAE}"/>
              </a:ext>
            </a:extLst>
          </p:cNvPr>
          <p:cNvPicPr>
            <a:picLocks noChangeAspect="1" noChangeArrowheads="1"/>
          </p:cNvPicPr>
          <p:nvPr/>
        </p:nvPicPr>
        <p:blipFill rotWithShape="1">
          <a:blip r:embed="rId28">
            <a:extLst>
              <a:ext uri="{28A0092B-C50C-407E-A947-70E740481C1C}">
                <a14:useLocalDpi xmlns:a14="http://schemas.microsoft.com/office/drawing/2010/main" val="0"/>
              </a:ext>
            </a:extLst>
          </a:blip>
          <a:srcRect t="37032" b="35057"/>
          <a:stretch>
            <a:fillRect/>
          </a:stretch>
        </p:blipFill>
        <p:spPr bwMode="auto">
          <a:xfrm>
            <a:off x="8579917" y="5521111"/>
            <a:ext cx="1492500" cy="416565"/>
          </a:xfrm>
          <a:prstGeom prst="rect">
            <a:avLst/>
          </a:prstGeom>
          <a:noFill/>
          <a:extLst>
            <a:ext uri="{909E8E84-426E-40DD-AFC4-6F175D3DCCD1}">
              <a14:hiddenFill xmlns:a14="http://schemas.microsoft.com/office/drawing/2010/main">
                <a:solidFill>
                  <a:srgbClr val="FFFFFF"/>
                </a:solidFill>
              </a14:hiddenFill>
            </a:ext>
          </a:extLst>
        </p:spPr>
      </p:pic>
      <p:pic>
        <p:nvPicPr>
          <p:cNvPr id="1044" name="Picture 20">
            <a:extLst>
              <a:ext uri="{FF2B5EF4-FFF2-40B4-BE49-F238E27FC236}">
                <a16:creationId xmlns:a16="http://schemas.microsoft.com/office/drawing/2014/main" id="{08B273CA-0161-05C2-9E89-E3B62D936467}"/>
              </a:ext>
            </a:extLst>
          </p:cNvPr>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9930749" y="5882843"/>
            <a:ext cx="720541" cy="381286"/>
          </a:xfrm>
          <a:prstGeom prst="rect">
            <a:avLst/>
          </a:prstGeom>
          <a:noFill/>
          <a:extLst>
            <a:ext uri="{909E8E84-426E-40DD-AFC4-6F175D3DCCD1}">
              <a14:hiddenFill xmlns:a14="http://schemas.microsoft.com/office/drawing/2010/main">
                <a:solidFill>
                  <a:srgbClr val="FFFFFF"/>
                </a:solidFill>
              </a14:hiddenFill>
            </a:ext>
          </a:extLst>
        </p:spPr>
      </p:pic>
      <p:pic>
        <p:nvPicPr>
          <p:cNvPr id="1046" name="Picture 22" descr="Abdullah Al-Othaim Markets Company logo in transparent PNG and vectorized  SVG formats">
            <a:extLst>
              <a:ext uri="{FF2B5EF4-FFF2-40B4-BE49-F238E27FC236}">
                <a16:creationId xmlns:a16="http://schemas.microsoft.com/office/drawing/2014/main" id="{60892E96-E14E-BC1E-E2BC-8C6929414249}"/>
              </a:ext>
            </a:extLst>
          </p:cNvPr>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10771984" y="5572585"/>
            <a:ext cx="768577" cy="2996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180248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8666D3-3830-A324-391A-85589CAF57BD}"/>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DAD87368-574D-3524-EAA5-54CA9644E1B6}"/>
              </a:ext>
            </a:extLst>
          </p:cNvPr>
          <p:cNvGraphicFramePr>
            <a:graphicFrameLocks/>
          </p:cNvGraphicFramePr>
          <p:nvPr>
            <p:custDataLst>
              <p:tags r:id="rId1"/>
            </p:custDataLst>
            <p:extLst>
              <p:ext uri="{D42A27DB-BD31-4B8C-83A1-F6EECF244321}">
                <p14:modId xmlns:p14="http://schemas.microsoft.com/office/powerpoint/2010/main" val="419358693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0" imgW="306" imgH="306" progId="TCLayout.ActiveDocument.1">
                  <p:embed/>
                </p:oleObj>
              </mc:Choice>
              <mc:Fallback>
                <p:oleObj name="think-cell Slide" r:id="rId30" imgW="306" imgH="306" progId="TCLayout.ActiveDocument.1">
                  <p:embed/>
                  <p:pic>
                    <p:nvPicPr>
                      <p:cNvPr id="9" name="Object 8" hidden="1">
                        <a:extLst>
                          <a:ext uri="{FF2B5EF4-FFF2-40B4-BE49-F238E27FC236}">
                            <a16:creationId xmlns:a16="http://schemas.microsoft.com/office/drawing/2014/main" id="{DAD87368-574D-3524-EAA5-54CA9644E1B6}"/>
                          </a:ext>
                        </a:extLst>
                      </p:cNvPr>
                      <p:cNvPicPr/>
                      <p:nvPr/>
                    </p:nvPicPr>
                    <p:blipFill>
                      <a:blip r:embed="rId31"/>
                      <a:stretch>
                        <a:fillRect/>
                      </a:stretch>
                    </p:blipFill>
                    <p:spPr>
                      <a:xfrm>
                        <a:off x="1588" y="1588"/>
                        <a:ext cx="1588" cy="1588"/>
                      </a:xfrm>
                      <a:prstGeom prst="rect">
                        <a:avLst/>
                      </a:prstGeom>
                    </p:spPr>
                  </p:pic>
                </p:oleObj>
              </mc:Fallback>
            </mc:AlternateContent>
          </a:graphicData>
        </a:graphic>
      </p:graphicFrame>
      <p:sp>
        <p:nvSpPr>
          <p:cNvPr id="96" name="TextBox 95">
            <a:extLst>
              <a:ext uri="{FF2B5EF4-FFF2-40B4-BE49-F238E27FC236}">
                <a16:creationId xmlns:a16="http://schemas.microsoft.com/office/drawing/2014/main" id="{3BD5CF01-C329-2F07-F075-9C70FC8C0881}"/>
              </a:ext>
            </a:extLst>
          </p:cNvPr>
          <p:cNvSpPr txBox="1"/>
          <p:nvPr/>
        </p:nvSpPr>
        <p:spPr>
          <a:xfrm>
            <a:off x="7315200" y="4972576"/>
            <a:ext cx="4188073" cy="543809"/>
          </a:xfrm>
          <a:prstGeom prst="rect">
            <a:avLst/>
          </a:prstGeom>
          <a:solidFill>
            <a:schemeClr val="bg1">
              <a:lumMod val="95000"/>
            </a:schemeClr>
          </a:solidFill>
          <a:ln>
            <a:noFill/>
            <a:prstDash val="dash"/>
          </a:ln>
        </p:spPr>
        <p:txBody>
          <a:bodyPr wrap="square" lIns="72000" tIns="36000" rIns="36000" bIns="36000" rtlCol="0" anchor="ctr">
            <a:noAutofit/>
          </a:bodyPr>
          <a:lstStyle/>
          <a:p>
            <a:pPr marL="9525" lvl="0">
              <a:defRPr/>
            </a:pPr>
            <a:r>
              <a:rPr lang="en-US" sz="1200" dirty="0">
                <a:solidFill>
                  <a:prstClr val="black"/>
                </a:solidFill>
              </a:rPr>
              <a:t>Geographical distribution: </a:t>
            </a:r>
          </a:p>
          <a:p>
            <a:pPr marL="9525" lvl="0">
              <a:defRPr/>
            </a:pPr>
            <a:r>
              <a:rPr lang="en-US" sz="1200" b="1" dirty="0">
                <a:solidFill>
                  <a:prstClr val="black"/>
                </a:solidFill>
              </a:rPr>
              <a:t>6% </a:t>
            </a:r>
            <a:r>
              <a:rPr lang="en-US" sz="1200" dirty="0">
                <a:solidFill>
                  <a:prstClr val="black"/>
                </a:solidFill>
              </a:rPr>
              <a:t>of</a:t>
            </a:r>
            <a:r>
              <a:rPr lang="en-US" sz="1200" b="1" dirty="0">
                <a:solidFill>
                  <a:prstClr val="black"/>
                </a:solidFill>
              </a:rPr>
              <a:t> </a:t>
            </a:r>
            <a:r>
              <a:rPr lang="en-US" sz="1200" dirty="0">
                <a:solidFill>
                  <a:prstClr val="black"/>
                </a:solidFill>
              </a:rPr>
              <a:t>Riyadh’s</a:t>
            </a:r>
            <a:r>
              <a:rPr lang="en-US" sz="1200" b="1" dirty="0">
                <a:solidFill>
                  <a:prstClr val="black"/>
                </a:solidFill>
              </a:rPr>
              <a:t> </a:t>
            </a:r>
            <a:r>
              <a:rPr lang="en-US" sz="1200" dirty="0">
                <a:solidFill>
                  <a:prstClr val="black"/>
                </a:solidFill>
              </a:rPr>
              <a:t>population</a:t>
            </a:r>
            <a:r>
              <a:rPr lang="en-US" sz="1200" b="1" dirty="0">
                <a:solidFill>
                  <a:prstClr val="black"/>
                </a:solidFill>
              </a:rPr>
              <a:t> resides near OC flagship</a:t>
            </a:r>
          </a:p>
        </p:txBody>
      </p:sp>
      <p:sp>
        <p:nvSpPr>
          <p:cNvPr id="90" name="TextBox 89">
            <a:extLst>
              <a:ext uri="{FF2B5EF4-FFF2-40B4-BE49-F238E27FC236}">
                <a16:creationId xmlns:a16="http://schemas.microsoft.com/office/drawing/2014/main" id="{3875E1F6-B158-CAB0-17B5-4959A1BBD158}"/>
              </a:ext>
            </a:extLst>
          </p:cNvPr>
          <p:cNvSpPr txBox="1"/>
          <p:nvPr/>
        </p:nvSpPr>
        <p:spPr>
          <a:xfrm>
            <a:off x="7315200" y="4300817"/>
            <a:ext cx="4188073" cy="543809"/>
          </a:xfrm>
          <a:prstGeom prst="rect">
            <a:avLst/>
          </a:prstGeom>
          <a:solidFill>
            <a:schemeClr val="bg1">
              <a:lumMod val="95000"/>
            </a:schemeClr>
          </a:solidFill>
          <a:ln>
            <a:noFill/>
            <a:prstDash val="dash"/>
          </a:ln>
        </p:spPr>
        <p:txBody>
          <a:bodyPr wrap="square" lIns="72000" tIns="36000" rIns="36000" bIns="36000" rtlCol="0" anchor="ctr">
            <a:noAutofit/>
          </a:bodyPr>
          <a:lstStyle/>
          <a:p>
            <a:pPr marL="9525" marR="0" lvl="0" indent="0"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rPr>
              <a:t>50% </a:t>
            </a:r>
            <a:r>
              <a:rPr kumimoji="0" lang="en-US" sz="1200" i="0" u="none" strike="noStrike" kern="1200" cap="none" spc="0" normalizeH="0" baseline="0" noProof="0" dirty="0">
                <a:ln>
                  <a:noFill/>
                </a:ln>
                <a:solidFill>
                  <a:prstClr val="black"/>
                </a:solidFill>
                <a:effectLst/>
                <a:uLnTx/>
                <a:uFillTx/>
                <a:latin typeface="Calibri" panose="020F0502020204030204"/>
                <a:ea typeface="+mn-ea"/>
                <a:cs typeface="+mn-cs"/>
              </a:rPr>
              <a:t>employees</a:t>
            </a:r>
            <a:r>
              <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rPr>
              <a:t> insured </a:t>
            </a:r>
            <a:r>
              <a:rPr kumimoji="0" lang="en-US" sz="1200" i="0" u="none" strike="noStrike" kern="1200" cap="none" spc="0" normalizeH="0" baseline="0" noProof="0" dirty="0">
                <a:ln>
                  <a:noFill/>
                </a:ln>
                <a:solidFill>
                  <a:prstClr val="black"/>
                </a:solidFill>
                <a:effectLst/>
                <a:uLnTx/>
                <a:uFillTx/>
                <a:latin typeface="Calibri" panose="020F0502020204030204"/>
                <a:ea typeface="+mn-ea"/>
                <a:cs typeface="+mn-cs"/>
              </a:rPr>
              <a:t>in</a:t>
            </a:r>
            <a:r>
              <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200" i="0" u="none" strike="noStrike" kern="1200" cap="none" spc="0" normalizeH="0" baseline="0" noProof="0" dirty="0">
                <a:ln>
                  <a:noFill/>
                </a:ln>
                <a:solidFill>
                  <a:prstClr val="black"/>
                </a:solidFill>
                <a:effectLst/>
                <a:uLnTx/>
                <a:uFillTx/>
                <a:latin typeface="Calibri" panose="020F0502020204030204"/>
                <a:ea typeface="+mn-ea"/>
                <a:cs typeface="+mn-cs"/>
              </a:rPr>
              <a:t>an</a:t>
            </a:r>
            <a:r>
              <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rPr>
              <a:t> organization</a:t>
            </a:r>
          </a:p>
          <a:p>
            <a:pPr marL="9525" marR="0" lvl="0" indent="0" defTabSz="914400" rtl="0" eaLnBrk="1" fontAlgn="auto" latinLnBrk="0" hangingPunct="1">
              <a:lnSpc>
                <a:spcPct val="100000"/>
              </a:lnSpc>
              <a:spcBef>
                <a:spcPts val="0"/>
              </a:spcBef>
              <a:spcAft>
                <a:spcPts val="0"/>
              </a:spcAft>
              <a:buClrTx/>
              <a:buSzTx/>
              <a:buFontTx/>
              <a:buNone/>
              <a:tabLst/>
              <a:defRPr/>
            </a:pPr>
            <a:r>
              <a:rPr lang="en-US" sz="1200" b="1" dirty="0">
                <a:solidFill>
                  <a:prstClr val="black"/>
                </a:solidFill>
                <a:latin typeface="Calibri" panose="020F0502020204030204"/>
              </a:rPr>
              <a:t>32% </a:t>
            </a:r>
            <a:r>
              <a:rPr lang="en-US" sz="1200" dirty="0">
                <a:solidFill>
                  <a:prstClr val="black"/>
                </a:solidFill>
                <a:latin typeface="Calibri" panose="020F0502020204030204"/>
              </a:rPr>
              <a:t>avail </a:t>
            </a:r>
            <a:r>
              <a:rPr lang="en-US" sz="1200" b="1" dirty="0">
                <a:solidFill>
                  <a:prstClr val="black"/>
                </a:solidFill>
                <a:latin typeface="Calibri" panose="020F0502020204030204"/>
              </a:rPr>
              <a:t>periodic</a:t>
            </a:r>
            <a:r>
              <a:rPr lang="en-US" sz="1200" dirty="0">
                <a:solidFill>
                  <a:prstClr val="black"/>
                </a:solidFill>
                <a:latin typeface="Calibri" panose="020F0502020204030204"/>
              </a:rPr>
              <a:t> </a:t>
            </a:r>
            <a:r>
              <a:rPr lang="en-US" sz="1200" b="1" dirty="0">
                <a:solidFill>
                  <a:prstClr val="black"/>
                </a:solidFill>
                <a:latin typeface="Calibri" panose="020F0502020204030204"/>
              </a:rPr>
              <a:t>health examinations</a:t>
            </a:r>
            <a:endPar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2. Slide Title">
            <a:extLst>
              <a:ext uri="{FF2B5EF4-FFF2-40B4-BE49-F238E27FC236}">
                <a16:creationId xmlns:a16="http://schemas.microsoft.com/office/drawing/2014/main" id="{D4AC29B8-D976-0BBE-57D1-CFDB9D814EA0}"/>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dirty="0">
                <a:solidFill>
                  <a:srgbClr val="0A0A0A"/>
                </a:solidFill>
                <a:latin typeface="Georgia" panose="02040502050405020303" pitchFamily="18" charset="0"/>
                <a:cs typeface="Arial" panose="020B0604020202020204" pitchFamily="34" charset="0"/>
              </a:rPr>
              <a:t>Preventive Care</a:t>
            </a:r>
            <a:r>
              <a:rPr lang="en-US" sz="2600" b="0" dirty="0">
                <a:solidFill>
                  <a:srgbClr val="0A0A0A"/>
                </a:solidFill>
                <a:latin typeface="Georgia" panose="02040502050405020303" pitchFamily="18" charset="0"/>
                <a:cs typeface="Arial" panose="020B0604020202020204" pitchFamily="34" charset="0"/>
              </a:rPr>
              <a:t> aimed at </a:t>
            </a:r>
            <a:r>
              <a:rPr lang="en-US" sz="2600" dirty="0">
                <a:solidFill>
                  <a:srgbClr val="0A0A0A"/>
                </a:solidFill>
                <a:latin typeface="Georgia" panose="02040502050405020303" pitchFamily="18" charset="0"/>
                <a:cs typeface="Arial" panose="020B0604020202020204" pitchFamily="34" charset="0"/>
              </a:rPr>
              <a:t>B2B corporate </a:t>
            </a:r>
            <a:r>
              <a:rPr lang="en-US" sz="2600" b="0" dirty="0">
                <a:solidFill>
                  <a:srgbClr val="0A0A0A"/>
                </a:solidFill>
                <a:latin typeface="Georgia" panose="02040502050405020303" pitchFamily="18" charset="0"/>
                <a:cs typeface="Arial" panose="020B0604020202020204" pitchFamily="34" charset="0"/>
              </a:rPr>
              <a:t>partnerships through routine health exams and cancer screening offerings</a:t>
            </a:r>
            <a:endPar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13" name="Rectangle 12">
            <a:extLst>
              <a:ext uri="{FF2B5EF4-FFF2-40B4-BE49-F238E27FC236}">
                <a16:creationId xmlns:a16="http://schemas.microsoft.com/office/drawing/2014/main" id="{843D9A2E-BEB0-D7DF-E7F8-415766E74937}"/>
              </a:ext>
            </a:extLst>
          </p:cNvPr>
          <p:cNvSpPr/>
          <p:nvPr/>
        </p:nvSpPr>
        <p:spPr>
          <a:xfrm>
            <a:off x="611664" y="1286857"/>
            <a:ext cx="5388503"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C1F17707-A5A5-3029-4659-297FCDB79A8B}"/>
              </a:ext>
            </a:extLst>
          </p:cNvPr>
          <p:cNvSpPr/>
          <p:nvPr/>
        </p:nvSpPr>
        <p:spPr>
          <a:xfrm>
            <a:off x="6187679" y="1286857"/>
            <a:ext cx="5432822"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242AE462-D7A1-1253-2711-338BF703627E}"/>
              </a:ext>
            </a:extLst>
          </p:cNvPr>
          <p:cNvGrpSpPr/>
          <p:nvPr/>
        </p:nvGrpSpPr>
        <p:grpSpPr>
          <a:xfrm>
            <a:off x="611664" y="1369902"/>
            <a:ext cx="5296967" cy="266548"/>
            <a:chOff x="611665" y="1744663"/>
            <a:chExt cx="2693063" cy="266567"/>
          </a:xfrm>
        </p:grpSpPr>
        <p:sp>
          <p:nvSpPr>
            <p:cNvPr id="7" name="Rectangle 6">
              <a:extLst>
                <a:ext uri="{FF2B5EF4-FFF2-40B4-BE49-F238E27FC236}">
                  <a16:creationId xmlns:a16="http://schemas.microsoft.com/office/drawing/2014/main" id="{5C59446A-E6A5-05C3-7028-E35B5A911CEF}"/>
                </a:ext>
              </a:extLst>
            </p:cNvPr>
            <p:cNvSpPr/>
            <p:nvPr>
              <p:custDataLst>
                <p:tags r:id="rId27"/>
              </p:custDataLst>
            </p:nvPr>
          </p:nvSpPr>
          <p:spPr>
            <a:xfrm>
              <a:off x="640923"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KSA Market size, </a:t>
              </a:r>
              <a:r>
                <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SAR M</a:t>
              </a:r>
              <a:r>
                <a:rPr lang="en-US" sz="1600">
                  <a:solidFill>
                    <a:srgbClr val="DDDDDD">
                      <a:lumMod val="10000"/>
                    </a:srgbClr>
                  </a:solidFill>
                  <a:latin typeface="Calibri" panose="020F0502020204030204"/>
                  <a:ea typeface="Calibri" panose="020F0502020204030204" pitchFamily="34" charset="0"/>
                  <a:cs typeface="Calibri" panose="020F0502020204030204" pitchFamily="34" charset="0"/>
                </a:rPr>
                <a:t>n</a:t>
              </a:r>
              <a:r>
                <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 2026-2028F</a:t>
              </a:r>
            </a:p>
          </p:txBody>
        </p:sp>
        <p:cxnSp>
          <p:nvCxnSpPr>
            <p:cNvPr id="8" name="Straight Connector 7">
              <a:extLst>
                <a:ext uri="{FF2B5EF4-FFF2-40B4-BE49-F238E27FC236}">
                  <a16:creationId xmlns:a16="http://schemas.microsoft.com/office/drawing/2014/main" id="{F3EDCCED-B1A5-D6E2-41FE-62668D9DFBEF}"/>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7B9C3899-89A2-C472-AEE1-57BAEA913792}"/>
              </a:ext>
            </a:extLst>
          </p:cNvPr>
          <p:cNvGrpSpPr/>
          <p:nvPr/>
        </p:nvGrpSpPr>
        <p:grpSpPr>
          <a:xfrm>
            <a:off x="6255635" y="1369902"/>
            <a:ext cx="5275951" cy="266548"/>
            <a:chOff x="611665" y="1744663"/>
            <a:chExt cx="2682378" cy="266567"/>
          </a:xfrm>
        </p:grpSpPr>
        <p:sp>
          <p:nvSpPr>
            <p:cNvPr id="17" name="Rectangle 16">
              <a:extLst>
                <a:ext uri="{FF2B5EF4-FFF2-40B4-BE49-F238E27FC236}">
                  <a16:creationId xmlns:a16="http://schemas.microsoft.com/office/drawing/2014/main" id="{92B1FE80-483B-129B-40A0-BB0874E552C3}"/>
                </a:ext>
              </a:extLst>
            </p:cNvPr>
            <p:cNvSpPr/>
            <p:nvPr>
              <p:custDataLst>
                <p:tags r:id="rId26"/>
              </p:custDataLst>
            </p:nvPr>
          </p:nvSpPr>
          <p:spPr>
            <a:xfrm>
              <a:off x="630237"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Patient segments</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19" name="Straight Connector 18">
              <a:extLst>
                <a:ext uri="{FF2B5EF4-FFF2-40B4-BE49-F238E27FC236}">
                  <a16:creationId xmlns:a16="http://schemas.microsoft.com/office/drawing/2014/main" id="{CD1F6598-4C17-03F7-E911-1AABFD2CC191}"/>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12AC36BD-6DC4-AFF5-FF50-B4626079772C}"/>
              </a:ext>
            </a:extLst>
          </p:cNvPr>
          <p:cNvSpPr/>
          <p:nvPr/>
        </p:nvSpPr>
        <p:spPr>
          <a:xfrm>
            <a:off x="611664" y="3886201"/>
            <a:ext cx="11004753" cy="250718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2" name="Rectangle 41">
            <a:extLst>
              <a:ext uri="{FF2B5EF4-FFF2-40B4-BE49-F238E27FC236}">
                <a16:creationId xmlns:a16="http://schemas.microsoft.com/office/drawing/2014/main" id="{30F30446-AB7E-6E06-1C1B-1C12BBFF73E1}"/>
              </a:ext>
            </a:extLst>
          </p:cNvPr>
          <p:cNvSpPr/>
          <p:nvPr>
            <p:custDataLst>
              <p:tags r:id="rId3"/>
            </p:custDataLst>
          </p:nvPr>
        </p:nvSpPr>
        <p:spPr>
          <a:xfrm>
            <a:off x="679723" y="1644107"/>
            <a:ext cx="2375995"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endParaRPr kumimoji="0" lang="en-US" sz="1400" b="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endParaRPr>
          </a:p>
        </p:txBody>
      </p:sp>
      <p:sp>
        <p:nvSpPr>
          <p:cNvPr id="3137" name="Rectangle 3136">
            <a:extLst>
              <a:ext uri="{FF2B5EF4-FFF2-40B4-BE49-F238E27FC236}">
                <a16:creationId xmlns:a16="http://schemas.microsoft.com/office/drawing/2014/main" id="{C8B7D7D5-04D1-0A6A-7E18-D25B11A034F9}"/>
              </a:ext>
            </a:extLst>
          </p:cNvPr>
          <p:cNvSpPr/>
          <p:nvPr/>
        </p:nvSpPr>
        <p:spPr>
          <a:xfrm>
            <a:off x="3429552" y="1809412"/>
            <a:ext cx="2489239" cy="1644926"/>
          </a:xfrm>
          <a:prstGeom prst="rect">
            <a:avLst/>
          </a:prstGeom>
          <a:noFill/>
        </p:spPr>
        <p:txBody>
          <a:bodyPr wrap="square" lIns="36000" tIns="36000" rIns="36000" bIns="36000" rtlCol="0" anchor="t">
            <a:noAutofit/>
          </a:bodyPr>
          <a:lstStyle/>
          <a:p>
            <a:pPr marL="9525">
              <a:spcBef>
                <a:spcPts val="400"/>
              </a:spcBef>
              <a:spcAft>
                <a:spcPts val="400"/>
              </a:spcAft>
            </a:pPr>
            <a:r>
              <a:rPr lang="en-US" sz="1200" b="1" i="1">
                <a:solidFill>
                  <a:prstClr val="black"/>
                </a:solidFill>
                <a:latin typeface="Calibri" panose="020F0502020204030204"/>
              </a:rPr>
              <a:t>Key drivers of growth</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Increasing acceptance of need for corporate wellness programs amongst employers</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Increasing prevalence of diabetes, hypertension and obesity in KSA (23%, 9%, and 15% respectively)</a:t>
            </a:r>
          </a:p>
        </p:txBody>
      </p:sp>
      <p:sp>
        <p:nvSpPr>
          <p:cNvPr id="14" name="AutoShape 10" descr="King Faisal Specialist Hospital &amp; Research Center Logo PNG Vector (AI) Free  Download">
            <a:extLst>
              <a:ext uri="{FF2B5EF4-FFF2-40B4-BE49-F238E27FC236}">
                <a16:creationId xmlns:a16="http://schemas.microsoft.com/office/drawing/2014/main" id="{957937C5-8942-C07F-CD54-C70157D6BA67}"/>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Rectangle 22">
            <a:extLst>
              <a:ext uri="{FF2B5EF4-FFF2-40B4-BE49-F238E27FC236}">
                <a16:creationId xmlns:a16="http://schemas.microsoft.com/office/drawing/2014/main" id="{DE4AE3D4-3F8C-57D8-849B-E0CD1805452A}"/>
              </a:ext>
            </a:extLst>
          </p:cNvPr>
          <p:cNvSpPr/>
          <p:nvPr>
            <p:custDataLst>
              <p:tags r:id="rId4"/>
            </p:custDataLst>
          </p:nvPr>
        </p:nvSpPr>
        <p:spPr>
          <a:xfrm>
            <a:off x="669211" y="3956066"/>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rgbClr val="DDDDDD">
                    <a:lumMod val="10000"/>
                  </a:srgbClr>
                </a:solidFill>
                <a:latin typeface="Calibri" panose="020F0502020204030204"/>
                <a:ea typeface="Calibri" panose="020F0502020204030204" pitchFamily="34" charset="0"/>
                <a:cs typeface="Calibri" panose="020F0502020204030204" pitchFamily="34" charset="0"/>
              </a:rPr>
              <a:t>Revenue share for OC, </a:t>
            </a:r>
            <a:r>
              <a:rPr lang="en-US" sz="1600" dirty="0">
                <a:solidFill>
                  <a:srgbClr val="DDDDDD">
                    <a:lumMod val="10000"/>
                  </a:srgbClr>
                </a:solidFill>
                <a:latin typeface="Calibri" panose="020F0502020204030204"/>
                <a:ea typeface="Calibri" panose="020F0502020204030204" pitchFamily="34" charset="0"/>
                <a:cs typeface="Calibri" panose="020F0502020204030204" pitchFamily="34" charset="0"/>
              </a:rPr>
              <a:t>SAR ‘000s, 2026</a:t>
            </a:r>
            <a:endParaRPr kumimoji="0" lang="en-US" sz="16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graphicFrame>
        <p:nvGraphicFramePr>
          <p:cNvPr id="53" name="Chart 52">
            <a:extLst>
              <a:ext uri="{FF2B5EF4-FFF2-40B4-BE49-F238E27FC236}">
                <a16:creationId xmlns:a16="http://schemas.microsoft.com/office/drawing/2014/main" id="{DFCB52C7-51A8-9D90-A1EB-58FDBB9AC062}"/>
              </a:ext>
            </a:extLst>
          </p:cNvPr>
          <p:cNvGraphicFramePr/>
          <p:nvPr>
            <p:custDataLst>
              <p:tags r:id="rId5"/>
            </p:custDataLst>
            <p:extLst>
              <p:ext uri="{D42A27DB-BD31-4B8C-83A1-F6EECF244321}">
                <p14:modId xmlns:p14="http://schemas.microsoft.com/office/powerpoint/2010/main" val="803844811"/>
              </p:ext>
            </p:extLst>
          </p:nvPr>
        </p:nvGraphicFramePr>
        <p:xfrm>
          <a:off x="719138" y="4402138"/>
          <a:ext cx="5676900" cy="1981200"/>
        </p:xfrm>
        <a:graphic>
          <a:graphicData uri="http://schemas.openxmlformats.org/drawingml/2006/chart">
            <c:chart xmlns:c="http://schemas.openxmlformats.org/drawingml/2006/chart" xmlns:r="http://schemas.openxmlformats.org/officeDocument/2006/relationships" r:id="rId32"/>
          </a:graphicData>
        </a:graphic>
      </p:graphicFrame>
      <p:sp>
        <p:nvSpPr>
          <p:cNvPr id="3166" name="Text Placeholder 2">
            <a:extLst>
              <a:ext uri="{FF2B5EF4-FFF2-40B4-BE49-F238E27FC236}">
                <a16:creationId xmlns:a16="http://schemas.microsoft.com/office/drawing/2014/main" id="{E2208B8D-8DDE-B909-1778-591755A4BF6B}"/>
              </a:ext>
            </a:extLst>
          </p:cNvPr>
          <p:cNvSpPr>
            <a:spLocks/>
          </p:cNvSpPr>
          <p:nvPr>
            <p:custDataLst>
              <p:tags r:id="rId6"/>
            </p:custDataLst>
          </p:nvPr>
        </p:nvSpPr>
        <p:spPr bwMode="gray">
          <a:xfrm>
            <a:off x="2571750" y="5322888"/>
            <a:ext cx="230188"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B8DB531-6B56-4217-8AD1-566FDE936654}" type="datetime'5''''''4''''''''''''''''''2'''''''''''''">
              <a:rPr lang="en-US" altLang="en-US" sz="1000" smtClean="0">
                <a:solidFill>
                  <a:schemeClr val="bg1"/>
                </a:solidFill>
              </a:rPr>
              <a:pPr marL="0" lvl="0" indent="0" algn="ctr">
                <a:spcBef>
                  <a:spcPct val="0"/>
                </a:spcBef>
                <a:spcAft>
                  <a:spcPct val="0"/>
                </a:spcAft>
                <a:buNone/>
              </a:pPr>
              <a:t>542</a:t>
            </a:fld>
            <a:endParaRPr lang="en-US" sz="1000">
              <a:solidFill>
                <a:schemeClr val="bg1"/>
              </a:solidFill>
              <a:sym typeface="Arial\"/>
            </a:endParaRPr>
          </a:p>
        </p:txBody>
      </p:sp>
      <p:sp>
        <p:nvSpPr>
          <p:cNvPr id="3157" name="Text Placeholder 2">
            <a:extLst>
              <a:ext uri="{FF2B5EF4-FFF2-40B4-BE49-F238E27FC236}">
                <a16:creationId xmlns:a16="http://schemas.microsoft.com/office/drawing/2014/main" id="{5E96656F-5C51-B9D0-1F7E-C187DC9DA5D4}"/>
              </a:ext>
            </a:extLst>
          </p:cNvPr>
          <p:cNvSpPr>
            <a:spLocks/>
          </p:cNvSpPr>
          <p:nvPr>
            <p:custDataLst>
              <p:tags r:id="rId7"/>
            </p:custDataLst>
          </p:nvPr>
        </p:nvSpPr>
        <p:spPr bwMode="gray">
          <a:xfrm>
            <a:off x="6053138" y="5322888"/>
            <a:ext cx="165100" cy="136525"/>
          </a:xfrm>
          <a:prstGeom prst="rect">
            <a:avLst/>
          </a:prstGeom>
          <a:noFill/>
          <a:ln>
            <a:noFill/>
          </a:ln>
          <a:effectLst/>
          <a:extLst>
            <a:ext uri="{909E8E84-426E-40DD-AFC4-6F175D3DCCD1}">
              <a14:hiddenFill xmlns:a14="http://schemas.microsoft.com/office/drawing/2010/main">
                <a:solidFill>
                  <a:srgbClr val="17B2AF"/>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0530C70-B577-4298-ACF2-5609AED235FC}" type="datetime'''''''''''''''''''''''''''''''''''''''''''5''1'''''">
              <a:rPr lang="en-US" altLang="en-US" sz="1000" smtClean="0">
                <a:solidFill>
                  <a:schemeClr val="bg1"/>
                </a:solidFill>
                <a:effectLst/>
              </a:rPr>
              <a:pPr marL="0" lvl="0" indent="0" algn="ctr">
                <a:spcBef>
                  <a:spcPct val="0"/>
                </a:spcBef>
                <a:spcAft>
                  <a:spcPct val="0"/>
                </a:spcAft>
                <a:buNone/>
              </a:pPr>
              <a:t>51</a:t>
            </a:fld>
            <a:endParaRPr lang="en-US" sz="1000">
              <a:solidFill>
                <a:schemeClr val="bg1"/>
              </a:solidFill>
              <a:sym typeface="Arial\"/>
            </a:endParaRPr>
          </a:p>
        </p:txBody>
      </p:sp>
      <p:sp>
        <p:nvSpPr>
          <p:cNvPr id="3159" name="Text Placeholder 2">
            <a:extLst>
              <a:ext uri="{FF2B5EF4-FFF2-40B4-BE49-F238E27FC236}">
                <a16:creationId xmlns:a16="http://schemas.microsoft.com/office/drawing/2014/main" id="{F9A11938-3F31-50F9-3F08-E0E42DFA1FBD}"/>
              </a:ext>
            </a:extLst>
          </p:cNvPr>
          <p:cNvSpPr>
            <a:spLocks/>
          </p:cNvSpPr>
          <p:nvPr>
            <p:custDataLst>
              <p:tags r:id="rId8"/>
            </p:custDataLst>
          </p:nvPr>
        </p:nvSpPr>
        <p:spPr bwMode="gray">
          <a:xfrm>
            <a:off x="5211763" y="5322888"/>
            <a:ext cx="165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BDE6702-8F87-4759-92BF-384930C5ADD5}" type="datetime'''''''''''''6''''''''''''''''6'''''''">
              <a:rPr lang="en-US" altLang="en-US" sz="1000" smtClean="0">
                <a:solidFill>
                  <a:schemeClr val="bg1"/>
                </a:solidFill>
              </a:rPr>
              <a:pPr marL="0" lvl="0" indent="0" algn="ctr">
                <a:spcBef>
                  <a:spcPct val="0"/>
                </a:spcBef>
                <a:spcAft>
                  <a:spcPct val="0"/>
                </a:spcAft>
                <a:buNone/>
              </a:pPr>
              <a:t>66</a:t>
            </a:fld>
            <a:endParaRPr lang="en-US" sz="1000">
              <a:solidFill>
                <a:schemeClr val="bg1"/>
              </a:solidFill>
              <a:sym typeface="Arial\"/>
            </a:endParaRPr>
          </a:p>
        </p:txBody>
      </p:sp>
      <p:sp>
        <p:nvSpPr>
          <p:cNvPr id="3160" name="Text Placeholder 2">
            <a:extLst>
              <a:ext uri="{FF2B5EF4-FFF2-40B4-BE49-F238E27FC236}">
                <a16:creationId xmlns:a16="http://schemas.microsoft.com/office/drawing/2014/main" id="{AA61FC89-FD68-75A3-9774-6AD2C4339BFF}"/>
              </a:ext>
            </a:extLst>
          </p:cNvPr>
          <p:cNvSpPr>
            <a:spLocks/>
          </p:cNvSpPr>
          <p:nvPr>
            <p:custDataLst>
              <p:tags r:id="rId9"/>
            </p:custDataLst>
          </p:nvPr>
        </p:nvSpPr>
        <p:spPr bwMode="gray">
          <a:xfrm>
            <a:off x="5657850" y="5322888"/>
            <a:ext cx="165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13AF55C-21E5-4BC3-91E9-F735AC131900}" type="datetime'6''''''''''''3'''''''''''''''''''''''''''''''''''''''''''''">
              <a:rPr lang="en-US" altLang="en-US" sz="1000" smtClean="0">
                <a:solidFill>
                  <a:schemeClr val="bg1"/>
                </a:solidFill>
              </a:rPr>
              <a:pPr marL="0" lvl="0" indent="0" algn="ctr">
                <a:spcBef>
                  <a:spcPct val="0"/>
                </a:spcBef>
                <a:spcAft>
                  <a:spcPct val="0"/>
                </a:spcAft>
                <a:buNone/>
              </a:pPr>
              <a:t>63</a:t>
            </a:fld>
            <a:endParaRPr lang="en-US" sz="1000">
              <a:solidFill>
                <a:schemeClr val="bg1"/>
              </a:solidFill>
              <a:sym typeface="Arial\"/>
            </a:endParaRPr>
          </a:p>
        </p:txBody>
      </p:sp>
      <p:sp>
        <p:nvSpPr>
          <p:cNvPr id="3161" name="Text Placeholder 2">
            <a:extLst>
              <a:ext uri="{FF2B5EF4-FFF2-40B4-BE49-F238E27FC236}">
                <a16:creationId xmlns:a16="http://schemas.microsoft.com/office/drawing/2014/main" id="{B162FD72-8199-05EF-CE6B-F50CF215DDBE}"/>
              </a:ext>
            </a:extLst>
          </p:cNvPr>
          <p:cNvSpPr>
            <a:spLocks/>
          </p:cNvSpPr>
          <p:nvPr>
            <p:custDataLst>
              <p:tags r:id="rId10"/>
            </p:custDataLst>
          </p:nvPr>
        </p:nvSpPr>
        <p:spPr bwMode="gray">
          <a:xfrm>
            <a:off x="4735513" y="5322888"/>
            <a:ext cx="165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61A9E83-7AD4-4DB1-8C30-98042B6356C6}" type="datetime'71'''''''''''''''''''''''''''''''''''''''''''''''''''">
              <a:rPr lang="en-US" altLang="en-US" sz="1000" smtClean="0">
                <a:solidFill>
                  <a:schemeClr val="bg1"/>
                </a:solidFill>
              </a:rPr>
              <a:pPr marL="0" lvl="0" indent="0" algn="ctr">
                <a:spcBef>
                  <a:spcPct val="0"/>
                </a:spcBef>
                <a:spcAft>
                  <a:spcPct val="0"/>
                </a:spcAft>
                <a:buNone/>
              </a:pPr>
              <a:t>71</a:t>
            </a:fld>
            <a:endParaRPr lang="en-US" sz="1000">
              <a:solidFill>
                <a:schemeClr val="bg1"/>
              </a:solidFill>
              <a:sym typeface="Arial\"/>
            </a:endParaRPr>
          </a:p>
        </p:txBody>
      </p:sp>
      <p:sp>
        <p:nvSpPr>
          <p:cNvPr id="3140" name="Text Placeholder 2">
            <a:extLst>
              <a:ext uri="{FF2B5EF4-FFF2-40B4-BE49-F238E27FC236}">
                <a16:creationId xmlns:a16="http://schemas.microsoft.com/office/drawing/2014/main" id="{98F32503-E351-79DF-2611-116C82A08869}"/>
              </a:ext>
            </a:extLst>
          </p:cNvPr>
          <p:cNvSpPr>
            <a:spLocks/>
          </p:cNvSpPr>
          <p:nvPr>
            <p:custDataLst>
              <p:tags r:id="rId11"/>
            </p:custDataLst>
          </p:nvPr>
        </p:nvSpPr>
        <p:spPr bwMode="auto">
          <a:xfrm>
            <a:off x="2424113" y="4538663"/>
            <a:ext cx="523875"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669FB2A-5495-4A47-9879-AE9EB2E81F95}" type="datetime'C''''orp''''''''o''ra''''t''e&#10;''''''dr''''iv''''''e''''''s'''">
              <a:rPr lang="en-US" altLang="en-US" sz="1000" smtClean="0"/>
              <a:pPr marL="0" lvl="0" indent="0" algn="ctr">
                <a:spcBef>
                  <a:spcPct val="0"/>
                </a:spcBef>
                <a:spcAft>
                  <a:spcPct val="0"/>
                </a:spcAft>
                <a:buNone/>
              </a:pPr>
              <a:t>Corporate
drives</a:t>
            </a:fld>
            <a:endParaRPr lang="en-US" sz="1000">
              <a:sym typeface="Arial\"/>
            </a:endParaRPr>
          </a:p>
        </p:txBody>
      </p:sp>
      <p:sp>
        <p:nvSpPr>
          <p:cNvPr id="3141" name="Text Placeholder 2">
            <a:extLst>
              <a:ext uri="{FF2B5EF4-FFF2-40B4-BE49-F238E27FC236}">
                <a16:creationId xmlns:a16="http://schemas.microsoft.com/office/drawing/2014/main" id="{181DC881-FE09-4F57-4A33-5E499FDB8004}"/>
              </a:ext>
            </a:extLst>
          </p:cNvPr>
          <p:cNvSpPr>
            <a:spLocks/>
          </p:cNvSpPr>
          <p:nvPr>
            <p:custDataLst>
              <p:tags r:id="rId12"/>
            </p:custDataLst>
          </p:nvPr>
        </p:nvSpPr>
        <p:spPr bwMode="auto">
          <a:xfrm>
            <a:off x="5894388" y="5972174"/>
            <a:ext cx="4191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6C654B1-A6AD-4731-8610-0A7388F86C75}" type="datetime'O''''''''''C''''''''''''''&#10;''wa''''lk-''ins'''''''">
              <a:rPr lang="en-US" altLang="en-US" sz="1000" smtClean="0"/>
              <a:pPr marL="0" lvl="0" indent="0" algn="ctr">
                <a:spcBef>
                  <a:spcPct val="0"/>
                </a:spcBef>
                <a:spcAft>
                  <a:spcPct val="0"/>
                </a:spcAft>
                <a:buNone/>
              </a:pPr>
              <a:t>OC
walk-ins</a:t>
            </a:fld>
            <a:endParaRPr lang="en-US" sz="1000">
              <a:sym typeface="Arial\"/>
            </a:endParaRPr>
          </a:p>
        </p:txBody>
      </p:sp>
      <p:sp>
        <p:nvSpPr>
          <p:cNvPr id="3148" name="Text Placeholder 2">
            <a:extLst>
              <a:ext uri="{FF2B5EF4-FFF2-40B4-BE49-F238E27FC236}">
                <a16:creationId xmlns:a16="http://schemas.microsoft.com/office/drawing/2014/main" id="{A50C0849-C131-6A83-F4EF-5E93AE453DB8}"/>
              </a:ext>
            </a:extLst>
          </p:cNvPr>
          <p:cNvSpPr>
            <a:spLocks/>
          </p:cNvSpPr>
          <p:nvPr>
            <p:custDataLst>
              <p:tags r:id="rId13"/>
            </p:custDataLst>
          </p:nvPr>
        </p:nvSpPr>
        <p:spPr bwMode="auto">
          <a:xfrm>
            <a:off x="4965700" y="5972175"/>
            <a:ext cx="658813"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C948A3C-411F-44B2-979A-53010608CFD7}" type="datetime'P''''r''''''''''''''e-&#10;empl''''''oy''''''''m''e''n''''''t'''">
              <a:rPr lang="en-US" altLang="en-US" sz="1000" smtClean="0"/>
              <a:pPr marL="0" lvl="0" indent="0" algn="ctr">
                <a:spcBef>
                  <a:spcPct val="0"/>
                </a:spcBef>
                <a:spcAft>
                  <a:spcPct val="0"/>
                </a:spcAft>
                <a:buNone/>
              </a:pPr>
              <a:t>Pre-
employment</a:t>
            </a:fld>
            <a:endParaRPr lang="en-US" sz="1000">
              <a:sym typeface="Arial\"/>
            </a:endParaRPr>
          </a:p>
        </p:txBody>
      </p:sp>
      <p:sp>
        <p:nvSpPr>
          <p:cNvPr id="3149" name="Text Placeholder 2">
            <a:extLst>
              <a:ext uri="{FF2B5EF4-FFF2-40B4-BE49-F238E27FC236}">
                <a16:creationId xmlns:a16="http://schemas.microsoft.com/office/drawing/2014/main" id="{D0786C40-830F-15C8-FDE9-8E9A14F8E6E5}"/>
              </a:ext>
            </a:extLst>
          </p:cNvPr>
          <p:cNvSpPr>
            <a:spLocks/>
          </p:cNvSpPr>
          <p:nvPr>
            <p:custDataLst>
              <p:tags r:id="rId14"/>
            </p:custDataLst>
          </p:nvPr>
        </p:nvSpPr>
        <p:spPr bwMode="auto">
          <a:xfrm>
            <a:off x="5548313" y="4675188"/>
            <a:ext cx="38576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BA873C9-E280-4FE8-8F19-223A9552A0B9}" type="datetime'''''''''''''''''''''''''''''''C''a''n''''''c''er'' '''''''''''">
              <a:rPr lang="en-US" altLang="en-US" sz="1000" smtClean="0"/>
              <a:pPr marL="0" lvl="0" indent="0" algn="ctr">
                <a:spcBef>
                  <a:spcPct val="0"/>
                </a:spcBef>
                <a:spcAft>
                  <a:spcPct val="0"/>
                </a:spcAft>
                <a:buNone/>
              </a:pPr>
              <a:t>Cancer </a:t>
            </a:fld>
            <a:endParaRPr lang="en-US" sz="1000">
              <a:sym typeface="Arial\"/>
            </a:endParaRPr>
          </a:p>
        </p:txBody>
      </p:sp>
      <p:sp>
        <p:nvSpPr>
          <p:cNvPr id="3152" name="Text Placeholder 2">
            <a:extLst>
              <a:ext uri="{FF2B5EF4-FFF2-40B4-BE49-F238E27FC236}">
                <a16:creationId xmlns:a16="http://schemas.microsoft.com/office/drawing/2014/main" id="{C9086BE5-49F5-4E7C-4F94-77B3C72D7B69}"/>
              </a:ext>
            </a:extLst>
          </p:cNvPr>
          <p:cNvSpPr>
            <a:spLocks/>
          </p:cNvSpPr>
          <p:nvPr>
            <p:custDataLst>
              <p:tags r:id="rId15"/>
            </p:custDataLst>
          </p:nvPr>
        </p:nvSpPr>
        <p:spPr bwMode="auto">
          <a:xfrm>
            <a:off x="4564063" y="4538663"/>
            <a:ext cx="509588"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8AB6AD4-3A36-456E-9801-BF5950877F5F}" type="datetime'E''''m''''ployee''''''''&#10;''f''''''''''''a''''m''il''''''y'''">
              <a:rPr lang="en-US" altLang="en-US" sz="1000" smtClean="0"/>
              <a:pPr marL="0" lvl="0" indent="0" algn="ctr">
                <a:spcBef>
                  <a:spcPct val="0"/>
                </a:spcBef>
                <a:spcAft>
                  <a:spcPct val="0"/>
                </a:spcAft>
                <a:buNone/>
              </a:pPr>
              <a:t>Employee
family</a:t>
            </a:fld>
            <a:endParaRPr lang="en-US" sz="1000">
              <a:sym typeface="Arial\"/>
            </a:endParaRPr>
          </a:p>
        </p:txBody>
      </p:sp>
      <p:sp>
        <p:nvSpPr>
          <p:cNvPr id="54" name="Text Placeholder 2">
            <a:extLst>
              <a:ext uri="{FF2B5EF4-FFF2-40B4-BE49-F238E27FC236}">
                <a16:creationId xmlns:a16="http://schemas.microsoft.com/office/drawing/2014/main" id="{98297906-DAEA-7052-F6FD-102BB7EE0EA1}"/>
              </a:ext>
            </a:extLst>
          </p:cNvPr>
          <p:cNvSpPr>
            <a:spLocks/>
          </p:cNvSpPr>
          <p:nvPr>
            <p:custDataLst>
              <p:tags r:id="rId16"/>
            </p:custDataLst>
          </p:nvPr>
        </p:nvSpPr>
        <p:spPr bwMode="gray">
          <a:xfrm>
            <a:off x="6338888" y="5322888"/>
            <a:ext cx="230188"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62197189-4683-460E-81F7-D5BDD32A5BFC}" type="datetime'''''''''''''''''''''''''7''''''''''''''''''93'">
              <a:rPr lang="en-US" altLang="en-US" sz="1000" b="1" smtClean="0"/>
              <a:pPr marL="0" lvl="0" indent="0">
                <a:spcBef>
                  <a:spcPct val="0"/>
                </a:spcBef>
                <a:spcAft>
                  <a:spcPct val="0"/>
                </a:spcAft>
                <a:buNone/>
              </a:pPr>
              <a:t>793</a:t>
            </a:fld>
            <a:endParaRPr lang="en-US" sz="1000" b="1">
              <a:sym typeface="Arial\"/>
            </a:endParaRPr>
          </a:p>
        </p:txBody>
      </p:sp>
      <p:sp>
        <p:nvSpPr>
          <p:cNvPr id="88" name="Rectangle 87">
            <a:extLst>
              <a:ext uri="{FF2B5EF4-FFF2-40B4-BE49-F238E27FC236}">
                <a16:creationId xmlns:a16="http://schemas.microsoft.com/office/drawing/2014/main" id="{19FA346E-1840-613B-A5CD-DBC3B1555BA1}"/>
              </a:ext>
            </a:extLst>
          </p:cNvPr>
          <p:cNvSpPr/>
          <p:nvPr>
            <p:custDataLst>
              <p:tags r:id="rId17"/>
            </p:custDataLst>
          </p:nvPr>
        </p:nvSpPr>
        <p:spPr>
          <a:xfrm>
            <a:off x="6807760" y="3956066"/>
            <a:ext cx="3936454"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Key assumptions</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3" name="Slide Number Placeholder 2">
            <a:extLst>
              <a:ext uri="{FF2B5EF4-FFF2-40B4-BE49-F238E27FC236}">
                <a16:creationId xmlns:a16="http://schemas.microsoft.com/office/drawing/2014/main" id="{2516BAEA-1AC7-24E1-D682-60365EEAA420}"/>
              </a:ext>
            </a:extLst>
          </p:cNvPr>
          <p:cNvSpPr>
            <a:spLocks noGrp="1"/>
          </p:cNvSpPr>
          <p:nvPr>
            <p:ph type="sldNum" sz="quarter" idx="12"/>
          </p:nvPr>
        </p:nvSpPr>
        <p:spPr/>
        <p:txBody>
          <a:bodyPr/>
          <a:lstStyle/>
          <a:p>
            <a:fld id="{8E1CF2E5-4A16-4FBD-9713-265FD1DAAE65}" type="slidenum">
              <a:rPr lang="en-US" smtClean="0"/>
              <a:t>43</a:t>
            </a:fld>
            <a:endParaRPr lang="en-US"/>
          </a:p>
        </p:txBody>
      </p:sp>
      <p:graphicFrame>
        <p:nvGraphicFramePr>
          <p:cNvPr id="62" name="Chart 61">
            <a:extLst>
              <a:ext uri="{FF2B5EF4-FFF2-40B4-BE49-F238E27FC236}">
                <a16:creationId xmlns:a16="http://schemas.microsoft.com/office/drawing/2014/main" id="{FE3DADB0-49C0-84F2-C141-C5840FCBAF4C}"/>
              </a:ext>
            </a:extLst>
          </p:cNvPr>
          <p:cNvGraphicFramePr/>
          <p:nvPr>
            <p:custDataLst>
              <p:tags r:id="rId18"/>
            </p:custDataLst>
          </p:nvPr>
        </p:nvGraphicFramePr>
        <p:xfrm>
          <a:off x="590550" y="1947863"/>
          <a:ext cx="2636838" cy="1790700"/>
        </p:xfrm>
        <a:graphic>
          <a:graphicData uri="http://schemas.openxmlformats.org/drawingml/2006/chart">
            <c:chart xmlns:c="http://schemas.openxmlformats.org/drawingml/2006/chart" xmlns:r="http://schemas.openxmlformats.org/officeDocument/2006/relationships" r:id="rId33"/>
          </a:graphicData>
        </a:graphic>
      </p:graphicFrame>
      <p:cxnSp>
        <p:nvCxnSpPr>
          <p:cNvPr id="11" name="Straight Connector 10">
            <a:extLst>
              <a:ext uri="{FF2B5EF4-FFF2-40B4-BE49-F238E27FC236}">
                <a16:creationId xmlns:a16="http://schemas.microsoft.com/office/drawing/2014/main" id="{A435B71C-2908-D25B-DBAF-F01D5D682FC8}"/>
              </a:ext>
            </a:extLst>
          </p:cNvPr>
          <p:cNvCxnSpPr/>
          <p:nvPr>
            <p:custDataLst>
              <p:tags r:id="rId19"/>
            </p:custDataLst>
          </p:nvPr>
        </p:nvCxnSpPr>
        <p:spPr bwMode="auto">
          <a:xfrm flipV="1">
            <a:off x="1290638" y="2017713"/>
            <a:ext cx="1235075" cy="1397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2" name="Text Placeholder 4">
            <a:extLst>
              <a:ext uri="{FF2B5EF4-FFF2-40B4-BE49-F238E27FC236}">
                <a16:creationId xmlns:a16="http://schemas.microsoft.com/office/drawing/2014/main" id="{F647E020-96AF-0910-C605-96DA57C67109}"/>
              </a:ext>
            </a:extLst>
          </p:cNvPr>
          <p:cNvSpPr>
            <a:spLocks/>
          </p:cNvSpPr>
          <p:nvPr>
            <p:custDataLst>
              <p:tags r:id="rId20"/>
            </p:custDataLst>
          </p:nvPr>
        </p:nvSpPr>
        <p:spPr bwMode="auto">
          <a:xfrm>
            <a:off x="1093788"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1FB95FA5-C6E4-4A50-9828-B3B7354817AC}"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16" name="Text Placeholder 4">
            <a:extLst>
              <a:ext uri="{FF2B5EF4-FFF2-40B4-BE49-F238E27FC236}">
                <a16:creationId xmlns:a16="http://schemas.microsoft.com/office/drawing/2014/main" id="{ED92F826-2D63-C9C2-7CD5-E0425C768F54}"/>
              </a:ext>
            </a:extLst>
          </p:cNvPr>
          <p:cNvSpPr>
            <a:spLocks/>
          </p:cNvSpPr>
          <p:nvPr>
            <p:custDataLst>
              <p:tags r:id="rId21"/>
            </p:custDataLst>
          </p:nvPr>
        </p:nvSpPr>
        <p:spPr bwMode="auto">
          <a:xfrm>
            <a:off x="2328863"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72BFBDDB-BB78-4A61-9A38-95F9B73840AA}"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20" name="Text Placeholder 2">
            <a:extLst>
              <a:ext uri="{FF2B5EF4-FFF2-40B4-BE49-F238E27FC236}">
                <a16:creationId xmlns:a16="http://schemas.microsoft.com/office/drawing/2014/main" id="{C4287EFE-49CC-1894-4A7D-A993A09A97D1}"/>
              </a:ext>
            </a:extLst>
          </p:cNvPr>
          <p:cNvSpPr>
            <a:spLocks/>
          </p:cNvSpPr>
          <p:nvPr>
            <p:custDataLst>
              <p:tags r:id="rId22"/>
            </p:custDataLst>
          </p:nvPr>
        </p:nvSpPr>
        <p:spPr bwMode="auto">
          <a:xfrm>
            <a:off x="1720850" y="1970088"/>
            <a:ext cx="376238"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7005154C-26C1-4567-8BC6-03C7AD416FA1}" type="datetime'''''''''''+''''''7''''''''''''''%'''">
              <a:rPr lang="en-US" altLang="en-US" sz="1200" b="1" smtClean="0">
                <a:solidFill>
                  <a:schemeClr val="bg1"/>
                </a:solidFill>
                <a:effectLst/>
              </a:rPr>
              <a:pPr marL="0" lvl="0" indent="0" algn="ctr">
                <a:spcBef>
                  <a:spcPct val="0"/>
                </a:spcBef>
                <a:spcAft>
                  <a:spcPct val="0"/>
                </a:spcAft>
                <a:buNone/>
              </a:pPr>
              <a:t>+7%</a:t>
            </a:fld>
            <a:endParaRPr lang="en-US" sz="1200" b="1">
              <a:solidFill>
                <a:schemeClr val="bg1"/>
              </a:solidFill>
              <a:sym typeface="Arial\"/>
            </a:endParaRPr>
          </a:p>
        </p:txBody>
      </p:sp>
      <p:sp>
        <p:nvSpPr>
          <p:cNvPr id="22" name="Rectangle 21">
            <a:extLst>
              <a:ext uri="{FF2B5EF4-FFF2-40B4-BE49-F238E27FC236}">
                <a16:creationId xmlns:a16="http://schemas.microsoft.com/office/drawing/2014/main" id="{B5B6EE30-E7E8-A519-50C3-937A19D8921D}"/>
              </a:ext>
            </a:extLst>
          </p:cNvPr>
          <p:cNvSpPr/>
          <p:nvPr>
            <p:custDataLst>
              <p:tags r:id="rId23"/>
            </p:custDataLst>
          </p:nvPr>
        </p:nvSpPr>
        <p:spPr>
          <a:xfrm>
            <a:off x="679723" y="1681964"/>
            <a:ext cx="2375995"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r>
              <a:rPr kumimoji="0" lang="en-US" sz="1400" b="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rPr>
              <a:t>Proxy: Health Check-up Market</a:t>
            </a:r>
          </a:p>
        </p:txBody>
      </p:sp>
      <p:sp>
        <p:nvSpPr>
          <p:cNvPr id="37" name="Rectangle: Rounded Corners 36">
            <a:extLst>
              <a:ext uri="{FF2B5EF4-FFF2-40B4-BE49-F238E27FC236}">
                <a16:creationId xmlns:a16="http://schemas.microsoft.com/office/drawing/2014/main" id="{5F43F404-52C3-5A8A-1A6A-6618C6260236}"/>
              </a:ext>
            </a:extLst>
          </p:cNvPr>
          <p:cNvSpPr/>
          <p:nvPr/>
        </p:nvSpPr>
        <p:spPr>
          <a:xfrm>
            <a:off x="10825885" y="1701757"/>
            <a:ext cx="723964" cy="396000"/>
          </a:xfrm>
          <a:prstGeom prst="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1"/>
                </a:solidFill>
              </a:rPr>
              <a:t>1,335</a:t>
            </a:r>
          </a:p>
        </p:txBody>
      </p:sp>
      <p:sp>
        <p:nvSpPr>
          <p:cNvPr id="3150" name="TextBox 3149">
            <a:extLst>
              <a:ext uri="{FF2B5EF4-FFF2-40B4-BE49-F238E27FC236}">
                <a16:creationId xmlns:a16="http://schemas.microsoft.com/office/drawing/2014/main" id="{7A558C24-CA22-DBE9-410B-A4EE8EB20411}"/>
              </a:ext>
            </a:extLst>
          </p:cNvPr>
          <p:cNvSpPr txBox="1"/>
          <p:nvPr/>
        </p:nvSpPr>
        <p:spPr>
          <a:xfrm>
            <a:off x="7315200" y="5644336"/>
            <a:ext cx="4188073" cy="543809"/>
          </a:xfrm>
          <a:prstGeom prst="rect">
            <a:avLst/>
          </a:prstGeom>
          <a:solidFill>
            <a:schemeClr val="bg1">
              <a:lumMod val="95000"/>
            </a:schemeClr>
          </a:solidFill>
          <a:ln>
            <a:noFill/>
            <a:prstDash val="dash"/>
          </a:ln>
        </p:spPr>
        <p:txBody>
          <a:bodyPr wrap="square" lIns="72000" tIns="36000" rIns="36000" bIns="36000" rtlCol="0" anchor="ctr">
            <a:noAutofit/>
          </a:bodyPr>
          <a:lstStyle/>
          <a:p>
            <a:pPr marL="9525"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dirty="0">
                <a:ln>
                  <a:noFill/>
                </a:ln>
                <a:solidFill>
                  <a:prstClr val="black"/>
                </a:solidFill>
                <a:effectLst/>
                <a:uLnTx/>
                <a:uFillTx/>
                <a:latin typeface="Calibri" panose="020F0502020204030204"/>
                <a:ea typeface="+mn-ea"/>
                <a:cs typeface="+mn-cs"/>
              </a:rPr>
              <a:t>By company / partnership signed for corporate drives:</a:t>
            </a:r>
          </a:p>
          <a:p>
            <a:pPr marL="9525"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dirty="0">
                <a:ln>
                  <a:noFill/>
                </a:ln>
                <a:solidFill>
                  <a:prstClr val="black"/>
                </a:solidFill>
                <a:effectLst/>
                <a:uLnTx/>
                <a:uFillTx/>
                <a:latin typeface="Calibri" panose="020F0502020204030204"/>
                <a:ea typeface="+mn-ea"/>
                <a:cs typeface="+mn-cs"/>
              </a:rPr>
              <a:t>Effective right to win ranges from </a:t>
            </a:r>
            <a:r>
              <a:rPr lang="en-US" sz="1200" b="1" dirty="0">
                <a:solidFill>
                  <a:prstClr val="black"/>
                </a:solidFill>
                <a:latin typeface="Calibri" panose="020F0502020204030204"/>
              </a:rPr>
              <a:t>0.2-3% </a:t>
            </a:r>
            <a:r>
              <a:rPr kumimoji="0" lang="en-US" sz="1200" i="0" u="none" strike="noStrike" kern="1200" cap="none" spc="0" normalizeH="0" baseline="0" noProof="0" dirty="0">
                <a:ln>
                  <a:noFill/>
                </a:ln>
                <a:solidFill>
                  <a:prstClr val="black"/>
                </a:solidFill>
                <a:effectLst/>
                <a:uLnTx/>
                <a:uFillTx/>
                <a:latin typeface="Calibri" panose="020F0502020204030204"/>
                <a:ea typeface="+mn-ea"/>
                <a:cs typeface="+mn-cs"/>
              </a:rPr>
              <a:t>for periodic checkups</a:t>
            </a:r>
            <a:endPar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51" name="Picture 2" descr="Market share ">
            <a:extLst>
              <a:ext uri="{FF2B5EF4-FFF2-40B4-BE49-F238E27FC236}">
                <a16:creationId xmlns:a16="http://schemas.microsoft.com/office/drawing/2014/main" id="{702308E6-F197-1B1A-2393-05399E1A1FF9}"/>
              </a:ext>
            </a:extLst>
          </p:cNvPr>
          <p:cNvPicPr>
            <a:picLocks noChangeAspect="1" noChangeArrowheads="1"/>
          </p:cNvPicPr>
          <p:nvPr/>
        </p:nvPicPr>
        <p:blipFill>
          <a:blip r:embed="rId34">
            <a:duotone>
              <a:prstClr val="black"/>
              <a:srgbClr val="428B75">
                <a:tint val="45000"/>
                <a:satMod val="400000"/>
              </a:srgbClr>
            </a:duotone>
            <a:extLst>
              <a:ext uri="{28A0092B-C50C-407E-A947-70E740481C1C}">
                <a14:useLocalDpi xmlns:a14="http://schemas.microsoft.com/office/drawing/2010/main" val="0"/>
              </a:ext>
            </a:extLst>
          </a:blip>
          <a:srcRect/>
          <a:stretch>
            <a:fillRect/>
          </a:stretch>
        </p:blipFill>
        <p:spPr bwMode="auto">
          <a:xfrm>
            <a:off x="6901604" y="5762613"/>
            <a:ext cx="276084" cy="276084"/>
          </a:xfrm>
          <a:prstGeom prst="rect">
            <a:avLst/>
          </a:prstGeom>
          <a:noFill/>
          <a:extLst>
            <a:ext uri="{909E8E84-426E-40DD-AFC4-6F175D3DCCD1}">
              <a14:hiddenFill xmlns:a14="http://schemas.microsoft.com/office/drawing/2010/main">
                <a:solidFill>
                  <a:srgbClr val="FFFFFF"/>
                </a:solidFill>
              </a14:hiddenFill>
            </a:ext>
          </a:extLst>
        </p:spPr>
      </p:pic>
      <p:pic>
        <p:nvPicPr>
          <p:cNvPr id="3153" name="Graphic 3152">
            <a:extLst>
              <a:ext uri="{FF2B5EF4-FFF2-40B4-BE49-F238E27FC236}">
                <a16:creationId xmlns:a16="http://schemas.microsoft.com/office/drawing/2014/main" id="{C597FD89-593B-679B-AE7E-56727E1867D7}"/>
              </a:ext>
            </a:extLst>
          </p:cNvPr>
          <p:cNvPicPr>
            <a:picLocks noChangeAspect="1"/>
          </p:cNvPicPr>
          <p:nvPr/>
        </p:nvPicPr>
        <p:blipFill>
          <a:blip r:embed="rId35">
            <a:extLst>
              <a:ext uri="{96DAC541-7B7A-43D3-8B79-37D633B846F1}">
                <asvg:svgBlip xmlns:asvg="http://schemas.microsoft.com/office/drawing/2016/SVG/main" r:embed="rId36"/>
              </a:ext>
            </a:extLst>
          </a:blip>
          <a:srcRect b="16764"/>
          <a:stretch>
            <a:fillRect/>
          </a:stretch>
        </p:blipFill>
        <p:spPr>
          <a:xfrm>
            <a:off x="6840014" y="4364859"/>
            <a:ext cx="399265" cy="407861"/>
          </a:xfrm>
          <a:prstGeom prst="rect">
            <a:avLst/>
          </a:prstGeom>
        </p:spPr>
      </p:pic>
      <p:pic>
        <p:nvPicPr>
          <p:cNvPr id="3155" name="Graphic 3154">
            <a:extLst>
              <a:ext uri="{FF2B5EF4-FFF2-40B4-BE49-F238E27FC236}">
                <a16:creationId xmlns:a16="http://schemas.microsoft.com/office/drawing/2014/main" id="{19143BCF-46F7-4AE8-91B4-00351A835280}"/>
              </a:ext>
            </a:extLst>
          </p:cNvPr>
          <p:cNvPicPr>
            <a:picLocks noChangeAspect="1"/>
          </p:cNvPicPr>
          <p:nvPr/>
        </p:nvPicPr>
        <p:blipFill>
          <a:blip r:embed="rId37">
            <a:extLst>
              <a:ext uri="{96DAC541-7B7A-43D3-8B79-37D633B846F1}">
                <asvg:svgBlip xmlns:asvg="http://schemas.microsoft.com/office/drawing/2016/SVG/main" r:embed="rId38"/>
              </a:ext>
            </a:extLst>
          </a:blip>
          <a:srcRect b="24819"/>
          <a:stretch>
            <a:fillRect/>
          </a:stretch>
        </p:blipFill>
        <p:spPr>
          <a:xfrm>
            <a:off x="6791079" y="5009336"/>
            <a:ext cx="497134" cy="458723"/>
          </a:xfrm>
          <a:prstGeom prst="rect">
            <a:avLst/>
          </a:prstGeom>
        </p:spPr>
      </p:pic>
      <p:sp>
        <p:nvSpPr>
          <p:cNvPr id="3156" name="Rectangle 3155">
            <a:extLst>
              <a:ext uri="{FF2B5EF4-FFF2-40B4-BE49-F238E27FC236}">
                <a16:creationId xmlns:a16="http://schemas.microsoft.com/office/drawing/2014/main" id="{F0B3B758-35E0-8F4F-B807-08B42BE28187}"/>
              </a:ext>
            </a:extLst>
          </p:cNvPr>
          <p:cNvSpPr/>
          <p:nvPr>
            <p:custDataLst>
              <p:tags r:id="rId24"/>
            </p:custDataLst>
          </p:nvPr>
        </p:nvSpPr>
        <p:spPr>
          <a:xfrm>
            <a:off x="10723038" y="1342488"/>
            <a:ext cx="893379"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buClrTx/>
              <a:buSzTx/>
              <a:buFontTx/>
              <a:buNone/>
              <a:tabLst/>
              <a:defRPr/>
            </a:pPr>
            <a:r>
              <a:rPr lang="en-US" sz="900" i="1">
                <a:solidFill>
                  <a:srgbClr val="DDDDDD">
                    <a:lumMod val="10000"/>
                  </a:srgbClr>
                </a:solidFill>
                <a:latin typeface="Calibri" panose="020F0502020204030204"/>
                <a:ea typeface="Calibri" panose="020F0502020204030204" pitchFamily="34" charset="0"/>
                <a:cs typeface="Calibri" panose="020F0502020204030204" pitchFamily="34" charset="0"/>
              </a:rPr>
              <a:t>OC Volume of packages, 2026</a:t>
            </a:r>
            <a:endParaRPr kumimoji="0" lang="en-US" sz="1100" i="1"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35" name="Rectangle: Rounded Corners 34">
            <a:extLst>
              <a:ext uri="{FF2B5EF4-FFF2-40B4-BE49-F238E27FC236}">
                <a16:creationId xmlns:a16="http://schemas.microsoft.com/office/drawing/2014/main" id="{A2A8FBC6-2B89-A58F-E124-ABE7DAE3DA3E}"/>
              </a:ext>
            </a:extLst>
          </p:cNvPr>
          <p:cNvSpPr/>
          <p:nvPr/>
        </p:nvSpPr>
        <p:spPr>
          <a:xfrm>
            <a:off x="10825885" y="2224083"/>
            <a:ext cx="723964" cy="396000"/>
          </a:xfrm>
          <a:prstGeom prst="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1"/>
                </a:solidFill>
              </a:rPr>
              <a:t>131</a:t>
            </a:r>
          </a:p>
        </p:txBody>
      </p:sp>
      <p:sp>
        <p:nvSpPr>
          <p:cNvPr id="44" name="Rectangle: Rounded Corners 43">
            <a:extLst>
              <a:ext uri="{FF2B5EF4-FFF2-40B4-BE49-F238E27FC236}">
                <a16:creationId xmlns:a16="http://schemas.microsoft.com/office/drawing/2014/main" id="{CAC90D14-450C-A12A-DA15-BAB33F0EBEBF}"/>
              </a:ext>
            </a:extLst>
          </p:cNvPr>
          <p:cNvSpPr/>
          <p:nvPr/>
        </p:nvSpPr>
        <p:spPr>
          <a:xfrm>
            <a:off x="10846377" y="2746409"/>
            <a:ext cx="723964" cy="396000"/>
          </a:xfrm>
          <a:prstGeom prst="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1"/>
                </a:solidFill>
              </a:rPr>
              <a:t>108</a:t>
            </a:r>
          </a:p>
        </p:txBody>
      </p:sp>
      <p:sp>
        <p:nvSpPr>
          <p:cNvPr id="51" name="Rectangle: Rounded Corners 50">
            <a:extLst>
              <a:ext uri="{FF2B5EF4-FFF2-40B4-BE49-F238E27FC236}">
                <a16:creationId xmlns:a16="http://schemas.microsoft.com/office/drawing/2014/main" id="{09F9D54F-B0B3-9E33-FBD8-1D15372E8A6B}"/>
              </a:ext>
            </a:extLst>
          </p:cNvPr>
          <p:cNvSpPr/>
          <p:nvPr/>
        </p:nvSpPr>
        <p:spPr>
          <a:xfrm>
            <a:off x="10846377" y="3268734"/>
            <a:ext cx="723964" cy="396000"/>
          </a:xfrm>
          <a:prstGeom prst="rect">
            <a:avLst/>
          </a:prstGeom>
          <a:solidFill>
            <a:schemeClr val="bg1"/>
          </a:solidFill>
          <a:ln>
            <a:noFill/>
            <a:prstDash val="dash"/>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1"/>
                </a:solidFill>
              </a:rPr>
              <a:t>103</a:t>
            </a:r>
          </a:p>
        </p:txBody>
      </p:sp>
      <p:sp>
        <p:nvSpPr>
          <p:cNvPr id="60" name="TextBox 59">
            <a:extLst>
              <a:ext uri="{FF2B5EF4-FFF2-40B4-BE49-F238E27FC236}">
                <a16:creationId xmlns:a16="http://schemas.microsoft.com/office/drawing/2014/main" id="{14A17FEF-2003-F78D-5D3E-9D178338B3FC}"/>
              </a:ext>
            </a:extLst>
          </p:cNvPr>
          <p:cNvSpPr txBox="1"/>
          <p:nvPr/>
        </p:nvSpPr>
        <p:spPr>
          <a:xfrm>
            <a:off x="546645" y="6462603"/>
            <a:ext cx="6129516" cy="253916"/>
          </a:xfrm>
          <a:prstGeom prst="rect">
            <a:avLst/>
          </a:prstGeom>
          <a:noFill/>
        </p:spPr>
        <p:txBody>
          <a:bodyPr wrap="square" rtlCol="0">
            <a:spAutoFit/>
          </a:bodyPr>
          <a:lstStyle/>
          <a:p>
            <a:r>
              <a:rPr lang="en-US" sz="1050" i="1"/>
              <a:t>OC to receive 40% of the retail price share owing to B2B prices by third-party service provider</a:t>
            </a:r>
          </a:p>
        </p:txBody>
      </p:sp>
      <p:grpSp>
        <p:nvGrpSpPr>
          <p:cNvPr id="25" name="Group 24">
            <a:extLst>
              <a:ext uri="{FF2B5EF4-FFF2-40B4-BE49-F238E27FC236}">
                <a16:creationId xmlns:a16="http://schemas.microsoft.com/office/drawing/2014/main" id="{B5E3479C-91E6-270E-B47D-BC7ADD678D69}"/>
              </a:ext>
            </a:extLst>
          </p:cNvPr>
          <p:cNvGrpSpPr/>
          <p:nvPr/>
        </p:nvGrpSpPr>
        <p:grpSpPr>
          <a:xfrm>
            <a:off x="15130" y="47516"/>
            <a:ext cx="171132" cy="228600"/>
            <a:chOff x="0" y="49329"/>
            <a:chExt cx="171132" cy="228600"/>
          </a:xfrm>
        </p:grpSpPr>
        <p:cxnSp>
          <p:nvCxnSpPr>
            <p:cNvPr id="26" name="Straight Connector 25">
              <a:extLst>
                <a:ext uri="{FF2B5EF4-FFF2-40B4-BE49-F238E27FC236}">
                  <a16:creationId xmlns:a16="http://schemas.microsoft.com/office/drawing/2014/main" id="{54820A2B-0D75-1D3C-84D5-E22BE72E9AC1}"/>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 name="Rectangle: Rounded Corners 27">
              <a:extLst>
                <a:ext uri="{FF2B5EF4-FFF2-40B4-BE49-F238E27FC236}">
                  <a16:creationId xmlns:a16="http://schemas.microsoft.com/office/drawing/2014/main" id="{E1CDD427-51F0-3138-9553-BDE481C08D1A}"/>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29" name="Google Shape;1129;p23">
            <a:extLst>
              <a:ext uri="{FF2B5EF4-FFF2-40B4-BE49-F238E27FC236}">
                <a16:creationId xmlns:a16="http://schemas.microsoft.com/office/drawing/2014/main" id="{DC3F38DF-3244-9B8E-FBAB-EDAEE52BC37A}"/>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Preventive Care – B2B</a:t>
            </a:r>
            <a:endParaRPr lang="en-US">
              <a:solidFill>
                <a:schemeClr val="bg1"/>
              </a:solidFill>
              <a:latin typeface="Calibri"/>
              <a:ea typeface="Calibri"/>
              <a:cs typeface="Calibri"/>
            </a:endParaRPr>
          </a:p>
        </p:txBody>
      </p:sp>
      <p:sp>
        <p:nvSpPr>
          <p:cNvPr id="47" name="Line 15">
            <a:extLst>
              <a:ext uri="{FF2B5EF4-FFF2-40B4-BE49-F238E27FC236}">
                <a16:creationId xmlns:a16="http://schemas.microsoft.com/office/drawing/2014/main" id="{E021C9EC-EE16-4B57-8A6A-1229A404B9AE}"/>
              </a:ext>
            </a:extLst>
          </p:cNvPr>
          <p:cNvSpPr>
            <a:spLocks noChangeShapeType="1"/>
          </p:cNvSpPr>
          <p:nvPr>
            <p:custDataLst>
              <p:tags r:id="rId25"/>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AC25EFF-C357-D62D-015A-3285ED139908}"/>
              </a:ext>
            </a:extLst>
          </p:cNvPr>
          <p:cNvGrpSpPr/>
          <p:nvPr/>
        </p:nvGrpSpPr>
        <p:grpSpPr>
          <a:xfrm>
            <a:off x="-439952" y="431946"/>
            <a:ext cx="338328" cy="3872943"/>
            <a:chOff x="-460920" y="279546"/>
            <a:chExt cx="338328" cy="3872943"/>
          </a:xfrm>
        </p:grpSpPr>
        <p:sp>
          <p:nvSpPr>
            <p:cNvPr id="6" name="Google Shape;139;p2">
              <a:extLst>
                <a:ext uri="{FF2B5EF4-FFF2-40B4-BE49-F238E27FC236}">
                  <a16:creationId xmlns:a16="http://schemas.microsoft.com/office/drawing/2014/main" id="{3C3E5D7B-2B6D-0C85-4AC1-A54E2B9341E6}"/>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0" name="Google Shape;140;p2">
              <a:extLst>
                <a:ext uri="{FF2B5EF4-FFF2-40B4-BE49-F238E27FC236}">
                  <a16:creationId xmlns:a16="http://schemas.microsoft.com/office/drawing/2014/main" id="{2FE78BAD-5D1E-D4CB-DAAC-FECE0D3800B4}"/>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1" name="Google Shape;141;p2">
              <a:extLst>
                <a:ext uri="{FF2B5EF4-FFF2-40B4-BE49-F238E27FC236}">
                  <a16:creationId xmlns:a16="http://schemas.microsoft.com/office/drawing/2014/main" id="{B6D850BC-B165-9612-C302-D6DA7A226EAB}"/>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4" name="Google Shape;142;p2">
              <a:extLst>
                <a:ext uri="{FF2B5EF4-FFF2-40B4-BE49-F238E27FC236}">
                  <a16:creationId xmlns:a16="http://schemas.microsoft.com/office/drawing/2014/main" id="{97455955-46C9-92FA-D8D0-B15569B3E7A8}"/>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3" name="Google Shape;143;p2">
              <a:extLst>
                <a:ext uri="{FF2B5EF4-FFF2-40B4-BE49-F238E27FC236}">
                  <a16:creationId xmlns:a16="http://schemas.microsoft.com/office/drawing/2014/main" id="{6615C1F7-47C1-5C7F-1165-CE287C384975}"/>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4" name="Google Shape;147;p2">
              <a:extLst>
                <a:ext uri="{FF2B5EF4-FFF2-40B4-BE49-F238E27FC236}">
                  <a16:creationId xmlns:a16="http://schemas.microsoft.com/office/drawing/2014/main" id="{2804890D-9D41-38D7-833D-7DF3A03CB422}"/>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6" name="Google Shape;151;p2">
              <a:extLst>
                <a:ext uri="{FF2B5EF4-FFF2-40B4-BE49-F238E27FC236}">
                  <a16:creationId xmlns:a16="http://schemas.microsoft.com/office/drawing/2014/main" id="{D1D0DD22-73AB-1E6B-4673-F3A8160A473F}"/>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3" name="Google Shape;147;p2">
              <a:extLst>
                <a:ext uri="{FF2B5EF4-FFF2-40B4-BE49-F238E27FC236}">
                  <a16:creationId xmlns:a16="http://schemas.microsoft.com/office/drawing/2014/main" id="{144164D9-EE35-18A7-7826-4C55F78AAC44}"/>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30" name="TextBox 29">
            <a:extLst>
              <a:ext uri="{FF2B5EF4-FFF2-40B4-BE49-F238E27FC236}">
                <a16:creationId xmlns:a16="http://schemas.microsoft.com/office/drawing/2014/main" id="{5791C190-42BB-D009-BE94-1AFCDCB07BD2}"/>
              </a:ext>
            </a:extLst>
          </p:cNvPr>
          <p:cNvSpPr txBox="1"/>
          <p:nvPr/>
        </p:nvSpPr>
        <p:spPr>
          <a:xfrm>
            <a:off x="6721997" y="1701757"/>
            <a:ext cx="4033688" cy="396000"/>
          </a:xfrm>
          <a:prstGeom prst="rect">
            <a:avLst/>
          </a:prstGeom>
          <a:solidFill>
            <a:schemeClr val="bg1">
              <a:lumMod val="95000"/>
            </a:schemeClr>
          </a:solidFill>
          <a:ln>
            <a:noFill/>
            <a:prstDash val="dash"/>
          </a:ln>
        </p:spPr>
        <p:txBody>
          <a:bodyPr wrap="square" lIns="72000" tIns="36000" rIns="36000" bIns="36000" rtlCol="0" anchor="ctr">
            <a:noAutofit/>
          </a:bodyPr>
          <a:lstStyle/>
          <a:p>
            <a:pPr marL="9525" lvl="0">
              <a:spcBef>
                <a:spcPts val="400"/>
              </a:spcBef>
              <a:spcAft>
                <a:spcPts val="400"/>
              </a:spcAft>
              <a:defRPr/>
            </a:pPr>
            <a:r>
              <a:rPr lang="en-US" sz="1200" b="1">
                <a:solidFill>
                  <a:prstClr val="black"/>
                </a:solidFill>
              </a:rPr>
              <a:t>Periodic health check-ups for employees via corporate drives &amp; OC walk-ins: </a:t>
            </a:r>
            <a:r>
              <a:rPr lang="en-US" sz="1200">
                <a:solidFill>
                  <a:prstClr val="black"/>
                </a:solidFill>
              </a:rPr>
              <a:t>Packages segmented by management hierarchy</a:t>
            </a:r>
            <a:endParaRPr lang="en-US" sz="1100">
              <a:solidFill>
                <a:prstClr val="black"/>
              </a:solidFill>
            </a:endParaRPr>
          </a:p>
        </p:txBody>
      </p:sp>
      <p:sp>
        <p:nvSpPr>
          <p:cNvPr id="31" name="TextBox 30">
            <a:extLst>
              <a:ext uri="{FF2B5EF4-FFF2-40B4-BE49-F238E27FC236}">
                <a16:creationId xmlns:a16="http://schemas.microsoft.com/office/drawing/2014/main" id="{36D58EDF-3C12-A7B7-2CAC-3C49F87AFCF2}"/>
              </a:ext>
            </a:extLst>
          </p:cNvPr>
          <p:cNvSpPr txBox="1"/>
          <p:nvPr/>
        </p:nvSpPr>
        <p:spPr>
          <a:xfrm>
            <a:off x="6721997" y="2224083"/>
            <a:ext cx="4033688" cy="396000"/>
          </a:xfrm>
          <a:prstGeom prst="rect">
            <a:avLst/>
          </a:prstGeom>
          <a:solidFill>
            <a:schemeClr val="bg1">
              <a:lumMod val="95000"/>
            </a:schemeClr>
          </a:solidFill>
          <a:ln>
            <a:noFill/>
            <a:prstDash val="dash"/>
          </a:ln>
        </p:spPr>
        <p:txBody>
          <a:bodyPr wrap="square" lIns="72000" tIns="36000" rIns="36000" bIns="36000" rtlCol="0" anchor="ctr">
            <a:noAutofit/>
          </a:bodyPr>
          <a:lstStyle/>
          <a:p>
            <a:pPr marL="9525" lvl="0">
              <a:spcBef>
                <a:spcPts val="400"/>
              </a:spcBef>
              <a:spcAft>
                <a:spcPts val="400"/>
              </a:spcAft>
              <a:defRPr/>
            </a:pPr>
            <a:r>
              <a:rPr lang="en-US" sz="1200" b="1">
                <a:solidFill>
                  <a:prstClr val="black"/>
                </a:solidFill>
              </a:rPr>
              <a:t>Pre-employment screenings: </a:t>
            </a:r>
            <a:r>
              <a:rPr lang="en-US" sz="1200"/>
              <a:t>Basic package for new/potential corporate hires</a:t>
            </a:r>
          </a:p>
        </p:txBody>
      </p:sp>
      <p:sp>
        <p:nvSpPr>
          <p:cNvPr id="32" name="TextBox 31">
            <a:extLst>
              <a:ext uri="{FF2B5EF4-FFF2-40B4-BE49-F238E27FC236}">
                <a16:creationId xmlns:a16="http://schemas.microsoft.com/office/drawing/2014/main" id="{4468280D-1E8A-795D-5230-12DDEFE57166}"/>
              </a:ext>
            </a:extLst>
          </p:cNvPr>
          <p:cNvSpPr txBox="1"/>
          <p:nvPr/>
        </p:nvSpPr>
        <p:spPr>
          <a:xfrm>
            <a:off x="6721997" y="2746409"/>
            <a:ext cx="4033688" cy="396000"/>
          </a:xfrm>
          <a:prstGeom prst="rect">
            <a:avLst/>
          </a:prstGeom>
          <a:solidFill>
            <a:schemeClr val="bg1">
              <a:lumMod val="95000"/>
            </a:schemeClr>
          </a:solidFill>
          <a:ln>
            <a:noFill/>
            <a:prstDash val="dash"/>
          </a:ln>
        </p:spPr>
        <p:txBody>
          <a:bodyPr wrap="square" lIns="72000" tIns="36000" rIns="36000" bIns="36000" rtlCol="0" anchor="ctr">
            <a:noAutofit/>
          </a:bodyPr>
          <a:lstStyle/>
          <a:p>
            <a:pPr marL="9525">
              <a:spcBef>
                <a:spcPts val="400"/>
              </a:spcBef>
              <a:spcAft>
                <a:spcPts val="400"/>
              </a:spcAft>
              <a:defRPr/>
            </a:pPr>
            <a:r>
              <a:rPr lang="en-US" sz="1200" b="1">
                <a:solidFill>
                  <a:prstClr val="black"/>
                </a:solidFill>
              </a:rPr>
              <a:t>Cancer screenings: </a:t>
            </a:r>
            <a:r>
              <a:rPr lang="en-US" sz="1200">
                <a:solidFill>
                  <a:prstClr val="black"/>
                </a:solidFill>
              </a:rPr>
              <a:t>Preventive screenings for </a:t>
            </a:r>
            <a:r>
              <a:rPr lang="en-US" sz="1200" b="1">
                <a:solidFill>
                  <a:prstClr val="black"/>
                </a:solidFill>
              </a:rPr>
              <a:t>prostate and breast cancers</a:t>
            </a:r>
            <a:r>
              <a:rPr lang="en-US" sz="1200">
                <a:solidFill>
                  <a:prstClr val="black"/>
                </a:solidFill>
              </a:rPr>
              <a:t> </a:t>
            </a:r>
          </a:p>
        </p:txBody>
      </p:sp>
      <p:sp>
        <p:nvSpPr>
          <p:cNvPr id="38" name="TextBox 37">
            <a:extLst>
              <a:ext uri="{FF2B5EF4-FFF2-40B4-BE49-F238E27FC236}">
                <a16:creationId xmlns:a16="http://schemas.microsoft.com/office/drawing/2014/main" id="{995AF822-603E-A1D1-67BE-719BE5A82DF1}"/>
              </a:ext>
            </a:extLst>
          </p:cNvPr>
          <p:cNvSpPr txBox="1"/>
          <p:nvPr/>
        </p:nvSpPr>
        <p:spPr>
          <a:xfrm>
            <a:off x="6721997" y="3268734"/>
            <a:ext cx="4033688" cy="396000"/>
          </a:xfrm>
          <a:prstGeom prst="rect">
            <a:avLst/>
          </a:prstGeom>
          <a:solidFill>
            <a:schemeClr val="bg1">
              <a:lumMod val="95000"/>
            </a:schemeClr>
          </a:solidFill>
          <a:ln>
            <a:noFill/>
            <a:prstDash val="dash"/>
          </a:ln>
        </p:spPr>
        <p:txBody>
          <a:bodyPr wrap="square" lIns="72000" tIns="36000" rIns="36000" bIns="36000" rtlCol="0" anchor="ctr">
            <a:noAutofit/>
          </a:bodyPr>
          <a:lstStyle/>
          <a:p>
            <a:pPr marL="9525">
              <a:spcBef>
                <a:spcPts val="400"/>
              </a:spcBef>
              <a:spcAft>
                <a:spcPts val="400"/>
              </a:spcAft>
              <a:defRPr/>
            </a:pPr>
            <a:r>
              <a:rPr lang="en-US" sz="1200" b="1">
                <a:solidFill>
                  <a:prstClr val="black"/>
                </a:solidFill>
              </a:rPr>
              <a:t>Employee family periodic health check-ups: </a:t>
            </a:r>
            <a:r>
              <a:rPr lang="en-US" sz="1200">
                <a:solidFill>
                  <a:prstClr val="black"/>
                </a:solidFill>
              </a:rPr>
              <a:t>Packages conducted for family members of employees</a:t>
            </a:r>
            <a:endParaRPr lang="en-US" sz="1200" b="1">
              <a:solidFill>
                <a:prstClr val="black"/>
              </a:solidFill>
            </a:endParaRPr>
          </a:p>
        </p:txBody>
      </p:sp>
      <p:pic>
        <p:nvPicPr>
          <p:cNvPr id="40" name="Graphic 39">
            <a:extLst>
              <a:ext uri="{FF2B5EF4-FFF2-40B4-BE49-F238E27FC236}">
                <a16:creationId xmlns:a16="http://schemas.microsoft.com/office/drawing/2014/main" id="{C4719C84-FF0E-C65B-9C8D-93433BFF88D1}"/>
              </a:ext>
            </a:extLst>
          </p:cNvPr>
          <p:cNvPicPr>
            <a:picLocks noChangeAspect="1"/>
          </p:cNvPicPr>
          <p:nvPr/>
        </p:nvPicPr>
        <p:blipFill>
          <a:blip r:embed="rId39">
            <a:extLst>
              <a:ext uri="{96DAC541-7B7A-43D3-8B79-37D633B846F1}">
                <asvg:svgBlip xmlns:asvg="http://schemas.microsoft.com/office/drawing/2016/SVG/main" r:embed="rId40"/>
              </a:ext>
            </a:extLst>
          </a:blip>
          <a:srcRect b="11048"/>
          <a:stretch>
            <a:fillRect/>
          </a:stretch>
        </p:blipFill>
        <p:spPr>
          <a:xfrm>
            <a:off x="6314146" y="2250551"/>
            <a:ext cx="333845" cy="364451"/>
          </a:xfrm>
          <a:prstGeom prst="rect">
            <a:avLst/>
          </a:prstGeom>
        </p:spPr>
      </p:pic>
      <p:pic>
        <p:nvPicPr>
          <p:cNvPr id="45" name="Graphic 44">
            <a:extLst>
              <a:ext uri="{FF2B5EF4-FFF2-40B4-BE49-F238E27FC236}">
                <a16:creationId xmlns:a16="http://schemas.microsoft.com/office/drawing/2014/main" id="{21C7B6FA-9366-1020-D757-888898CA0CFE}"/>
              </a:ext>
            </a:extLst>
          </p:cNvPr>
          <p:cNvPicPr>
            <a:picLocks noChangeAspect="1"/>
          </p:cNvPicPr>
          <p:nvPr/>
        </p:nvPicPr>
        <p:blipFill>
          <a:blip r:embed="rId41">
            <a:extLst>
              <a:ext uri="{96DAC541-7B7A-43D3-8B79-37D633B846F1}">
                <asvg:svgBlip xmlns:asvg="http://schemas.microsoft.com/office/drawing/2016/SVG/main" r:embed="rId42"/>
              </a:ext>
            </a:extLst>
          </a:blip>
          <a:srcRect b="11048"/>
          <a:stretch>
            <a:fillRect/>
          </a:stretch>
        </p:blipFill>
        <p:spPr>
          <a:xfrm>
            <a:off x="6314146" y="1718214"/>
            <a:ext cx="333845" cy="364451"/>
          </a:xfrm>
          <a:prstGeom prst="rect">
            <a:avLst/>
          </a:prstGeom>
        </p:spPr>
      </p:pic>
      <p:pic>
        <p:nvPicPr>
          <p:cNvPr id="48" name="Graphic 47">
            <a:extLst>
              <a:ext uri="{FF2B5EF4-FFF2-40B4-BE49-F238E27FC236}">
                <a16:creationId xmlns:a16="http://schemas.microsoft.com/office/drawing/2014/main" id="{91438CBD-AC56-0D60-3649-D171677560DB}"/>
              </a:ext>
            </a:extLst>
          </p:cNvPr>
          <p:cNvPicPr>
            <a:picLocks noChangeAspect="1"/>
          </p:cNvPicPr>
          <p:nvPr/>
        </p:nvPicPr>
        <p:blipFill>
          <a:blip r:embed="rId43">
            <a:extLst>
              <a:ext uri="{96DAC541-7B7A-43D3-8B79-37D633B846F1}">
                <asvg:svgBlip xmlns:asvg="http://schemas.microsoft.com/office/drawing/2016/SVG/main" r:embed="rId44"/>
              </a:ext>
            </a:extLst>
          </a:blip>
          <a:srcRect b="9793"/>
          <a:stretch>
            <a:fillRect/>
          </a:stretch>
        </p:blipFill>
        <p:spPr>
          <a:xfrm>
            <a:off x="6314146" y="2776140"/>
            <a:ext cx="333845" cy="369599"/>
          </a:xfrm>
          <a:prstGeom prst="rect">
            <a:avLst/>
          </a:prstGeom>
        </p:spPr>
      </p:pic>
      <p:pic>
        <p:nvPicPr>
          <p:cNvPr id="50" name="Graphic 49">
            <a:extLst>
              <a:ext uri="{FF2B5EF4-FFF2-40B4-BE49-F238E27FC236}">
                <a16:creationId xmlns:a16="http://schemas.microsoft.com/office/drawing/2014/main" id="{3C5DAD16-4C6F-2FDF-F7A6-9522DBAAA05B}"/>
              </a:ext>
            </a:extLst>
          </p:cNvPr>
          <p:cNvPicPr>
            <a:picLocks noChangeAspect="1"/>
          </p:cNvPicPr>
          <p:nvPr/>
        </p:nvPicPr>
        <p:blipFill>
          <a:blip r:embed="rId45">
            <a:extLst>
              <a:ext uri="{96DAC541-7B7A-43D3-8B79-37D633B846F1}">
                <asvg:svgBlip xmlns:asvg="http://schemas.microsoft.com/office/drawing/2016/SVG/main" r:embed="rId46"/>
              </a:ext>
            </a:extLst>
          </a:blip>
          <a:srcRect b="9259"/>
          <a:stretch>
            <a:fillRect/>
          </a:stretch>
        </p:blipFill>
        <p:spPr>
          <a:xfrm>
            <a:off x="6314146" y="3278074"/>
            <a:ext cx="333845" cy="371782"/>
          </a:xfrm>
          <a:prstGeom prst="rect">
            <a:avLst/>
          </a:prstGeom>
        </p:spPr>
      </p:pic>
      <p:sp>
        <p:nvSpPr>
          <p:cNvPr id="56" name="TextBox 55">
            <a:extLst>
              <a:ext uri="{FF2B5EF4-FFF2-40B4-BE49-F238E27FC236}">
                <a16:creationId xmlns:a16="http://schemas.microsoft.com/office/drawing/2014/main" id="{4ECA6444-2755-BEA2-F79D-A093F89FD0DA}"/>
              </a:ext>
            </a:extLst>
          </p:cNvPr>
          <p:cNvSpPr txBox="1"/>
          <p:nvPr/>
        </p:nvSpPr>
        <p:spPr>
          <a:xfrm>
            <a:off x="517712" y="6621341"/>
            <a:ext cx="3502274" cy="267547"/>
          </a:xfrm>
          <a:prstGeom prst="rect">
            <a:avLst/>
          </a:prstGeom>
          <a:noFill/>
        </p:spPr>
        <p:txBody>
          <a:bodyPr wrap="square" rtlCol="0">
            <a:spAutoFit/>
          </a:bodyPr>
          <a:lstStyle/>
          <a:p>
            <a:r>
              <a:rPr lang="en-GB" sz="1100" i="1"/>
              <a:t>Note: Estimated revenue through sizing can be found </a:t>
            </a:r>
            <a:r>
              <a:rPr lang="en-GB" sz="1100" i="1">
                <a:hlinkClick r:id="rId47"/>
              </a:rPr>
              <a:t>here</a:t>
            </a:r>
            <a:endParaRPr lang="en-GB" sz="1100" i="1"/>
          </a:p>
        </p:txBody>
      </p:sp>
      <p:sp>
        <p:nvSpPr>
          <p:cNvPr id="39" name="TextBox 38">
            <a:extLst>
              <a:ext uri="{FF2B5EF4-FFF2-40B4-BE49-F238E27FC236}">
                <a16:creationId xmlns:a16="http://schemas.microsoft.com/office/drawing/2014/main" id="{704022C2-8953-E4C3-A063-D96AC9AEE730}"/>
              </a:ext>
            </a:extLst>
          </p:cNvPr>
          <p:cNvSpPr txBox="1"/>
          <p:nvPr/>
        </p:nvSpPr>
        <p:spPr>
          <a:xfrm>
            <a:off x="593114" y="4187845"/>
            <a:ext cx="3275256" cy="253916"/>
          </a:xfrm>
          <a:prstGeom prst="rect">
            <a:avLst/>
          </a:prstGeom>
          <a:noFill/>
        </p:spPr>
        <p:txBody>
          <a:bodyPr wrap="none" rtlCol="0">
            <a:spAutoFit/>
          </a:bodyPr>
          <a:lstStyle/>
          <a:p>
            <a:r>
              <a:rPr lang="en-US" sz="1050" dirty="0"/>
              <a:t>Assumed third-party pathology and lab services provider</a:t>
            </a:r>
          </a:p>
        </p:txBody>
      </p:sp>
    </p:spTree>
    <p:extLst>
      <p:ext uri="{BB962C8B-B14F-4D97-AF65-F5344CB8AC3E}">
        <p14:creationId xmlns:p14="http://schemas.microsoft.com/office/powerpoint/2010/main" val="136640386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4537"/>
        <p:cNvGrpSpPr/>
        <p:nvPr/>
      </p:nvGrpSpPr>
      <p:grpSpPr>
        <a:xfrm>
          <a:off x="0" y="0"/>
          <a:ext cx="0" cy="0"/>
          <a:chOff x="0" y="0"/>
          <a:chExt cx="0" cy="0"/>
        </a:xfrm>
      </p:grpSpPr>
      <p:cxnSp>
        <p:nvCxnSpPr>
          <p:cNvPr id="14538" name="Google Shape;14538;p188"/>
          <p:cNvCxnSpPr/>
          <p:nvPr/>
        </p:nvCxnSpPr>
        <p:spPr>
          <a:xfrm>
            <a:off x="467455" y="3829454"/>
            <a:ext cx="11274552" cy="0"/>
          </a:xfrm>
          <a:prstGeom prst="straightConnector1">
            <a:avLst/>
          </a:prstGeom>
          <a:noFill/>
          <a:ln w="9525" cap="flat" cmpd="sng">
            <a:solidFill>
              <a:schemeClr val="dk1"/>
            </a:solidFill>
            <a:prstDash val="solid"/>
            <a:miter lim="800000"/>
            <a:headEnd type="none" w="sm" len="sm"/>
            <a:tailEnd type="none" w="sm" len="sm"/>
          </a:ln>
        </p:spPr>
      </p:cxnSp>
      <p:cxnSp>
        <p:nvCxnSpPr>
          <p:cNvPr id="14548" name="Google Shape;14548;p188"/>
          <p:cNvCxnSpPr/>
          <p:nvPr/>
        </p:nvCxnSpPr>
        <p:spPr>
          <a:xfrm>
            <a:off x="467455" y="2244210"/>
            <a:ext cx="11274552" cy="0"/>
          </a:xfrm>
          <a:prstGeom prst="straightConnector1">
            <a:avLst/>
          </a:prstGeom>
          <a:noFill/>
          <a:ln w="9525" cap="flat" cmpd="sng">
            <a:solidFill>
              <a:schemeClr val="dk1"/>
            </a:solidFill>
            <a:prstDash val="solid"/>
            <a:miter lim="800000"/>
            <a:headEnd type="none" w="sm" len="sm"/>
            <a:tailEnd type="none" w="sm" len="sm"/>
          </a:ln>
        </p:spPr>
      </p:cxnSp>
      <p:sp>
        <p:nvSpPr>
          <p:cNvPr id="14550" name="Google Shape;14550;p188"/>
          <p:cNvSpPr/>
          <p:nvPr/>
        </p:nvSpPr>
        <p:spPr>
          <a:xfrm>
            <a:off x="463244" y="2874961"/>
            <a:ext cx="1173978" cy="613676"/>
          </a:xfrm>
          <a:prstGeom prst="rect">
            <a:avLst/>
          </a:prstGeom>
          <a:solidFill>
            <a:schemeClr val="bg1"/>
          </a:solidFill>
          <a:ln>
            <a:noFill/>
          </a:ln>
          <a:effectLst>
            <a:outerShdw blurRad="63500" algn="ctr" rotWithShape="0">
              <a:schemeClr val="bg1">
                <a:lumMod val="75000"/>
                <a:alpha val="40000"/>
              </a:schemeClr>
            </a:outerShdw>
          </a:effectLst>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n-US" sz="1400" b="1" u="none" strike="noStrike" cap="none">
                <a:solidFill>
                  <a:srgbClr val="000000"/>
                </a:solidFill>
                <a:latin typeface="Arial"/>
                <a:ea typeface="Arial"/>
                <a:cs typeface="Arial"/>
                <a:sym typeface="Arial"/>
              </a:rPr>
              <a:t>38.6%</a:t>
            </a:r>
            <a:br>
              <a:rPr lang="en-US" sz="1400" b="0" u="none" strike="noStrike" cap="none">
                <a:solidFill>
                  <a:srgbClr val="000000"/>
                </a:solidFill>
                <a:latin typeface="Arial"/>
                <a:ea typeface="Arial"/>
                <a:cs typeface="Arial"/>
                <a:sym typeface="Arial"/>
              </a:rPr>
            </a:br>
            <a:r>
              <a:rPr lang="en-US" sz="1100" b="0" u="none" strike="noStrike" cap="none">
                <a:solidFill>
                  <a:srgbClr val="000000"/>
                </a:solidFill>
                <a:latin typeface="Arial"/>
                <a:ea typeface="Arial"/>
                <a:cs typeface="Arial"/>
                <a:sym typeface="Arial"/>
              </a:rPr>
              <a:t>(market share)</a:t>
            </a:r>
            <a:endParaRPr sz="1400" b="0" u="none" strike="noStrike" cap="none">
              <a:solidFill>
                <a:srgbClr val="000000"/>
              </a:solidFill>
              <a:latin typeface="Arial"/>
              <a:ea typeface="Arial"/>
              <a:cs typeface="Arial"/>
              <a:sym typeface="Arial"/>
            </a:endParaRPr>
          </a:p>
        </p:txBody>
      </p:sp>
      <p:sp>
        <p:nvSpPr>
          <p:cNvPr id="14551" name="Google Shape;14551;p188"/>
          <p:cNvSpPr/>
          <p:nvPr/>
        </p:nvSpPr>
        <p:spPr>
          <a:xfrm>
            <a:off x="6123499" y="2303916"/>
            <a:ext cx="3024439" cy="1296934"/>
          </a:xfrm>
          <a:prstGeom prst="rect">
            <a:avLst/>
          </a:prstGeom>
          <a:noFill/>
          <a:ln>
            <a:noFill/>
          </a:ln>
          <a:effectLst/>
        </p:spPr>
        <p:txBody>
          <a:bodyPr spcFirstLastPara="1" wrap="square" lIns="45700" tIns="45700" rIns="274320" bIns="45700" anchor="ctr" anchorCtr="0">
            <a:noAutofit/>
          </a:bodyPr>
          <a:lstStyle/>
          <a:p>
            <a:pPr marL="91440" lvl="0">
              <a:buClr>
                <a:srgbClr val="000000"/>
              </a:buClr>
              <a:buSzPts val="1100"/>
            </a:pPr>
            <a:r>
              <a:rPr lang="en-US" sz="1400"/>
              <a:t>Independent in-house digital clinic, chronic disease treatment plans, on-site activities, home care</a:t>
            </a:r>
            <a:endParaRPr sz="1100" b="0" i="0" u="none" strike="noStrike" cap="none">
              <a:solidFill>
                <a:srgbClr val="000000"/>
              </a:solidFill>
              <a:latin typeface="Arial"/>
              <a:ea typeface="Arial"/>
              <a:cs typeface="Arial"/>
              <a:sym typeface="Arial"/>
            </a:endParaRPr>
          </a:p>
        </p:txBody>
      </p:sp>
      <p:cxnSp>
        <p:nvCxnSpPr>
          <p:cNvPr id="14559" name="Google Shape;14559;p188"/>
          <p:cNvCxnSpPr/>
          <p:nvPr/>
        </p:nvCxnSpPr>
        <p:spPr>
          <a:xfrm>
            <a:off x="467455" y="5414697"/>
            <a:ext cx="11274552" cy="0"/>
          </a:xfrm>
          <a:prstGeom prst="straightConnector1">
            <a:avLst/>
          </a:prstGeom>
          <a:noFill/>
          <a:ln w="9525" cap="flat" cmpd="sng">
            <a:solidFill>
              <a:schemeClr val="dk1"/>
            </a:solidFill>
            <a:prstDash val="solid"/>
            <a:miter lim="800000"/>
            <a:headEnd type="none" w="sm" len="sm"/>
            <a:tailEnd type="none" w="sm" len="sm"/>
          </a:ln>
        </p:spPr>
      </p:cxnSp>
      <p:sp>
        <p:nvSpPr>
          <p:cNvPr id="14572" name="Google Shape;14572;p188"/>
          <p:cNvSpPr/>
          <p:nvPr/>
        </p:nvSpPr>
        <p:spPr>
          <a:xfrm>
            <a:off x="9189974" y="2606211"/>
            <a:ext cx="182880" cy="640080"/>
          </a:xfrm>
          <a:prstGeom prst="homePlate">
            <a:avLst>
              <a:gd name="adj" fmla="val 100000"/>
            </a:avLst>
          </a:prstGeom>
          <a:solidFill>
            <a:srgbClr val="206971"/>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chemeClr val="dk1"/>
              </a:buClr>
              <a:buSzPts val="1400"/>
              <a:buFont typeface="Calibri"/>
              <a:buNone/>
            </a:pPr>
            <a:endParaRPr sz="1400" b="1" i="0" u="none" strike="noStrike" cap="none">
              <a:solidFill>
                <a:srgbClr val="FFFFFF"/>
              </a:solidFill>
              <a:latin typeface="Arial"/>
              <a:ea typeface="Arial"/>
              <a:cs typeface="Arial"/>
              <a:sym typeface="Arial"/>
            </a:endParaRPr>
          </a:p>
        </p:txBody>
      </p:sp>
      <p:sp>
        <p:nvSpPr>
          <p:cNvPr id="14574" name="Google Shape;14574;p188"/>
          <p:cNvSpPr/>
          <p:nvPr/>
        </p:nvSpPr>
        <p:spPr>
          <a:xfrm>
            <a:off x="9189975" y="4118829"/>
            <a:ext cx="182880" cy="640080"/>
          </a:xfrm>
          <a:prstGeom prst="homePlate">
            <a:avLst>
              <a:gd name="adj" fmla="val 100000"/>
            </a:avLst>
          </a:prstGeom>
          <a:solidFill>
            <a:srgbClr val="206971"/>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chemeClr val="dk1"/>
              </a:buClr>
              <a:buSzPts val="1400"/>
              <a:buFont typeface="Calibri"/>
              <a:buNone/>
            </a:pPr>
            <a:endParaRPr sz="1400" b="1" i="0" u="none" strike="noStrike" cap="none">
              <a:solidFill>
                <a:srgbClr val="FFFFFF"/>
              </a:solidFill>
              <a:latin typeface="Arial"/>
              <a:ea typeface="Arial"/>
              <a:cs typeface="Arial"/>
              <a:sym typeface="Arial"/>
            </a:endParaRPr>
          </a:p>
        </p:txBody>
      </p:sp>
      <p:sp>
        <p:nvSpPr>
          <p:cNvPr id="14576" name="Google Shape;14576;p188"/>
          <p:cNvSpPr/>
          <p:nvPr/>
        </p:nvSpPr>
        <p:spPr>
          <a:xfrm>
            <a:off x="9189975" y="5599528"/>
            <a:ext cx="182880" cy="640080"/>
          </a:xfrm>
          <a:prstGeom prst="homePlate">
            <a:avLst>
              <a:gd name="adj" fmla="val 100000"/>
            </a:avLst>
          </a:prstGeom>
          <a:solidFill>
            <a:srgbClr val="206971"/>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chemeClr val="dk1"/>
              </a:buClr>
              <a:buSzPts val="1400"/>
              <a:buFont typeface="Calibri"/>
              <a:buNone/>
            </a:pPr>
            <a:endParaRPr sz="1400" b="1" i="0" u="none" strike="noStrike" cap="none">
              <a:solidFill>
                <a:srgbClr val="FFFFFF"/>
              </a:solidFill>
              <a:latin typeface="Arial"/>
              <a:ea typeface="Arial"/>
              <a:cs typeface="Arial"/>
              <a:sym typeface="Arial"/>
            </a:endParaRPr>
          </a:p>
        </p:txBody>
      </p:sp>
      <p:sp>
        <p:nvSpPr>
          <p:cNvPr id="14579" name="Google Shape;14579;p188"/>
          <p:cNvSpPr txBox="1">
            <a:spLocks noGrp="1"/>
          </p:cNvSpPr>
          <p:nvPr>
            <p:ph type="sldNum" idx="12"/>
          </p:nvPr>
        </p:nvSpPr>
        <p:spPr>
          <a:xfrm>
            <a:off x="8717280" y="6393528"/>
            <a:ext cx="2743200" cy="365125"/>
          </a:xfrm>
          <a:prstGeom prst="rect">
            <a:avLst/>
          </a:prstGeom>
          <a:noFill/>
          <a:ln>
            <a:noFill/>
          </a:ln>
        </p:spPr>
        <p:txBody>
          <a:bodyPr spcFirstLastPara="1" wrap="square" lIns="91425" tIns="45700" rIns="91425" bIns="45700" anchor="ctr" anchorCtr="0">
            <a:noAutofit/>
          </a:bodyPr>
          <a:lstStyle/>
          <a:p>
            <a:pPr marL="0" marR="0" lvl="0" indent="0" algn="r" rtl="0">
              <a:lnSpc>
                <a:spcPct val="100000"/>
              </a:lnSpc>
              <a:spcBef>
                <a:spcPts val="0"/>
              </a:spcBef>
              <a:spcAft>
                <a:spcPts val="0"/>
              </a:spcAft>
              <a:buClr>
                <a:schemeClr val="dk1"/>
              </a:buClr>
              <a:buSzPts val="1000"/>
              <a:buFont typeface="Arial"/>
              <a:buNone/>
            </a:pPr>
            <a:fld id="{00000000-1234-1234-1234-123412341234}" type="slidenum">
              <a:rPr lang="en-US" b="0" i="0" u="none" strike="noStrike" cap="none">
                <a:latin typeface="Arial"/>
                <a:ea typeface="Arial"/>
                <a:cs typeface="Arial"/>
                <a:sym typeface="Arial"/>
              </a:rPr>
              <a:t>44</a:t>
            </a:fld>
            <a:endParaRPr b="0" i="0" u="none" strike="noStrike" cap="none">
              <a:latin typeface="Arial"/>
              <a:ea typeface="Arial"/>
              <a:cs typeface="Arial"/>
              <a:sym typeface="Arial"/>
            </a:endParaRPr>
          </a:p>
        </p:txBody>
      </p:sp>
      <p:grpSp>
        <p:nvGrpSpPr>
          <p:cNvPr id="14581" name="Google Shape;14581;p188"/>
          <p:cNvGrpSpPr/>
          <p:nvPr/>
        </p:nvGrpSpPr>
        <p:grpSpPr>
          <a:xfrm>
            <a:off x="-457867" y="224668"/>
            <a:ext cx="338328" cy="6330993"/>
            <a:chOff x="-413961" y="270414"/>
            <a:chExt cx="338328" cy="6330993"/>
          </a:xfrm>
        </p:grpSpPr>
        <p:sp>
          <p:nvSpPr>
            <p:cNvPr id="14582" name="Google Shape;14582;p188"/>
            <p:cNvSpPr/>
            <p:nvPr/>
          </p:nvSpPr>
          <p:spPr>
            <a:xfrm>
              <a:off x="-413961" y="622924"/>
              <a:ext cx="338328" cy="338328"/>
            </a:xfrm>
            <a:prstGeom prst="ellipse">
              <a:avLst/>
            </a:prstGeom>
            <a:solidFill>
              <a:srgbClr val="DAE3F3"/>
            </a:solidFill>
            <a:ln w="12700" cap="flat" cmpd="sng">
              <a:solidFill>
                <a:srgbClr val="DAE3F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83" name="Google Shape;14583;p188"/>
            <p:cNvSpPr/>
            <p:nvPr/>
          </p:nvSpPr>
          <p:spPr>
            <a:xfrm>
              <a:off x="-413961" y="975434"/>
              <a:ext cx="338328" cy="338328"/>
            </a:xfrm>
            <a:prstGeom prst="ellipse">
              <a:avLst/>
            </a:prstGeom>
            <a:solidFill>
              <a:srgbClr val="4C6C9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84" name="Google Shape;14584;p188"/>
            <p:cNvSpPr/>
            <p:nvPr/>
          </p:nvSpPr>
          <p:spPr>
            <a:xfrm>
              <a:off x="-413961" y="1327944"/>
              <a:ext cx="338328" cy="338328"/>
            </a:xfrm>
            <a:prstGeom prst="ellipse">
              <a:avLst/>
            </a:prstGeom>
            <a:solidFill>
              <a:srgbClr val="6F8DB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85" name="Google Shape;14585;p188"/>
            <p:cNvSpPr/>
            <p:nvPr/>
          </p:nvSpPr>
          <p:spPr>
            <a:xfrm>
              <a:off x="-413961" y="1680454"/>
              <a:ext cx="338328" cy="338328"/>
            </a:xfrm>
            <a:prstGeom prst="ellipse">
              <a:avLst/>
            </a:prstGeom>
            <a:solidFill>
              <a:srgbClr val="9DB1C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86" name="Google Shape;14586;p188"/>
            <p:cNvSpPr/>
            <p:nvPr/>
          </p:nvSpPr>
          <p:spPr>
            <a:xfrm>
              <a:off x="-413961" y="2032964"/>
              <a:ext cx="338328" cy="338328"/>
            </a:xfrm>
            <a:prstGeom prst="ellipse">
              <a:avLst/>
            </a:prstGeom>
            <a:solidFill>
              <a:srgbClr val="C3CFE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87" name="Google Shape;14587;p188"/>
            <p:cNvSpPr/>
            <p:nvPr/>
          </p:nvSpPr>
          <p:spPr>
            <a:xfrm>
              <a:off x="-413961" y="3443004"/>
              <a:ext cx="338328" cy="338328"/>
            </a:xfrm>
            <a:prstGeom prst="ellipse">
              <a:avLst/>
            </a:prstGeom>
            <a:solidFill>
              <a:srgbClr val="DDDDD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88" name="Google Shape;14588;p188"/>
            <p:cNvSpPr/>
            <p:nvPr/>
          </p:nvSpPr>
          <p:spPr>
            <a:xfrm>
              <a:off x="-413961" y="2737984"/>
              <a:ext cx="338328" cy="338328"/>
            </a:xfrm>
            <a:prstGeom prst="ellipse">
              <a:avLst/>
            </a:prstGeom>
            <a:solidFill>
              <a:srgbClr val="EDEDE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89" name="Google Shape;14589;p188"/>
            <p:cNvSpPr/>
            <p:nvPr/>
          </p:nvSpPr>
          <p:spPr>
            <a:xfrm>
              <a:off x="-413961" y="3090494"/>
              <a:ext cx="338328" cy="338328"/>
            </a:xfrm>
            <a:prstGeom prst="ellipse">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0" name="Google Shape;14590;p188"/>
            <p:cNvSpPr/>
            <p:nvPr/>
          </p:nvSpPr>
          <p:spPr>
            <a:xfrm>
              <a:off x="-413961" y="270414"/>
              <a:ext cx="338328" cy="338328"/>
            </a:xfrm>
            <a:prstGeom prst="ellipse">
              <a:avLst/>
            </a:prstGeom>
            <a:solidFill>
              <a:srgbClr val="20386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1" name="Google Shape;14591;p188"/>
            <p:cNvSpPr/>
            <p:nvPr/>
          </p:nvSpPr>
          <p:spPr>
            <a:xfrm>
              <a:off x="-413961" y="4148024"/>
              <a:ext cx="338328" cy="338328"/>
            </a:xfrm>
            <a:prstGeom prst="ellipse">
              <a:avLst/>
            </a:prstGeom>
            <a:solidFill>
              <a:srgbClr val="FBE5D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2" name="Google Shape;14592;p188"/>
            <p:cNvSpPr/>
            <p:nvPr/>
          </p:nvSpPr>
          <p:spPr>
            <a:xfrm>
              <a:off x="-413961" y="3795514"/>
              <a:ext cx="338328" cy="338328"/>
            </a:xfrm>
            <a:prstGeom prst="ellipse">
              <a:avLst/>
            </a:prstGeom>
            <a:solidFill>
              <a:srgbClr val="F7CAA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3" name="Google Shape;14593;p188"/>
            <p:cNvSpPr/>
            <p:nvPr/>
          </p:nvSpPr>
          <p:spPr>
            <a:xfrm>
              <a:off x="-413961" y="4500534"/>
              <a:ext cx="338328" cy="338328"/>
            </a:xfrm>
            <a:prstGeom prst="ellipse">
              <a:avLst/>
            </a:prstGeom>
            <a:solidFill>
              <a:srgbClr val="FEE59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4" name="Google Shape;14594;p188"/>
            <p:cNvSpPr/>
            <p:nvPr/>
          </p:nvSpPr>
          <p:spPr>
            <a:xfrm>
              <a:off x="-413961" y="2385474"/>
              <a:ext cx="338328" cy="338328"/>
            </a:xfrm>
            <a:prstGeom prst="ellipse">
              <a:avLst/>
            </a:prstGeom>
            <a:solidFill>
              <a:srgbClr val="04121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5" name="Google Shape;14595;p188"/>
            <p:cNvSpPr/>
            <p:nvPr/>
          </p:nvSpPr>
          <p:spPr>
            <a:xfrm>
              <a:off x="-413961" y="4853044"/>
              <a:ext cx="338328" cy="338328"/>
            </a:xfrm>
            <a:prstGeom prst="ellipse">
              <a:avLst/>
            </a:prstGeom>
            <a:solidFill>
              <a:srgbClr val="FFF2C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6" name="Google Shape;14596;p188"/>
            <p:cNvSpPr/>
            <p:nvPr/>
          </p:nvSpPr>
          <p:spPr>
            <a:xfrm>
              <a:off x="-413961" y="5205554"/>
              <a:ext cx="338328" cy="338328"/>
            </a:xfrm>
            <a:prstGeom prst="ellipse">
              <a:avLst/>
            </a:prstGeom>
            <a:solidFill>
              <a:srgbClr val="FFC0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7" name="Google Shape;14597;p188"/>
            <p:cNvSpPr/>
            <p:nvPr/>
          </p:nvSpPr>
          <p:spPr>
            <a:xfrm>
              <a:off x="-413961" y="5558064"/>
              <a:ext cx="338328" cy="338328"/>
            </a:xfrm>
            <a:prstGeom prst="ellipse">
              <a:avLst/>
            </a:prstGeom>
            <a:solidFill>
              <a:srgbClr val="E2F0D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8" name="Google Shape;14598;p188"/>
            <p:cNvSpPr/>
            <p:nvPr/>
          </p:nvSpPr>
          <p:spPr>
            <a:xfrm>
              <a:off x="-413961" y="5910574"/>
              <a:ext cx="338328" cy="338328"/>
            </a:xfrm>
            <a:prstGeom prst="ellipse">
              <a:avLst/>
            </a:prstGeom>
            <a:solidFill>
              <a:srgbClr val="C4E0B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99" name="Google Shape;14599;p188"/>
            <p:cNvSpPr/>
            <p:nvPr/>
          </p:nvSpPr>
          <p:spPr>
            <a:xfrm>
              <a:off x="-413961" y="6263079"/>
              <a:ext cx="338328" cy="338328"/>
            </a:xfrm>
            <a:prstGeom prst="ellipse">
              <a:avLst/>
            </a:prstGeom>
            <a:solidFill>
              <a:srgbClr val="C30C3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5" name="Google Shape;14550;p188">
            <a:extLst>
              <a:ext uri="{FF2B5EF4-FFF2-40B4-BE49-F238E27FC236}">
                <a16:creationId xmlns:a16="http://schemas.microsoft.com/office/drawing/2014/main" id="{08F10091-48FE-50E7-3328-A41E8BA3E6A2}"/>
              </a:ext>
            </a:extLst>
          </p:cNvPr>
          <p:cNvSpPr/>
          <p:nvPr/>
        </p:nvSpPr>
        <p:spPr>
          <a:xfrm>
            <a:off x="463244" y="4484541"/>
            <a:ext cx="1173978" cy="613676"/>
          </a:xfrm>
          <a:prstGeom prst="rect">
            <a:avLst/>
          </a:prstGeom>
          <a:solidFill>
            <a:schemeClr val="bg1"/>
          </a:solidFill>
          <a:ln>
            <a:noFill/>
          </a:ln>
          <a:effectLst>
            <a:outerShdw blurRad="63500" algn="ctr" rotWithShape="0">
              <a:schemeClr val="bg1">
                <a:lumMod val="75000"/>
                <a:alpha val="40000"/>
              </a:schemeClr>
            </a:outerShdw>
          </a:effectLst>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n-US" sz="1400" b="1" u="none" strike="noStrike" cap="none">
                <a:solidFill>
                  <a:srgbClr val="000000"/>
                </a:solidFill>
                <a:latin typeface="Arial"/>
                <a:ea typeface="Arial"/>
                <a:cs typeface="Arial"/>
                <a:sym typeface="Arial"/>
              </a:rPr>
              <a:t>23.7%</a:t>
            </a:r>
          </a:p>
          <a:p>
            <a:pPr lvl="0" algn="ctr">
              <a:buClr>
                <a:srgbClr val="000000"/>
              </a:buClr>
              <a:buSzPts val="1100"/>
            </a:pPr>
            <a:r>
              <a:rPr lang="en-US" sz="1200">
                <a:solidFill>
                  <a:srgbClr val="000000"/>
                </a:solidFill>
                <a:latin typeface="Arial"/>
                <a:ea typeface="Arial"/>
                <a:cs typeface="Arial"/>
                <a:sym typeface="Arial"/>
              </a:rPr>
              <a:t>(market share)</a:t>
            </a:r>
            <a:endParaRPr lang="en-US" sz="1400" b="0" u="none" strike="noStrike" cap="none">
              <a:solidFill>
                <a:srgbClr val="000000"/>
              </a:solidFill>
              <a:latin typeface="Arial"/>
              <a:ea typeface="Arial"/>
              <a:cs typeface="Arial"/>
              <a:sym typeface="Arial"/>
            </a:endParaRPr>
          </a:p>
        </p:txBody>
      </p:sp>
      <p:sp>
        <p:nvSpPr>
          <p:cNvPr id="6" name="Google Shape;14550;p188">
            <a:extLst>
              <a:ext uri="{FF2B5EF4-FFF2-40B4-BE49-F238E27FC236}">
                <a16:creationId xmlns:a16="http://schemas.microsoft.com/office/drawing/2014/main" id="{D3718737-6818-362D-13E5-57D8D9FABD13}"/>
              </a:ext>
            </a:extLst>
          </p:cNvPr>
          <p:cNvSpPr/>
          <p:nvPr/>
        </p:nvSpPr>
        <p:spPr>
          <a:xfrm>
            <a:off x="463244" y="5981537"/>
            <a:ext cx="1173978" cy="613676"/>
          </a:xfrm>
          <a:prstGeom prst="rect">
            <a:avLst/>
          </a:prstGeom>
          <a:solidFill>
            <a:schemeClr val="bg1"/>
          </a:solidFill>
          <a:ln>
            <a:noFill/>
          </a:ln>
          <a:effectLst>
            <a:outerShdw blurRad="63500" algn="ctr" rotWithShape="0">
              <a:schemeClr val="bg1">
                <a:lumMod val="75000"/>
                <a:alpha val="40000"/>
              </a:schemeClr>
            </a:outerShdw>
          </a:effectLst>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n-US" sz="1400" b="1" u="none" strike="noStrike" cap="none">
                <a:solidFill>
                  <a:srgbClr val="000000"/>
                </a:solidFill>
                <a:latin typeface="Arial"/>
                <a:ea typeface="Arial"/>
                <a:cs typeface="Arial"/>
                <a:sym typeface="Arial"/>
              </a:rPr>
              <a:t>8.9%</a:t>
            </a:r>
          </a:p>
          <a:p>
            <a:pPr lvl="0" algn="ctr">
              <a:buClr>
                <a:srgbClr val="000000"/>
              </a:buClr>
              <a:buSzPts val="1100"/>
            </a:pPr>
            <a:r>
              <a:rPr lang="en-US" sz="1200">
                <a:solidFill>
                  <a:srgbClr val="000000"/>
                </a:solidFill>
                <a:latin typeface="Arial"/>
                <a:ea typeface="Arial"/>
                <a:cs typeface="Arial"/>
                <a:sym typeface="Arial"/>
              </a:rPr>
              <a:t>(market share)</a:t>
            </a:r>
            <a:endParaRPr sz="1200" b="0" u="none" strike="noStrike" cap="none">
              <a:solidFill>
                <a:srgbClr val="000000"/>
              </a:solidFill>
              <a:latin typeface="Arial"/>
              <a:ea typeface="Arial"/>
              <a:cs typeface="Arial"/>
              <a:sym typeface="Arial"/>
            </a:endParaRPr>
          </a:p>
        </p:txBody>
      </p:sp>
      <p:pic>
        <p:nvPicPr>
          <p:cNvPr id="5122" name="Picture 2" descr="The Bupa Success Story | Case Study ...">
            <a:extLst>
              <a:ext uri="{FF2B5EF4-FFF2-40B4-BE49-F238E27FC236}">
                <a16:creationId xmlns:a16="http://schemas.microsoft.com/office/drawing/2014/main" id="{BACC0E71-F2AA-1890-A186-0FD2C60C2623}"/>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37807" y="2336991"/>
            <a:ext cx="926220" cy="409516"/>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Partner">
            <a:extLst>
              <a:ext uri="{FF2B5EF4-FFF2-40B4-BE49-F238E27FC236}">
                <a16:creationId xmlns:a16="http://schemas.microsoft.com/office/drawing/2014/main" id="{3426ADE0-E6EF-A258-E922-BFA3708A034A}"/>
              </a:ext>
            </a:extLst>
          </p:cNvPr>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09281" y="3996479"/>
            <a:ext cx="1101272" cy="342435"/>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a:extLst>
              <a:ext uri="{FF2B5EF4-FFF2-40B4-BE49-F238E27FC236}">
                <a16:creationId xmlns:a16="http://schemas.microsoft.com/office/drawing/2014/main" id="{A882AF2B-1CEF-E85B-647E-118020C7CC0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8879" y="5530749"/>
            <a:ext cx="1204077" cy="294278"/>
          </a:xfrm>
          <a:prstGeom prst="rect">
            <a:avLst/>
          </a:prstGeom>
          <a:noFill/>
          <a:extLst>
            <a:ext uri="{909E8E84-426E-40DD-AFC4-6F175D3DCCD1}">
              <a14:hiddenFill xmlns:a14="http://schemas.microsoft.com/office/drawing/2010/main">
                <a:solidFill>
                  <a:srgbClr val="FFFFFF"/>
                </a:solidFill>
              </a14:hiddenFill>
            </a:ext>
          </a:extLst>
        </p:spPr>
      </p:pic>
      <p:sp>
        <p:nvSpPr>
          <p:cNvPr id="7" name="Google Shape;14550;p188">
            <a:extLst>
              <a:ext uri="{FF2B5EF4-FFF2-40B4-BE49-F238E27FC236}">
                <a16:creationId xmlns:a16="http://schemas.microsoft.com/office/drawing/2014/main" id="{515CDDBC-425A-D65A-3CCC-CF261EE59C9C}"/>
              </a:ext>
            </a:extLst>
          </p:cNvPr>
          <p:cNvSpPr/>
          <p:nvPr/>
        </p:nvSpPr>
        <p:spPr>
          <a:xfrm>
            <a:off x="4065502" y="1772590"/>
            <a:ext cx="1866174" cy="338328"/>
          </a:xfrm>
          <a:prstGeom prst="rect">
            <a:avLst/>
          </a:prstGeom>
          <a:solidFill>
            <a:srgbClr val="17B2AF"/>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n-US" sz="1200" b="1" u="none" strike="noStrike" cap="none">
                <a:solidFill>
                  <a:schemeClr val="bg1"/>
                </a:solidFill>
                <a:latin typeface="Arial"/>
                <a:ea typeface="Arial"/>
                <a:cs typeface="Arial"/>
                <a:sym typeface="Arial"/>
              </a:rPr>
              <a:t>Notable Clients</a:t>
            </a:r>
            <a:endParaRPr sz="1200" b="1" u="none" strike="noStrike" cap="none">
              <a:solidFill>
                <a:schemeClr val="bg1"/>
              </a:solidFill>
              <a:latin typeface="Arial"/>
              <a:ea typeface="Arial"/>
              <a:cs typeface="Arial"/>
              <a:sym typeface="Arial"/>
            </a:endParaRPr>
          </a:p>
        </p:txBody>
      </p:sp>
      <p:pic>
        <p:nvPicPr>
          <p:cNvPr id="5128" name="Picture 8" descr="Saudi Arabia Accelerates Healthcare ...">
            <a:extLst>
              <a:ext uri="{FF2B5EF4-FFF2-40B4-BE49-F238E27FC236}">
                <a16:creationId xmlns:a16="http://schemas.microsoft.com/office/drawing/2014/main" id="{07E8A657-E59A-0C2C-D576-F5229FBC47E4}"/>
              </a:ext>
            </a:extLst>
          </p:cNvPr>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168840" y="1976619"/>
            <a:ext cx="1508916" cy="1508916"/>
          </a:xfrm>
          <a:prstGeom prst="rect">
            <a:avLst/>
          </a:prstGeom>
          <a:noFill/>
          <a:extLst>
            <a:ext uri="{909E8E84-426E-40DD-AFC4-6F175D3DCCD1}">
              <a14:hiddenFill xmlns:a14="http://schemas.microsoft.com/office/drawing/2010/main">
                <a:solidFill>
                  <a:srgbClr val="FFFFFF"/>
                </a:solidFill>
              </a14:hiddenFill>
            </a:ext>
          </a:extLst>
        </p:spPr>
      </p:pic>
      <p:pic>
        <p:nvPicPr>
          <p:cNvPr id="5130" name="Picture 10" descr="Vitality: Leading engagement where wellbeing meets care">
            <a:extLst>
              <a:ext uri="{FF2B5EF4-FFF2-40B4-BE49-F238E27FC236}">
                <a16:creationId xmlns:a16="http://schemas.microsoft.com/office/drawing/2014/main" id="{2B65AE12-FD93-1CB4-162C-8C67AB7C91C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27966" y="3990262"/>
            <a:ext cx="819482" cy="819482"/>
          </a:xfrm>
          <a:prstGeom prst="rect">
            <a:avLst/>
          </a:prstGeom>
          <a:noFill/>
          <a:extLst>
            <a:ext uri="{909E8E84-426E-40DD-AFC4-6F175D3DCCD1}">
              <a14:hiddenFill xmlns:a14="http://schemas.microsoft.com/office/drawing/2010/main">
                <a:solidFill>
                  <a:srgbClr val="FFFFFF"/>
                </a:solidFill>
              </a14:hiddenFill>
            </a:ext>
          </a:extLst>
        </p:spPr>
      </p:pic>
      <p:sp>
        <p:nvSpPr>
          <p:cNvPr id="12" name="Google Shape;14550;p188">
            <a:extLst>
              <a:ext uri="{FF2B5EF4-FFF2-40B4-BE49-F238E27FC236}">
                <a16:creationId xmlns:a16="http://schemas.microsoft.com/office/drawing/2014/main" id="{AC4B5614-D11A-A5E1-CC06-8309CE616E83}"/>
              </a:ext>
            </a:extLst>
          </p:cNvPr>
          <p:cNvSpPr/>
          <p:nvPr/>
        </p:nvSpPr>
        <p:spPr>
          <a:xfrm>
            <a:off x="2060127" y="5771672"/>
            <a:ext cx="1695462" cy="550026"/>
          </a:xfrm>
          <a:prstGeom prst="rect">
            <a:avLst/>
          </a:prstGeom>
          <a:noFill/>
          <a:ln>
            <a:noFill/>
          </a:ln>
          <a:effectLst/>
        </p:spPr>
        <p:txBody>
          <a:bodyPr spcFirstLastPara="1" wrap="square" lIns="45700" tIns="45700" rIns="45700" bIns="45700" anchor="ctr" anchorCtr="0">
            <a:noAutofit/>
          </a:bodyPr>
          <a:lstStyle/>
          <a:p>
            <a:pPr marL="0" marR="0" lvl="0" indent="0" rtl="0">
              <a:lnSpc>
                <a:spcPct val="100000"/>
              </a:lnSpc>
              <a:spcBef>
                <a:spcPts val="0"/>
              </a:spcBef>
              <a:spcAft>
                <a:spcPts val="0"/>
              </a:spcAft>
              <a:buClr>
                <a:srgbClr val="000000"/>
              </a:buClr>
              <a:buSzPts val="1100"/>
              <a:buFont typeface="Arial"/>
              <a:buNone/>
            </a:pPr>
            <a:r>
              <a:rPr lang="en-US" sz="1050">
                <a:solidFill>
                  <a:srgbClr val="000000"/>
                </a:solidFill>
                <a:latin typeface="Arial"/>
                <a:ea typeface="Arial"/>
                <a:cs typeface="Arial"/>
                <a:sym typeface="Arial"/>
              </a:rPr>
              <a:t>No exclusive partner </a:t>
            </a:r>
          </a:p>
          <a:p>
            <a:pPr marL="0" marR="0" lvl="0" indent="0" rtl="0">
              <a:lnSpc>
                <a:spcPct val="100000"/>
              </a:lnSpc>
              <a:spcBef>
                <a:spcPts val="0"/>
              </a:spcBef>
              <a:spcAft>
                <a:spcPts val="0"/>
              </a:spcAft>
              <a:buClr>
                <a:srgbClr val="000000"/>
              </a:buClr>
              <a:buSzPts val="1100"/>
              <a:buFont typeface="Arial"/>
              <a:buNone/>
            </a:pPr>
            <a:r>
              <a:rPr lang="en-US" sz="1050">
                <a:solidFill>
                  <a:srgbClr val="000000"/>
                </a:solidFill>
                <a:latin typeface="Arial"/>
                <a:ea typeface="Arial"/>
                <a:cs typeface="Arial"/>
                <a:sym typeface="Arial"/>
              </a:rPr>
              <a:t>(utilizes current network of private and MoH hospitals)</a:t>
            </a:r>
            <a:endParaRPr sz="1050" b="0" u="none" strike="noStrike" cap="none">
              <a:solidFill>
                <a:srgbClr val="000000"/>
              </a:solidFill>
              <a:latin typeface="Arial"/>
              <a:ea typeface="Arial"/>
              <a:cs typeface="Arial"/>
              <a:sym typeface="Arial"/>
            </a:endParaRPr>
          </a:p>
        </p:txBody>
      </p:sp>
      <p:sp>
        <p:nvSpPr>
          <p:cNvPr id="13" name="Google Shape;14550;p188">
            <a:extLst>
              <a:ext uri="{FF2B5EF4-FFF2-40B4-BE49-F238E27FC236}">
                <a16:creationId xmlns:a16="http://schemas.microsoft.com/office/drawing/2014/main" id="{6875267C-3B39-E44C-7C88-070AC5723953}"/>
              </a:ext>
            </a:extLst>
          </p:cNvPr>
          <p:cNvSpPr/>
          <p:nvPr/>
        </p:nvSpPr>
        <p:spPr>
          <a:xfrm>
            <a:off x="6122281" y="1772590"/>
            <a:ext cx="3029805" cy="338328"/>
          </a:xfrm>
          <a:prstGeom prst="rect">
            <a:avLst/>
          </a:prstGeom>
          <a:solidFill>
            <a:srgbClr val="17B2AF"/>
          </a:solidFill>
          <a:ln>
            <a:noFill/>
          </a:ln>
        </p:spPr>
        <p:txBody>
          <a:bodyPr spcFirstLastPara="1" wrap="square" lIns="45700" tIns="45700" rIns="45700" bIns="45700" anchor="ctr" anchorCtr="0">
            <a:noAutofit/>
          </a:bodyPr>
          <a:lstStyle/>
          <a:p>
            <a:pPr marL="91440" marR="0" lvl="0" indent="0" rtl="0">
              <a:lnSpc>
                <a:spcPct val="100000"/>
              </a:lnSpc>
              <a:spcBef>
                <a:spcPts val="0"/>
              </a:spcBef>
              <a:spcAft>
                <a:spcPts val="0"/>
              </a:spcAft>
              <a:buClr>
                <a:srgbClr val="000000"/>
              </a:buClr>
              <a:buSzPts val="1100"/>
              <a:buFont typeface="Arial"/>
              <a:buNone/>
            </a:pPr>
            <a:r>
              <a:rPr lang="en-US" sz="1200" b="1" u="none" strike="noStrike" cap="none">
                <a:solidFill>
                  <a:schemeClr val="bg1"/>
                </a:solidFill>
                <a:latin typeface="Arial"/>
                <a:ea typeface="Arial"/>
                <a:cs typeface="Arial"/>
                <a:sym typeface="Arial"/>
              </a:rPr>
              <a:t>Service Description</a:t>
            </a:r>
            <a:endParaRPr sz="1200" b="1" u="none" strike="noStrike" cap="none">
              <a:solidFill>
                <a:schemeClr val="bg1"/>
              </a:solidFill>
              <a:latin typeface="Arial"/>
              <a:ea typeface="Arial"/>
              <a:cs typeface="Arial"/>
              <a:sym typeface="Arial"/>
            </a:endParaRPr>
          </a:p>
        </p:txBody>
      </p:sp>
      <p:sp>
        <p:nvSpPr>
          <p:cNvPr id="14" name="Google Shape;14551;p188">
            <a:extLst>
              <a:ext uri="{FF2B5EF4-FFF2-40B4-BE49-F238E27FC236}">
                <a16:creationId xmlns:a16="http://schemas.microsoft.com/office/drawing/2014/main" id="{04F960BF-E29D-2EC5-61E4-967FF25C1AD2}"/>
              </a:ext>
            </a:extLst>
          </p:cNvPr>
          <p:cNvSpPr/>
          <p:nvPr/>
        </p:nvSpPr>
        <p:spPr>
          <a:xfrm>
            <a:off x="6118133" y="3816088"/>
            <a:ext cx="3024439" cy="1296934"/>
          </a:xfrm>
          <a:prstGeom prst="rect">
            <a:avLst/>
          </a:prstGeom>
          <a:noFill/>
          <a:ln>
            <a:noFill/>
          </a:ln>
          <a:effectLst/>
        </p:spPr>
        <p:txBody>
          <a:bodyPr spcFirstLastPara="1" wrap="square" lIns="45700" tIns="45700" rIns="274320" bIns="45700" anchor="ctr" anchorCtr="0">
            <a:noAutofit/>
          </a:bodyPr>
          <a:lstStyle/>
          <a:p>
            <a:pPr marL="91440" lvl="0">
              <a:buClr>
                <a:srgbClr val="000000"/>
              </a:buClr>
              <a:buSzPts val="1100"/>
            </a:pPr>
            <a:r>
              <a:rPr lang="en-US" sz="1400"/>
              <a:t>Shared value insurance program that incentivizes fitness/health lifestyle for members, campaign driven preventive screenings/health days corporate events</a:t>
            </a:r>
            <a:endParaRPr sz="1000" b="0" i="0" u="none" strike="noStrike" cap="none">
              <a:solidFill>
                <a:srgbClr val="000000"/>
              </a:solidFill>
              <a:latin typeface="Arial"/>
              <a:ea typeface="Arial"/>
              <a:cs typeface="Arial"/>
              <a:sym typeface="Arial"/>
            </a:endParaRPr>
          </a:p>
        </p:txBody>
      </p:sp>
      <p:sp>
        <p:nvSpPr>
          <p:cNvPr id="15" name="Google Shape;14551;p188">
            <a:extLst>
              <a:ext uri="{FF2B5EF4-FFF2-40B4-BE49-F238E27FC236}">
                <a16:creationId xmlns:a16="http://schemas.microsoft.com/office/drawing/2014/main" id="{89C55386-06BB-16B5-9C3D-FB3191204B72}"/>
              </a:ext>
            </a:extLst>
          </p:cNvPr>
          <p:cNvSpPr/>
          <p:nvPr/>
        </p:nvSpPr>
        <p:spPr>
          <a:xfrm>
            <a:off x="6118133" y="5333070"/>
            <a:ext cx="3024439" cy="1296934"/>
          </a:xfrm>
          <a:prstGeom prst="rect">
            <a:avLst/>
          </a:prstGeom>
          <a:noFill/>
          <a:ln>
            <a:noFill/>
          </a:ln>
          <a:effectLst/>
        </p:spPr>
        <p:txBody>
          <a:bodyPr spcFirstLastPara="1" wrap="square" lIns="45700" tIns="45700" rIns="274320" bIns="45700" anchor="ctr" anchorCtr="0">
            <a:noAutofit/>
          </a:bodyPr>
          <a:lstStyle/>
          <a:p>
            <a:pPr marL="91440" lvl="0">
              <a:buClr>
                <a:srgbClr val="000000"/>
              </a:buClr>
              <a:buSzPts val="1100"/>
            </a:pPr>
            <a:r>
              <a:rPr lang="en-US" sz="1400"/>
              <a:t>Health bus initiative under Salem program for mobile corporate health checkups delivered through a network partner</a:t>
            </a:r>
            <a:endParaRPr sz="1000" b="0" i="0" u="none" strike="noStrike" cap="none">
              <a:solidFill>
                <a:srgbClr val="000000"/>
              </a:solidFill>
              <a:latin typeface="Arial"/>
              <a:ea typeface="Arial"/>
              <a:cs typeface="Arial"/>
              <a:sym typeface="Arial"/>
            </a:endParaRPr>
          </a:p>
        </p:txBody>
      </p:sp>
      <p:sp>
        <p:nvSpPr>
          <p:cNvPr id="16" name="Google Shape;14550;p188">
            <a:extLst>
              <a:ext uri="{FF2B5EF4-FFF2-40B4-BE49-F238E27FC236}">
                <a16:creationId xmlns:a16="http://schemas.microsoft.com/office/drawing/2014/main" id="{A443C8CA-6173-B917-46B4-E15CA8946055}"/>
              </a:ext>
            </a:extLst>
          </p:cNvPr>
          <p:cNvSpPr/>
          <p:nvPr/>
        </p:nvSpPr>
        <p:spPr>
          <a:xfrm>
            <a:off x="9447696" y="1772590"/>
            <a:ext cx="2302885" cy="338328"/>
          </a:xfrm>
          <a:prstGeom prst="rect">
            <a:avLst/>
          </a:prstGeom>
          <a:solidFill>
            <a:srgbClr val="17B2AF"/>
          </a:solidFill>
          <a:ln>
            <a:noFill/>
          </a:ln>
        </p:spPr>
        <p:txBody>
          <a:bodyPr spcFirstLastPara="1" wrap="square" lIns="45700" tIns="45700" rIns="45700" bIns="45700" anchor="ctr" anchorCtr="0">
            <a:noAutofit/>
          </a:bodyPr>
          <a:lstStyle/>
          <a:p>
            <a:pPr marL="91440" marR="0" lvl="0" indent="0" rtl="0">
              <a:lnSpc>
                <a:spcPct val="100000"/>
              </a:lnSpc>
              <a:spcBef>
                <a:spcPts val="0"/>
              </a:spcBef>
              <a:spcAft>
                <a:spcPts val="0"/>
              </a:spcAft>
              <a:buClr>
                <a:srgbClr val="000000"/>
              </a:buClr>
              <a:buSzPts val="1100"/>
              <a:buFont typeface="Arial"/>
              <a:buNone/>
            </a:pPr>
            <a:r>
              <a:rPr lang="en-US" sz="1200" b="1" u="none" strike="noStrike" cap="none">
                <a:solidFill>
                  <a:schemeClr val="bg1"/>
                </a:solidFill>
                <a:latin typeface="Arial"/>
                <a:ea typeface="Arial"/>
                <a:cs typeface="Arial"/>
                <a:sym typeface="Arial"/>
              </a:rPr>
              <a:t>Other Delivery </a:t>
            </a:r>
            <a:r>
              <a:rPr lang="en-US" sz="1200" b="1">
                <a:solidFill>
                  <a:schemeClr val="bg1"/>
                </a:solidFill>
                <a:latin typeface="Arial"/>
                <a:ea typeface="Arial"/>
                <a:cs typeface="Arial"/>
                <a:sym typeface="Arial"/>
              </a:rPr>
              <a:t>P</a:t>
            </a:r>
            <a:r>
              <a:rPr lang="en-US" sz="1200" b="1" u="none" strike="noStrike" cap="none">
                <a:solidFill>
                  <a:schemeClr val="bg1"/>
                </a:solidFill>
                <a:latin typeface="Arial"/>
                <a:ea typeface="Arial"/>
                <a:cs typeface="Arial"/>
                <a:sym typeface="Arial"/>
              </a:rPr>
              <a:t>artnerships</a:t>
            </a:r>
            <a:endParaRPr sz="1200" b="1" u="none" strike="noStrike" cap="none">
              <a:solidFill>
                <a:schemeClr val="bg1"/>
              </a:solidFill>
              <a:latin typeface="Arial"/>
              <a:ea typeface="Arial"/>
              <a:cs typeface="Arial"/>
              <a:sym typeface="Arial"/>
            </a:endParaRPr>
          </a:p>
        </p:txBody>
      </p:sp>
      <p:pic>
        <p:nvPicPr>
          <p:cNvPr id="5134" name="Picture 14" descr="Behavioral Health Management and Consulting | Horizon Health">
            <a:extLst>
              <a:ext uri="{FF2B5EF4-FFF2-40B4-BE49-F238E27FC236}">
                <a16:creationId xmlns:a16="http://schemas.microsoft.com/office/drawing/2014/main" id="{1660CE7B-6080-2C94-2134-E47392B74B78}"/>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482368" y="2418477"/>
            <a:ext cx="819993" cy="237613"/>
          </a:xfrm>
          <a:prstGeom prst="rect">
            <a:avLst/>
          </a:prstGeom>
          <a:noFill/>
          <a:extLst>
            <a:ext uri="{909E8E84-426E-40DD-AFC4-6F175D3DCCD1}">
              <a14:hiddenFill xmlns:a14="http://schemas.microsoft.com/office/drawing/2010/main">
                <a:solidFill>
                  <a:srgbClr val="FFFFFF"/>
                </a:solidFill>
              </a14:hiddenFill>
            </a:ext>
          </a:extLst>
        </p:spPr>
      </p:pic>
      <p:pic>
        <p:nvPicPr>
          <p:cNvPr id="5136" name="Picture 16" descr="Okadoc (@Okadoc)">
            <a:extLst>
              <a:ext uri="{FF2B5EF4-FFF2-40B4-BE49-F238E27FC236}">
                <a16:creationId xmlns:a16="http://schemas.microsoft.com/office/drawing/2014/main" id="{272FE2AA-C7FF-D582-BD97-9D35EF1914F6}"/>
              </a:ext>
            </a:extLst>
          </p:cNvPr>
          <p:cNvPicPr>
            <a:picLocks noChangeAspect="1" noChangeArrowheads="1"/>
          </p:cNvPicPr>
          <p:nvPr/>
        </p:nvPicPr>
        <p:blipFill>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764059" y="3304251"/>
            <a:ext cx="657052" cy="657052"/>
          </a:xfrm>
          <a:prstGeom prst="rect">
            <a:avLst/>
          </a:prstGeom>
          <a:noFill/>
          <a:extLst>
            <a:ext uri="{909E8E84-426E-40DD-AFC4-6F175D3DCCD1}">
              <a14:hiddenFill xmlns:a14="http://schemas.microsoft.com/office/drawing/2010/main">
                <a:solidFill>
                  <a:srgbClr val="FFFFFF"/>
                </a:solidFill>
              </a14:hiddenFill>
            </a:ext>
          </a:extLst>
        </p:spPr>
      </p:pic>
      <p:pic>
        <p:nvPicPr>
          <p:cNvPr id="5138" name="Picture 18" descr="Sanar | LinkedIn">
            <a:extLst>
              <a:ext uri="{FF2B5EF4-FFF2-40B4-BE49-F238E27FC236}">
                <a16:creationId xmlns:a16="http://schemas.microsoft.com/office/drawing/2014/main" id="{80C9D2A8-6DC8-B72E-BBDF-83D2080F291D}"/>
              </a:ext>
            </a:extLst>
          </p:cNvPr>
          <p:cNvPicPr>
            <a:picLocks noChangeAspect="1" noChangeArrowheads="1"/>
          </p:cNvPicPr>
          <p:nvPr/>
        </p:nvPicPr>
        <p:blipFill>
          <a:blip r:embed="rId1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447696" y="3220898"/>
            <a:ext cx="468240" cy="468240"/>
          </a:xfrm>
          <a:prstGeom prst="rect">
            <a:avLst/>
          </a:prstGeom>
          <a:noFill/>
          <a:extLst>
            <a:ext uri="{909E8E84-426E-40DD-AFC4-6F175D3DCCD1}">
              <a14:hiddenFill xmlns:a14="http://schemas.microsoft.com/office/drawing/2010/main">
                <a:solidFill>
                  <a:srgbClr val="FFFFFF"/>
                </a:solidFill>
              </a14:hiddenFill>
            </a:ext>
          </a:extLst>
        </p:spPr>
      </p:pic>
      <p:pic>
        <p:nvPicPr>
          <p:cNvPr id="5140" name="Picture 20" descr="Cura كيورا | LinkedIn">
            <a:extLst>
              <a:ext uri="{FF2B5EF4-FFF2-40B4-BE49-F238E27FC236}">
                <a16:creationId xmlns:a16="http://schemas.microsoft.com/office/drawing/2014/main" id="{0E95F89C-5B0A-CF37-E105-6B94106A38E3}"/>
              </a:ext>
            </a:extLst>
          </p:cNvPr>
          <p:cNvPicPr>
            <a:picLocks noChangeAspect="1" noChangeArrowheads="1"/>
          </p:cNvPicPr>
          <p:nvPr/>
        </p:nvPicPr>
        <p:blipFill>
          <a:blip r:embed="rId1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550750" y="2646053"/>
            <a:ext cx="718483" cy="718483"/>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0" descr="Cura كيورا | LinkedIn">
            <a:extLst>
              <a:ext uri="{FF2B5EF4-FFF2-40B4-BE49-F238E27FC236}">
                <a16:creationId xmlns:a16="http://schemas.microsoft.com/office/drawing/2014/main" id="{C462C231-D85A-EE4B-0802-F53B12BDCEFE}"/>
              </a:ext>
            </a:extLst>
          </p:cNvPr>
          <p:cNvPicPr>
            <a:picLocks noChangeAspect="1" noChangeArrowheads="1"/>
          </p:cNvPicPr>
          <p:nvPr/>
        </p:nvPicPr>
        <p:blipFill>
          <a:blip r:embed="rId1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032570" y="3848557"/>
            <a:ext cx="1035573" cy="1035573"/>
          </a:xfrm>
          <a:prstGeom prst="rect">
            <a:avLst/>
          </a:prstGeom>
          <a:noFill/>
          <a:extLst>
            <a:ext uri="{909E8E84-426E-40DD-AFC4-6F175D3DCCD1}">
              <a14:hiddenFill xmlns:a14="http://schemas.microsoft.com/office/drawing/2010/main">
                <a:solidFill>
                  <a:srgbClr val="FFFFFF"/>
                </a:solidFill>
              </a14:hiddenFill>
            </a:ext>
          </a:extLst>
        </p:spPr>
      </p:pic>
      <p:sp>
        <p:nvSpPr>
          <p:cNvPr id="25" name="Google Shape;14572;p188">
            <a:extLst>
              <a:ext uri="{FF2B5EF4-FFF2-40B4-BE49-F238E27FC236}">
                <a16:creationId xmlns:a16="http://schemas.microsoft.com/office/drawing/2014/main" id="{34847CC4-2F85-97CD-2E9B-BDBADBDE10A7}"/>
              </a:ext>
            </a:extLst>
          </p:cNvPr>
          <p:cNvSpPr/>
          <p:nvPr/>
        </p:nvSpPr>
        <p:spPr>
          <a:xfrm>
            <a:off x="3882621" y="2606211"/>
            <a:ext cx="182880" cy="640080"/>
          </a:xfrm>
          <a:prstGeom prst="homePlate">
            <a:avLst>
              <a:gd name="adj" fmla="val 100000"/>
            </a:avLst>
          </a:prstGeom>
          <a:solidFill>
            <a:srgbClr val="206971"/>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chemeClr val="dk1"/>
              </a:buClr>
              <a:buSzPts val="1400"/>
              <a:buFont typeface="Calibri"/>
              <a:buNone/>
            </a:pPr>
            <a:endParaRPr sz="1400" b="1" i="0" u="none" strike="noStrike" cap="none">
              <a:solidFill>
                <a:srgbClr val="FFFFFF"/>
              </a:solidFill>
              <a:latin typeface="Arial"/>
              <a:ea typeface="Arial"/>
              <a:cs typeface="Arial"/>
              <a:sym typeface="Arial"/>
            </a:endParaRPr>
          </a:p>
        </p:txBody>
      </p:sp>
      <p:sp>
        <p:nvSpPr>
          <p:cNvPr id="26" name="Google Shape;14574;p188">
            <a:extLst>
              <a:ext uri="{FF2B5EF4-FFF2-40B4-BE49-F238E27FC236}">
                <a16:creationId xmlns:a16="http://schemas.microsoft.com/office/drawing/2014/main" id="{2548BA72-286A-0C5F-7704-95E81D34D640}"/>
              </a:ext>
            </a:extLst>
          </p:cNvPr>
          <p:cNvSpPr/>
          <p:nvPr/>
        </p:nvSpPr>
        <p:spPr>
          <a:xfrm>
            <a:off x="3882621" y="4213190"/>
            <a:ext cx="182880" cy="640080"/>
          </a:xfrm>
          <a:prstGeom prst="homePlate">
            <a:avLst>
              <a:gd name="adj" fmla="val 100000"/>
            </a:avLst>
          </a:prstGeom>
          <a:solidFill>
            <a:srgbClr val="206971"/>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chemeClr val="dk1"/>
              </a:buClr>
              <a:buSzPts val="1400"/>
              <a:buFont typeface="Calibri"/>
              <a:buNone/>
            </a:pPr>
            <a:endParaRPr sz="1400" b="1" i="0" u="none" strike="noStrike" cap="none">
              <a:solidFill>
                <a:srgbClr val="FFFFFF"/>
              </a:solidFill>
              <a:latin typeface="Arial"/>
              <a:ea typeface="Arial"/>
              <a:cs typeface="Arial"/>
              <a:sym typeface="Arial"/>
            </a:endParaRPr>
          </a:p>
        </p:txBody>
      </p:sp>
      <p:sp>
        <p:nvSpPr>
          <p:cNvPr id="27" name="Google Shape;14576;p188">
            <a:extLst>
              <a:ext uri="{FF2B5EF4-FFF2-40B4-BE49-F238E27FC236}">
                <a16:creationId xmlns:a16="http://schemas.microsoft.com/office/drawing/2014/main" id="{2DAEF1EC-8051-6132-96BE-C0FBED11C617}"/>
              </a:ext>
            </a:extLst>
          </p:cNvPr>
          <p:cNvSpPr/>
          <p:nvPr/>
        </p:nvSpPr>
        <p:spPr>
          <a:xfrm>
            <a:off x="3882621" y="5771672"/>
            <a:ext cx="182880" cy="640080"/>
          </a:xfrm>
          <a:prstGeom prst="homePlate">
            <a:avLst>
              <a:gd name="adj" fmla="val 100000"/>
            </a:avLst>
          </a:prstGeom>
          <a:solidFill>
            <a:srgbClr val="206971"/>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chemeClr val="dk1"/>
              </a:buClr>
              <a:buSzPts val="1400"/>
              <a:buFont typeface="Calibri"/>
              <a:buNone/>
            </a:pPr>
            <a:endParaRPr sz="1400" b="1" i="0" u="none" strike="noStrike" cap="none">
              <a:solidFill>
                <a:srgbClr val="FFFFFF"/>
              </a:solidFill>
              <a:latin typeface="Arial"/>
              <a:ea typeface="Arial"/>
              <a:cs typeface="Arial"/>
              <a:sym typeface="Arial"/>
            </a:endParaRPr>
          </a:p>
        </p:txBody>
      </p:sp>
      <p:sp>
        <p:nvSpPr>
          <p:cNvPr id="28" name="2. Slide Title">
            <a:extLst>
              <a:ext uri="{FF2B5EF4-FFF2-40B4-BE49-F238E27FC236}">
                <a16:creationId xmlns:a16="http://schemas.microsoft.com/office/drawing/2014/main" id="{F2438D32-9FB0-5B6C-7416-EE4217A6C85B}"/>
              </a:ext>
            </a:extLst>
          </p:cNvPr>
          <p:cNvSpPr txBox="1">
            <a:spLocks/>
          </p:cNvSpPr>
          <p:nvPr>
            <p:custDataLst>
              <p:tags r:id="rId1"/>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dirty="0">
                <a:solidFill>
                  <a:srgbClr val="0A0A0A"/>
                </a:solidFill>
                <a:latin typeface="Georgia" panose="02040502050405020303" pitchFamily="18" charset="0"/>
                <a:cs typeface="Arial" panose="020B0604020202020204" pitchFamily="34" charset="0"/>
              </a:rPr>
              <a:t>Apart from typical healthcare providers, the three biggest insurance providers have also </a:t>
            </a:r>
            <a:r>
              <a:rPr lang="en-US" sz="2600" dirty="0">
                <a:solidFill>
                  <a:srgbClr val="0A0A0A"/>
                </a:solidFill>
                <a:latin typeface="Georgia" panose="02040502050405020303" pitchFamily="18" charset="0"/>
                <a:cs typeface="Arial" panose="020B0604020202020204" pitchFamily="34" charset="0"/>
              </a:rPr>
              <a:t>established healthcare delivery arms in KSA</a:t>
            </a:r>
          </a:p>
        </p:txBody>
      </p:sp>
      <p:sp>
        <p:nvSpPr>
          <p:cNvPr id="29" name="Line 15">
            <a:extLst>
              <a:ext uri="{FF2B5EF4-FFF2-40B4-BE49-F238E27FC236}">
                <a16:creationId xmlns:a16="http://schemas.microsoft.com/office/drawing/2014/main" id="{333C6735-6D88-5DF5-73AF-2C7980DF8600}"/>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 name="Group 29">
            <a:extLst>
              <a:ext uri="{FF2B5EF4-FFF2-40B4-BE49-F238E27FC236}">
                <a16:creationId xmlns:a16="http://schemas.microsoft.com/office/drawing/2014/main" id="{E72DF857-0EFA-982D-C057-71ED1DC61F53}"/>
              </a:ext>
            </a:extLst>
          </p:cNvPr>
          <p:cNvGrpSpPr/>
          <p:nvPr/>
        </p:nvGrpSpPr>
        <p:grpSpPr>
          <a:xfrm>
            <a:off x="15130" y="47516"/>
            <a:ext cx="171132" cy="228600"/>
            <a:chOff x="0" y="49329"/>
            <a:chExt cx="171132" cy="228600"/>
          </a:xfrm>
        </p:grpSpPr>
        <p:cxnSp>
          <p:nvCxnSpPr>
            <p:cNvPr id="31" name="Straight Connector 30">
              <a:extLst>
                <a:ext uri="{FF2B5EF4-FFF2-40B4-BE49-F238E27FC236}">
                  <a16:creationId xmlns:a16="http://schemas.microsoft.com/office/drawing/2014/main" id="{A3361512-41A5-803F-634F-4BE1D96FF420}"/>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2" name="Rectangle: Rounded Corners 31">
              <a:extLst>
                <a:ext uri="{FF2B5EF4-FFF2-40B4-BE49-F238E27FC236}">
                  <a16:creationId xmlns:a16="http://schemas.microsoft.com/office/drawing/2014/main" id="{A0E6D268-45BC-3636-8FB6-36E3D7AB777A}"/>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33" name="Google Shape;1129;p23">
            <a:extLst>
              <a:ext uri="{FF2B5EF4-FFF2-40B4-BE49-F238E27FC236}">
                <a16:creationId xmlns:a16="http://schemas.microsoft.com/office/drawing/2014/main" id="{936522C5-59DA-7F3E-59A0-C8C905F479A4}"/>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Preventive Care – B2B</a:t>
            </a:r>
            <a:endParaRPr lang="en-US">
              <a:solidFill>
                <a:schemeClr val="bg1"/>
              </a:solidFill>
              <a:latin typeface="Calibri"/>
              <a:ea typeface="Calibri"/>
              <a:cs typeface="Calibri"/>
            </a:endParaRPr>
          </a:p>
        </p:txBody>
      </p:sp>
      <p:sp>
        <p:nvSpPr>
          <p:cNvPr id="3" name="TextBox 2">
            <a:extLst>
              <a:ext uri="{FF2B5EF4-FFF2-40B4-BE49-F238E27FC236}">
                <a16:creationId xmlns:a16="http://schemas.microsoft.com/office/drawing/2014/main" id="{A57AF359-87A9-135E-AFEF-D0363332C348}"/>
              </a:ext>
            </a:extLst>
          </p:cNvPr>
          <p:cNvSpPr txBox="1"/>
          <p:nvPr/>
        </p:nvSpPr>
        <p:spPr>
          <a:xfrm>
            <a:off x="509282" y="1319545"/>
            <a:ext cx="11232726" cy="307777"/>
          </a:xfrm>
          <a:prstGeom prst="rect">
            <a:avLst/>
          </a:prstGeom>
          <a:noFill/>
        </p:spPr>
        <p:txBody>
          <a:bodyPr wrap="square" rtlCol="0">
            <a:spAutoFit/>
          </a:bodyPr>
          <a:lstStyle/>
          <a:p>
            <a:r>
              <a:rPr lang="en-US" sz="1400" b="1"/>
              <a:t>Bupa, </a:t>
            </a:r>
            <a:r>
              <a:rPr lang="en-US" sz="1400" b="1" err="1"/>
              <a:t>Tawuniya</a:t>
            </a:r>
            <a:r>
              <a:rPr lang="en-US" sz="1400" b="1"/>
              <a:t> and </a:t>
            </a:r>
            <a:r>
              <a:rPr lang="en-US" sz="1400" b="1" err="1"/>
              <a:t>MedGulf</a:t>
            </a:r>
            <a:r>
              <a:rPr lang="en-US" sz="1400" b="1"/>
              <a:t> act as our competitors who offer B2B preventive care screening (client site and otherwise), through their delivery arms</a:t>
            </a:r>
          </a:p>
        </p:txBody>
      </p:sp>
      <p:sp>
        <p:nvSpPr>
          <p:cNvPr id="4" name="Google Shape;14550;p188">
            <a:extLst>
              <a:ext uri="{FF2B5EF4-FFF2-40B4-BE49-F238E27FC236}">
                <a16:creationId xmlns:a16="http://schemas.microsoft.com/office/drawing/2014/main" id="{9D10A116-6C65-1A82-FFEA-EB201F7F003C}"/>
              </a:ext>
            </a:extLst>
          </p:cNvPr>
          <p:cNvSpPr/>
          <p:nvPr/>
        </p:nvSpPr>
        <p:spPr>
          <a:xfrm>
            <a:off x="503860" y="1783259"/>
            <a:ext cx="1133362" cy="338328"/>
          </a:xfrm>
          <a:prstGeom prst="rect">
            <a:avLst/>
          </a:prstGeom>
          <a:solidFill>
            <a:srgbClr val="17B2AF"/>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n-US" sz="1200" b="1" u="none" strike="noStrike" cap="none">
                <a:solidFill>
                  <a:schemeClr val="bg1"/>
                </a:solidFill>
                <a:latin typeface="Arial"/>
                <a:ea typeface="Arial"/>
                <a:cs typeface="Arial"/>
                <a:sym typeface="Arial"/>
              </a:rPr>
              <a:t>Provider</a:t>
            </a:r>
            <a:endParaRPr sz="1200" b="1" u="none" strike="noStrike" cap="none">
              <a:solidFill>
                <a:schemeClr val="bg1"/>
              </a:solidFill>
              <a:latin typeface="Arial"/>
              <a:ea typeface="Arial"/>
              <a:cs typeface="Arial"/>
              <a:sym typeface="Arial"/>
            </a:endParaRPr>
          </a:p>
        </p:txBody>
      </p:sp>
      <p:sp>
        <p:nvSpPr>
          <p:cNvPr id="8" name="TextBox 7">
            <a:extLst>
              <a:ext uri="{FF2B5EF4-FFF2-40B4-BE49-F238E27FC236}">
                <a16:creationId xmlns:a16="http://schemas.microsoft.com/office/drawing/2014/main" id="{3E61012B-5DF7-A7AB-CF27-7D37BADAAB45}"/>
              </a:ext>
            </a:extLst>
          </p:cNvPr>
          <p:cNvSpPr txBox="1"/>
          <p:nvPr/>
        </p:nvSpPr>
        <p:spPr>
          <a:xfrm>
            <a:off x="9909991" y="5761450"/>
            <a:ext cx="1470082" cy="276999"/>
          </a:xfrm>
          <a:prstGeom prst="rect">
            <a:avLst/>
          </a:prstGeom>
          <a:noFill/>
        </p:spPr>
        <p:txBody>
          <a:bodyPr wrap="none" rtlCol="0">
            <a:spAutoFit/>
          </a:bodyPr>
          <a:lstStyle/>
          <a:p>
            <a:r>
              <a:rPr lang="en-US" sz="1200"/>
              <a:t>Smaller partnerships</a:t>
            </a:r>
          </a:p>
        </p:txBody>
      </p:sp>
      <p:sp>
        <p:nvSpPr>
          <p:cNvPr id="11" name="Google Shape;14550;p188">
            <a:extLst>
              <a:ext uri="{FF2B5EF4-FFF2-40B4-BE49-F238E27FC236}">
                <a16:creationId xmlns:a16="http://schemas.microsoft.com/office/drawing/2014/main" id="{209205A3-7CB8-37EA-136F-95AB9E910BCD}"/>
              </a:ext>
            </a:extLst>
          </p:cNvPr>
          <p:cNvSpPr/>
          <p:nvPr/>
        </p:nvSpPr>
        <p:spPr>
          <a:xfrm>
            <a:off x="1932832" y="1772590"/>
            <a:ext cx="1921913" cy="338328"/>
          </a:xfrm>
          <a:prstGeom prst="rect">
            <a:avLst/>
          </a:prstGeom>
          <a:solidFill>
            <a:srgbClr val="17B2AF"/>
          </a:solidFill>
          <a:ln>
            <a:noFill/>
          </a:ln>
        </p:spPr>
        <p:txBody>
          <a:bodyPr spcFirstLastPara="1" wrap="square" lIns="45700" tIns="45700" rIns="45700" bIns="45700"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n-US" sz="1200" b="1" u="none" strike="noStrike" cap="none">
                <a:solidFill>
                  <a:schemeClr val="bg1"/>
                </a:solidFill>
                <a:latin typeface="Arial"/>
                <a:ea typeface="Arial"/>
                <a:cs typeface="Arial"/>
                <a:sym typeface="Arial"/>
              </a:rPr>
              <a:t>Healthcare Delivery Arm</a:t>
            </a:r>
            <a:endParaRPr sz="1200" b="1" u="none" strike="noStrike" cap="none">
              <a:solidFill>
                <a:schemeClr val="bg1"/>
              </a:solidFill>
              <a:latin typeface="Arial"/>
              <a:ea typeface="Arial"/>
              <a:cs typeface="Arial"/>
              <a:sym typeface="Arial"/>
            </a:endParaRPr>
          </a:p>
        </p:txBody>
      </p:sp>
      <p:pic>
        <p:nvPicPr>
          <p:cNvPr id="6146" name="Picture 2" descr="PIF | AlMabani | Public Investment Fund">
            <a:extLst>
              <a:ext uri="{FF2B5EF4-FFF2-40B4-BE49-F238E27FC236}">
                <a16:creationId xmlns:a16="http://schemas.microsoft.com/office/drawing/2014/main" id="{6A69FE93-0770-32ED-BD4B-224B1655A709}"/>
              </a:ext>
            </a:extLst>
          </p:cNvPr>
          <p:cNvPicPr>
            <a:picLocks noChangeAspect="1" noChangeArrowheads="1"/>
          </p:cNvPicPr>
          <p:nvPr/>
        </p:nvPicPr>
        <p:blipFill>
          <a:blip r:embed="rId1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225066" y="2418250"/>
            <a:ext cx="925343" cy="375921"/>
          </a:xfrm>
          <a:prstGeom prst="rect">
            <a:avLst/>
          </a:prstGeom>
          <a:noFill/>
          <a:extLst>
            <a:ext uri="{909E8E84-426E-40DD-AFC4-6F175D3DCCD1}">
              <a14:hiddenFill xmlns:a14="http://schemas.microsoft.com/office/drawing/2010/main">
                <a:solidFill>
                  <a:srgbClr val="FFFFFF"/>
                </a:solidFill>
              </a14:hiddenFill>
            </a:ext>
          </a:extLst>
        </p:spPr>
      </p:pic>
      <p:pic>
        <p:nvPicPr>
          <p:cNvPr id="6148" name="Picture 4" descr="The Saudi Automotive Services Company ...">
            <a:extLst>
              <a:ext uri="{FF2B5EF4-FFF2-40B4-BE49-F238E27FC236}">
                <a16:creationId xmlns:a16="http://schemas.microsoft.com/office/drawing/2014/main" id="{2EDC0FDC-4392-7945-A191-A3CEB461CE6F}"/>
              </a:ext>
            </a:extLst>
          </p:cNvPr>
          <p:cNvPicPr>
            <a:picLocks noChangeAspect="1" noChangeArrowheads="1"/>
          </p:cNvPicPr>
          <p:nvPr/>
        </p:nvPicPr>
        <p:blipFill>
          <a:blip r:embed="rId1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999661" y="2514977"/>
            <a:ext cx="932015" cy="580869"/>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File:Saudi Arabian Military Industries ...">
            <a:extLst>
              <a:ext uri="{FF2B5EF4-FFF2-40B4-BE49-F238E27FC236}">
                <a16:creationId xmlns:a16="http://schemas.microsoft.com/office/drawing/2014/main" id="{45F4B478-FD16-A190-F0F8-D750EDEABF9E}"/>
              </a:ext>
            </a:extLst>
          </p:cNvPr>
          <p:cNvPicPr>
            <a:picLocks noChangeAspect="1" noChangeArrowheads="1"/>
          </p:cNvPicPr>
          <p:nvPr/>
        </p:nvPicPr>
        <p:blipFill>
          <a:blip r:embed="rId1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241175" y="3981407"/>
            <a:ext cx="817441" cy="431207"/>
          </a:xfrm>
          <a:prstGeom prst="rect">
            <a:avLst/>
          </a:prstGeom>
          <a:noFill/>
          <a:extLst>
            <a:ext uri="{909E8E84-426E-40DD-AFC4-6F175D3DCCD1}">
              <a14:hiddenFill xmlns:a14="http://schemas.microsoft.com/office/drawing/2010/main">
                <a:solidFill>
                  <a:srgbClr val="FFFFFF"/>
                </a:solidFill>
              </a14:hiddenFill>
            </a:ext>
          </a:extLst>
        </p:spPr>
      </p:pic>
      <p:sp>
        <p:nvSpPr>
          <p:cNvPr id="19" name="Google Shape;14550;p188">
            <a:extLst>
              <a:ext uri="{FF2B5EF4-FFF2-40B4-BE49-F238E27FC236}">
                <a16:creationId xmlns:a16="http://schemas.microsoft.com/office/drawing/2014/main" id="{20B26937-3B94-091D-C630-58722F5447C9}"/>
              </a:ext>
            </a:extLst>
          </p:cNvPr>
          <p:cNvSpPr/>
          <p:nvPr/>
        </p:nvSpPr>
        <p:spPr>
          <a:xfrm>
            <a:off x="10429150" y="2312125"/>
            <a:ext cx="1321431" cy="389573"/>
          </a:xfrm>
          <a:prstGeom prst="rect">
            <a:avLst/>
          </a:prstGeom>
          <a:solidFill>
            <a:schemeClr val="bg1"/>
          </a:solidFill>
          <a:ln>
            <a:noFill/>
          </a:ln>
          <a:effectLst>
            <a:outerShdw blurRad="63500" algn="ctr" rotWithShape="0">
              <a:schemeClr val="bg1">
                <a:lumMod val="75000"/>
                <a:alpha val="40000"/>
              </a:schemeClr>
            </a:outerShdw>
          </a:effectLst>
        </p:spPr>
        <p:txBody>
          <a:bodyPr spcFirstLastPara="1" wrap="square" lIns="45700" tIns="45700" rIns="45700" bIns="45700" anchor="ctr" anchorCtr="0">
            <a:noAutofit/>
          </a:bodyPr>
          <a:lstStyle/>
          <a:p>
            <a:pPr algn="ctr">
              <a:buClr>
                <a:srgbClr val="000000"/>
              </a:buClr>
              <a:buSzPts val="1100"/>
            </a:pPr>
            <a:r>
              <a:rPr lang="en-US" sz="1000">
                <a:solidFill>
                  <a:srgbClr val="000000"/>
                </a:solidFill>
                <a:latin typeface="Arial"/>
                <a:cs typeface="Arial"/>
                <a:sym typeface="Arial"/>
              </a:rPr>
              <a:t>Licensed Telehealth subsidiary</a:t>
            </a:r>
          </a:p>
        </p:txBody>
      </p:sp>
      <p:sp>
        <p:nvSpPr>
          <p:cNvPr id="20" name="Google Shape;14550;p188">
            <a:extLst>
              <a:ext uri="{FF2B5EF4-FFF2-40B4-BE49-F238E27FC236}">
                <a16:creationId xmlns:a16="http://schemas.microsoft.com/office/drawing/2014/main" id="{87E9BEF8-C656-11EE-746B-617562EAE0AC}"/>
              </a:ext>
            </a:extLst>
          </p:cNvPr>
          <p:cNvSpPr/>
          <p:nvPr/>
        </p:nvSpPr>
        <p:spPr>
          <a:xfrm>
            <a:off x="10429150" y="2817208"/>
            <a:ext cx="1321431" cy="389573"/>
          </a:xfrm>
          <a:prstGeom prst="rect">
            <a:avLst/>
          </a:prstGeom>
          <a:solidFill>
            <a:schemeClr val="bg1"/>
          </a:solidFill>
          <a:ln>
            <a:noFill/>
          </a:ln>
          <a:effectLst>
            <a:outerShdw blurRad="63500" algn="ctr" rotWithShape="0">
              <a:schemeClr val="bg1">
                <a:lumMod val="75000"/>
                <a:alpha val="40000"/>
              </a:schemeClr>
            </a:outerShdw>
          </a:effectLst>
        </p:spPr>
        <p:txBody>
          <a:bodyPr spcFirstLastPara="1" wrap="square" lIns="45700" tIns="45700" rIns="45700" bIns="45700" anchor="ctr" anchorCtr="0">
            <a:noAutofit/>
          </a:bodyPr>
          <a:lstStyle/>
          <a:p>
            <a:pPr algn="ctr">
              <a:buClr>
                <a:srgbClr val="000000"/>
              </a:buClr>
              <a:buSzPts val="1100"/>
            </a:pPr>
            <a:r>
              <a:rPr lang="en-US" sz="1000">
                <a:solidFill>
                  <a:srgbClr val="000000"/>
                </a:solidFill>
                <a:latin typeface="Arial"/>
                <a:cs typeface="Arial"/>
                <a:sym typeface="Arial"/>
              </a:rPr>
              <a:t>Telehealth App with stakes from BUPA</a:t>
            </a:r>
          </a:p>
        </p:txBody>
      </p:sp>
      <p:sp>
        <p:nvSpPr>
          <p:cNvPr id="21" name="Google Shape;14550;p188">
            <a:extLst>
              <a:ext uri="{FF2B5EF4-FFF2-40B4-BE49-F238E27FC236}">
                <a16:creationId xmlns:a16="http://schemas.microsoft.com/office/drawing/2014/main" id="{D61503E9-8FB2-4BD9-D462-9CB400E59E41}"/>
              </a:ext>
            </a:extLst>
          </p:cNvPr>
          <p:cNvSpPr/>
          <p:nvPr/>
        </p:nvSpPr>
        <p:spPr>
          <a:xfrm>
            <a:off x="10429150" y="3276375"/>
            <a:ext cx="1321431" cy="491833"/>
          </a:xfrm>
          <a:prstGeom prst="rect">
            <a:avLst/>
          </a:prstGeom>
          <a:solidFill>
            <a:schemeClr val="bg1"/>
          </a:solidFill>
          <a:ln>
            <a:noFill/>
          </a:ln>
          <a:effectLst>
            <a:outerShdw blurRad="63500" algn="ctr" rotWithShape="0">
              <a:schemeClr val="bg1">
                <a:lumMod val="75000"/>
                <a:alpha val="40000"/>
              </a:schemeClr>
            </a:outerShdw>
          </a:effectLst>
        </p:spPr>
        <p:txBody>
          <a:bodyPr spcFirstLastPara="1" wrap="square" lIns="45700" tIns="45700" rIns="45700" bIns="45700" anchor="ctr" anchorCtr="0">
            <a:noAutofit/>
          </a:bodyPr>
          <a:lstStyle/>
          <a:p>
            <a:pPr algn="ctr">
              <a:buClr>
                <a:srgbClr val="000000"/>
              </a:buClr>
              <a:buSzPts val="1100"/>
            </a:pPr>
            <a:r>
              <a:rPr lang="en-US" sz="1000">
                <a:solidFill>
                  <a:srgbClr val="000000"/>
                </a:solidFill>
                <a:latin typeface="Arial"/>
                <a:cs typeface="Arial"/>
                <a:sym typeface="Arial"/>
              </a:rPr>
              <a:t>Telehealth App partners</a:t>
            </a:r>
          </a:p>
        </p:txBody>
      </p:sp>
      <p:pic>
        <p:nvPicPr>
          <p:cNvPr id="6154" name="Picture 10" descr="Estedama Environmental Solution Information">
            <a:extLst>
              <a:ext uri="{FF2B5EF4-FFF2-40B4-BE49-F238E27FC236}">
                <a16:creationId xmlns:a16="http://schemas.microsoft.com/office/drawing/2014/main" id="{A05B4AE1-D6B0-7A94-5418-CAA31FACF5C7}"/>
              </a:ext>
            </a:extLst>
          </p:cNvPr>
          <p:cNvPicPr>
            <a:picLocks noChangeAspect="1" noChangeArrowheads="1"/>
          </p:cNvPicPr>
          <p:nvPr/>
        </p:nvPicPr>
        <p:blipFill>
          <a:blip r:embed="rId1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067655" y="2523431"/>
            <a:ext cx="1259086" cy="1259086"/>
          </a:xfrm>
          <a:prstGeom prst="rect">
            <a:avLst/>
          </a:prstGeom>
          <a:noFill/>
          <a:extLst>
            <a:ext uri="{909E8E84-426E-40DD-AFC4-6F175D3DCCD1}">
              <a14:hiddenFill xmlns:a14="http://schemas.microsoft.com/office/drawing/2010/main">
                <a:solidFill>
                  <a:srgbClr val="FFFFFF"/>
                </a:solidFill>
              </a14:hiddenFill>
            </a:ext>
          </a:extLst>
        </p:spPr>
      </p:pic>
      <p:pic>
        <p:nvPicPr>
          <p:cNvPr id="6156" name="Picture 12" descr="ICMS">
            <a:extLst>
              <a:ext uri="{FF2B5EF4-FFF2-40B4-BE49-F238E27FC236}">
                <a16:creationId xmlns:a16="http://schemas.microsoft.com/office/drawing/2014/main" id="{C1E43109-63DA-01FB-0836-95E68590EE86}"/>
              </a:ext>
            </a:extLst>
          </p:cNvPr>
          <p:cNvPicPr>
            <a:picLocks noChangeAspect="1" noChangeArrowheads="1"/>
          </p:cNvPicPr>
          <p:nvPr/>
        </p:nvPicPr>
        <p:blipFill>
          <a:blip r:embed="rId1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734534" y="3350578"/>
            <a:ext cx="1063532" cy="355507"/>
          </a:xfrm>
          <a:prstGeom prst="rect">
            <a:avLst/>
          </a:prstGeom>
          <a:noFill/>
          <a:extLst>
            <a:ext uri="{909E8E84-426E-40DD-AFC4-6F175D3DCCD1}">
              <a14:hiddenFill xmlns:a14="http://schemas.microsoft.com/office/drawing/2010/main">
                <a:solidFill>
                  <a:srgbClr val="FFFFFF"/>
                </a:solidFill>
              </a14:hiddenFill>
            </a:ext>
          </a:extLst>
        </p:spPr>
      </p:pic>
      <p:sp>
        <p:nvSpPr>
          <p:cNvPr id="23" name="Google Shape;14550;p188">
            <a:extLst>
              <a:ext uri="{FF2B5EF4-FFF2-40B4-BE49-F238E27FC236}">
                <a16:creationId xmlns:a16="http://schemas.microsoft.com/office/drawing/2014/main" id="{BAA7C76F-5BD6-3B15-EF45-54D0FA023103}"/>
              </a:ext>
            </a:extLst>
          </p:cNvPr>
          <p:cNvSpPr/>
          <p:nvPr/>
        </p:nvSpPr>
        <p:spPr>
          <a:xfrm>
            <a:off x="9873773" y="4650699"/>
            <a:ext cx="1321431" cy="491833"/>
          </a:xfrm>
          <a:prstGeom prst="rect">
            <a:avLst/>
          </a:prstGeom>
          <a:solidFill>
            <a:schemeClr val="bg1"/>
          </a:solidFill>
          <a:ln>
            <a:noFill/>
          </a:ln>
          <a:effectLst>
            <a:outerShdw blurRad="63500" algn="ctr" rotWithShape="0">
              <a:schemeClr val="bg1">
                <a:lumMod val="75000"/>
                <a:alpha val="40000"/>
              </a:schemeClr>
            </a:outerShdw>
          </a:effectLst>
        </p:spPr>
        <p:txBody>
          <a:bodyPr spcFirstLastPara="1" wrap="square" lIns="45700" tIns="45700" rIns="45700" bIns="45700" anchor="ctr" anchorCtr="0">
            <a:noAutofit/>
          </a:bodyPr>
          <a:lstStyle/>
          <a:p>
            <a:pPr algn="ctr">
              <a:buClr>
                <a:srgbClr val="000000"/>
              </a:buClr>
              <a:buSzPts val="1100"/>
            </a:pPr>
            <a:r>
              <a:rPr lang="en-US" sz="1000">
                <a:solidFill>
                  <a:srgbClr val="000000"/>
                </a:solidFill>
                <a:latin typeface="Arial"/>
                <a:cs typeface="Arial"/>
                <a:sym typeface="Arial"/>
              </a:rPr>
              <a:t>Telehealth App partner</a:t>
            </a:r>
          </a:p>
        </p:txBody>
      </p:sp>
      <p:pic>
        <p:nvPicPr>
          <p:cNvPr id="6158" name="Picture 14">
            <a:extLst>
              <a:ext uri="{FF2B5EF4-FFF2-40B4-BE49-F238E27FC236}">
                <a16:creationId xmlns:a16="http://schemas.microsoft.com/office/drawing/2014/main" id="{AE921C69-B8DD-003D-B7DB-8DF2F7CE135F}"/>
              </a:ext>
            </a:extLst>
          </p:cNvPr>
          <p:cNvPicPr>
            <a:picLocks noChangeAspect="1" noChangeArrowheads="1"/>
          </p:cNvPicPr>
          <p:nvPr/>
        </p:nvPicPr>
        <p:blipFill>
          <a:blip r:embed="rId1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004250" y="4427351"/>
            <a:ext cx="793816" cy="396909"/>
          </a:xfrm>
          <a:prstGeom prst="rect">
            <a:avLst/>
          </a:prstGeom>
          <a:noFill/>
          <a:extLst>
            <a:ext uri="{909E8E84-426E-40DD-AFC4-6F175D3DCCD1}">
              <a14:hiddenFill xmlns:a14="http://schemas.microsoft.com/office/drawing/2010/main">
                <a:solidFill>
                  <a:srgbClr val="FFFFFF"/>
                </a:solidFill>
              </a14:hiddenFill>
            </a:ext>
          </a:extLst>
        </p:spPr>
      </p:pic>
      <p:pic>
        <p:nvPicPr>
          <p:cNvPr id="6160" name="Picture 16" descr="Jamjoom Pharma | Jeddah">
            <a:extLst>
              <a:ext uri="{FF2B5EF4-FFF2-40B4-BE49-F238E27FC236}">
                <a16:creationId xmlns:a16="http://schemas.microsoft.com/office/drawing/2014/main" id="{60D2484D-4892-EFDD-2A54-19A20630F83A}"/>
              </a:ext>
            </a:extLst>
          </p:cNvPr>
          <p:cNvPicPr>
            <a:picLocks noChangeAspect="1" noChangeArrowheads="1"/>
          </p:cNvPicPr>
          <p:nvPr/>
        </p:nvPicPr>
        <p:blipFill>
          <a:blip r:embed="rId2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86947" y="4467245"/>
            <a:ext cx="1241052" cy="1241052"/>
          </a:xfrm>
          <a:prstGeom prst="rect">
            <a:avLst/>
          </a:prstGeom>
          <a:noFill/>
          <a:extLst>
            <a:ext uri="{909E8E84-426E-40DD-AFC4-6F175D3DCCD1}">
              <a14:hiddenFill xmlns:a14="http://schemas.microsoft.com/office/drawing/2010/main">
                <a:solidFill>
                  <a:srgbClr val="FFFFFF"/>
                </a:solidFill>
              </a14:hiddenFill>
            </a:ext>
          </a:extLst>
        </p:spPr>
      </p:pic>
      <p:pic>
        <p:nvPicPr>
          <p:cNvPr id="6162" name="Picture 18" descr="Home - RealSoft">
            <a:extLst>
              <a:ext uri="{FF2B5EF4-FFF2-40B4-BE49-F238E27FC236}">
                <a16:creationId xmlns:a16="http://schemas.microsoft.com/office/drawing/2014/main" id="{F569AB89-50CA-D59B-EC18-B2F57BBC905C}"/>
              </a:ext>
            </a:extLst>
          </p:cNvPr>
          <p:cNvPicPr>
            <a:picLocks noChangeAspect="1" noChangeArrowheads="1"/>
          </p:cNvPicPr>
          <p:nvPr/>
        </p:nvPicPr>
        <p:blipFill>
          <a:blip r:embed="rId21">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57776" y="5545658"/>
            <a:ext cx="1299394" cy="244266"/>
          </a:xfrm>
          <a:prstGeom prst="rect">
            <a:avLst/>
          </a:prstGeom>
          <a:noFill/>
          <a:extLst>
            <a:ext uri="{909E8E84-426E-40DD-AFC4-6F175D3DCCD1}">
              <a14:hiddenFill xmlns:a14="http://schemas.microsoft.com/office/drawing/2010/main">
                <a:solidFill>
                  <a:srgbClr val="FFFFFF"/>
                </a:solidFill>
              </a14:hiddenFill>
            </a:ext>
          </a:extLst>
        </p:spPr>
      </p:pic>
      <p:pic>
        <p:nvPicPr>
          <p:cNvPr id="6164" name="Picture 20" descr="ARRIYADH DEVELOPMENT AUTHORITY | LinkedIn">
            <a:extLst>
              <a:ext uri="{FF2B5EF4-FFF2-40B4-BE49-F238E27FC236}">
                <a16:creationId xmlns:a16="http://schemas.microsoft.com/office/drawing/2014/main" id="{B1B7B41A-5281-ECBD-BF96-D8DCD8A7C947}"/>
              </a:ext>
            </a:extLst>
          </p:cNvPr>
          <p:cNvPicPr>
            <a:picLocks noChangeAspect="1" noChangeArrowheads="1"/>
          </p:cNvPicPr>
          <p:nvPr/>
        </p:nvPicPr>
        <p:blipFill>
          <a:blip r:embed="rId2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44604" y="5694159"/>
            <a:ext cx="656384" cy="656384"/>
          </a:xfrm>
          <a:prstGeom prst="rect">
            <a:avLst/>
          </a:prstGeom>
          <a:noFill/>
          <a:extLst>
            <a:ext uri="{909E8E84-426E-40DD-AFC4-6F175D3DCCD1}">
              <a14:hiddenFill xmlns:a14="http://schemas.microsoft.com/office/drawing/2010/main">
                <a:solidFill>
                  <a:srgbClr val="FFFFFF"/>
                </a:solidFill>
              </a14:hiddenFill>
            </a:ext>
          </a:extLst>
        </p:spPr>
      </p:pic>
      <p:pic>
        <p:nvPicPr>
          <p:cNvPr id="6166" name="Picture 22" descr="Shalfa - Company">
            <a:extLst>
              <a:ext uri="{FF2B5EF4-FFF2-40B4-BE49-F238E27FC236}">
                <a16:creationId xmlns:a16="http://schemas.microsoft.com/office/drawing/2014/main" id="{A589BA5E-D722-E0F7-3AFC-80FA5556DF59}"/>
              </a:ext>
            </a:extLst>
          </p:cNvPr>
          <p:cNvPicPr>
            <a:picLocks noChangeAspect="1" noChangeArrowheads="1"/>
          </p:cNvPicPr>
          <p:nvPr/>
        </p:nvPicPr>
        <p:blipFill>
          <a:blip r:embed="rId2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290502" y="5955479"/>
            <a:ext cx="921377" cy="484466"/>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A91CEFD1-EFEE-6FCF-A1D3-6ABCAACC48DA}"/>
              </a:ext>
            </a:extLst>
          </p:cNvPr>
          <p:cNvSpPr txBox="1"/>
          <p:nvPr/>
        </p:nvSpPr>
        <p:spPr>
          <a:xfrm>
            <a:off x="2032730" y="3141680"/>
            <a:ext cx="1857029" cy="600164"/>
          </a:xfrm>
          <a:prstGeom prst="rect">
            <a:avLst/>
          </a:prstGeom>
          <a:noFill/>
        </p:spPr>
        <p:txBody>
          <a:bodyPr wrap="square" rtlCol="0">
            <a:spAutoFit/>
          </a:bodyPr>
          <a:lstStyle/>
          <a:p>
            <a:r>
              <a:rPr lang="en-US" sz="1100"/>
              <a:t>Operates 15 corporate clinic sites with 11 new projected to open</a:t>
            </a:r>
          </a:p>
        </p:txBody>
      </p:sp>
      <p:sp>
        <p:nvSpPr>
          <p:cNvPr id="9" name="TextBox 8">
            <a:extLst>
              <a:ext uri="{FF2B5EF4-FFF2-40B4-BE49-F238E27FC236}">
                <a16:creationId xmlns:a16="http://schemas.microsoft.com/office/drawing/2014/main" id="{9D4E58DF-3F93-2EF2-EBF9-0A820B621383}"/>
              </a:ext>
            </a:extLst>
          </p:cNvPr>
          <p:cNvSpPr txBox="1"/>
          <p:nvPr/>
        </p:nvSpPr>
        <p:spPr>
          <a:xfrm>
            <a:off x="2032730" y="4927088"/>
            <a:ext cx="1784149" cy="430887"/>
          </a:xfrm>
          <a:prstGeom prst="rect">
            <a:avLst/>
          </a:prstGeom>
          <a:noFill/>
        </p:spPr>
        <p:txBody>
          <a:bodyPr wrap="square" rtlCol="0">
            <a:spAutoFit/>
          </a:bodyPr>
          <a:lstStyle/>
          <a:p>
            <a:r>
              <a:rPr lang="en-US" sz="1100"/>
              <a:t>140 vitality corporate events carried out in 2024</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9ECA1CA-EF38-0128-06CD-F3A83ED40DAC}"/>
              </a:ext>
            </a:extLst>
          </p:cNvPr>
          <p:cNvSpPr>
            <a:spLocks noGrp="1"/>
          </p:cNvSpPr>
          <p:nvPr>
            <p:ph type="sldNum" sz="quarter" idx="12"/>
          </p:nvPr>
        </p:nvSpPr>
        <p:spPr/>
        <p:txBody>
          <a:bodyPr/>
          <a:lstStyle/>
          <a:p>
            <a:fld id="{8E1CF2E5-4A16-4FBD-9713-265FD1DAAE65}" type="slidenum">
              <a:rPr lang="en-US" smtClean="0"/>
              <a:t>45</a:t>
            </a:fld>
            <a:endParaRPr lang="en-US"/>
          </a:p>
        </p:txBody>
      </p:sp>
      <p:graphicFrame>
        <p:nvGraphicFramePr>
          <p:cNvPr id="4" name="Google Shape;15118;p203">
            <a:extLst>
              <a:ext uri="{FF2B5EF4-FFF2-40B4-BE49-F238E27FC236}">
                <a16:creationId xmlns:a16="http://schemas.microsoft.com/office/drawing/2014/main" id="{3CE97238-A0EB-3A0A-346C-2B7298E7FBE1}"/>
              </a:ext>
            </a:extLst>
          </p:cNvPr>
          <p:cNvGraphicFramePr/>
          <p:nvPr>
            <p:extLst>
              <p:ext uri="{D42A27DB-BD31-4B8C-83A1-F6EECF244321}">
                <p14:modId xmlns:p14="http://schemas.microsoft.com/office/powerpoint/2010/main" val="691886310"/>
              </p:ext>
            </p:extLst>
          </p:nvPr>
        </p:nvGraphicFramePr>
        <p:xfrm>
          <a:off x="509280" y="1255600"/>
          <a:ext cx="11136116" cy="5163016"/>
        </p:xfrm>
        <a:graphic>
          <a:graphicData uri="http://schemas.openxmlformats.org/drawingml/2006/table">
            <a:tbl>
              <a:tblPr>
                <a:noFill/>
              </a:tblPr>
              <a:tblGrid>
                <a:gridCol w="2310120">
                  <a:extLst>
                    <a:ext uri="{9D8B030D-6E8A-4147-A177-3AD203B41FA5}">
                      <a16:colId xmlns:a16="http://schemas.microsoft.com/office/drawing/2014/main" val="20000"/>
                    </a:ext>
                  </a:extLst>
                </a:gridCol>
                <a:gridCol w="1314450">
                  <a:extLst>
                    <a:ext uri="{9D8B030D-6E8A-4147-A177-3AD203B41FA5}">
                      <a16:colId xmlns:a16="http://schemas.microsoft.com/office/drawing/2014/main" val="2699551653"/>
                    </a:ext>
                  </a:extLst>
                </a:gridCol>
                <a:gridCol w="2543175">
                  <a:extLst>
                    <a:ext uri="{9D8B030D-6E8A-4147-A177-3AD203B41FA5}">
                      <a16:colId xmlns:a16="http://schemas.microsoft.com/office/drawing/2014/main" val="2504039664"/>
                    </a:ext>
                  </a:extLst>
                </a:gridCol>
                <a:gridCol w="1381125">
                  <a:extLst>
                    <a:ext uri="{9D8B030D-6E8A-4147-A177-3AD203B41FA5}">
                      <a16:colId xmlns:a16="http://schemas.microsoft.com/office/drawing/2014/main" val="2644983726"/>
                    </a:ext>
                  </a:extLst>
                </a:gridCol>
                <a:gridCol w="1849084">
                  <a:extLst>
                    <a:ext uri="{9D8B030D-6E8A-4147-A177-3AD203B41FA5}">
                      <a16:colId xmlns:a16="http://schemas.microsoft.com/office/drawing/2014/main" val="3389158275"/>
                    </a:ext>
                  </a:extLst>
                </a:gridCol>
                <a:gridCol w="1738162">
                  <a:extLst>
                    <a:ext uri="{9D8B030D-6E8A-4147-A177-3AD203B41FA5}">
                      <a16:colId xmlns:a16="http://schemas.microsoft.com/office/drawing/2014/main" val="20001"/>
                    </a:ext>
                  </a:extLst>
                </a:gridCol>
              </a:tblGrid>
              <a:tr h="509101">
                <a:tc>
                  <a:txBody>
                    <a:bodyPr/>
                    <a:lstStyle/>
                    <a:p>
                      <a:pPr marL="0" marR="0" lvl="0" indent="0" algn="ctr" rtl="0">
                        <a:lnSpc>
                          <a:spcPct val="100000"/>
                        </a:lnSpc>
                        <a:spcBef>
                          <a:spcPts val="0"/>
                        </a:spcBef>
                        <a:spcAft>
                          <a:spcPts val="0"/>
                        </a:spcAft>
                        <a:buClr>
                          <a:schemeClr val="lt1"/>
                        </a:buClr>
                        <a:buSzPts val="1200"/>
                        <a:buFont typeface="Arial"/>
                        <a:buNone/>
                      </a:pPr>
                      <a:r>
                        <a:rPr lang="en-US" sz="1200" b="1" u="none" strike="noStrike" cap="none">
                          <a:solidFill>
                            <a:schemeClr val="bg1"/>
                          </a:solidFill>
                          <a:latin typeface="+mn-lt"/>
                          <a:ea typeface="Arial"/>
                          <a:cs typeface="Arial"/>
                          <a:sym typeface="Arial"/>
                        </a:rPr>
                        <a:t>Name</a:t>
                      </a:r>
                      <a:endParaRPr sz="1400" u="none" strike="noStrike" cap="none">
                        <a:solidFill>
                          <a:schemeClr val="bg1"/>
                        </a:solidFill>
                        <a:latin typeface="+mn-lt"/>
                      </a:endParaRPr>
                    </a:p>
                  </a:txBody>
                  <a:tcPr marL="9145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17B2AF"/>
                    </a:solidFill>
                  </a:tcPr>
                </a:tc>
                <a:tc>
                  <a:txBody>
                    <a:bodyPr/>
                    <a:lstStyle/>
                    <a:p>
                      <a:pPr marL="0" marR="0" lvl="0" indent="0" algn="ctr" rtl="0">
                        <a:lnSpc>
                          <a:spcPct val="100000"/>
                        </a:lnSpc>
                        <a:spcBef>
                          <a:spcPts val="0"/>
                        </a:spcBef>
                        <a:spcAft>
                          <a:spcPts val="0"/>
                        </a:spcAft>
                        <a:buClr>
                          <a:srgbClr val="FFFFFF"/>
                        </a:buClr>
                        <a:buSzPts val="1200"/>
                        <a:buFont typeface="Arial"/>
                        <a:buNone/>
                      </a:pPr>
                      <a:r>
                        <a:rPr lang="en-US" sz="1400" u="none" strike="noStrike" cap="none">
                          <a:solidFill>
                            <a:schemeClr val="bg1"/>
                          </a:solidFill>
                          <a:latin typeface="+mn-lt"/>
                        </a:rPr>
                        <a:t>General Care</a:t>
                      </a:r>
                    </a:p>
                  </a:txBody>
                  <a:tcPr marL="91450" marR="91450" marT="45725" marB="457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17B2AF"/>
                    </a:solidFill>
                  </a:tcPr>
                </a:tc>
                <a:tc>
                  <a:txBody>
                    <a:bodyPr/>
                    <a:lstStyle/>
                    <a:p>
                      <a:pPr marL="0" marR="0" lvl="0" indent="0" algn="l" rtl="0">
                        <a:lnSpc>
                          <a:spcPct val="100000"/>
                        </a:lnSpc>
                        <a:spcBef>
                          <a:spcPts val="0"/>
                        </a:spcBef>
                        <a:spcAft>
                          <a:spcPts val="0"/>
                        </a:spcAft>
                        <a:buClr>
                          <a:srgbClr val="FFFFFF"/>
                        </a:buClr>
                        <a:buSzPts val="1200"/>
                        <a:buFont typeface="Arial"/>
                        <a:buNone/>
                      </a:pPr>
                      <a:r>
                        <a:rPr lang="en-US" sz="1400" u="none" strike="noStrike" cap="none">
                          <a:solidFill>
                            <a:schemeClr val="bg1"/>
                          </a:solidFill>
                          <a:latin typeface="+mn-lt"/>
                        </a:rPr>
                        <a:t>Description</a:t>
                      </a:r>
                      <a:endParaRPr sz="1400" u="none" strike="noStrike" cap="none">
                        <a:solidFill>
                          <a:schemeClr val="bg1"/>
                        </a:solidFill>
                        <a:latin typeface="+mn-lt"/>
                      </a:endParaRPr>
                    </a:p>
                  </a:txBody>
                  <a:tcPr marL="9145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17B2AF"/>
                    </a:solidFill>
                  </a:tcPr>
                </a:tc>
                <a:tc>
                  <a:txBody>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Arial"/>
                        <a:buNone/>
                        <a:tabLst/>
                        <a:defRPr/>
                      </a:pPr>
                      <a:r>
                        <a:rPr lang="en-US" sz="1400" u="none" strike="noStrike" cap="none">
                          <a:solidFill>
                            <a:schemeClr val="bg1"/>
                          </a:solidFill>
                          <a:latin typeface="+mn-lt"/>
                        </a:rPr>
                        <a:t>Specialized Care</a:t>
                      </a:r>
                    </a:p>
                  </a:txBody>
                  <a:tcPr marL="91450" marR="91450" marT="45725" marB="45725"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17B2AF"/>
                    </a:solidFill>
                  </a:tcPr>
                </a:tc>
                <a:tc>
                  <a:txBody>
                    <a:bodyPr/>
                    <a:lstStyle/>
                    <a:p>
                      <a:pPr marL="182880" marR="0" lvl="0" indent="0" algn="l" rtl="0">
                        <a:lnSpc>
                          <a:spcPct val="100000"/>
                        </a:lnSpc>
                        <a:spcBef>
                          <a:spcPts val="0"/>
                        </a:spcBef>
                        <a:spcAft>
                          <a:spcPts val="0"/>
                        </a:spcAft>
                        <a:buClr>
                          <a:srgbClr val="FFFFFF"/>
                        </a:buClr>
                        <a:buSzPts val="1200"/>
                        <a:buFont typeface="Arial"/>
                        <a:buNone/>
                      </a:pPr>
                      <a:r>
                        <a:rPr lang="en-US" sz="1400" u="none" strike="noStrike" cap="none">
                          <a:solidFill>
                            <a:schemeClr val="bg1"/>
                          </a:solidFill>
                          <a:latin typeface="+mn-lt"/>
                        </a:rPr>
                        <a:t>Description</a:t>
                      </a:r>
                      <a:endParaRPr sz="1400" u="none" strike="noStrike" cap="none">
                        <a:solidFill>
                          <a:schemeClr val="bg1"/>
                        </a:solidFill>
                        <a:latin typeface="+mn-lt"/>
                      </a:endParaRPr>
                    </a:p>
                  </a:txBody>
                  <a:tcPr marL="91450" marR="91450" marT="45725" marB="45725"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17B2AF"/>
                    </a:solidFill>
                  </a:tcPr>
                </a:tc>
                <a:tc>
                  <a:txBody>
                    <a:bodyPr/>
                    <a:lstStyle/>
                    <a:p>
                      <a:pPr marL="0" marR="0" lvl="0" indent="0" algn="ctr" rtl="0">
                        <a:lnSpc>
                          <a:spcPct val="100000"/>
                        </a:lnSpc>
                        <a:spcBef>
                          <a:spcPts val="0"/>
                        </a:spcBef>
                        <a:spcAft>
                          <a:spcPts val="0"/>
                        </a:spcAft>
                        <a:buClr>
                          <a:srgbClr val="FFFFFF"/>
                        </a:buClr>
                        <a:buSzPts val="1200"/>
                        <a:buFont typeface="Arial"/>
                        <a:buNone/>
                      </a:pPr>
                      <a:r>
                        <a:rPr lang="en-US" sz="1200" b="1" i="0" u="none" strike="noStrike" cap="none">
                          <a:solidFill>
                            <a:schemeClr val="bg1"/>
                          </a:solidFill>
                          <a:latin typeface="+mn-lt"/>
                          <a:ea typeface="Arial"/>
                          <a:cs typeface="Arial"/>
                          <a:sym typeface="Arial"/>
                        </a:rPr>
                        <a:t>Ancillary Services</a:t>
                      </a:r>
                      <a:endParaRPr sz="1400" u="none" strike="noStrike" cap="none">
                        <a:solidFill>
                          <a:schemeClr val="bg1"/>
                        </a:solidFill>
                        <a:latin typeface="+mn-lt"/>
                      </a:endParaRPr>
                    </a:p>
                  </a:txBody>
                  <a:tcPr marL="91450" marR="91450" marT="45725" marB="457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17B2AF"/>
                    </a:solidFill>
                  </a:tcPr>
                </a:tc>
                <a:extLst>
                  <a:ext uri="{0D108BD9-81ED-4DB2-BD59-A6C34878D82A}">
                    <a16:rowId xmlns:a16="http://schemas.microsoft.com/office/drawing/2014/main" val="10000"/>
                  </a:ext>
                </a:extLst>
              </a:tr>
              <a:tr h="354469">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err="1">
                          <a:solidFill>
                            <a:srgbClr val="000000"/>
                          </a:solidFill>
                          <a:latin typeface="+mn-lt"/>
                          <a:cs typeface="Arial"/>
                          <a:sym typeface="Arial"/>
                        </a:rPr>
                        <a:t>Shoaa</a:t>
                      </a:r>
                      <a:r>
                        <a:rPr lang="en-US" sz="1000" b="0" i="0" u="none" strike="noStrike" cap="none">
                          <a:solidFill>
                            <a:srgbClr val="000000"/>
                          </a:solidFill>
                          <a:latin typeface="+mn-lt"/>
                          <a:cs typeface="Arial"/>
                          <a:sym typeface="Arial"/>
                        </a:rPr>
                        <a:t> Medical Complex</a:t>
                      </a:r>
                      <a:endParaRPr sz="1000" u="none" strike="noStrike" cap="none">
                        <a:latin typeface="+mn-lt"/>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E2F0D9"/>
                    </a:solidFill>
                  </a:tcPr>
                </a:tc>
                <a:tc>
                  <a:txBody>
                    <a:bodyPr/>
                    <a:lstStyle/>
                    <a:p>
                      <a:pPr algn="ctr" fontAlgn="ctr">
                        <a:buNone/>
                      </a:pPr>
                      <a:r>
                        <a:rPr lang="en-US" sz="2000" b="0" i="0" u="none" strike="noStrike">
                          <a:solidFill>
                            <a:schemeClr val="accent6">
                              <a:lumMod val="75000"/>
                            </a:schemeClr>
                          </a:solidFill>
                          <a:effectLst/>
                          <a:latin typeface="+mn-lt"/>
                          <a:sym typeface="Wingdings" panose="05000000000000000000" pitchFamily="2" charset="2"/>
                        </a:rPr>
                        <a:t></a:t>
                      </a:r>
                      <a:endParaRPr lang="en-US" sz="20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algn="l" fontAlgn="ctr">
                        <a:buNone/>
                      </a:pPr>
                      <a:r>
                        <a:rPr lang="en-US" sz="1100" b="0" i="0" u="none" strike="noStrike">
                          <a:solidFill>
                            <a:srgbClr val="000000"/>
                          </a:solidFill>
                          <a:effectLst/>
                          <a:latin typeface="+mn-lt"/>
                        </a:rPr>
                        <a:t>General &amp; Internal Medicine</a:t>
                      </a: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buNone/>
                      </a:pP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r>
                        <a:rPr lang="en-US" sz="1100" b="0" i="0" u="none" strike="noStrike">
                          <a:solidFill>
                            <a:srgbClr val="000000"/>
                          </a:solidFill>
                          <a:effectLst/>
                          <a:latin typeface="+mn-lt"/>
                        </a:rPr>
                        <a:t>Childcare, ENT, Dental, Orthopedics</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26803">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err="1">
                          <a:solidFill>
                            <a:srgbClr val="000000"/>
                          </a:solidFill>
                          <a:latin typeface="+mn-lt"/>
                          <a:ea typeface="Arial"/>
                          <a:cs typeface="Arial"/>
                          <a:sym typeface="Arial"/>
                        </a:rPr>
                        <a:t>Mirad</a:t>
                      </a:r>
                      <a:r>
                        <a:rPr lang="en-US" sz="1000" b="0" i="0" u="none" strike="noStrike" cap="none">
                          <a:solidFill>
                            <a:srgbClr val="000000"/>
                          </a:solidFill>
                          <a:latin typeface="+mn-lt"/>
                          <a:ea typeface="Arial"/>
                          <a:cs typeface="Arial"/>
                          <a:sym typeface="Arial"/>
                        </a:rPr>
                        <a:t> Medical Clinic</a:t>
                      </a:r>
                      <a:endParaRPr sz="1000" b="0" i="0" u="none" strike="noStrike" cap="none">
                        <a:solidFill>
                          <a:srgbClr val="000000"/>
                        </a:solidFill>
                        <a:latin typeface="+mn-lt"/>
                        <a:ea typeface="Arial"/>
                        <a:cs typeface="Arial"/>
                        <a:sym typeface="Arial"/>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BE5D6"/>
                    </a:solidFill>
                  </a:tcPr>
                </a:tc>
                <a:tc>
                  <a:txBody>
                    <a:bodyPr/>
                    <a:lstStyle/>
                    <a:p>
                      <a:pPr algn="ctr" fontAlgn="ctr">
                        <a:buNone/>
                      </a:pPr>
                      <a:r>
                        <a:rPr lang="en-US" sz="2000" b="0" i="0" u="none" strike="noStrike">
                          <a:solidFill>
                            <a:schemeClr val="accent6">
                              <a:lumMod val="75000"/>
                            </a:schemeClr>
                          </a:solidFill>
                          <a:effectLst/>
                          <a:latin typeface="+mn-lt"/>
                          <a:sym typeface="Wingdings" panose="05000000000000000000" pitchFamily="2" charset="2"/>
                        </a:rPr>
                        <a:t></a:t>
                      </a:r>
                      <a:endParaRPr lang="en-US" sz="20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marR="0" lvl="0" indent="0" algn="l" rtl="0">
                        <a:lnSpc>
                          <a:spcPct val="100000"/>
                        </a:lnSpc>
                        <a:spcBef>
                          <a:spcPts val="0"/>
                        </a:spcBef>
                        <a:spcAft>
                          <a:spcPts val="0"/>
                        </a:spcAft>
                        <a:buClr>
                          <a:srgbClr val="000000"/>
                        </a:buClr>
                        <a:buSzPts val="1200"/>
                        <a:buFont typeface="Arial"/>
                        <a:buNone/>
                      </a:pPr>
                      <a:r>
                        <a:rPr lang="en-US" sz="1100" b="0" i="0" u="none" strike="noStrike" cap="none" dirty="0">
                          <a:solidFill>
                            <a:srgbClr val="000000"/>
                          </a:solidFill>
                          <a:latin typeface="+mn-lt"/>
                          <a:ea typeface="Arial"/>
                          <a:cs typeface="Arial"/>
                          <a:sym typeface="Arial"/>
                        </a:rPr>
                        <a:t>General Physician Checkups</a:t>
                      </a:r>
                      <a:endParaRPr sz="1100" b="0" i="0" u="none" strike="noStrike" cap="none" dirty="0">
                        <a:solidFill>
                          <a:srgbClr val="000000"/>
                        </a:solidFill>
                        <a:latin typeface="+mn-lt"/>
                        <a:ea typeface="Arial"/>
                        <a:cs typeface="Arial"/>
                        <a:sym typeface="Arial"/>
                      </a:endParaRPr>
                    </a:p>
                  </a:txBody>
                  <a:tcPr marL="28575" marR="28575" marT="19050" marB="19050"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91440" marR="0" lvl="0" indent="0" algn="ctr" rtl="0">
                        <a:lnSpc>
                          <a:spcPct val="100000"/>
                        </a:lnSpc>
                        <a:spcBef>
                          <a:spcPts val="0"/>
                        </a:spcBef>
                        <a:spcAft>
                          <a:spcPts val="0"/>
                        </a:spcAft>
                        <a:buClr>
                          <a:srgbClr val="000000"/>
                        </a:buClr>
                        <a:buSzPts val="1200"/>
                        <a:buFont typeface="Arial"/>
                        <a:buNone/>
                      </a:pPr>
                      <a:endParaRPr sz="1800" b="0" i="0" u="none" strike="noStrike" cap="none">
                        <a:solidFill>
                          <a:srgbClr val="000000"/>
                        </a:solidFill>
                        <a:latin typeface="+mn-lt"/>
                        <a:ea typeface="Arial"/>
                        <a:cs typeface="Arial"/>
                        <a:sym typeface="Arial"/>
                      </a:endParaRPr>
                    </a:p>
                  </a:txBody>
                  <a:tcPr marL="28575" marR="28575" marT="19050" marB="19050"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marR="0" lvl="0" indent="0" algn="l" rtl="0">
                        <a:lnSpc>
                          <a:spcPct val="100000"/>
                        </a:lnSpc>
                        <a:spcBef>
                          <a:spcPts val="0"/>
                        </a:spcBef>
                        <a:spcAft>
                          <a:spcPts val="0"/>
                        </a:spcAft>
                        <a:buClr>
                          <a:srgbClr val="000000"/>
                        </a:buClr>
                        <a:buSzPts val="1200"/>
                        <a:buFont typeface="Arial"/>
                        <a:buNone/>
                      </a:pPr>
                      <a:endParaRPr sz="1100" b="0" i="0" u="none" strike="noStrike" cap="none">
                        <a:solidFill>
                          <a:srgbClr val="000000"/>
                        </a:solidFill>
                        <a:latin typeface="+mn-lt"/>
                        <a:ea typeface="Arial"/>
                        <a:cs typeface="Arial"/>
                        <a:sym typeface="Arial"/>
                      </a:endParaRPr>
                    </a:p>
                  </a:txBody>
                  <a:tcPr marL="28575" marR="28575" marT="19050" marB="19050"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marR="0" lvl="0" indent="0" algn="l" rtl="0">
                        <a:lnSpc>
                          <a:spcPct val="100000"/>
                        </a:lnSpc>
                        <a:spcBef>
                          <a:spcPts val="0"/>
                        </a:spcBef>
                        <a:spcAft>
                          <a:spcPts val="0"/>
                        </a:spcAft>
                        <a:buClr>
                          <a:srgbClr val="000000"/>
                        </a:buClr>
                        <a:buSzPts val="1200"/>
                        <a:buFont typeface="Arial"/>
                        <a:buNone/>
                      </a:pPr>
                      <a:endParaRPr sz="1100" b="0" i="0" u="none" strike="noStrike" cap="none">
                        <a:solidFill>
                          <a:srgbClr val="000000"/>
                        </a:solidFill>
                        <a:latin typeface="+mn-lt"/>
                        <a:ea typeface="Arial"/>
                        <a:cs typeface="Arial"/>
                        <a:sym typeface="Arial"/>
                      </a:endParaRPr>
                    </a:p>
                  </a:txBody>
                  <a:tcPr marL="28575" marR="28575" marT="19050" marB="1905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54469">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a:solidFill>
                            <a:srgbClr val="000000"/>
                          </a:solidFill>
                          <a:latin typeface="+mn-lt"/>
                          <a:ea typeface="Arial"/>
                          <a:cs typeface="Arial"/>
                          <a:sym typeface="Arial"/>
                        </a:rPr>
                        <a:t>North Medical Clinic</a:t>
                      </a:r>
                      <a:endParaRPr sz="1000" b="0" i="0" u="none" strike="noStrike" cap="none">
                        <a:solidFill>
                          <a:srgbClr val="000000"/>
                        </a:solidFill>
                        <a:latin typeface="+mn-lt"/>
                        <a:ea typeface="Arial"/>
                        <a:cs typeface="Arial"/>
                        <a:sym typeface="Arial"/>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BE5D6"/>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i="0" u="none" strike="noStrike">
                          <a:solidFill>
                            <a:schemeClr val="accent6">
                              <a:lumMod val="75000"/>
                            </a:schemeClr>
                          </a:solidFill>
                          <a:effectLst/>
                          <a:latin typeface="+mn-lt"/>
                          <a:sym typeface="Wingdings" panose="05000000000000000000" pitchFamily="2" charset="2"/>
                        </a:rPr>
                        <a:t></a:t>
                      </a:r>
                      <a:endParaRPr lang="en-US" sz="20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marR="0" lvl="0" indent="0" algn="l" defTabSz="914400" rtl="0" eaLnBrk="1" fontAlgn="ctr" latinLnBrk="0" hangingPunct="1">
                        <a:lnSpc>
                          <a:spcPct val="100000"/>
                        </a:lnSpc>
                        <a:spcBef>
                          <a:spcPts val="0"/>
                        </a:spcBef>
                        <a:spcAft>
                          <a:spcPts val="0"/>
                        </a:spcAft>
                        <a:buClrTx/>
                        <a:buSzTx/>
                        <a:buFontTx/>
                        <a:buNone/>
                        <a:tabLst/>
                        <a:defRPr/>
                      </a:pPr>
                      <a:r>
                        <a:rPr lang="en-US" sz="1100" b="0" i="0" u="none" strike="noStrike" cap="none">
                          <a:solidFill>
                            <a:srgbClr val="000000"/>
                          </a:solidFill>
                          <a:latin typeface="+mn-lt"/>
                          <a:ea typeface="Arial"/>
                          <a:cs typeface="Arial"/>
                          <a:sym typeface="Arial"/>
                        </a:rPr>
                        <a:t>General Physician Checkups</a:t>
                      </a: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buNone/>
                      </a:pP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r>
                        <a:rPr lang="en-US" sz="1100" b="0" i="0" u="none" strike="noStrike">
                          <a:solidFill>
                            <a:srgbClr val="000000"/>
                          </a:solidFill>
                          <a:effectLst/>
                          <a:latin typeface="+mn-lt"/>
                        </a:rPr>
                        <a:t>General Physician and basic checkups</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26803">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a:solidFill>
                            <a:srgbClr val="000000"/>
                          </a:solidFill>
                          <a:latin typeface="+mn-lt"/>
                          <a:ea typeface="Arial"/>
                          <a:cs typeface="Arial"/>
                          <a:sym typeface="Arial"/>
                        </a:rPr>
                        <a:t>Rabwah Medical Clinic</a:t>
                      </a:r>
                      <a:endParaRPr sz="1000" b="0" i="0" u="none" strike="noStrike" cap="none">
                        <a:solidFill>
                          <a:srgbClr val="000000"/>
                        </a:solidFill>
                        <a:latin typeface="+mn-lt"/>
                        <a:ea typeface="Arial"/>
                        <a:cs typeface="Arial"/>
                        <a:sym typeface="Arial"/>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BE5D6"/>
                    </a:solidFill>
                  </a:tcPr>
                </a:tc>
                <a:tc>
                  <a:txBody>
                    <a:bodyPr/>
                    <a:lstStyle/>
                    <a:p>
                      <a:pPr algn="ctr" fontAlgn="ctr">
                        <a:buNone/>
                      </a:pPr>
                      <a:endParaRPr lang="en-US" sz="2000" b="0" i="0" u="none" strike="noStrike">
                        <a:solidFill>
                          <a:srgbClr val="C30C3E"/>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800" b="0" i="0" u="none" strike="noStrike">
                          <a:solidFill>
                            <a:schemeClr val="accent6">
                              <a:lumMod val="75000"/>
                            </a:schemeClr>
                          </a:solidFill>
                          <a:effectLst/>
                          <a:latin typeface="+mn-lt"/>
                          <a:sym typeface="Wingdings" panose="05000000000000000000" pitchFamily="2" charset="2"/>
                        </a:rPr>
                        <a:t></a:t>
                      </a: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r>
                        <a:rPr lang="en-US" sz="1100" b="0" i="0" u="none" strike="noStrike">
                          <a:solidFill>
                            <a:srgbClr val="000000"/>
                          </a:solidFill>
                          <a:effectLst/>
                          <a:latin typeface="+mn-lt"/>
                        </a:rPr>
                        <a:t>Dental Care</a:t>
                      </a: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491069">
                <a:tc>
                  <a:txBody>
                    <a:bodyPr/>
                    <a:lstStyle/>
                    <a:p>
                      <a:pPr marL="0" marR="0" lvl="0" indent="0" algn="l" rtl="0">
                        <a:lnSpc>
                          <a:spcPct val="100000"/>
                        </a:lnSpc>
                        <a:spcBef>
                          <a:spcPts val="0"/>
                        </a:spcBef>
                        <a:spcAft>
                          <a:spcPts val="0"/>
                        </a:spcAft>
                        <a:buClr>
                          <a:srgbClr val="000000"/>
                        </a:buClr>
                        <a:buSzPts val="1200"/>
                        <a:buFont typeface="Arial"/>
                        <a:buNone/>
                      </a:pPr>
                      <a:r>
                        <a:rPr lang="en-US" sz="1000" b="0" i="0" u="none" strike="noStrike" cap="none" err="1">
                          <a:solidFill>
                            <a:srgbClr val="000000"/>
                          </a:solidFill>
                          <a:latin typeface="+mn-lt"/>
                          <a:cs typeface="Arial"/>
                          <a:sym typeface="Arial"/>
                        </a:rPr>
                        <a:t>Almaseef</a:t>
                      </a:r>
                      <a:r>
                        <a:rPr lang="en-US" sz="1000" b="0" i="0" u="none" strike="noStrike" cap="none">
                          <a:solidFill>
                            <a:srgbClr val="000000"/>
                          </a:solidFill>
                          <a:latin typeface="+mn-lt"/>
                          <a:cs typeface="Arial"/>
                          <a:sym typeface="Arial"/>
                        </a:rPr>
                        <a:t> Medical Clinic</a:t>
                      </a:r>
                      <a:endParaRPr sz="1000" u="none" strike="noStrike" cap="none">
                        <a:latin typeface="+mn-lt"/>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E2F0D9"/>
                    </a:solidFill>
                  </a:tcPr>
                </a:tc>
                <a:tc>
                  <a:txBody>
                    <a:bodyPr/>
                    <a:lstStyle/>
                    <a:p>
                      <a:pPr marL="91440" marR="0" lvl="0" indent="0" algn="ctr" defTabSz="914400" rtl="0" eaLnBrk="1" fontAlgn="auto" latinLnBrk="0" hangingPunct="1">
                        <a:lnSpc>
                          <a:spcPct val="100000"/>
                        </a:lnSpc>
                        <a:spcBef>
                          <a:spcPts val="0"/>
                        </a:spcBef>
                        <a:spcAft>
                          <a:spcPts val="0"/>
                        </a:spcAft>
                        <a:buClr>
                          <a:srgbClr val="000000"/>
                        </a:buClr>
                        <a:buSzPts val="1200"/>
                        <a:buFont typeface="Arial"/>
                        <a:buNone/>
                        <a:tabLst/>
                        <a:defRPr/>
                      </a:pPr>
                      <a:r>
                        <a:rPr lang="en-US" sz="2000" b="0" i="0" u="none" strike="noStrike">
                          <a:solidFill>
                            <a:schemeClr val="accent6">
                              <a:lumMod val="75000"/>
                            </a:schemeClr>
                          </a:solidFill>
                          <a:effectLst/>
                          <a:latin typeface="+mn-lt"/>
                          <a:sym typeface="Wingdings" panose="05000000000000000000" pitchFamily="2" charset="2"/>
                        </a:rPr>
                        <a:t></a:t>
                      </a:r>
                      <a:endParaRPr lang="en-US" sz="2000" b="0" i="0" u="none" strike="noStrike">
                        <a:solidFill>
                          <a:srgbClr val="000000"/>
                        </a:solidFill>
                        <a:effectLst/>
                        <a:latin typeface="+mn-lt"/>
                      </a:endParaRPr>
                    </a:p>
                  </a:txBody>
                  <a:tcPr marL="28575" marR="28575" marT="19050" marB="19050"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marR="0" lvl="0" indent="0" algn="l" rtl="0">
                        <a:lnSpc>
                          <a:spcPct val="100000"/>
                        </a:lnSpc>
                        <a:spcBef>
                          <a:spcPts val="0"/>
                        </a:spcBef>
                        <a:spcAft>
                          <a:spcPts val="0"/>
                        </a:spcAft>
                        <a:buClr>
                          <a:srgbClr val="000000"/>
                        </a:buClr>
                        <a:buSzPts val="1200"/>
                        <a:buFont typeface="Arial"/>
                        <a:buNone/>
                      </a:pPr>
                      <a:r>
                        <a:rPr lang="en-US" sz="1100" b="0" i="0" u="none" strike="noStrike" cap="none">
                          <a:solidFill>
                            <a:srgbClr val="000000"/>
                          </a:solidFill>
                          <a:latin typeface="+mn-lt"/>
                          <a:ea typeface="Arial"/>
                          <a:cs typeface="Arial"/>
                          <a:sym typeface="Arial"/>
                        </a:rPr>
                        <a:t>General Physician, Pathologist, Gynecologist</a:t>
                      </a:r>
                      <a:endParaRPr sz="1100" b="0" i="0" u="none" strike="noStrike" cap="none">
                        <a:solidFill>
                          <a:srgbClr val="000000"/>
                        </a:solidFill>
                        <a:latin typeface="+mn-lt"/>
                        <a:ea typeface="Arial"/>
                        <a:cs typeface="Arial"/>
                        <a:sym typeface="Arial"/>
                      </a:endParaRPr>
                    </a:p>
                  </a:txBody>
                  <a:tcPr marL="28575" marR="28575" marT="19050" marB="19050"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91440" marR="0" lvl="0" indent="0" algn="ctr" rtl="0">
                        <a:lnSpc>
                          <a:spcPct val="100000"/>
                        </a:lnSpc>
                        <a:spcBef>
                          <a:spcPts val="0"/>
                        </a:spcBef>
                        <a:spcAft>
                          <a:spcPts val="0"/>
                        </a:spcAft>
                        <a:buClr>
                          <a:srgbClr val="000000"/>
                        </a:buClr>
                        <a:buSzPts val="1200"/>
                        <a:buFont typeface="Arial"/>
                        <a:buNone/>
                      </a:pPr>
                      <a:endParaRPr sz="1800" b="0" i="0" u="none" strike="noStrike" cap="none">
                        <a:solidFill>
                          <a:srgbClr val="000000"/>
                        </a:solidFill>
                        <a:latin typeface="+mn-lt"/>
                        <a:ea typeface="Arial"/>
                        <a:cs typeface="Arial"/>
                        <a:sym typeface="Arial"/>
                      </a:endParaRPr>
                    </a:p>
                  </a:txBody>
                  <a:tcPr marL="28575" marR="28575" marT="19050" marB="19050"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marR="0" lvl="0" indent="0" algn="l" rtl="0">
                        <a:lnSpc>
                          <a:spcPct val="100000"/>
                        </a:lnSpc>
                        <a:spcBef>
                          <a:spcPts val="0"/>
                        </a:spcBef>
                        <a:spcAft>
                          <a:spcPts val="0"/>
                        </a:spcAft>
                        <a:buClr>
                          <a:srgbClr val="000000"/>
                        </a:buClr>
                        <a:buSzPts val="1200"/>
                        <a:buFont typeface="Arial"/>
                        <a:buNone/>
                      </a:pPr>
                      <a:endParaRPr sz="1100" b="0" i="0" u="none" strike="noStrike" cap="none">
                        <a:solidFill>
                          <a:srgbClr val="000000"/>
                        </a:solidFill>
                        <a:latin typeface="+mn-lt"/>
                        <a:ea typeface="Arial"/>
                        <a:cs typeface="Arial"/>
                        <a:sym typeface="Arial"/>
                      </a:endParaRPr>
                    </a:p>
                  </a:txBody>
                  <a:tcPr marL="28575" marR="28575" marT="19050" marB="19050"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marR="0" lvl="0" indent="0" algn="l" rtl="0">
                        <a:lnSpc>
                          <a:spcPct val="100000"/>
                        </a:lnSpc>
                        <a:spcBef>
                          <a:spcPts val="0"/>
                        </a:spcBef>
                        <a:spcAft>
                          <a:spcPts val="0"/>
                        </a:spcAft>
                        <a:buClr>
                          <a:srgbClr val="000000"/>
                        </a:buClr>
                        <a:buSzPts val="1200"/>
                        <a:buFont typeface="Arial"/>
                        <a:buNone/>
                      </a:pPr>
                      <a:r>
                        <a:rPr lang="en-US" sz="1100" b="0" i="0" kern="1200">
                          <a:solidFill>
                            <a:schemeClr val="tx1"/>
                          </a:solidFill>
                          <a:effectLst/>
                          <a:latin typeface="+mn-lt"/>
                          <a:ea typeface="+mn-ea"/>
                          <a:cs typeface="+mn-cs"/>
                        </a:rPr>
                        <a:t>Dentist Department, Dermatology, Orthopedic</a:t>
                      </a:r>
                      <a:endParaRPr sz="1100" b="0" i="0" u="none" strike="noStrike" cap="none">
                        <a:solidFill>
                          <a:srgbClr val="000000"/>
                        </a:solidFill>
                        <a:latin typeface="+mn-lt"/>
                        <a:ea typeface="Arial"/>
                        <a:cs typeface="Arial"/>
                        <a:sym typeface="Arial"/>
                      </a:endParaRPr>
                    </a:p>
                  </a:txBody>
                  <a:tcPr marL="28575" marR="28575" marT="19050" marB="1905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26803">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a:latin typeface="+mn-lt"/>
                        </a:rPr>
                        <a:t>Dr Health Clinic</a:t>
                      </a:r>
                      <a:endParaRPr sz="1000" u="none" strike="noStrike" cap="none">
                        <a:latin typeface="+mn-lt"/>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BE5D6"/>
                    </a:solidFill>
                  </a:tcPr>
                </a:tc>
                <a:tc>
                  <a:txBody>
                    <a:bodyPr/>
                    <a:lstStyle/>
                    <a:p>
                      <a:pPr algn="ctr" fontAlgn="ctr">
                        <a:buNone/>
                      </a:pPr>
                      <a:endParaRPr lang="en-US" sz="2000" b="0" i="0" u="none" strike="noStrike">
                        <a:solidFill>
                          <a:srgbClr val="C30C3E"/>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800" b="0" i="0" u="none" strike="noStrike">
                          <a:solidFill>
                            <a:schemeClr val="accent6">
                              <a:lumMod val="75000"/>
                            </a:schemeClr>
                          </a:solidFill>
                          <a:effectLst/>
                          <a:latin typeface="+mn-lt"/>
                          <a:sym typeface="Wingdings" panose="05000000000000000000" pitchFamily="2" charset="2"/>
                        </a:rPr>
                        <a:t></a:t>
                      </a: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r>
                        <a:rPr lang="en-US" sz="1100" b="0" i="0" u="none" strike="noStrike">
                          <a:solidFill>
                            <a:srgbClr val="000000"/>
                          </a:solidFill>
                          <a:effectLst/>
                          <a:latin typeface="+mn-lt"/>
                        </a:rPr>
                        <a:t>Dental Care</a:t>
                      </a: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49697014"/>
                  </a:ext>
                </a:extLst>
              </a:tr>
              <a:tr h="354469">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err="1">
                          <a:latin typeface="+mn-lt"/>
                        </a:rPr>
                        <a:t>Almohadia</a:t>
                      </a:r>
                      <a:endParaRPr sz="1000" u="none" strike="noStrike" cap="none">
                        <a:latin typeface="+mn-lt"/>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E2F0D9"/>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i="0" u="none" strike="noStrike">
                          <a:solidFill>
                            <a:schemeClr val="accent6">
                              <a:lumMod val="75000"/>
                            </a:schemeClr>
                          </a:solidFill>
                          <a:effectLst/>
                          <a:latin typeface="+mn-lt"/>
                          <a:sym typeface="Wingdings" panose="05000000000000000000" pitchFamily="2" charset="2"/>
                        </a:rPr>
                        <a:t></a:t>
                      </a:r>
                      <a:endParaRPr lang="en-US" sz="20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algn="l" fontAlgn="ctr">
                        <a:buNone/>
                      </a:pPr>
                      <a:r>
                        <a:rPr lang="en-US" sz="1100" b="0" i="0" u="none" strike="noStrike">
                          <a:solidFill>
                            <a:srgbClr val="000000"/>
                          </a:solidFill>
                          <a:effectLst/>
                          <a:latin typeface="+mn-lt"/>
                        </a:rPr>
                        <a:t>General Surgery &amp; Medicine, Gynecologist, </a:t>
                      </a: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buNone/>
                      </a:pP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r>
                        <a:rPr lang="en-US" sz="1100" b="0" i="0" u="none" strike="noStrike">
                          <a:solidFill>
                            <a:srgbClr val="000000"/>
                          </a:solidFill>
                          <a:effectLst/>
                          <a:latin typeface="+mn-lt"/>
                        </a:rPr>
                        <a:t>Children Clinic, Eye Clinic, Dental Clinic</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24287108"/>
                  </a:ext>
                </a:extLst>
              </a:tr>
              <a:tr h="354469">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a:latin typeface="+mn-lt"/>
                        </a:rPr>
                        <a:t>The Clinics</a:t>
                      </a:r>
                      <a:endParaRPr sz="1000" u="none" strike="noStrike" cap="none">
                        <a:latin typeface="+mn-lt"/>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E2F0D9"/>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i="0" u="none" strike="noStrike">
                          <a:solidFill>
                            <a:schemeClr val="accent6">
                              <a:lumMod val="75000"/>
                            </a:schemeClr>
                          </a:solidFill>
                          <a:effectLst/>
                          <a:latin typeface="+mn-lt"/>
                          <a:sym typeface="Wingdings" panose="05000000000000000000" pitchFamily="2" charset="2"/>
                        </a:rPr>
                        <a:t></a:t>
                      </a:r>
                      <a:endParaRPr lang="en-US" sz="20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algn="l" fontAlgn="ctr">
                        <a:buNone/>
                      </a:pPr>
                      <a:r>
                        <a:rPr lang="en-US" sz="1100" b="0" i="0" u="none" strike="noStrike">
                          <a:solidFill>
                            <a:srgbClr val="000000"/>
                          </a:solidFill>
                          <a:effectLst/>
                          <a:latin typeface="+mn-lt"/>
                        </a:rPr>
                        <a:t>Integrative Medicine, Physiotherapy, </a:t>
                      </a:r>
                      <a:r>
                        <a:rPr lang="en-US" sz="1100" b="0" i="0" u="none" strike="noStrike" err="1">
                          <a:solidFill>
                            <a:srgbClr val="000000"/>
                          </a:solidFill>
                          <a:effectLst/>
                          <a:latin typeface="+mn-lt"/>
                        </a:rPr>
                        <a:t>OB-Gyn</a:t>
                      </a:r>
                      <a:r>
                        <a:rPr lang="en-US" sz="1100" b="0" i="0" u="none" strike="noStrike">
                          <a:solidFill>
                            <a:srgbClr val="000000"/>
                          </a:solidFill>
                          <a:effectLst/>
                          <a:latin typeface="+mn-lt"/>
                        </a:rPr>
                        <a:t>, Diabetes</a:t>
                      </a: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buNone/>
                      </a:pP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r>
                        <a:rPr lang="en-US" sz="1100" b="0" i="0" u="none" strike="noStrike">
                          <a:solidFill>
                            <a:srgbClr val="000000"/>
                          </a:solidFill>
                          <a:effectLst/>
                          <a:latin typeface="+mn-lt"/>
                        </a:rPr>
                        <a:t>Dental Clinic</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17756163"/>
                  </a:ext>
                </a:extLst>
              </a:tr>
              <a:tr h="326803">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a:latin typeface="+mn-lt"/>
                        </a:rPr>
                        <a:t>HIT Clinics</a:t>
                      </a:r>
                      <a:endParaRPr sz="1000" u="none" strike="noStrike" cap="none">
                        <a:latin typeface="+mn-lt"/>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BE5D6"/>
                    </a:solidFill>
                  </a:tcPr>
                </a:tc>
                <a:tc>
                  <a:txBody>
                    <a:bodyPr/>
                    <a:lstStyle/>
                    <a:p>
                      <a:pPr algn="ctr" fontAlgn="ctr">
                        <a:buNone/>
                      </a:pPr>
                      <a:endParaRPr lang="en-US" sz="2000" b="0" i="0" u="none" strike="noStrike">
                        <a:solidFill>
                          <a:srgbClr val="C30C3E"/>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800" b="0" i="0" u="none" strike="noStrike">
                          <a:solidFill>
                            <a:schemeClr val="accent6">
                              <a:lumMod val="75000"/>
                            </a:schemeClr>
                          </a:solidFill>
                          <a:effectLst/>
                          <a:latin typeface="+mn-lt"/>
                          <a:sym typeface="Wingdings" panose="05000000000000000000" pitchFamily="2" charset="2"/>
                        </a:rPr>
                        <a:t></a:t>
                      </a: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r>
                        <a:rPr lang="en-US" sz="1100" b="0" i="0" u="none" strike="noStrike">
                          <a:solidFill>
                            <a:srgbClr val="000000"/>
                          </a:solidFill>
                          <a:effectLst/>
                          <a:latin typeface="+mn-lt"/>
                        </a:rPr>
                        <a:t>Osteopathy</a:t>
                      </a: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8739828"/>
                  </a:ext>
                </a:extLst>
              </a:tr>
              <a:tr h="326803">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a:latin typeface="+mn-lt"/>
                        </a:rPr>
                        <a:t>Al </a:t>
                      </a:r>
                      <a:r>
                        <a:rPr lang="en-US" sz="1000" u="none" strike="noStrike" cap="none" err="1">
                          <a:latin typeface="+mn-lt"/>
                        </a:rPr>
                        <a:t>Haramain</a:t>
                      </a:r>
                      <a:r>
                        <a:rPr lang="en-US" sz="1000" u="none" strike="noStrike" cap="none">
                          <a:latin typeface="+mn-lt"/>
                        </a:rPr>
                        <a:t> Medical</a:t>
                      </a:r>
                      <a:endParaRPr sz="1000" u="none" strike="noStrike" cap="none">
                        <a:latin typeface="+mn-lt"/>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FF2CC"/>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i="0" u="none" strike="noStrike">
                          <a:solidFill>
                            <a:schemeClr val="accent6">
                              <a:lumMod val="75000"/>
                            </a:schemeClr>
                          </a:solidFill>
                          <a:effectLst/>
                          <a:latin typeface="+mn-lt"/>
                          <a:sym typeface="Wingdings" panose="05000000000000000000" pitchFamily="2" charset="2"/>
                        </a:rPr>
                        <a:t></a:t>
                      </a:r>
                      <a:endParaRPr lang="en-US" sz="20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algn="l" fontAlgn="ctr">
                        <a:buNone/>
                      </a:pPr>
                      <a:r>
                        <a:rPr lang="en-US" sz="1100" b="0" i="0" u="none" strike="noStrike">
                          <a:solidFill>
                            <a:srgbClr val="000000"/>
                          </a:solidFill>
                          <a:effectLst/>
                          <a:latin typeface="+mn-lt"/>
                        </a:rPr>
                        <a:t>Cardiac, Pediatric, Gynecology</a:t>
                      </a: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buNone/>
                      </a:pP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r>
                        <a:rPr lang="en-US" sz="1100" b="0" i="0" u="none" strike="noStrike">
                          <a:solidFill>
                            <a:srgbClr val="000000"/>
                          </a:solidFill>
                          <a:effectLst/>
                          <a:latin typeface="+mn-lt"/>
                        </a:rPr>
                        <a:t>ENT, Dental Care</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10587469"/>
                  </a:ext>
                </a:extLst>
              </a:tr>
              <a:tr h="326803">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err="1">
                          <a:latin typeface="+mn-lt"/>
                        </a:rPr>
                        <a:t>Alsubhi</a:t>
                      </a:r>
                      <a:r>
                        <a:rPr lang="en-US" sz="1000" u="none" strike="noStrike" cap="none">
                          <a:latin typeface="+mn-lt"/>
                        </a:rPr>
                        <a:t> Clinics</a:t>
                      </a:r>
                      <a:endParaRPr sz="1000" u="none" strike="noStrike" cap="none">
                        <a:latin typeface="+mn-lt"/>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FF2CC"/>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i="0" u="none" strike="noStrike">
                          <a:solidFill>
                            <a:schemeClr val="accent6">
                              <a:lumMod val="75000"/>
                            </a:schemeClr>
                          </a:solidFill>
                          <a:effectLst/>
                          <a:latin typeface="+mn-lt"/>
                          <a:sym typeface="Wingdings" panose="05000000000000000000" pitchFamily="2" charset="2"/>
                        </a:rPr>
                        <a:t></a:t>
                      </a:r>
                      <a:endParaRPr lang="en-US" sz="20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marL="182880" algn="l" fontAlgn="ctr">
                        <a:buNone/>
                      </a:pPr>
                      <a:r>
                        <a:rPr lang="en-US" sz="1100" b="0" i="0" u="none" strike="noStrike">
                          <a:solidFill>
                            <a:srgbClr val="000000"/>
                          </a:solidFill>
                          <a:effectLst/>
                          <a:latin typeface="+mn-lt"/>
                        </a:rPr>
                        <a:t>General Care</a:t>
                      </a: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ctr">
                        <a:buNone/>
                      </a:pP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r>
                        <a:rPr lang="en-US" sz="1100" b="0" i="0" u="none" strike="noStrike">
                          <a:solidFill>
                            <a:srgbClr val="000000"/>
                          </a:solidFill>
                          <a:effectLst/>
                          <a:latin typeface="+mn-lt"/>
                        </a:rPr>
                        <a:t>Obesity</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87939165"/>
                  </a:ext>
                </a:extLst>
              </a:tr>
              <a:tr h="354469">
                <a:tc>
                  <a:txBody>
                    <a:bodyPr/>
                    <a:lstStyle/>
                    <a:p>
                      <a:pPr marL="0" marR="0" lvl="0" indent="0" algn="l" rtl="0">
                        <a:lnSpc>
                          <a:spcPct val="100000"/>
                        </a:lnSpc>
                        <a:spcBef>
                          <a:spcPts val="0"/>
                        </a:spcBef>
                        <a:spcAft>
                          <a:spcPts val="0"/>
                        </a:spcAft>
                        <a:buClr>
                          <a:srgbClr val="000000"/>
                        </a:buClr>
                        <a:buSzPts val="1200"/>
                        <a:buFont typeface="Arial"/>
                        <a:buNone/>
                      </a:pPr>
                      <a:r>
                        <a:rPr lang="en-US" sz="1000" u="none" strike="noStrike" cap="none">
                          <a:latin typeface="+mn-lt"/>
                        </a:rPr>
                        <a:t>Al </a:t>
                      </a:r>
                      <a:r>
                        <a:rPr lang="en-US" sz="1000" u="none" strike="noStrike" cap="none" err="1">
                          <a:latin typeface="+mn-lt"/>
                        </a:rPr>
                        <a:t>Thumairy</a:t>
                      </a:r>
                      <a:r>
                        <a:rPr lang="en-US" sz="1000" u="none" strike="noStrike" cap="none">
                          <a:latin typeface="+mn-lt"/>
                        </a:rPr>
                        <a:t> Clinic</a:t>
                      </a:r>
                      <a:endParaRPr sz="1000" u="none" strike="noStrike" cap="none">
                        <a:latin typeface="+mn-lt"/>
                      </a:endParaRPr>
                    </a:p>
                  </a:txBody>
                  <a:tcPr marL="936000" marR="91450" marT="45725" marB="457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FF2CC"/>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i="0" u="none" strike="noStrike">
                          <a:solidFill>
                            <a:schemeClr val="accent6">
                              <a:lumMod val="75000"/>
                            </a:schemeClr>
                          </a:solidFill>
                          <a:effectLst/>
                          <a:latin typeface="+mn-lt"/>
                          <a:sym typeface="Wingdings" panose="05000000000000000000" pitchFamily="2" charset="2"/>
                        </a:rPr>
                        <a:t></a:t>
                      </a:r>
                      <a:endParaRPr lang="en-US" sz="20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182880" algn="l" fontAlgn="ctr">
                        <a:buNone/>
                      </a:pPr>
                      <a:r>
                        <a:rPr lang="en-US" sz="1100" b="0" i="0" u="none" strike="noStrike">
                          <a:solidFill>
                            <a:srgbClr val="000000"/>
                          </a:solidFill>
                          <a:effectLst/>
                          <a:latin typeface="+mn-lt"/>
                        </a:rPr>
                        <a:t>Internal Medicine, Pediatrics, </a:t>
                      </a:r>
                      <a:r>
                        <a:rPr lang="en-US" sz="1100" b="0" i="0" u="none" strike="noStrike" err="1">
                          <a:solidFill>
                            <a:srgbClr val="000000"/>
                          </a:solidFill>
                          <a:effectLst/>
                          <a:latin typeface="+mn-lt"/>
                        </a:rPr>
                        <a:t>Opthamology</a:t>
                      </a: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800" b="0" i="0" u="none" strike="noStrike">
                        <a:solidFill>
                          <a:srgbClr val="000000"/>
                        </a:solidFill>
                        <a:effectLst/>
                        <a:latin typeface="+mn-lt"/>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algn="l" fontAlgn="ctr">
                        <a:buNone/>
                      </a:pPr>
                      <a:endParaRPr lang="en-US" sz="1100" b="0" i="0" u="none" strike="noStrike">
                        <a:solidFill>
                          <a:srgbClr val="000000"/>
                        </a:solidFill>
                        <a:effectLst/>
                        <a:latin typeface="+mn-lt"/>
                      </a:endParaRPr>
                    </a:p>
                  </a:txBody>
                  <a:tcPr marL="9525" marR="9525" marT="9525" anchor="ctr">
                    <a:lnL w="12700" cap="flat" cmpd="sng" algn="ctr">
                      <a:solidFill>
                        <a:schemeClr val="bg1">
                          <a:lumMod val="8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74320" algn="l" fontAlgn="ctr">
                        <a:buNone/>
                      </a:pPr>
                      <a:r>
                        <a:rPr lang="en-US" sz="1100" b="0" i="0" u="none" strike="noStrike" dirty="0">
                          <a:solidFill>
                            <a:srgbClr val="000000"/>
                          </a:solidFill>
                          <a:effectLst/>
                          <a:latin typeface="+mn-lt"/>
                        </a:rPr>
                        <a:t>Dental Care, Dermatology</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69878783"/>
                  </a:ext>
                </a:extLst>
              </a:tr>
            </a:tbl>
          </a:graphicData>
        </a:graphic>
      </p:graphicFrame>
      <p:pic>
        <p:nvPicPr>
          <p:cNvPr id="5" name="Picture 2" descr="Shoaa Medical Complex‎ | مجمع شعاع الطبي | LinkedIn">
            <a:extLst>
              <a:ext uri="{FF2B5EF4-FFF2-40B4-BE49-F238E27FC236}">
                <a16:creationId xmlns:a16="http://schemas.microsoft.com/office/drawing/2014/main" id="{8FBBCC9F-7114-2C84-4636-A32E8ED3B1F6}"/>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3207" y="1744103"/>
            <a:ext cx="420258" cy="420258"/>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4" descr="Mirad United Company | LinkedIn">
            <a:extLst>
              <a:ext uri="{FF2B5EF4-FFF2-40B4-BE49-F238E27FC236}">
                <a16:creationId xmlns:a16="http://schemas.microsoft.com/office/drawing/2014/main" id="{142B515C-B703-2EAC-A97D-44E94CF85B40}"/>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0027" y="2173289"/>
            <a:ext cx="420258" cy="42025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North Medical Clinic | Chekka Jdîdé">
            <a:extLst>
              <a:ext uri="{FF2B5EF4-FFF2-40B4-BE49-F238E27FC236}">
                <a16:creationId xmlns:a16="http://schemas.microsoft.com/office/drawing/2014/main" id="{741374D1-CA07-5F6A-1411-01CE7EABA1D1}"/>
              </a:ext>
            </a:extLst>
          </p:cNvPr>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48959" y="2527654"/>
            <a:ext cx="509535" cy="50953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8" descr="Rabwah Medical Center">
            <a:extLst>
              <a:ext uri="{FF2B5EF4-FFF2-40B4-BE49-F238E27FC236}">
                <a16:creationId xmlns:a16="http://schemas.microsoft.com/office/drawing/2014/main" id="{B678CB4F-F939-AAA6-1153-41136354BA1B}"/>
              </a:ext>
            </a:extLst>
          </p:cNvPr>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03242" y="2952333"/>
            <a:ext cx="657900" cy="331032"/>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0" descr="المصيف كلينيك/المصيف الطبي‎ (@almaseef_clinic) · Riyadh">
            <a:extLst>
              <a:ext uri="{FF2B5EF4-FFF2-40B4-BE49-F238E27FC236}">
                <a16:creationId xmlns:a16="http://schemas.microsoft.com/office/drawing/2014/main" id="{590A7600-F619-6941-63E6-15E83EBBA259}"/>
              </a:ext>
            </a:extLst>
          </p:cNvPr>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0868" y="3364577"/>
            <a:ext cx="412163" cy="412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2" descr="عيادات دكتور هيلث الطبي | Riyadh">
            <a:extLst>
              <a:ext uri="{FF2B5EF4-FFF2-40B4-BE49-F238E27FC236}">
                <a16:creationId xmlns:a16="http://schemas.microsoft.com/office/drawing/2014/main" id="{4B7012B8-3D0A-1115-FA70-F56D165D61B8}"/>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98867" y="3749768"/>
            <a:ext cx="484161" cy="484161"/>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4" descr="Hit Clinics - Premier Osteopathic Care ...">
            <a:extLst>
              <a:ext uri="{FF2B5EF4-FFF2-40B4-BE49-F238E27FC236}">
                <a16:creationId xmlns:a16="http://schemas.microsoft.com/office/drawing/2014/main" id="{525DA1D7-881B-6CE3-C650-6284D1FC6826}"/>
              </a:ext>
            </a:extLst>
          </p:cNvPr>
          <p:cNvPicPr>
            <a:picLocks noChangeAspect="1" noChangeArrowheads="1"/>
          </p:cNvPicPr>
          <p:nvPr/>
        </p:nvPicPr>
        <p:blipFill rotWithShape="1">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t="-1" r="50370" b="1353"/>
          <a:stretch>
            <a:fillRect/>
          </a:stretch>
        </p:blipFill>
        <p:spPr bwMode="auto">
          <a:xfrm>
            <a:off x="752098" y="5004621"/>
            <a:ext cx="457348" cy="233932"/>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6" descr="Al Haramain Medical Complex (AHMC) | LinkedIn">
            <a:extLst>
              <a:ext uri="{FF2B5EF4-FFF2-40B4-BE49-F238E27FC236}">
                <a16:creationId xmlns:a16="http://schemas.microsoft.com/office/drawing/2014/main" id="{4FFF353B-98BD-6C27-225A-CB611C89CBD4}"/>
              </a:ext>
            </a:extLst>
          </p:cNvPr>
          <p:cNvPicPr>
            <a:picLocks noChangeAspect="1" noChangeArrowheads="1"/>
          </p:cNvPicPr>
          <p:nvPr/>
        </p:nvPicPr>
        <p:blipFill>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57092" y="5328461"/>
            <a:ext cx="367713" cy="36771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8" descr="Alsubhi &amp; Lavender Group | LinkedIn">
            <a:extLst>
              <a:ext uri="{FF2B5EF4-FFF2-40B4-BE49-F238E27FC236}">
                <a16:creationId xmlns:a16="http://schemas.microsoft.com/office/drawing/2014/main" id="{9DEC0874-0149-FDDC-4FFA-486D1DF250C7}"/>
              </a:ext>
            </a:extLst>
          </p:cNvPr>
          <p:cNvPicPr>
            <a:picLocks noChangeAspect="1" noChangeArrowheads="1"/>
          </p:cNvPicPr>
          <p:nvPr/>
        </p:nvPicPr>
        <p:blipFill>
          <a:blip r:embed="rId1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74689" y="5711878"/>
            <a:ext cx="315009" cy="315009"/>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0" descr="Althomairy Clinics - Book now |Vezeeta.com">
            <a:extLst>
              <a:ext uri="{FF2B5EF4-FFF2-40B4-BE49-F238E27FC236}">
                <a16:creationId xmlns:a16="http://schemas.microsoft.com/office/drawing/2014/main" id="{7FC649F0-B694-52A3-CCF1-A31E4FF22408}"/>
              </a:ext>
            </a:extLst>
          </p:cNvPr>
          <p:cNvPicPr>
            <a:picLocks noChangeAspect="1" noChangeArrowheads="1"/>
          </p:cNvPicPr>
          <p:nvPr/>
        </p:nvPicPr>
        <p:blipFill rotWithShape="1">
          <a:blip r:embed="rId13">
            <a:clrChange>
              <a:clrFrom>
                <a:srgbClr val="FFFFFF"/>
              </a:clrFrom>
              <a:clrTo>
                <a:srgbClr val="FFFFFF">
                  <a:alpha val="0"/>
                </a:srgbClr>
              </a:clrTo>
            </a:clrChange>
            <a:extLst>
              <a:ext uri="{28A0092B-C50C-407E-A947-70E740481C1C}">
                <a14:useLocalDpi xmlns:a14="http://schemas.microsoft.com/office/drawing/2010/main" val="0"/>
              </a:ext>
            </a:extLst>
          </a:blip>
          <a:srcRect b="32089"/>
          <a:stretch>
            <a:fillRect/>
          </a:stretch>
        </p:blipFill>
        <p:spPr bwMode="auto">
          <a:xfrm>
            <a:off x="705895" y="6100490"/>
            <a:ext cx="452599" cy="307362"/>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4" descr="‫مجمع المحمديه الطبي -الرياض ...‬‎">
            <a:extLst>
              <a:ext uri="{FF2B5EF4-FFF2-40B4-BE49-F238E27FC236}">
                <a16:creationId xmlns:a16="http://schemas.microsoft.com/office/drawing/2014/main" id="{DC93D7C3-E480-7BFD-630C-98E608229DDA}"/>
              </a:ext>
            </a:extLst>
          </p:cNvPr>
          <p:cNvPicPr>
            <a:picLocks noChangeAspect="1" noChangeArrowheads="1"/>
          </p:cNvPicPr>
          <p:nvPr/>
        </p:nvPicPr>
        <p:blipFill>
          <a:blip r:embed="rId14">
            <a:clrChange>
              <a:clrFrom>
                <a:srgbClr val="EDEDED"/>
              </a:clrFrom>
              <a:clrTo>
                <a:srgbClr val="EDEDED">
                  <a:alpha val="0"/>
                </a:srgbClr>
              </a:clrTo>
            </a:clrChange>
            <a:extLst>
              <a:ext uri="{28A0092B-C50C-407E-A947-70E740481C1C}">
                <a14:useLocalDpi xmlns:a14="http://schemas.microsoft.com/office/drawing/2010/main" val="0"/>
              </a:ext>
            </a:extLst>
          </a:blip>
          <a:srcRect/>
          <a:stretch>
            <a:fillRect/>
          </a:stretch>
        </p:blipFill>
        <p:spPr bwMode="auto">
          <a:xfrm>
            <a:off x="701391" y="4129724"/>
            <a:ext cx="461603" cy="461603"/>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6" descr="Wellness Clinic in Riyadh Saudi Arabia ...">
            <a:extLst>
              <a:ext uri="{FF2B5EF4-FFF2-40B4-BE49-F238E27FC236}">
                <a16:creationId xmlns:a16="http://schemas.microsoft.com/office/drawing/2014/main" id="{B93D03F0-C961-2DEA-5A2E-2ADC48E69728}"/>
              </a:ext>
            </a:extLst>
          </p:cNvPr>
          <p:cNvPicPr>
            <a:picLocks noChangeAspect="1" noChangeArrowheads="1"/>
          </p:cNvPicPr>
          <p:nvPr/>
        </p:nvPicPr>
        <p:blipFill>
          <a:blip r:embed="rId1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9929" y="4658222"/>
            <a:ext cx="371000" cy="213074"/>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extLst>
              <a:ext uri="{FF2B5EF4-FFF2-40B4-BE49-F238E27FC236}">
                <a16:creationId xmlns:a16="http://schemas.microsoft.com/office/drawing/2014/main" id="{91770732-65E7-C193-DB3B-70F99CC9D61D}"/>
              </a:ext>
            </a:extLst>
          </p:cNvPr>
          <p:cNvSpPr/>
          <p:nvPr/>
        </p:nvSpPr>
        <p:spPr>
          <a:xfrm>
            <a:off x="509280" y="6489382"/>
            <a:ext cx="2826249" cy="270833"/>
          </a:xfrm>
          <a:prstGeom prst="rect">
            <a:avLst/>
          </a:prstGeom>
          <a:noFill/>
          <a:ln>
            <a:solidFill>
              <a:schemeClr val="tx1"/>
            </a:solid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lIns="72000" tIns="36000" rIns="0" bIns="36000" rtlCol="0" anchor="ctr"/>
          <a:lstStyle/>
          <a:p>
            <a:pPr marR="0" lvl="0" defTabSz="914400" rtl="0" eaLnBrk="1" fontAlgn="auto" latinLnBrk="0" hangingPunct="1">
              <a:lnSpc>
                <a:spcPct val="90000"/>
              </a:lnSpc>
              <a:spcAft>
                <a:spcPts val="0"/>
              </a:spcAft>
              <a:buClrTx/>
              <a:buSzTx/>
              <a:tabLst/>
              <a:defRPr/>
            </a:pPr>
            <a:r>
              <a:rPr kumimoji="0" lang="en-US" sz="1000" b="1" i="0" u="none" strike="noStrike" kern="1200" cap="none" spc="0" normalizeH="0" baseline="0" noProof="0">
                <a:ln>
                  <a:noFill/>
                </a:ln>
                <a:solidFill>
                  <a:srgbClr val="000000"/>
                </a:solidFill>
                <a:effectLst/>
                <a:uLnTx/>
                <a:uFillTx/>
                <a:latin typeface="Calibri (Body)"/>
                <a:cs typeface="Arial" panose="020B0604020202020204" pitchFamily="34" charset="0"/>
              </a:rPr>
              <a:t>Scale</a:t>
            </a:r>
            <a:r>
              <a:rPr kumimoji="0" lang="en-US" sz="800" b="1" i="0" u="none" strike="noStrike" kern="1200" cap="none" spc="0" normalizeH="0" baseline="0" noProof="0">
                <a:ln>
                  <a:noFill/>
                </a:ln>
                <a:solidFill>
                  <a:srgbClr val="000000"/>
                </a:solidFill>
                <a:effectLst/>
                <a:uLnTx/>
                <a:uFillTx/>
                <a:latin typeface="Calibri (Body)"/>
                <a:cs typeface="Arial" panose="020B0604020202020204" pitchFamily="34" charset="0"/>
              </a:rPr>
              <a:t> </a:t>
            </a:r>
          </a:p>
        </p:txBody>
      </p:sp>
      <p:grpSp>
        <p:nvGrpSpPr>
          <p:cNvPr id="18" name="Group 17">
            <a:extLst>
              <a:ext uri="{FF2B5EF4-FFF2-40B4-BE49-F238E27FC236}">
                <a16:creationId xmlns:a16="http://schemas.microsoft.com/office/drawing/2014/main" id="{4678CCD0-6B87-0F1B-4F7B-493913E66D3E}"/>
              </a:ext>
            </a:extLst>
          </p:cNvPr>
          <p:cNvGrpSpPr/>
          <p:nvPr/>
        </p:nvGrpSpPr>
        <p:grpSpPr>
          <a:xfrm>
            <a:off x="2542012" y="6533495"/>
            <a:ext cx="443768" cy="201600"/>
            <a:chOff x="10214341" y="2218856"/>
            <a:chExt cx="443768" cy="201600"/>
          </a:xfrm>
        </p:grpSpPr>
        <p:sp>
          <p:nvSpPr>
            <p:cNvPr id="19" name="Google Shape;151;p2">
              <a:extLst>
                <a:ext uri="{FF2B5EF4-FFF2-40B4-BE49-F238E27FC236}">
                  <a16:creationId xmlns:a16="http://schemas.microsoft.com/office/drawing/2014/main" id="{E25426CA-2B1A-21C8-FD98-EDE0F9FA3177}"/>
                </a:ext>
              </a:extLst>
            </p:cNvPr>
            <p:cNvSpPr>
              <a:spLocks noChangeAspect="1"/>
            </p:cNvSpPr>
            <p:nvPr/>
          </p:nvSpPr>
          <p:spPr>
            <a:xfrm>
              <a:off x="10478109" y="2229656"/>
              <a:ext cx="180000" cy="180000"/>
            </a:xfrm>
            <a:prstGeom prst="rect">
              <a:avLst/>
            </a:prstGeom>
            <a:solidFill>
              <a:srgbClr val="FBE5D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0" name="Rectangle: Rounded Corners 19">
              <a:extLst>
                <a:ext uri="{FF2B5EF4-FFF2-40B4-BE49-F238E27FC236}">
                  <a16:creationId xmlns:a16="http://schemas.microsoft.com/office/drawing/2014/main" id="{8F7895F6-2B49-EE51-9AA7-2DA16C784061}"/>
                </a:ext>
              </a:extLst>
            </p:cNvPr>
            <p:cNvSpPr/>
            <p:nvPr/>
          </p:nvSpPr>
          <p:spPr>
            <a:xfrm>
              <a:off x="10214341" y="2218856"/>
              <a:ext cx="254005" cy="201600"/>
            </a:xfrm>
            <a:prstGeom prst="roundRect">
              <a:avLst/>
            </a:prstGeom>
            <a:noFill/>
            <a:ln>
              <a:no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R="0" lvl="0" algn="l" defTabSz="914400" rtl="0" eaLnBrk="1" fontAlgn="auto" latinLnBrk="0" hangingPunct="1">
                <a:lnSpc>
                  <a:spcPct val="90000"/>
                </a:lnSpc>
                <a:spcAft>
                  <a:spcPts val="0"/>
                </a:spcAft>
                <a:buClrTx/>
                <a:buSzTx/>
                <a:tabLst/>
                <a:defRPr/>
              </a:pPr>
              <a:r>
                <a:rPr kumimoji="0" lang="en-US" sz="800" i="0" u="none" strike="noStrike" kern="1200" cap="none" spc="0" normalizeH="0" baseline="0" noProof="0">
                  <a:ln>
                    <a:noFill/>
                  </a:ln>
                  <a:solidFill>
                    <a:srgbClr val="000000"/>
                  </a:solidFill>
                  <a:effectLst/>
                  <a:uLnTx/>
                  <a:uFillTx/>
                  <a:latin typeface="Calibri (Body)"/>
                  <a:cs typeface="Arial" panose="020B0604020202020204" pitchFamily="34" charset="0"/>
                </a:rPr>
                <a:t>Low</a:t>
              </a:r>
            </a:p>
          </p:txBody>
        </p:sp>
      </p:grpSp>
      <p:grpSp>
        <p:nvGrpSpPr>
          <p:cNvPr id="21" name="Group 20">
            <a:extLst>
              <a:ext uri="{FF2B5EF4-FFF2-40B4-BE49-F238E27FC236}">
                <a16:creationId xmlns:a16="http://schemas.microsoft.com/office/drawing/2014/main" id="{A79A57F4-5784-8C2E-C44C-002FEADDC4AB}"/>
              </a:ext>
            </a:extLst>
          </p:cNvPr>
          <p:cNvGrpSpPr/>
          <p:nvPr/>
        </p:nvGrpSpPr>
        <p:grpSpPr>
          <a:xfrm>
            <a:off x="1903938" y="6533495"/>
            <a:ext cx="443768" cy="201600"/>
            <a:chOff x="10097039" y="1875866"/>
            <a:chExt cx="443768" cy="201600"/>
          </a:xfrm>
        </p:grpSpPr>
        <p:sp>
          <p:nvSpPr>
            <p:cNvPr id="22" name="Google Shape;151;p2">
              <a:extLst>
                <a:ext uri="{FF2B5EF4-FFF2-40B4-BE49-F238E27FC236}">
                  <a16:creationId xmlns:a16="http://schemas.microsoft.com/office/drawing/2014/main" id="{DBCA58BD-DE44-C98D-389D-44D9FB613DC1}"/>
                </a:ext>
              </a:extLst>
            </p:cNvPr>
            <p:cNvSpPr>
              <a:spLocks noChangeAspect="1"/>
            </p:cNvSpPr>
            <p:nvPr/>
          </p:nvSpPr>
          <p:spPr>
            <a:xfrm>
              <a:off x="10360807" y="1886666"/>
              <a:ext cx="180000" cy="180000"/>
            </a:xfrm>
            <a:prstGeom prst="rect">
              <a:avLst/>
            </a:prstGeom>
            <a:solidFill>
              <a:schemeClr val="accent4">
                <a:lumMod val="20000"/>
                <a:lumOff val="80000"/>
              </a:schemeClr>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3" name="Rectangle: Rounded Corners 22">
              <a:extLst>
                <a:ext uri="{FF2B5EF4-FFF2-40B4-BE49-F238E27FC236}">
                  <a16:creationId xmlns:a16="http://schemas.microsoft.com/office/drawing/2014/main" id="{D1A3D9A5-525D-D459-8B09-D5B9A06F3F02}"/>
                </a:ext>
              </a:extLst>
            </p:cNvPr>
            <p:cNvSpPr/>
            <p:nvPr/>
          </p:nvSpPr>
          <p:spPr>
            <a:xfrm>
              <a:off x="10097039" y="1875866"/>
              <a:ext cx="254005" cy="201600"/>
            </a:xfrm>
            <a:prstGeom prst="roundRect">
              <a:avLst/>
            </a:prstGeom>
            <a:noFill/>
            <a:ln>
              <a:no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R="0" lvl="0" algn="l" defTabSz="914400" rtl="0" eaLnBrk="1" fontAlgn="auto" latinLnBrk="0" hangingPunct="1">
                <a:lnSpc>
                  <a:spcPct val="90000"/>
                </a:lnSpc>
                <a:spcAft>
                  <a:spcPts val="0"/>
                </a:spcAft>
                <a:buClrTx/>
                <a:buSzTx/>
                <a:tabLst/>
                <a:defRPr/>
              </a:pPr>
              <a:r>
                <a:rPr kumimoji="0" lang="en-US" sz="800" i="0" u="none" strike="noStrike" kern="1200" cap="none" spc="0" normalizeH="0" baseline="0" noProof="0">
                  <a:ln>
                    <a:noFill/>
                  </a:ln>
                  <a:solidFill>
                    <a:srgbClr val="000000"/>
                  </a:solidFill>
                  <a:effectLst/>
                  <a:uLnTx/>
                  <a:uFillTx/>
                  <a:latin typeface="Calibri (Body)"/>
                  <a:cs typeface="Arial" panose="020B0604020202020204" pitchFamily="34" charset="0"/>
                </a:rPr>
                <a:t>Med</a:t>
              </a:r>
            </a:p>
          </p:txBody>
        </p:sp>
      </p:grpSp>
      <p:grpSp>
        <p:nvGrpSpPr>
          <p:cNvPr id="24" name="Group 23">
            <a:extLst>
              <a:ext uri="{FF2B5EF4-FFF2-40B4-BE49-F238E27FC236}">
                <a16:creationId xmlns:a16="http://schemas.microsoft.com/office/drawing/2014/main" id="{FC04D6F8-FF51-E384-0922-2FDC5A770727}"/>
              </a:ext>
            </a:extLst>
          </p:cNvPr>
          <p:cNvGrpSpPr/>
          <p:nvPr/>
        </p:nvGrpSpPr>
        <p:grpSpPr>
          <a:xfrm>
            <a:off x="1123465" y="6533495"/>
            <a:ext cx="443768" cy="201600"/>
            <a:chOff x="10097039" y="1587042"/>
            <a:chExt cx="443768" cy="201600"/>
          </a:xfrm>
        </p:grpSpPr>
        <p:sp>
          <p:nvSpPr>
            <p:cNvPr id="25" name="Google Shape;151;p2">
              <a:extLst>
                <a:ext uri="{FF2B5EF4-FFF2-40B4-BE49-F238E27FC236}">
                  <a16:creationId xmlns:a16="http://schemas.microsoft.com/office/drawing/2014/main" id="{72F74D65-40A8-7999-02D8-D8D3EED22341}"/>
                </a:ext>
              </a:extLst>
            </p:cNvPr>
            <p:cNvSpPr>
              <a:spLocks noChangeAspect="1"/>
            </p:cNvSpPr>
            <p:nvPr/>
          </p:nvSpPr>
          <p:spPr>
            <a:xfrm>
              <a:off x="10360807" y="1597842"/>
              <a:ext cx="180000" cy="180000"/>
            </a:xfrm>
            <a:prstGeom prst="rect">
              <a:avLst/>
            </a:prstGeom>
            <a:solidFill>
              <a:srgbClr val="E2F0D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6" name="Rectangle: Rounded Corners 25">
              <a:extLst>
                <a:ext uri="{FF2B5EF4-FFF2-40B4-BE49-F238E27FC236}">
                  <a16:creationId xmlns:a16="http://schemas.microsoft.com/office/drawing/2014/main" id="{5E1CB13A-910E-C184-50FC-1768F7AD2CE8}"/>
                </a:ext>
              </a:extLst>
            </p:cNvPr>
            <p:cNvSpPr/>
            <p:nvPr/>
          </p:nvSpPr>
          <p:spPr>
            <a:xfrm>
              <a:off x="10097039" y="1587042"/>
              <a:ext cx="254005" cy="201600"/>
            </a:xfrm>
            <a:prstGeom prst="roundRect">
              <a:avLst/>
            </a:prstGeom>
            <a:noFill/>
            <a:ln>
              <a:noFill/>
              <a:prstDash val="dash"/>
            </a:ln>
            <a:effectLst/>
          </p:spPr>
          <p:style>
            <a:lnRef idx="2">
              <a:schemeClr val="accent1">
                <a:shade val="15000"/>
              </a:schemeClr>
            </a:lnRef>
            <a:fillRef idx="1">
              <a:schemeClr val="accent1"/>
            </a:fillRef>
            <a:effectRef idx="0">
              <a:schemeClr val="accent1"/>
            </a:effectRef>
            <a:fontRef idx="minor">
              <a:schemeClr val="lt1"/>
            </a:fontRef>
          </p:style>
          <p:txBody>
            <a:bodyPr lIns="0" tIns="36000" rIns="0" bIns="36000" rtlCol="0" anchor="ctr"/>
            <a:lstStyle/>
            <a:p>
              <a:pPr marR="0" lvl="0" algn="l" defTabSz="914400" rtl="0" eaLnBrk="1" fontAlgn="auto" latinLnBrk="0" hangingPunct="1">
                <a:lnSpc>
                  <a:spcPct val="90000"/>
                </a:lnSpc>
                <a:spcAft>
                  <a:spcPts val="0"/>
                </a:spcAft>
                <a:buClrTx/>
                <a:buSzTx/>
                <a:tabLst/>
                <a:defRPr/>
              </a:pPr>
              <a:r>
                <a:rPr kumimoji="0" lang="en-US" sz="800" i="0" u="none" strike="noStrike" kern="1200" cap="none" spc="0" normalizeH="0" baseline="0" noProof="0">
                  <a:ln>
                    <a:noFill/>
                  </a:ln>
                  <a:solidFill>
                    <a:srgbClr val="000000"/>
                  </a:solidFill>
                  <a:effectLst/>
                  <a:uLnTx/>
                  <a:uFillTx/>
                  <a:latin typeface="Calibri (Body)"/>
                  <a:cs typeface="Arial" panose="020B0604020202020204" pitchFamily="34" charset="0"/>
                </a:rPr>
                <a:t>High</a:t>
              </a:r>
            </a:p>
          </p:txBody>
        </p:sp>
      </p:grpSp>
      <p:grpSp>
        <p:nvGrpSpPr>
          <p:cNvPr id="27" name="Google Shape;15128;p203">
            <a:extLst>
              <a:ext uri="{FF2B5EF4-FFF2-40B4-BE49-F238E27FC236}">
                <a16:creationId xmlns:a16="http://schemas.microsoft.com/office/drawing/2014/main" id="{67C25B6E-2926-5408-2F9F-3B7D44491E0A}"/>
              </a:ext>
            </a:extLst>
          </p:cNvPr>
          <p:cNvGrpSpPr/>
          <p:nvPr/>
        </p:nvGrpSpPr>
        <p:grpSpPr>
          <a:xfrm>
            <a:off x="-457867" y="224668"/>
            <a:ext cx="338328" cy="6330993"/>
            <a:chOff x="-413961" y="270414"/>
            <a:chExt cx="338328" cy="6330993"/>
          </a:xfrm>
        </p:grpSpPr>
        <p:sp>
          <p:nvSpPr>
            <p:cNvPr id="28" name="Google Shape;15129;p203">
              <a:extLst>
                <a:ext uri="{FF2B5EF4-FFF2-40B4-BE49-F238E27FC236}">
                  <a16:creationId xmlns:a16="http://schemas.microsoft.com/office/drawing/2014/main" id="{EE866E43-18F4-EEA6-181B-26959166AF86}"/>
                </a:ext>
              </a:extLst>
            </p:cNvPr>
            <p:cNvSpPr/>
            <p:nvPr/>
          </p:nvSpPr>
          <p:spPr>
            <a:xfrm>
              <a:off x="-413961" y="622924"/>
              <a:ext cx="338328" cy="338328"/>
            </a:xfrm>
            <a:prstGeom prst="ellipse">
              <a:avLst/>
            </a:prstGeom>
            <a:solidFill>
              <a:srgbClr val="DAE3F3"/>
            </a:solidFill>
            <a:ln w="12700" cap="flat" cmpd="sng">
              <a:solidFill>
                <a:srgbClr val="DAE3F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9" name="Google Shape;15130;p203">
              <a:extLst>
                <a:ext uri="{FF2B5EF4-FFF2-40B4-BE49-F238E27FC236}">
                  <a16:creationId xmlns:a16="http://schemas.microsoft.com/office/drawing/2014/main" id="{7672C9E1-973E-9981-6C24-115FA0AF3155}"/>
                </a:ext>
              </a:extLst>
            </p:cNvPr>
            <p:cNvSpPr/>
            <p:nvPr/>
          </p:nvSpPr>
          <p:spPr>
            <a:xfrm>
              <a:off x="-413961" y="975434"/>
              <a:ext cx="338328" cy="338328"/>
            </a:xfrm>
            <a:prstGeom prst="ellipse">
              <a:avLst/>
            </a:prstGeom>
            <a:solidFill>
              <a:srgbClr val="4C6C9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 name="Google Shape;15131;p203">
              <a:extLst>
                <a:ext uri="{FF2B5EF4-FFF2-40B4-BE49-F238E27FC236}">
                  <a16:creationId xmlns:a16="http://schemas.microsoft.com/office/drawing/2014/main" id="{96B3BDAC-71DD-19B9-DE82-122858A5827A}"/>
                </a:ext>
              </a:extLst>
            </p:cNvPr>
            <p:cNvSpPr/>
            <p:nvPr/>
          </p:nvSpPr>
          <p:spPr>
            <a:xfrm>
              <a:off x="-413961" y="1327944"/>
              <a:ext cx="338328" cy="338328"/>
            </a:xfrm>
            <a:prstGeom prst="ellipse">
              <a:avLst/>
            </a:prstGeom>
            <a:solidFill>
              <a:srgbClr val="6F8DB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1" name="Google Shape;15132;p203">
              <a:extLst>
                <a:ext uri="{FF2B5EF4-FFF2-40B4-BE49-F238E27FC236}">
                  <a16:creationId xmlns:a16="http://schemas.microsoft.com/office/drawing/2014/main" id="{3A5006AC-583E-8ABB-5117-C24ECBBE1E80}"/>
                </a:ext>
              </a:extLst>
            </p:cNvPr>
            <p:cNvSpPr/>
            <p:nvPr/>
          </p:nvSpPr>
          <p:spPr>
            <a:xfrm>
              <a:off x="-413961" y="1680454"/>
              <a:ext cx="338328" cy="338328"/>
            </a:xfrm>
            <a:prstGeom prst="ellipse">
              <a:avLst/>
            </a:prstGeom>
            <a:solidFill>
              <a:srgbClr val="9DB1C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2" name="Google Shape;15133;p203">
              <a:extLst>
                <a:ext uri="{FF2B5EF4-FFF2-40B4-BE49-F238E27FC236}">
                  <a16:creationId xmlns:a16="http://schemas.microsoft.com/office/drawing/2014/main" id="{E000DB35-9F6A-5471-B549-B043A04A080B}"/>
                </a:ext>
              </a:extLst>
            </p:cNvPr>
            <p:cNvSpPr/>
            <p:nvPr/>
          </p:nvSpPr>
          <p:spPr>
            <a:xfrm>
              <a:off x="-413961" y="2032964"/>
              <a:ext cx="338328" cy="338328"/>
            </a:xfrm>
            <a:prstGeom prst="ellipse">
              <a:avLst/>
            </a:prstGeom>
            <a:solidFill>
              <a:srgbClr val="C3CFE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 name="Google Shape;15134;p203">
              <a:extLst>
                <a:ext uri="{FF2B5EF4-FFF2-40B4-BE49-F238E27FC236}">
                  <a16:creationId xmlns:a16="http://schemas.microsoft.com/office/drawing/2014/main" id="{8316D750-5BFF-7BF8-A44A-9E5BB614359C}"/>
                </a:ext>
              </a:extLst>
            </p:cNvPr>
            <p:cNvSpPr/>
            <p:nvPr/>
          </p:nvSpPr>
          <p:spPr>
            <a:xfrm>
              <a:off x="-413961" y="3443004"/>
              <a:ext cx="338328" cy="338328"/>
            </a:xfrm>
            <a:prstGeom prst="ellipse">
              <a:avLst/>
            </a:prstGeom>
            <a:solidFill>
              <a:srgbClr val="DDDDD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4" name="Google Shape;15135;p203">
              <a:extLst>
                <a:ext uri="{FF2B5EF4-FFF2-40B4-BE49-F238E27FC236}">
                  <a16:creationId xmlns:a16="http://schemas.microsoft.com/office/drawing/2014/main" id="{E39E74D2-5156-792E-2878-B52CAE27BC25}"/>
                </a:ext>
              </a:extLst>
            </p:cNvPr>
            <p:cNvSpPr/>
            <p:nvPr/>
          </p:nvSpPr>
          <p:spPr>
            <a:xfrm>
              <a:off x="-413961" y="2737984"/>
              <a:ext cx="338328" cy="338328"/>
            </a:xfrm>
            <a:prstGeom prst="ellipse">
              <a:avLst/>
            </a:prstGeom>
            <a:solidFill>
              <a:srgbClr val="EDEDED"/>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 name="Google Shape;15136;p203">
              <a:extLst>
                <a:ext uri="{FF2B5EF4-FFF2-40B4-BE49-F238E27FC236}">
                  <a16:creationId xmlns:a16="http://schemas.microsoft.com/office/drawing/2014/main" id="{2F519C60-FCFE-2B0F-60AC-8FE3B5FA618F}"/>
                </a:ext>
              </a:extLst>
            </p:cNvPr>
            <p:cNvSpPr/>
            <p:nvPr/>
          </p:nvSpPr>
          <p:spPr>
            <a:xfrm>
              <a:off x="-413961" y="3090494"/>
              <a:ext cx="338328" cy="338328"/>
            </a:xfrm>
            <a:prstGeom prst="ellipse">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6" name="Google Shape;15137;p203">
              <a:extLst>
                <a:ext uri="{FF2B5EF4-FFF2-40B4-BE49-F238E27FC236}">
                  <a16:creationId xmlns:a16="http://schemas.microsoft.com/office/drawing/2014/main" id="{EC9370EA-C275-8351-E55E-CF6B1754F0FC}"/>
                </a:ext>
              </a:extLst>
            </p:cNvPr>
            <p:cNvSpPr/>
            <p:nvPr/>
          </p:nvSpPr>
          <p:spPr>
            <a:xfrm>
              <a:off x="-413961" y="270414"/>
              <a:ext cx="338328" cy="338328"/>
            </a:xfrm>
            <a:prstGeom prst="ellipse">
              <a:avLst/>
            </a:prstGeom>
            <a:solidFill>
              <a:srgbClr val="20386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7" name="Google Shape;15138;p203">
              <a:extLst>
                <a:ext uri="{FF2B5EF4-FFF2-40B4-BE49-F238E27FC236}">
                  <a16:creationId xmlns:a16="http://schemas.microsoft.com/office/drawing/2014/main" id="{2908BAFD-011E-3CBC-CCAC-E92A064DA91B}"/>
                </a:ext>
              </a:extLst>
            </p:cNvPr>
            <p:cNvSpPr/>
            <p:nvPr/>
          </p:nvSpPr>
          <p:spPr>
            <a:xfrm>
              <a:off x="-413961" y="4148024"/>
              <a:ext cx="338328" cy="338328"/>
            </a:xfrm>
            <a:prstGeom prst="ellipse">
              <a:avLst/>
            </a:prstGeom>
            <a:solidFill>
              <a:srgbClr val="FBE5D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8" name="Google Shape;15139;p203">
              <a:extLst>
                <a:ext uri="{FF2B5EF4-FFF2-40B4-BE49-F238E27FC236}">
                  <a16:creationId xmlns:a16="http://schemas.microsoft.com/office/drawing/2014/main" id="{85048882-2865-5F23-AD93-81408B1F0EEB}"/>
                </a:ext>
              </a:extLst>
            </p:cNvPr>
            <p:cNvSpPr/>
            <p:nvPr/>
          </p:nvSpPr>
          <p:spPr>
            <a:xfrm>
              <a:off x="-413961" y="3795514"/>
              <a:ext cx="338328" cy="338328"/>
            </a:xfrm>
            <a:prstGeom prst="ellipse">
              <a:avLst/>
            </a:prstGeom>
            <a:solidFill>
              <a:srgbClr val="F7CAA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9" name="Google Shape;15140;p203">
              <a:extLst>
                <a:ext uri="{FF2B5EF4-FFF2-40B4-BE49-F238E27FC236}">
                  <a16:creationId xmlns:a16="http://schemas.microsoft.com/office/drawing/2014/main" id="{D1ABDD00-B062-A388-E86B-97D73B3CCF17}"/>
                </a:ext>
              </a:extLst>
            </p:cNvPr>
            <p:cNvSpPr/>
            <p:nvPr/>
          </p:nvSpPr>
          <p:spPr>
            <a:xfrm>
              <a:off x="-413961" y="4500534"/>
              <a:ext cx="338328" cy="338328"/>
            </a:xfrm>
            <a:prstGeom prst="ellipse">
              <a:avLst/>
            </a:prstGeom>
            <a:solidFill>
              <a:srgbClr val="FEE59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0" name="Google Shape;15141;p203">
              <a:extLst>
                <a:ext uri="{FF2B5EF4-FFF2-40B4-BE49-F238E27FC236}">
                  <a16:creationId xmlns:a16="http://schemas.microsoft.com/office/drawing/2014/main" id="{C8E6EA82-DC4B-78BC-8C74-2389F4FCB9A8}"/>
                </a:ext>
              </a:extLst>
            </p:cNvPr>
            <p:cNvSpPr/>
            <p:nvPr/>
          </p:nvSpPr>
          <p:spPr>
            <a:xfrm>
              <a:off x="-413961" y="2385474"/>
              <a:ext cx="338328" cy="338328"/>
            </a:xfrm>
            <a:prstGeom prst="ellipse">
              <a:avLst/>
            </a:prstGeom>
            <a:solidFill>
              <a:srgbClr val="04121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1" name="Google Shape;15142;p203">
              <a:extLst>
                <a:ext uri="{FF2B5EF4-FFF2-40B4-BE49-F238E27FC236}">
                  <a16:creationId xmlns:a16="http://schemas.microsoft.com/office/drawing/2014/main" id="{84132E52-2327-2C3F-5C66-880032BE2188}"/>
                </a:ext>
              </a:extLst>
            </p:cNvPr>
            <p:cNvSpPr/>
            <p:nvPr/>
          </p:nvSpPr>
          <p:spPr>
            <a:xfrm>
              <a:off x="-413961" y="4853044"/>
              <a:ext cx="338328" cy="338328"/>
            </a:xfrm>
            <a:prstGeom prst="ellipse">
              <a:avLst/>
            </a:prstGeom>
            <a:solidFill>
              <a:srgbClr val="FFF2C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2" name="Google Shape;15143;p203">
              <a:extLst>
                <a:ext uri="{FF2B5EF4-FFF2-40B4-BE49-F238E27FC236}">
                  <a16:creationId xmlns:a16="http://schemas.microsoft.com/office/drawing/2014/main" id="{42DD6532-45BF-1637-5115-747A00C37BF5}"/>
                </a:ext>
              </a:extLst>
            </p:cNvPr>
            <p:cNvSpPr/>
            <p:nvPr/>
          </p:nvSpPr>
          <p:spPr>
            <a:xfrm>
              <a:off x="-413961" y="5205554"/>
              <a:ext cx="338328" cy="338328"/>
            </a:xfrm>
            <a:prstGeom prst="ellipse">
              <a:avLst/>
            </a:prstGeom>
            <a:solidFill>
              <a:srgbClr val="FFC0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3" name="Google Shape;15144;p203">
              <a:extLst>
                <a:ext uri="{FF2B5EF4-FFF2-40B4-BE49-F238E27FC236}">
                  <a16:creationId xmlns:a16="http://schemas.microsoft.com/office/drawing/2014/main" id="{0EDA6754-3DA7-330E-BCC9-77E53A509ACF}"/>
                </a:ext>
              </a:extLst>
            </p:cNvPr>
            <p:cNvSpPr/>
            <p:nvPr/>
          </p:nvSpPr>
          <p:spPr>
            <a:xfrm>
              <a:off x="-413961" y="5558064"/>
              <a:ext cx="338328" cy="338328"/>
            </a:xfrm>
            <a:prstGeom prst="ellipse">
              <a:avLst/>
            </a:prstGeom>
            <a:solidFill>
              <a:srgbClr val="E2F0D9"/>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4" name="Google Shape;15145;p203">
              <a:extLst>
                <a:ext uri="{FF2B5EF4-FFF2-40B4-BE49-F238E27FC236}">
                  <a16:creationId xmlns:a16="http://schemas.microsoft.com/office/drawing/2014/main" id="{566F47DF-9E36-2673-DBA0-D2A00EED0D2B}"/>
                </a:ext>
              </a:extLst>
            </p:cNvPr>
            <p:cNvSpPr/>
            <p:nvPr/>
          </p:nvSpPr>
          <p:spPr>
            <a:xfrm>
              <a:off x="-413961" y="5910574"/>
              <a:ext cx="338328" cy="338328"/>
            </a:xfrm>
            <a:prstGeom prst="ellipse">
              <a:avLst/>
            </a:prstGeom>
            <a:solidFill>
              <a:srgbClr val="C4E0B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5" name="Google Shape;15146;p203">
              <a:extLst>
                <a:ext uri="{FF2B5EF4-FFF2-40B4-BE49-F238E27FC236}">
                  <a16:creationId xmlns:a16="http://schemas.microsoft.com/office/drawing/2014/main" id="{781DB835-FBC4-8C87-9FD6-B4A15363530E}"/>
                </a:ext>
              </a:extLst>
            </p:cNvPr>
            <p:cNvSpPr/>
            <p:nvPr/>
          </p:nvSpPr>
          <p:spPr>
            <a:xfrm>
              <a:off x="-413961" y="6263079"/>
              <a:ext cx="338328" cy="338328"/>
            </a:xfrm>
            <a:prstGeom prst="ellipse">
              <a:avLst/>
            </a:prstGeom>
            <a:solidFill>
              <a:srgbClr val="C30C3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46" name="2. Slide Title">
            <a:extLst>
              <a:ext uri="{FF2B5EF4-FFF2-40B4-BE49-F238E27FC236}">
                <a16:creationId xmlns:a16="http://schemas.microsoft.com/office/drawing/2014/main" id="{20CAA13A-1E69-19F6-137D-95C6A568B360}"/>
              </a:ext>
            </a:extLst>
          </p:cNvPr>
          <p:cNvSpPr txBox="1">
            <a:spLocks/>
          </p:cNvSpPr>
          <p:nvPr>
            <p:custDataLst>
              <p:tags r:id="rId1"/>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dirty="0">
                <a:solidFill>
                  <a:srgbClr val="0A0A0A"/>
                </a:solidFill>
                <a:latin typeface="Georgia" panose="02040502050405020303" pitchFamily="18" charset="0"/>
                <a:cs typeface="Arial" panose="020B0604020202020204" pitchFamily="34" charset="0"/>
              </a:rPr>
              <a:t>Potential polyclinics</a:t>
            </a:r>
            <a:r>
              <a:rPr lang="en-US" sz="2600" b="0" dirty="0">
                <a:solidFill>
                  <a:srgbClr val="0A0A0A"/>
                </a:solidFill>
                <a:latin typeface="Georgia" panose="02040502050405020303" pitchFamily="18" charset="0"/>
                <a:cs typeface="Arial" panose="020B0604020202020204" pitchFamily="34" charset="0"/>
              </a:rPr>
              <a:t> located near Eastern Ring Road (Riyadh) to refer for common diseases like diabetes, cholesterol, liver, hepatitis etc.</a:t>
            </a:r>
            <a:endPar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grpSp>
        <p:nvGrpSpPr>
          <p:cNvPr id="47" name="Group 46">
            <a:extLst>
              <a:ext uri="{FF2B5EF4-FFF2-40B4-BE49-F238E27FC236}">
                <a16:creationId xmlns:a16="http://schemas.microsoft.com/office/drawing/2014/main" id="{C06B478C-AA89-CEBD-3833-35D53C81C640}"/>
              </a:ext>
            </a:extLst>
          </p:cNvPr>
          <p:cNvGrpSpPr/>
          <p:nvPr/>
        </p:nvGrpSpPr>
        <p:grpSpPr>
          <a:xfrm>
            <a:off x="15130" y="47516"/>
            <a:ext cx="171132" cy="228600"/>
            <a:chOff x="0" y="49329"/>
            <a:chExt cx="171132" cy="228600"/>
          </a:xfrm>
        </p:grpSpPr>
        <p:cxnSp>
          <p:nvCxnSpPr>
            <p:cNvPr id="48" name="Straight Connector 47">
              <a:extLst>
                <a:ext uri="{FF2B5EF4-FFF2-40B4-BE49-F238E27FC236}">
                  <a16:creationId xmlns:a16="http://schemas.microsoft.com/office/drawing/2014/main" id="{560B3D1B-A044-046D-DB57-28EF83735837}"/>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9" name="Rectangle: Rounded Corners 48">
              <a:extLst>
                <a:ext uri="{FF2B5EF4-FFF2-40B4-BE49-F238E27FC236}">
                  <a16:creationId xmlns:a16="http://schemas.microsoft.com/office/drawing/2014/main" id="{B6768D79-EFF6-06F9-327B-564D27088D02}"/>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50" name="Google Shape;1129;p23">
            <a:extLst>
              <a:ext uri="{FF2B5EF4-FFF2-40B4-BE49-F238E27FC236}">
                <a16:creationId xmlns:a16="http://schemas.microsoft.com/office/drawing/2014/main" id="{1B7B62D3-5390-E1C4-71B6-ED215F95AEA0}"/>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Preventive Care – B2B</a:t>
            </a:r>
            <a:endParaRPr lang="en-US">
              <a:solidFill>
                <a:schemeClr val="bg1"/>
              </a:solidFill>
              <a:latin typeface="Calibri"/>
              <a:ea typeface="Calibri"/>
              <a:cs typeface="Calibri"/>
            </a:endParaRPr>
          </a:p>
        </p:txBody>
      </p:sp>
      <p:sp>
        <p:nvSpPr>
          <p:cNvPr id="51" name="Line 15">
            <a:extLst>
              <a:ext uri="{FF2B5EF4-FFF2-40B4-BE49-F238E27FC236}">
                <a16:creationId xmlns:a16="http://schemas.microsoft.com/office/drawing/2014/main" id="{5D078118-743D-6825-6712-36D3276042CF}"/>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940828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C89AA4-D680-690B-5134-CAD066C6F888}"/>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C7123759-A503-F9B3-47AB-F94535770224}"/>
              </a:ext>
            </a:extLst>
          </p:cNvPr>
          <p:cNvGraphicFramePr>
            <a:graphicFrameLocks/>
          </p:cNvGraphicFramePr>
          <p:nvPr>
            <p:custDataLst>
              <p:tags r:id="rId1"/>
            </p:custDataLst>
            <p:extLst>
              <p:ext uri="{D42A27DB-BD31-4B8C-83A1-F6EECF244321}">
                <p14:modId xmlns:p14="http://schemas.microsoft.com/office/powerpoint/2010/main" val="6315523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1" imgW="306" imgH="306" progId="TCLayout.ActiveDocument.1">
                  <p:embed/>
                </p:oleObj>
              </mc:Choice>
              <mc:Fallback>
                <p:oleObj name="think-cell Slide" r:id="rId41" imgW="306" imgH="306" progId="TCLayout.ActiveDocument.1">
                  <p:embed/>
                  <p:pic>
                    <p:nvPicPr>
                      <p:cNvPr id="9" name="Object 8" hidden="1">
                        <a:extLst>
                          <a:ext uri="{FF2B5EF4-FFF2-40B4-BE49-F238E27FC236}">
                            <a16:creationId xmlns:a16="http://schemas.microsoft.com/office/drawing/2014/main" id="{C7123759-A503-F9B3-47AB-F94535770224}"/>
                          </a:ext>
                        </a:extLst>
                      </p:cNvPr>
                      <p:cNvPicPr/>
                      <p:nvPr/>
                    </p:nvPicPr>
                    <p:blipFill>
                      <a:blip r:embed="rId42"/>
                      <a:stretch>
                        <a:fillRect/>
                      </a:stretch>
                    </p:blipFill>
                    <p:spPr>
                      <a:xfrm>
                        <a:off x="1588" y="1588"/>
                        <a:ext cx="1588" cy="1588"/>
                      </a:xfrm>
                      <a:prstGeom prst="rect">
                        <a:avLst/>
                      </a:prstGeom>
                    </p:spPr>
                  </p:pic>
                </p:oleObj>
              </mc:Fallback>
            </mc:AlternateContent>
          </a:graphicData>
        </a:graphic>
      </p:graphicFrame>
      <p:sp>
        <p:nvSpPr>
          <p:cNvPr id="28" name="TextBox 27">
            <a:extLst>
              <a:ext uri="{FF2B5EF4-FFF2-40B4-BE49-F238E27FC236}">
                <a16:creationId xmlns:a16="http://schemas.microsoft.com/office/drawing/2014/main" id="{8D952BD2-84F1-7F76-944A-7D8029D8A238}"/>
              </a:ext>
            </a:extLst>
          </p:cNvPr>
          <p:cNvSpPr txBox="1"/>
          <p:nvPr/>
        </p:nvSpPr>
        <p:spPr>
          <a:xfrm>
            <a:off x="8944491" y="1738817"/>
            <a:ext cx="2491859" cy="1901948"/>
          </a:xfrm>
          <a:prstGeom prst="rect">
            <a:avLst/>
          </a:prstGeom>
          <a:noFill/>
        </p:spPr>
        <p:txBody>
          <a:bodyPr wrap="square" lIns="457200" rIns="91440" rtlCol="0">
            <a:noAutofit/>
          </a:bodyPr>
          <a:lstStyle/>
          <a:p>
            <a:pPr marL="9525" lvl="0">
              <a:spcBef>
                <a:spcPts val="100"/>
              </a:spcBef>
              <a:spcAft>
                <a:spcPts val="100"/>
              </a:spcAft>
              <a:defRPr/>
            </a:pPr>
            <a:r>
              <a:rPr kumimoji="0" lang="en-US" sz="1200" b="1" i="0" u="none" strike="noStrike" kern="1200" cap="none" spc="0" normalizeH="0" baseline="0" noProof="0">
                <a:ln>
                  <a:noFill/>
                </a:ln>
                <a:solidFill>
                  <a:srgbClr val="17B2AF"/>
                </a:solidFill>
                <a:effectLst/>
                <a:uLnTx/>
                <a:uFillTx/>
                <a:latin typeface="Calibri" panose="020F0502020204030204"/>
                <a:ea typeface="+mn-ea"/>
                <a:cs typeface="+mn-cs"/>
              </a:rPr>
              <a:t>Customer Segments</a:t>
            </a:r>
            <a:endParaRPr lang="en-US" sz="1200" b="1">
              <a:solidFill>
                <a:srgbClr val="17B2AF"/>
              </a:solidFill>
              <a:latin typeface="Calibri" panose="020F0502020204030204"/>
            </a:endParaRPr>
          </a:p>
          <a:p>
            <a:pPr marL="9525" lvl="0">
              <a:spcBef>
                <a:spcPts val="100"/>
              </a:spcBef>
              <a:spcAft>
                <a:spcPts val="100"/>
              </a:spcAft>
              <a:defRPr/>
            </a:pPr>
            <a:r>
              <a:rPr lang="en-US" sz="1050"/>
              <a:t>Uptake from expats utilizing</a:t>
            </a:r>
            <a:r>
              <a:rPr lang="en-US" sz="1050" b="1"/>
              <a:t> </a:t>
            </a:r>
            <a:r>
              <a:rPr lang="en-US" sz="1050"/>
              <a:t>premium</a:t>
            </a:r>
            <a:r>
              <a:rPr lang="en-US" sz="1050" b="1"/>
              <a:t> </a:t>
            </a:r>
            <a:r>
              <a:rPr lang="en-US" sz="1050"/>
              <a:t>cancer</a:t>
            </a:r>
            <a:r>
              <a:rPr lang="en-US" sz="1050" b="1"/>
              <a:t> insurance top-up </a:t>
            </a:r>
            <a:r>
              <a:rPr lang="en-US" sz="1050"/>
              <a:t>&amp; full</a:t>
            </a:r>
            <a:r>
              <a:rPr lang="en-US" sz="1050" b="1"/>
              <a:t> </a:t>
            </a:r>
            <a:r>
              <a:rPr lang="en-US" sz="1050"/>
              <a:t>cancer</a:t>
            </a:r>
            <a:r>
              <a:rPr lang="en-US" sz="1050" b="1"/>
              <a:t> insurance package</a:t>
            </a:r>
            <a:r>
              <a:rPr lang="en-US" sz="1050"/>
              <a:t>, and </a:t>
            </a:r>
            <a:r>
              <a:rPr lang="en-US" sz="1050" b="1"/>
              <a:t>Saudi Nationals </a:t>
            </a:r>
            <a:r>
              <a:rPr lang="en-US" sz="1050"/>
              <a:t>opting for premium cancer insurance package</a:t>
            </a:r>
          </a:p>
          <a:p>
            <a:pPr marL="9525" lvl="0">
              <a:spcBef>
                <a:spcPts val="100"/>
              </a:spcBef>
              <a:spcAft>
                <a:spcPts val="100"/>
              </a:spcAft>
              <a:defRPr/>
            </a:pPr>
            <a:endParaRPr lang="en-US" sz="1200"/>
          </a:p>
          <a:p>
            <a:pPr marL="9525" lvl="0">
              <a:spcBef>
                <a:spcPts val="100"/>
              </a:spcBef>
              <a:spcAft>
                <a:spcPts val="100"/>
              </a:spcAft>
              <a:defRPr/>
            </a:pPr>
            <a:r>
              <a:rPr lang="en-US" sz="1200" b="1">
                <a:solidFill>
                  <a:srgbClr val="17B2AF"/>
                </a:solidFill>
                <a:latin typeface="Calibri" panose="020F0502020204030204"/>
              </a:rPr>
              <a:t>P</a:t>
            </a:r>
            <a:r>
              <a:rPr kumimoji="0" lang="en-US" sz="1200" b="1" i="0" u="none" strike="noStrike" kern="1200" cap="none" spc="0" normalizeH="0" baseline="0" noProof="0">
                <a:ln>
                  <a:noFill/>
                </a:ln>
                <a:solidFill>
                  <a:srgbClr val="17B2AF"/>
                </a:solidFill>
                <a:effectLst/>
                <a:uLnTx/>
                <a:uFillTx/>
                <a:latin typeface="Calibri" panose="020F0502020204030204"/>
                <a:ea typeface="+mn-ea"/>
                <a:cs typeface="+mn-cs"/>
              </a:rPr>
              <a:t>ricing</a:t>
            </a:r>
            <a:endParaRPr lang="en-US" sz="1200" b="1">
              <a:solidFill>
                <a:srgbClr val="17B2AF"/>
              </a:solidFill>
              <a:latin typeface="Calibri" panose="020F0502020204030204"/>
            </a:endParaRPr>
          </a:p>
          <a:p>
            <a:pPr marL="9525" lvl="0">
              <a:spcBef>
                <a:spcPts val="100"/>
              </a:spcBef>
              <a:spcAft>
                <a:spcPts val="100"/>
              </a:spcAft>
              <a:defRPr/>
            </a:pPr>
            <a:r>
              <a:rPr kumimoji="0" lang="en-US" sz="1000" i="0" u="none" strike="noStrike" kern="1200" cap="none" spc="0" normalizeH="0" baseline="0" noProof="0">
                <a:ln>
                  <a:noFill/>
                </a:ln>
                <a:solidFill>
                  <a:prstClr val="black"/>
                </a:solidFill>
                <a:effectLst/>
                <a:uLnTx/>
                <a:uFillTx/>
                <a:latin typeface="Calibri" panose="020F0502020204030204"/>
                <a:ea typeface="+mn-ea"/>
                <a:cs typeface="+mn-cs"/>
              </a:rPr>
              <a:t>Premium top-up benchmarked at </a:t>
            </a:r>
            <a:r>
              <a:rPr kumimoji="0" lang="en-US" sz="1000" b="1" i="0" u="none" strike="noStrike" kern="1200" cap="none" spc="0" normalizeH="0" baseline="0" noProof="0">
                <a:ln>
                  <a:noFill/>
                </a:ln>
                <a:solidFill>
                  <a:prstClr val="black"/>
                </a:solidFill>
                <a:effectLst/>
                <a:uLnTx/>
                <a:uFillTx/>
                <a:latin typeface="Calibri" panose="020F0502020204030204"/>
                <a:ea typeface="+mn-ea"/>
                <a:cs typeface="+mn-cs"/>
              </a:rPr>
              <a:t>19 SAR per month </a:t>
            </a:r>
            <a:r>
              <a:rPr kumimoji="0" lang="en-US" sz="1000" i="0" u="none" strike="noStrike" kern="1200" cap="none" spc="0" normalizeH="0" baseline="0" noProof="0">
                <a:ln>
                  <a:noFill/>
                </a:ln>
                <a:solidFill>
                  <a:prstClr val="black"/>
                </a:solidFill>
                <a:effectLst/>
                <a:uLnTx/>
                <a:uFillTx/>
                <a:latin typeface="Calibri" panose="020F0502020204030204"/>
                <a:ea typeface="+mn-ea"/>
                <a:cs typeface="+mn-cs"/>
              </a:rPr>
              <a:t>and full-package benchmarked at </a:t>
            </a:r>
            <a:r>
              <a:rPr kumimoji="0" lang="en-US" sz="1000" b="1" i="0" u="none" strike="noStrike" kern="1200" cap="none" spc="0" normalizeH="0" baseline="0" noProof="0">
                <a:ln>
                  <a:noFill/>
                </a:ln>
                <a:solidFill>
                  <a:prstClr val="black"/>
                </a:solidFill>
                <a:effectLst/>
                <a:uLnTx/>
                <a:uFillTx/>
                <a:latin typeface="Calibri" panose="020F0502020204030204"/>
                <a:ea typeface="+mn-ea"/>
                <a:cs typeface="+mn-cs"/>
              </a:rPr>
              <a:t>150 SAR per month</a:t>
            </a:r>
          </a:p>
          <a:p>
            <a:pPr marL="9525" lvl="0">
              <a:spcBef>
                <a:spcPts val="100"/>
              </a:spcBef>
              <a:spcAft>
                <a:spcPts val="100"/>
              </a:spcAft>
              <a:defRPr/>
            </a:pPr>
            <a:endParaRPr kumimoji="0" lang="en-US" sz="1200" i="0" u="none" strike="noStrike" kern="1200" cap="none" spc="0" normalizeH="0" baseline="0" noProof="0">
              <a:ln>
                <a:noFill/>
              </a:ln>
              <a:solidFill>
                <a:prstClr val="black"/>
              </a:solidFill>
              <a:effectLst/>
              <a:uLnTx/>
              <a:uFillTx/>
              <a:latin typeface="Calibri" panose="020F0502020204030204"/>
              <a:ea typeface="+mn-ea"/>
              <a:cs typeface="+mn-cs"/>
            </a:endParaRPr>
          </a:p>
          <a:p>
            <a:pPr marL="9525" lvl="0">
              <a:spcBef>
                <a:spcPts val="100"/>
              </a:spcBef>
              <a:spcAft>
                <a:spcPts val="100"/>
              </a:spcAft>
              <a:defRPr/>
            </a:pPr>
            <a:r>
              <a:rPr lang="en-US" sz="1200" b="1">
                <a:solidFill>
                  <a:srgbClr val="17B2AF"/>
                </a:solidFill>
                <a:latin typeface="Calibri" panose="020F0502020204030204"/>
              </a:rPr>
              <a:t>Revenue Share</a:t>
            </a:r>
          </a:p>
          <a:p>
            <a:pPr marL="9525" lvl="0">
              <a:spcBef>
                <a:spcPts val="100"/>
              </a:spcBef>
              <a:spcAft>
                <a:spcPts val="100"/>
              </a:spcAft>
              <a:defRPr/>
            </a:pPr>
            <a:r>
              <a:rPr lang="en-US" sz="1050">
                <a:solidFill>
                  <a:prstClr val="black"/>
                </a:solidFill>
                <a:latin typeface="Calibri" panose="020F0502020204030204"/>
              </a:rPr>
              <a:t>Market capture to range from </a:t>
            </a:r>
            <a:r>
              <a:rPr lang="en-US" sz="1050" b="1">
                <a:solidFill>
                  <a:prstClr val="black"/>
                </a:solidFill>
                <a:latin typeface="Calibri" panose="020F0502020204030204"/>
              </a:rPr>
              <a:t>15% to 25% </a:t>
            </a:r>
            <a:r>
              <a:rPr lang="en-US" sz="1050">
                <a:solidFill>
                  <a:prstClr val="black"/>
                </a:solidFill>
                <a:latin typeface="Calibri" panose="020F0502020204030204"/>
              </a:rPr>
              <a:t>in year 1-3, with commission percentage share for OC at </a:t>
            </a:r>
            <a:r>
              <a:rPr lang="en-US" sz="1050" b="1">
                <a:solidFill>
                  <a:prstClr val="black"/>
                </a:solidFill>
                <a:latin typeface="Calibri" panose="020F0502020204030204"/>
              </a:rPr>
              <a:t>15%</a:t>
            </a:r>
            <a:endParaRPr kumimoji="0" lang="en-US" sz="12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7051C7EE-76CE-0965-E6E2-C2F618E8D539}"/>
              </a:ext>
            </a:extLst>
          </p:cNvPr>
          <p:cNvSpPr/>
          <p:nvPr/>
        </p:nvSpPr>
        <p:spPr>
          <a:xfrm>
            <a:off x="3720492" y="1286857"/>
            <a:ext cx="7928584" cy="5106525"/>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9E4EC3A1-E6BF-D254-09E1-7BFD643082FD}"/>
              </a:ext>
            </a:extLst>
          </p:cNvPr>
          <p:cNvCxnSpPr>
            <a:cxnSpLocks/>
          </p:cNvCxnSpPr>
          <p:nvPr/>
        </p:nvCxnSpPr>
        <p:spPr>
          <a:xfrm>
            <a:off x="614363" y="2008189"/>
            <a:ext cx="2633662"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70" name="Rectangle 3169">
            <a:extLst>
              <a:ext uri="{FF2B5EF4-FFF2-40B4-BE49-F238E27FC236}">
                <a16:creationId xmlns:a16="http://schemas.microsoft.com/office/drawing/2014/main" id="{FB879434-DB3A-5485-284D-58D0A929040E}"/>
              </a:ext>
            </a:extLst>
          </p:cNvPr>
          <p:cNvSpPr/>
          <p:nvPr>
            <p:custDataLst>
              <p:tags r:id="rId2"/>
            </p:custDataLst>
          </p:nvPr>
        </p:nvSpPr>
        <p:spPr>
          <a:xfrm>
            <a:off x="650898" y="1366873"/>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600" b="1">
                <a:solidFill>
                  <a:schemeClr val="tx1"/>
                </a:solidFill>
                <a:ea typeface="Calibri" panose="020F0502020204030204" pitchFamily="34" charset="0"/>
                <a:cs typeface="Calibri" panose="020F0502020204030204" pitchFamily="34" charset="0"/>
              </a:rPr>
              <a:t>Market size </a:t>
            </a:r>
          </a:p>
          <a:p>
            <a:pPr lvl="0">
              <a:spcBef>
                <a:spcPts val="300"/>
              </a:spcBef>
              <a:spcAft>
                <a:spcPts val="300"/>
              </a:spcAft>
              <a:defRPr/>
            </a:pPr>
            <a:r>
              <a:rPr lang="en-US" sz="1400">
                <a:solidFill>
                  <a:schemeClr val="tx1"/>
                </a:solidFill>
                <a:ea typeface="Calibri" panose="020F0502020204030204" pitchFamily="34" charset="0"/>
                <a:cs typeface="Calibri" panose="020F0502020204030204" pitchFamily="34" charset="0"/>
              </a:rPr>
              <a:t>SAR Mn, 2026-2028F</a:t>
            </a:r>
          </a:p>
        </p:txBody>
      </p:sp>
      <p:sp>
        <p:nvSpPr>
          <p:cNvPr id="3172" name="Rectangle 3171">
            <a:extLst>
              <a:ext uri="{FF2B5EF4-FFF2-40B4-BE49-F238E27FC236}">
                <a16:creationId xmlns:a16="http://schemas.microsoft.com/office/drawing/2014/main" id="{51E173E6-696A-983A-9C83-C2C5F0E7D2FB}"/>
              </a:ext>
            </a:extLst>
          </p:cNvPr>
          <p:cNvSpPr/>
          <p:nvPr>
            <p:custDataLst>
              <p:tags r:id="rId3"/>
            </p:custDataLst>
          </p:nvPr>
        </p:nvSpPr>
        <p:spPr>
          <a:xfrm>
            <a:off x="650875" y="1635125"/>
            <a:ext cx="3182938"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endParaRPr lang="en-US" sz="1400">
              <a:solidFill>
                <a:srgbClr val="DDDDDD">
                  <a:lumMod val="10000"/>
                </a:srgbClr>
              </a:solidFill>
              <a:ea typeface="Calibri" panose="020F0502020204030204" pitchFamily="34" charset="0"/>
              <a:cs typeface="Calibri" panose="020F0502020204030204" pitchFamily="34" charset="0"/>
            </a:endParaRPr>
          </a:p>
        </p:txBody>
      </p:sp>
      <p:graphicFrame>
        <p:nvGraphicFramePr>
          <p:cNvPr id="36" name="Chart 35">
            <a:extLst>
              <a:ext uri="{FF2B5EF4-FFF2-40B4-BE49-F238E27FC236}">
                <a16:creationId xmlns:a16="http://schemas.microsoft.com/office/drawing/2014/main" id="{02F73C13-341A-065A-6033-9C6A2F1DAC6A}"/>
              </a:ext>
            </a:extLst>
          </p:cNvPr>
          <p:cNvGraphicFramePr/>
          <p:nvPr>
            <p:custDataLst>
              <p:tags r:id="rId4"/>
            </p:custDataLst>
            <p:extLst>
              <p:ext uri="{D42A27DB-BD31-4B8C-83A1-F6EECF244321}">
                <p14:modId xmlns:p14="http://schemas.microsoft.com/office/powerpoint/2010/main" val="4079537335"/>
              </p:ext>
            </p:extLst>
          </p:nvPr>
        </p:nvGraphicFramePr>
        <p:xfrm>
          <a:off x="568325" y="2300288"/>
          <a:ext cx="2551113" cy="1925637"/>
        </p:xfrm>
        <a:graphic>
          <a:graphicData uri="http://schemas.openxmlformats.org/drawingml/2006/chart">
            <c:chart xmlns:c="http://schemas.openxmlformats.org/drawingml/2006/chart" xmlns:r="http://schemas.openxmlformats.org/officeDocument/2006/relationships" r:id="rId43"/>
          </a:graphicData>
        </a:graphic>
      </p:graphicFrame>
      <p:cxnSp>
        <p:nvCxnSpPr>
          <p:cNvPr id="3174" name="Straight Connector 3173">
            <a:extLst>
              <a:ext uri="{FF2B5EF4-FFF2-40B4-BE49-F238E27FC236}">
                <a16:creationId xmlns:a16="http://schemas.microsoft.com/office/drawing/2014/main" id="{DB14C83A-2AD9-FC5C-28D0-3EEE1BEADF14}"/>
              </a:ext>
            </a:extLst>
          </p:cNvPr>
          <p:cNvCxnSpPr>
            <a:cxnSpLocks/>
          </p:cNvCxnSpPr>
          <p:nvPr>
            <p:custDataLst>
              <p:tags r:id="rId5"/>
            </p:custDataLst>
          </p:nvPr>
        </p:nvCxnSpPr>
        <p:spPr bwMode="auto">
          <a:xfrm flipV="1">
            <a:off x="1247775" y="2243138"/>
            <a:ext cx="1192213" cy="21113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175" name="Text Placeholder 4">
            <a:extLst>
              <a:ext uri="{FF2B5EF4-FFF2-40B4-BE49-F238E27FC236}">
                <a16:creationId xmlns:a16="http://schemas.microsoft.com/office/drawing/2014/main" id="{743C3225-9FD4-7048-8A10-18BAD9D1A55B}"/>
              </a:ext>
            </a:extLst>
          </p:cNvPr>
          <p:cNvSpPr>
            <a:spLocks/>
          </p:cNvSpPr>
          <p:nvPr>
            <p:custDataLst>
              <p:tags r:id="rId6"/>
            </p:custDataLst>
          </p:nvPr>
        </p:nvSpPr>
        <p:spPr bwMode="auto">
          <a:xfrm>
            <a:off x="1050925" y="40100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67310B9B-DFDC-4E46-BD0C-2D7B7F14E4D0}"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77" name="Text Placeholder 4">
            <a:extLst>
              <a:ext uri="{FF2B5EF4-FFF2-40B4-BE49-F238E27FC236}">
                <a16:creationId xmlns:a16="http://schemas.microsoft.com/office/drawing/2014/main" id="{4863BBA2-7B16-BC86-8E8A-5F617570358E}"/>
              </a:ext>
            </a:extLst>
          </p:cNvPr>
          <p:cNvSpPr>
            <a:spLocks/>
          </p:cNvSpPr>
          <p:nvPr>
            <p:custDataLst>
              <p:tags r:id="rId7"/>
            </p:custDataLst>
          </p:nvPr>
        </p:nvSpPr>
        <p:spPr bwMode="auto">
          <a:xfrm>
            <a:off x="2243138" y="4010025"/>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0E74D608-3A07-4CD3-8423-16FA8CBCD7FC}"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53" name="Text Placeholder 2">
            <a:extLst>
              <a:ext uri="{FF2B5EF4-FFF2-40B4-BE49-F238E27FC236}">
                <a16:creationId xmlns:a16="http://schemas.microsoft.com/office/drawing/2014/main" id="{D196E7A3-A85A-01D0-F566-35164094256A}"/>
              </a:ext>
            </a:extLst>
          </p:cNvPr>
          <p:cNvSpPr>
            <a:spLocks/>
          </p:cNvSpPr>
          <p:nvPr>
            <p:custDataLst>
              <p:tags r:id="rId8"/>
            </p:custDataLst>
          </p:nvPr>
        </p:nvSpPr>
        <p:spPr bwMode="auto">
          <a:xfrm>
            <a:off x="2960688" y="3217863"/>
            <a:ext cx="501650"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BEDA47C9-0171-4C90-AE2E-38FB05D54296}" type="datetime'F''''u''''l''''l&#10;Pa''c''''''''k''''''''''''''''''a''g''e'''">
              <a:rPr lang="en-US" altLang="en-US" sz="1200" smtClean="0"/>
              <a:pPr marL="0" lvl="0" indent="0">
                <a:spcBef>
                  <a:spcPct val="0"/>
                </a:spcBef>
                <a:spcAft>
                  <a:spcPct val="0"/>
                </a:spcAft>
                <a:buNone/>
              </a:pPr>
              <a:t>Full
Package</a:t>
            </a:fld>
            <a:endParaRPr lang="en-US" sz="1200">
              <a:sym typeface="Arial\"/>
            </a:endParaRPr>
          </a:p>
        </p:txBody>
      </p:sp>
      <p:sp>
        <p:nvSpPr>
          <p:cNvPr id="3151" name="Text Placeholder 2">
            <a:extLst>
              <a:ext uri="{FF2B5EF4-FFF2-40B4-BE49-F238E27FC236}">
                <a16:creationId xmlns:a16="http://schemas.microsoft.com/office/drawing/2014/main" id="{2F37847A-13BB-94E2-FC8A-D5A01EAA2618}"/>
              </a:ext>
            </a:extLst>
          </p:cNvPr>
          <p:cNvSpPr>
            <a:spLocks/>
          </p:cNvSpPr>
          <p:nvPr>
            <p:custDataLst>
              <p:tags r:id="rId9"/>
            </p:custDataLst>
          </p:nvPr>
        </p:nvSpPr>
        <p:spPr bwMode="auto">
          <a:xfrm>
            <a:off x="2960688" y="2603500"/>
            <a:ext cx="4270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CB4D874F-2F1E-4850-9125-CBC2A55B706A}" type="datetime'''''''''''''''''''''''''''''''''''''T''''o''p-''''''up'''''''">
              <a:rPr lang="en-US" altLang="en-US" sz="1200" smtClean="0"/>
              <a:pPr marL="0" lvl="0" indent="0">
                <a:spcBef>
                  <a:spcPct val="0"/>
                </a:spcBef>
                <a:spcAft>
                  <a:spcPct val="0"/>
                </a:spcAft>
                <a:buNone/>
              </a:pPr>
              <a:t>Top-up</a:t>
            </a:fld>
            <a:endParaRPr lang="en-US" sz="1200">
              <a:sym typeface="Arial\"/>
            </a:endParaRPr>
          </a:p>
        </p:txBody>
      </p:sp>
      <p:sp>
        <p:nvSpPr>
          <p:cNvPr id="24" name="Text Placeholder 2">
            <a:extLst>
              <a:ext uri="{FF2B5EF4-FFF2-40B4-BE49-F238E27FC236}">
                <a16:creationId xmlns:a16="http://schemas.microsoft.com/office/drawing/2014/main" id="{576FE48B-8012-F6D7-336C-2797CE6A6011}"/>
              </a:ext>
            </a:extLst>
          </p:cNvPr>
          <p:cNvSpPr>
            <a:spLocks/>
          </p:cNvSpPr>
          <p:nvPr>
            <p:custDataLst>
              <p:tags r:id="rId10"/>
            </p:custDataLst>
          </p:nvPr>
        </p:nvSpPr>
        <p:spPr bwMode="gray">
          <a:xfrm>
            <a:off x="1089025" y="2587625"/>
            <a:ext cx="3190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ABD098C-3049-4D8A-A342-0AA5135F38BF}" type="datetime'''''''''''''5''''''''''''9''''''''''''''.''''''''''6'''">
              <a:rPr lang="en-US" altLang="en-US" sz="1200" b="1" smtClean="0">
                <a:solidFill>
                  <a:srgbClr val="000000"/>
                </a:solidFill>
              </a:rPr>
              <a:pPr marL="0" lvl="0" indent="0" algn="ctr">
                <a:spcBef>
                  <a:spcPct val="0"/>
                </a:spcBef>
                <a:spcAft>
                  <a:spcPct val="0"/>
                </a:spcAft>
                <a:buNone/>
              </a:pPr>
              <a:t>59.6</a:t>
            </a:fld>
            <a:endParaRPr lang="en-US" sz="1200" b="1">
              <a:solidFill>
                <a:srgbClr val="000000"/>
              </a:solidFill>
              <a:sym typeface="Arial\"/>
            </a:endParaRPr>
          </a:p>
        </p:txBody>
      </p:sp>
      <p:sp>
        <p:nvSpPr>
          <p:cNvPr id="26" name="Text Placeholder 2">
            <a:extLst>
              <a:ext uri="{FF2B5EF4-FFF2-40B4-BE49-F238E27FC236}">
                <a16:creationId xmlns:a16="http://schemas.microsoft.com/office/drawing/2014/main" id="{87145C3A-4CDD-CC56-9BB2-849E5A9E34F1}"/>
              </a:ext>
            </a:extLst>
          </p:cNvPr>
          <p:cNvSpPr>
            <a:spLocks/>
          </p:cNvSpPr>
          <p:nvPr>
            <p:custDataLst>
              <p:tags r:id="rId11"/>
            </p:custDataLst>
          </p:nvPr>
        </p:nvSpPr>
        <p:spPr bwMode="gray">
          <a:xfrm>
            <a:off x="2281238" y="2376488"/>
            <a:ext cx="3190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E117715-920F-477E-9CD9-F16B3DC96F9F}" type="datetime'''''''''''''''''''''''''''70.3'''''''">
              <a:rPr lang="en-US" altLang="en-US" sz="1200" b="1" smtClean="0">
                <a:solidFill>
                  <a:srgbClr val="000000"/>
                </a:solidFill>
              </a:rPr>
              <a:pPr marL="0" lvl="0" indent="0" algn="ctr">
                <a:spcBef>
                  <a:spcPct val="0"/>
                </a:spcBef>
                <a:spcAft>
                  <a:spcPct val="0"/>
                </a:spcAft>
                <a:buNone/>
              </a:pPr>
              <a:t>70.3</a:t>
            </a:fld>
            <a:endParaRPr lang="en-US" sz="1200" b="1">
              <a:solidFill>
                <a:srgbClr val="000000"/>
              </a:solidFill>
              <a:sym typeface="Arial\"/>
            </a:endParaRPr>
          </a:p>
        </p:txBody>
      </p:sp>
      <p:sp>
        <p:nvSpPr>
          <p:cNvPr id="3178" name="Text Placeholder 2">
            <a:extLst>
              <a:ext uri="{FF2B5EF4-FFF2-40B4-BE49-F238E27FC236}">
                <a16:creationId xmlns:a16="http://schemas.microsoft.com/office/drawing/2014/main" id="{26FF4E00-B35C-325F-A869-1F96B37F8FDF}"/>
              </a:ext>
            </a:extLst>
          </p:cNvPr>
          <p:cNvSpPr>
            <a:spLocks/>
          </p:cNvSpPr>
          <p:nvPr>
            <p:custDataLst>
              <p:tags r:id="rId12"/>
            </p:custDataLst>
          </p:nvPr>
        </p:nvSpPr>
        <p:spPr bwMode="auto">
          <a:xfrm>
            <a:off x="1570038" y="2230438"/>
            <a:ext cx="546100"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6DF426A-EAED-4647-B0C7-ED0AB84DED73}" type="datetime'8''''''''''''''''''''''.''''61''%'''''''''''">
              <a:rPr lang="en-US" altLang="en-US" sz="1200" b="1" smtClean="0">
                <a:solidFill>
                  <a:schemeClr val="bg1"/>
                </a:solidFill>
                <a:effectLst/>
              </a:rPr>
              <a:pPr marL="0" lvl="0" indent="0" algn="ctr">
                <a:spcBef>
                  <a:spcPct val="0"/>
                </a:spcBef>
                <a:spcAft>
                  <a:spcPct val="0"/>
                </a:spcAft>
                <a:buNone/>
              </a:pPr>
              <a:t>8.61%</a:t>
            </a:fld>
            <a:endParaRPr lang="en-US" sz="1200" b="1">
              <a:solidFill>
                <a:schemeClr val="bg1"/>
              </a:solidFill>
              <a:sym typeface="Arial\"/>
            </a:endParaRPr>
          </a:p>
        </p:txBody>
      </p:sp>
      <p:sp>
        <p:nvSpPr>
          <p:cNvPr id="98" name="Rectangle 97">
            <a:extLst>
              <a:ext uri="{FF2B5EF4-FFF2-40B4-BE49-F238E27FC236}">
                <a16:creationId xmlns:a16="http://schemas.microsoft.com/office/drawing/2014/main" id="{81AFFE6D-479A-A50E-282D-AE435204D401}"/>
              </a:ext>
            </a:extLst>
          </p:cNvPr>
          <p:cNvSpPr/>
          <p:nvPr>
            <p:custDataLst>
              <p:tags r:id="rId13"/>
            </p:custDataLst>
          </p:nvPr>
        </p:nvSpPr>
        <p:spPr>
          <a:xfrm>
            <a:off x="9389967" y="1385526"/>
            <a:ext cx="2491859" cy="264994"/>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Key Assumptions</a:t>
            </a:r>
          </a:p>
        </p:txBody>
      </p:sp>
      <p:cxnSp>
        <p:nvCxnSpPr>
          <p:cNvPr id="107" name="Straight Connector 106">
            <a:extLst>
              <a:ext uri="{FF2B5EF4-FFF2-40B4-BE49-F238E27FC236}">
                <a16:creationId xmlns:a16="http://schemas.microsoft.com/office/drawing/2014/main" id="{4CA7EFEA-F2C5-C90B-B435-0BF231024BD7}"/>
              </a:ext>
            </a:extLst>
          </p:cNvPr>
          <p:cNvCxnSpPr>
            <a:cxnSpLocks/>
          </p:cNvCxnSpPr>
          <p:nvPr/>
        </p:nvCxnSpPr>
        <p:spPr>
          <a:xfrm>
            <a:off x="9388252" y="1652074"/>
            <a:ext cx="203384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4" name="Rectangle 113">
            <a:extLst>
              <a:ext uri="{FF2B5EF4-FFF2-40B4-BE49-F238E27FC236}">
                <a16:creationId xmlns:a16="http://schemas.microsoft.com/office/drawing/2014/main" id="{86B93E1A-C9F7-3228-7A30-10E692C7B4A2}"/>
              </a:ext>
            </a:extLst>
          </p:cNvPr>
          <p:cNvSpPr/>
          <p:nvPr/>
        </p:nvSpPr>
        <p:spPr>
          <a:xfrm>
            <a:off x="758214" y="4407763"/>
            <a:ext cx="2599348" cy="1935023"/>
          </a:xfrm>
          <a:prstGeom prst="rect">
            <a:avLst/>
          </a:prstGeom>
          <a:noFill/>
          <a:ln>
            <a:noFill/>
            <a:prstDash val="dash"/>
          </a:ln>
        </p:spPr>
        <p:txBody>
          <a:bodyPr wrap="square" lIns="36000" tIns="36000" rIns="36000" bIns="36000" rtlCol="0" anchor="t">
            <a:noAutofit/>
          </a:bodyPr>
          <a:lstStyle/>
          <a:p>
            <a:pPr marL="9525" algn="just">
              <a:spcBef>
                <a:spcPts val="400"/>
              </a:spcBef>
              <a:spcAft>
                <a:spcPts val="400"/>
              </a:spcAft>
            </a:pPr>
            <a:r>
              <a:rPr lang="en-US" sz="1200" b="1" i="1">
                <a:solidFill>
                  <a:prstClr val="black"/>
                </a:solidFill>
                <a:latin typeface="Calibri" panose="020F0502020204030204"/>
              </a:rPr>
              <a:t>Key Drivers</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Increasing </a:t>
            </a:r>
            <a:r>
              <a:rPr lang="en-US" sz="1200" b="1" i="1">
                <a:solidFill>
                  <a:prstClr val="black"/>
                </a:solidFill>
                <a:latin typeface="Calibri" panose="020F0502020204030204"/>
              </a:rPr>
              <a:t>expat</a:t>
            </a:r>
            <a:r>
              <a:rPr lang="en-US" sz="1200" i="1">
                <a:solidFill>
                  <a:prstClr val="black"/>
                </a:solidFill>
                <a:latin typeface="Calibri" panose="020F0502020204030204"/>
              </a:rPr>
              <a:t> population in KSA, currently comprising </a:t>
            </a:r>
            <a:r>
              <a:rPr lang="en-US" sz="1200" b="1" i="1">
                <a:solidFill>
                  <a:prstClr val="black"/>
                </a:solidFill>
                <a:latin typeface="Calibri" panose="020F0502020204030204"/>
              </a:rPr>
              <a:t>80% </a:t>
            </a:r>
            <a:r>
              <a:rPr lang="en-US" sz="1200" i="1">
                <a:solidFill>
                  <a:prstClr val="black"/>
                </a:solidFill>
                <a:latin typeface="Calibri" panose="020F0502020204030204"/>
              </a:rPr>
              <a:t>of the labor force, growing at an average of </a:t>
            </a:r>
            <a:r>
              <a:rPr lang="en-US" sz="1200" b="1" i="1">
                <a:solidFill>
                  <a:prstClr val="black"/>
                </a:solidFill>
                <a:latin typeface="Calibri" panose="020F0502020204030204"/>
              </a:rPr>
              <a:t>10%</a:t>
            </a:r>
            <a:r>
              <a:rPr lang="en-US" sz="1200" i="1">
                <a:solidFill>
                  <a:prstClr val="black"/>
                </a:solidFill>
                <a:latin typeface="Calibri" panose="020F0502020204030204"/>
              </a:rPr>
              <a:t> annually</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Increasing prevalence of</a:t>
            </a:r>
            <a:r>
              <a:rPr lang="en-US" sz="1200" b="1" i="1">
                <a:solidFill>
                  <a:prstClr val="black"/>
                </a:solidFill>
                <a:latin typeface="Calibri" panose="020F0502020204030204"/>
              </a:rPr>
              <a:t> high- risk cancer population</a:t>
            </a:r>
            <a:r>
              <a:rPr lang="en-US" sz="1200" i="1">
                <a:solidFill>
                  <a:prstClr val="black"/>
                </a:solidFill>
                <a:latin typeface="Calibri" panose="020F0502020204030204"/>
              </a:rPr>
              <a:t> owing to obesity, physical inactivity and smoking</a:t>
            </a:r>
          </a:p>
        </p:txBody>
      </p:sp>
      <p:sp>
        <p:nvSpPr>
          <p:cNvPr id="29" name="Rectangle 28">
            <a:extLst>
              <a:ext uri="{FF2B5EF4-FFF2-40B4-BE49-F238E27FC236}">
                <a16:creationId xmlns:a16="http://schemas.microsoft.com/office/drawing/2014/main" id="{AFEE8D2B-90A0-8B29-BCD2-BFB8C7FB39FA}"/>
              </a:ext>
            </a:extLst>
          </p:cNvPr>
          <p:cNvSpPr/>
          <p:nvPr>
            <p:custDataLst>
              <p:tags r:id="rId14"/>
            </p:custDataLst>
          </p:nvPr>
        </p:nvSpPr>
        <p:spPr>
          <a:xfrm>
            <a:off x="3845843" y="3182522"/>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600" b="1">
                <a:solidFill>
                  <a:schemeClr val="tx1"/>
                </a:solidFill>
                <a:latin typeface="Calibri" panose="020F0502020204030204"/>
                <a:ea typeface="Calibri" panose="020F0502020204030204" pitchFamily="34" charset="0"/>
                <a:cs typeface="Calibri" panose="020F0502020204030204" pitchFamily="34" charset="0"/>
              </a:rPr>
              <a:t>OC Revenue Share </a:t>
            </a:r>
            <a:br>
              <a:rPr lang="en-US" sz="1600" b="1">
                <a:solidFill>
                  <a:schemeClr val="tx1"/>
                </a:solidFill>
                <a:latin typeface="Calibri" panose="020F0502020204030204"/>
                <a:ea typeface="Calibri" panose="020F0502020204030204" pitchFamily="34" charset="0"/>
                <a:cs typeface="Calibri" panose="020F0502020204030204" pitchFamily="34" charset="0"/>
              </a:rPr>
            </a:br>
            <a:r>
              <a:rPr lang="en-US" sz="1400">
                <a:solidFill>
                  <a:schemeClr val="tx1"/>
                </a:solidFill>
                <a:ea typeface="Calibri" panose="020F0502020204030204" pitchFamily="34" charset="0"/>
                <a:cs typeface="Calibri" panose="020F0502020204030204" pitchFamily="34" charset="0"/>
              </a:rPr>
              <a:t>SAR Mn,</a:t>
            </a:r>
            <a:r>
              <a:rPr lang="en-US" sz="1400" b="1">
                <a:solidFill>
                  <a:schemeClr val="tx1"/>
                </a:solidFill>
                <a:ea typeface="Calibri" panose="020F0502020204030204" pitchFamily="34" charset="0"/>
                <a:cs typeface="Calibri" panose="020F0502020204030204" pitchFamily="34" charset="0"/>
              </a:rPr>
              <a:t> </a:t>
            </a:r>
            <a:r>
              <a:rPr lang="en-US" sz="1400">
                <a:solidFill>
                  <a:schemeClr val="tx1"/>
                </a:solidFill>
                <a:ea typeface="Calibri" panose="020F0502020204030204" pitchFamily="34" charset="0"/>
                <a:cs typeface="Calibri" panose="020F0502020204030204" pitchFamily="34" charset="0"/>
              </a:rPr>
              <a:t>2026-2028F</a:t>
            </a:r>
            <a:endParaRPr kumimoji="0" lang="en-US" sz="14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3" name="Slide Number Placeholder 2">
            <a:extLst>
              <a:ext uri="{FF2B5EF4-FFF2-40B4-BE49-F238E27FC236}">
                <a16:creationId xmlns:a16="http://schemas.microsoft.com/office/drawing/2014/main" id="{FBD7ED42-0792-8E72-BCE3-3834AE926A02}"/>
              </a:ext>
            </a:extLst>
          </p:cNvPr>
          <p:cNvSpPr>
            <a:spLocks noGrp="1"/>
          </p:cNvSpPr>
          <p:nvPr>
            <p:ph type="sldNum" sz="quarter" idx="12"/>
          </p:nvPr>
        </p:nvSpPr>
        <p:spPr/>
        <p:txBody>
          <a:bodyPr/>
          <a:lstStyle/>
          <a:p>
            <a:fld id="{8E1CF2E5-4A16-4FBD-9713-265FD1DAAE65}" type="slidenum">
              <a:rPr lang="en-US" smtClean="0"/>
              <a:t>46</a:t>
            </a:fld>
            <a:endParaRPr lang="en-US"/>
          </a:p>
        </p:txBody>
      </p:sp>
      <p:sp>
        <p:nvSpPr>
          <p:cNvPr id="43" name="TextBox 42">
            <a:extLst>
              <a:ext uri="{FF2B5EF4-FFF2-40B4-BE49-F238E27FC236}">
                <a16:creationId xmlns:a16="http://schemas.microsoft.com/office/drawing/2014/main" id="{2973161C-EF96-C4BD-BD23-F7EEBFC8F2F1}"/>
              </a:ext>
            </a:extLst>
          </p:cNvPr>
          <p:cNvSpPr txBox="1"/>
          <p:nvPr/>
        </p:nvSpPr>
        <p:spPr>
          <a:xfrm>
            <a:off x="8218086" y="2479611"/>
            <a:ext cx="1327783" cy="307777"/>
          </a:xfrm>
          <a:prstGeom prst="rect">
            <a:avLst/>
          </a:prstGeom>
          <a:noFill/>
        </p:spPr>
        <p:txBody>
          <a:bodyPr wrap="square" rtlCol="0">
            <a:spAutoFit/>
          </a:bodyPr>
          <a:lstStyle/>
          <a:p>
            <a:r>
              <a:rPr lang="en-US" sz="1400" b="1"/>
              <a:t>Spillover</a:t>
            </a:r>
          </a:p>
        </p:txBody>
      </p:sp>
      <p:sp>
        <p:nvSpPr>
          <p:cNvPr id="46" name="Rectangle 45">
            <a:extLst>
              <a:ext uri="{FF2B5EF4-FFF2-40B4-BE49-F238E27FC236}">
                <a16:creationId xmlns:a16="http://schemas.microsoft.com/office/drawing/2014/main" id="{D765B8FF-4AD1-50D3-F9C7-953EE1AA662A}"/>
              </a:ext>
            </a:extLst>
          </p:cNvPr>
          <p:cNvSpPr/>
          <p:nvPr/>
        </p:nvSpPr>
        <p:spPr>
          <a:xfrm>
            <a:off x="4125659" y="2513068"/>
            <a:ext cx="937142" cy="274320"/>
          </a:xfrm>
          <a:prstGeom prst="rect">
            <a:avLst/>
          </a:prstGeom>
          <a:solidFill>
            <a:schemeClr val="bg1"/>
          </a:solidFill>
          <a:ln>
            <a:noFill/>
            <a:prstDash val="solid"/>
          </a:ln>
          <a:effectLst>
            <a:outerShdw blurRad="63500" sx="102000" sy="102000" algn="ctr" rotWithShape="0">
              <a:schemeClr val="bg1">
                <a:lumMod val="7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907</a:t>
            </a:r>
          </a:p>
        </p:txBody>
      </p:sp>
      <p:sp>
        <p:nvSpPr>
          <p:cNvPr id="47" name="Rectangle 46">
            <a:extLst>
              <a:ext uri="{FF2B5EF4-FFF2-40B4-BE49-F238E27FC236}">
                <a16:creationId xmlns:a16="http://schemas.microsoft.com/office/drawing/2014/main" id="{96AF04DD-69EE-C06F-52BB-4D17546C30F4}"/>
              </a:ext>
            </a:extLst>
          </p:cNvPr>
          <p:cNvSpPr/>
          <p:nvPr/>
        </p:nvSpPr>
        <p:spPr>
          <a:xfrm>
            <a:off x="5608384" y="2513068"/>
            <a:ext cx="937142" cy="274320"/>
          </a:xfrm>
          <a:prstGeom prst="rect">
            <a:avLst/>
          </a:prstGeom>
          <a:solidFill>
            <a:schemeClr val="bg1"/>
          </a:solidFill>
          <a:ln>
            <a:noFill/>
            <a:prstDash val="solid"/>
          </a:ln>
          <a:effectLst>
            <a:outerShdw blurRad="63500" sx="102000" sy="102000" algn="ctr" rotWithShape="0">
              <a:schemeClr val="bg1">
                <a:lumMod val="7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1320</a:t>
            </a:r>
          </a:p>
        </p:txBody>
      </p:sp>
      <p:sp>
        <p:nvSpPr>
          <p:cNvPr id="48" name="Rectangle 47">
            <a:extLst>
              <a:ext uri="{FF2B5EF4-FFF2-40B4-BE49-F238E27FC236}">
                <a16:creationId xmlns:a16="http://schemas.microsoft.com/office/drawing/2014/main" id="{D02E5906-844F-FEDB-F6BC-AB115CCBB53B}"/>
              </a:ext>
            </a:extLst>
          </p:cNvPr>
          <p:cNvSpPr/>
          <p:nvPr/>
        </p:nvSpPr>
        <p:spPr>
          <a:xfrm>
            <a:off x="7091109" y="2513068"/>
            <a:ext cx="937142" cy="274320"/>
          </a:xfrm>
          <a:prstGeom prst="rect">
            <a:avLst/>
          </a:prstGeom>
          <a:solidFill>
            <a:schemeClr val="bg1"/>
          </a:solidFill>
          <a:ln>
            <a:noFill/>
            <a:prstDash val="solid"/>
          </a:ln>
          <a:effectLst>
            <a:outerShdw blurRad="63500" sx="102000" sy="102000" algn="ctr" rotWithShape="0">
              <a:schemeClr val="bg1">
                <a:lumMod val="7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1,806</a:t>
            </a:r>
          </a:p>
        </p:txBody>
      </p:sp>
      <p:sp>
        <p:nvSpPr>
          <p:cNvPr id="3140" name="2. Slide Title">
            <a:extLst>
              <a:ext uri="{FF2B5EF4-FFF2-40B4-BE49-F238E27FC236}">
                <a16:creationId xmlns:a16="http://schemas.microsoft.com/office/drawing/2014/main" id="{667375E7-3758-C32D-BDB0-BD6248484807}"/>
              </a:ext>
            </a:extLst>
          </p:cNvPr>
          <p:cNvSpPr txBox="1">
            <a:spLocks/>
          </p:cNvSpPr>
          <p:nvPr>
            <p:custDataLst>
              <p:tags r:id="rId15"/>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Launching an </a:t>
            </a:r>
            <a:r>
              <a:rPr lang="en-US" sz="2600">
                <a:solidFill>
                  <a:srgbClr val="0A0A0A"/>
                </a:solidFill>
                <a:latin typeface="Georgia" panose="02040502050405020303" pitchFamily="18" charset="0"/>
                <a:cs typeface="Arial" panose="020B0604020202020204" pitchFamily="34" charset="0"/>
              </a:rPr>
              <a:t>oncology insurance </a:t>
            </a:r>
            <a:r>
              <a:rPr lang="en-US" sz="2600" b="0">
                <a:solidFill>
                  <a:srgbClr val="0A0A0A"/>
                </a:solidFill>
                <a:latin typeface="Georgia" panose="02040502050405020303" pitchFamily="18" charset="0"/>
                <a:cs typeface="Arial" panose="020B0604020202020204" pitchFamily="34" charset="0"/>
              </a:rPr>
              <a:t>product presents a </a:t>
            </a:r>
            <a:r>
              <a:rPr lang="en-US" sz="2600">
                <a:solidFill>
                  <a:srgbClr val="0A0A0A"/>
                </a:solidFill>
                <a:latin typeface="Georgia" panose="02040502050405020303" pitchFamily="18" charset="0"/>
                <a:cs typeface="Arial" panose="020B0604020202020204" pitchFamily="34" charset="0"/>
              </a:rPr>
              <a:t>first-mover advantage </a:t>
            </a:r>
            <a:r>
              <a:rPr lang="en-US" sz="2600" b="0">
                <a:solidFill>
                  <a:srgbClr val="0A0A0A"/>
                </a:solidFill>
                <a:latin typeface="Georgia" panose="02040502050405020303" pitchFamily="18" charset="0"/>
                <a:cs typeface="Arial" panose="020B0604020202020204" pitchFamily="34" charset="0"/>
              </a:rPr>
              <a:t>with opportunity to capture </a:t>
            </a:r>
            <a:r>
              <a:rPr lang="en-US" sz="2600">
                <a:solidFill>
                  <a:srgbClr val="0A0A0A"/>
                </a:solidFill>
                <a:latin typeface="Georgia" panose="02040502050405020303" pitchFamily="18" charset="0"/>
                <a:cs typeface="Arial" panose="020B0604020202020204" pitchFamily="34" charset="0"/>
              </a:rPr>
              <a:t>~15-25% </a:t>
            </a:r>
            <a:r>
              <a:rPr lang="en-US" sz="2600" b="0">
                <a:solidFill>
                  <a:srgbClr val="0A0A0A"/>
                </a:solidFill>
                <a:latin typeface="Georgia" panose="02040502050405020303" pitchFamily="18" charset="0"/>
                <a:cs typeface="Arial" panose="020B0604020202020204" pitchFamily="34" charset="0"/>
              </a:rPr>
              <a:t>of the market </a:t>
            </a:r>
          </a:p>
        </p:txBody>
      </p:sp>
      <p:grpSp>
        <p:nvGrpSpPr>
          <p:cNvPr id="6" name="Group 5">
            <a:extLst>
              <a:ext uri="{FF2B5EF4-FFF2-40B4-BE49-F238E27FC236}">
                <a16:creationId xmlns:a16="http://schemas.microsoft.com/office/drawing/2014/main" id="{894FA510-BD9B-1264-FB26-CB5DAA294FB2}"/>
              </a:ext>
            </a:extLst>
          </p:cNvPr>
          <p:cNvGrpSpPr/>
          <p:nvPr/>
        </p:nvGrpSpPr>
        <p:grpSpPr>
          <a:xfrm>
            <a:off x="15130" y="47516"/>
            <a:ext cx="171132" cy="228600"/>
            <a:chOff x="0" y="49329"/>
            <a:chExt cx="171132" cy="228600"/>
          </a:xfrm>
        </p:grpSpPr>
        <p:cxnSp>
          <p:nvCxnSpPr>
            <p:cNvPr id="15" name="Straight Connector 14">
              <a:extLst>
                <a:ext uri="{FF2B5EF4-FFF2-40B4-BE49-F238E27FC236}">
                  <a16:creationId xmlns:a16="http://schemas.microsoft.com/office/drawing/2014/main" id="{1B7963F4-9F3C-D204-34C3-A22C7958B2A6}"/>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Rounded Corners 16">
              <a:extLst>
                <a:ext uri="{FF2B5EF4-FFF2-40B4-BE49-F238E27FC236}">
                  <a16:creationId xmlns:a16="http://schemas.microsoft.com/office/drawing/2014/main" id="{B5D6FCB8-646A-E145-0898-9504440F7717}"/>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20" name="Google Shape;1129;p23">
            <a:extLst>
              <a:ext uri="{FF2B5EF4-FFF2-40B4-BE49-F238E27FC236}">
                <a16:creationId xmlns:a16="http://schemas.microsoft.com/office/drawing/2014/main" id="{B244256A-1412-9651-1CEF-AC1BFD9E2E8C}"/>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Onco-insurance</a:t>
            </a:r>
            <a:endParaRPr lang="en-US">
              <a:solidFill>
                <a:schemeClr val="bg1"/>
              </a:solidFill>
              <a:latin typeface="Calibri"/>
              <a:ea typeface="Calibri"/>
              <a:cs typeface="Calibri"/>
            </a:endParaRPr>
          </a:p>
        </p:txBody>
      </p:sp>
      <p:sp>
        <p:nvSpPr>
          <p:cNvPr id="4" name="Rectangle 3">
            <a:extLst>
              <a:ext uri="{FF2B5EF4-FFF2-40B4-BE49-F238E27FC236}">
                <a16:creationId xmlns:a16="http://schemas.microsoft.com/office/drawing/2014/main" id="{6476331C-C7FF-CC84-1B88-FC118B5CD037}"/>
              </a:ext>
            </a:extLst>
          </p:cNvPr>
          <p:cNvSpPr/>
          <p:nvPr/>
        </p:nvSpPr>
        <p:spPr>
          <a:xfrm>
            <a:off x="538771" y="1286857"/>
            <a:ext cx="3075272" cy="5106524"/>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8E8C7A6B-83AF-7855-4094-DDAE99E0A6BF}"/>
              </a:ext>
            </a:extLst>
          </p:cNvPr>
          <p:cNvSpPr txBox="1"/>
          <p:nvPr/>
        </p:nvSpPr>
        <p:spPr>
          <a:xfrm>
            <a:off x="8218086" y="1983051"/>
            <a:ext cx="1327783" cy="307777"/>
          </a:xfrm>
          <a:prstGeom prst="rect">
            <a:avLst/>
          </a:prstGeom>
          <a:noFill/>
        </p:spPr>
        <p:txBody>
          <a:bodyPr wrap="square" rtlCol="0">
            <a:spAutoFit/>
          </a:bodyPr>
          <a:lstStyle/>
          <a:p>
            <a:r>
              <a:rPr lang="en-US" sz="1400" b="1"/>
              <a:t>Riyadh</a:t>
            </a:r>
          </a:p>
        </p:txBody>
      </p:sp>
      <p:sp>
        <p:nvSpPr>
          <p:cNvPr id="21" name="Rectangle 20">
            <a:extLst>
              <a:ext uri="{FF2B5EF4-FFF2-40B4-BE49-F238E27FC236}">
                <a16:creationId xmlns:a16="http://schemas.microsoft.com/office/drawing/2014/main" id="{3405F55E-26BB-ABCB-7817-03AA0A0F9D3D}"/>
              </a:ext>
            </a:extLst>
          </p:cNvPr>
          <p:cNvSpPr/>
          <p:nvPr/>
        </p:nvSpPr>
        <p:spPr>
          <a:xfrm>
            <a:off x="4125659" y="2016508"/>
            <a:ext cx="937142" cy="274320"/>
          </a:xfrm>
          <a:prstGeom prst="rect">
            <a:avLst/>
          </a:prstGeom>
          <a:solidFill>
            <a:schemeClr val="bg1"/>
          </a:solidFill>
          <a:ln>
            <a:noFill/>
            <a:prstDash val="solid"/>
          </a:ln>
          <a:effectLst>
            <a:outerShdw blurRad="63500" sx="102000" sy="102000" algn="ctr" rotWithShape="0">
              <a:schemeClr val="bg1">
                <a:lumMod val="7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4,576</a:t>
            </a:r>
          </a:p>
        </p:txBody>
      </p:sp>
      <p:sp>
        <p:nvSpPr>
          <p:cNvPr id="22" name="Rectangle 21">
            <a:extLst>
              <a:ext uri="{FF2B5EF4-FFF2-40B4-BE49-F238E27FC236}">
                <a16:creationId xmlns:a16="http://schemas.microsoft.com/office/drawing/2014/main" id="{B16BCA2D-8C5E-4670-587E-2ECDF1EB400A}"/>
              </a:ext>
            </a:extLst>
          </p:cNvPr>
          <p:cNvSpPr/>
          <p:nvPr/>
        </p:nvSpPr>
        <p:spPr>
          <a:xfrm>
            <a:off x="5608384" y="2016508"/>
            <a:ext cx="937142" cy="274320"/>
          </a:xfrm>
          <a:prstGeom prst="rect">
            <a:avLst/>
          </a:prstGeom>
          <a:solidFill>
            <a:schemeClr val="bg1"/>
          </a:solidFill>
          <a:ln>
            <a:noFill/>
            <a:prstDash val="solid"/>
          </a:ln>
          <a:effectLst>
            <a:outerShdw blurRad="63500" sx="102000" sy="102000" algn="ctr" rotWithShape="0">
              <a:schemeClr val="bg1">
                <a:lumMod val="7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5,055</a:t>
            </a:r>
          </a:p>
        </p:txBody>
      </p:sp>
      <p:sp>
        <p:nvSpPr>
          <p:cNvPr id="23" name="Rectangle 22">
            <a:extLst>
              <a:ext uri="{FF2B5EF4-FFF2-40B4-BE49-F238E27FC236}">
                <a16:creationId xmlns:a16="http://schemas.microsoft.com/office/drawing/2014/main" id="{8C2087EB-365F-6A9D-4A03-8081EF01CF4B}"/>
              </a:ext>
            </a:extLst>
          </p:cNvPr>
          <p:cNvSpPr/>
          <p:nvPr/>
        </p:nvSpPr>
        <p:spPr>
          <a:xfrm>
            <a:off x="7091109" y="2016508"/>
            <a:ext cx="937142" cy="274320"/>
          </a:xfrm>
          <a:prstGeom prst="rect">
            <a:avLst/>
          </a:prstGeom>
          <a:solidFill>
            <a:schemeClr val="bg1"/>
          </a:solidFill>
          <a:ln>
            <a:noFill/>
            <a:prstDash val="solid"/>
          </a:ln>
          <a:effectLst>
            <a:outerShdw blurRad="63500" sx="102000" sy="102000" algn="ctr" rotWithShape="0">
              <a:schemeClr val="bg1">
                <a:lumMod val="75000"/>
                <a:alpha val="40000"/>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5,597</a:t>
            </a:r>
          </a:p>
        </p:txBody>
      </p:sp>
      <p:cxnSp>
        <p:nvCxnSpPr>
          <p:cNvPr id="40" name="Straight Connector 39">
            <a:extLst>
              <a:ext uri="{FF2B5EF4-FFF2-40B4-BE49-F238E27FC236}">
                <a16:creationId xmlns:a16="http://schemas.microsoft.com/office/drawing/2014/main" id="{938E7150-99ED-7FDA-2343-87EFBA20C317}"/>
              </a:ext>
            </a:extLst>
          </p:cNvPr>
          <p:cNvCxnSpPr>
            <a:cxnSpLocks/>
          </p:cNvCxnSpPr>
          <p:nvPr/>
        </p:nvCxnSpPr>
        <p:spPr>
          <a:xfrm>
            <a:off x="3845843" y="3094429"/>
            <a:ext cx="5276850"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3182" name="Group 3181">
            <a:extLst>
              <a:ext uri="{FF2B5EF4-FFF2-40B4-BE49-F238E27FC236}">
                <a16:creationId xmlns:a16="http://schemas.microsoft.com/office/drawing/2014/main" id="{D51E465E-9B36-A8EE-2284-CA80E5BCD27A}"/>
              </a:ext>
            </a:extLst>
          </p:cNvPr>
          <p:cNvGrpSpPr/>
          <p:nvPr/>
        </p:nvGrpSpPr>
        <p:grpSpPr>
          <a:xfrm>
            <a:off x="-460920" y="279546"/>
            <a:ext cx="338328" cy="6397662"/>
            <a:chOff x="-460920" y="279546"/>
            <a:chExt cx="338328" cy="6397662"/>
          </a:xfrm>
        </p:grpSpPr>
        <p:sp>
          <p:nvSpPr>
            <p:cNvPr id="3183" name="Google Shape;139;p2">
              <a:extLst>
                <a:ext uri="{FF2B5EF4-FFF2-40B4-BE49-F238E27FC236}">
                  <a16:creationId xmlns:a16="http://schemas.microsoft.com/office/drawing/2014/main" id="{67E59885-068E-65E8-60D9-7C64E6DAC9EE}"/>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4" name="Google Shape;140;p2">
              <a:extLst>
                <a:ext uri="{FF2B5EF4-FFF2-40B4-BE49-F238E27FC236}">
                  <a16:creationId xmlns:a16="http://schemas.microsoft.com/office/drawing/2014/main" id="{DD048E45-9F41-68C6-FB44-94BE127CF24B}"/>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5" name="Google Shape;141;p2">
              <a:extLst>
                <a:ext uri="{FF2B5EF4-FFF2-40B4-BE49-F238E27FC236}">
                  <a16:creationId xmlns:a16="http://schemas.microsoft.com/office/drawing/2014/main" id="{F9953390-3FB8-EC47-9723-15CABFB29826}"/>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6" name="Google Shape;142;p2">
              <a:extLst>
                <a:ext uri="{FF2B5EF4-FFF2-40B4-BE49-F238E27FC236}">
                  <a16:creationId xmlns:a16="http://schemas.microsoft.com/office/drawing/2014/main" id="{2D8FB3DF-0984-1373-9AE8-F378FB34EEE7}"/>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7" name="Google Shape;143;p2">
              <a:extLst>
                <a:ext uri="{FF2B5EF4-FFF2-40B4-BE49-F238E27FC236}">
                  <a16:creationId xmlns:a16="http://schemas.microsoft.com/office/drawing/2014/main" id="{961F108A-67BA-370E-F83B-372EA46EA04E}"/>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8" name="Google Shape;144;p2">
              <a:extLst>
                <a:ext uri="{FF2B5EF4-FFF2-40B4-BE49-F238E27FC236}">
                  <a16:creationId xmlns:a16="http://schemas.microsoft.com/office/drawing/2014/main" id="{1152DD97-D90F-9711-0305-2E70F9516A8C}"/>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9" name="Google Shape;145;p2">
              <a:extLst>
                <a:ext uri="{FF2B5EF4-FFF2-40B4-BE49-F238E27FC236}">
                  <a16:creationId xmlns:a16="http://schemas.microsoft.com/office/drawing/2014/main" id="{6B27C8D7-8304-B055-A592-330F8A215CC0}"/>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0" name="Google Shape;146;p2">
              <a:extLst>
                <a:ext uri="{FF2B5EF4-FFF2-40B4-BE49-F238E27FC236}">
                  <a16:creationId xmlns:a16="http://schemas.microsoft.com/office/drawing/2014/main" id="{9FBEC9B7-5DCC-DED2-022C-DCFF3437FD38}"/>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1" name="Google Shape;147;p2">
              <a:extLst>
                <a:ext uri="{FF2B5EF4-FFF2-40B4-BE49-F238E27FC236}">
                  <a16:creationId xmlns:a16="http://schemas.microsoft.com/office/drawing/2014/main" id="{85BCC900-6EA5-B480-0DDB-22E25BCD4AEE}"/>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2" name="Google Shape;148;p2">
              <a:extLst>
                <a:ext uri="{FF2B5EF4-FFF2-40B4-BE49-F238E27FC236}">
                  <a16:creationId xmlns:a16="http://schemas.microsoft.com/office/drawing/2014/main" id="{28BA18C7-A939-C142-A552-26CDDE1F2D26}"/>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3" name="Google Shape;149;p2">
              <a:extLst>
                <a:ext uri="{FF2B5EF4-FFF2-40B4-BE49-F238E27FC236}">
                  <a16:creationId xmlns:a16="http://schemas.microsoft.com/office/drawing/2014/main" id="{1E146290-C1EB-37DC-A412-E1AF12DA1F61}"/>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4" name="Google Shape;151;p2">
              <a:extLst>
                <a:ext uri="{FF2B5EF4-FFF2-40B4-BE49-F238E27FC236}">
                  <a16:creationId xmlns:a16="http://schemas.microsoft.com/office/drawing/2014/main" id="{BFD0144F-A50D-2BF3-579E-C37B05871F9D}"/>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5" name="Google Shape;147;p2">
              <a:extLst>
                <a:ext uri="{FF2B5EF4-FFF2-40B4-BE49-F238E27FC236}">
                  <a16:creationId xmlns:a16="http://schemas.microsoft.com/office/drawing/2014/main" id="{74FBC841-7522-58EF-C38B-E7B630D9D5E9}"/>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sp>
        <p:nvSpPr>
          <p:cNvPr id="3221" name="Rectangle 3220">
            <a:extLst>
              <a:ext uri="{FF2B5EF4-FFF2-40B4-BE49-F238E27FC236}">
                <a16:creationId xmlns:a16="http://schemas.microsoft.com/office/drawing/2014/main" id="{5BD4C504-517D-308E-437C-257D8FE6B239}"/>
              </a:ext>
            </a:extLst>
          </p:cNvPr>
          <p:cNvSpPr/>
          <p:nvPr>
            <p:custDataLst>
              <p:tags r:id="rId16"/>
            </p:custDataLst>
          </p:nvPr>
        </p:nvSpPr>
        <p:spPr>
          <a:xfrm>
            <a:off x="3833813" y="1373675"/>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600" b="1">
                <a:solidFill>
                  <a:schemeClr val="tx1"/>
                </a:solidFill>
                <a:latin typeface="Calibri" panose="020F0502020204030204"/>
                <a:ea typeface="Calibri" panose="020F0502020204030204" pitchFamily="34" charset="0"/>
                <a:cs typeface="Calibri" panose="020F0502020204030204" pitchFamily="34" charset="0"/>
              </a:rPr>
              <a:t>Volume of customers,</a:t>
            </a:r>
            <a:r>
              <a:rPr lang="en-US" sz="1600">
                <a:solidFill>
                  <a:schemeClr val="tx1"/>
                </a:solidFill>
                <a:latin typeface="Calibri" panose="020F0502020204030204"/>
                <a:ea typeface="Calibri" panose="020F0502020204030204" pitchFamily="34" charset="0"/>
                <a:cs typeface="Calibri" panose="020F0502020204030204" pitchFamily="34" charset="0"/>
              </a:rPr>
              <a:t> </a:t>
            </a:r>
            <a:r>
              <a:rPr lang="en-US" sz="1400">
                <a:solidFill>
                  <a:schemeClr val="tx1"/>
                </a:solidFill>
                <a:latin typeface="Calibri" panose="020F0502020204030204"/>
                <a:ea typeface="Calibri" panose="020F0502020204030204" pitchFamily="34" charset="0"/>
                <a:cs typeface="Calibri" panose="020F0502020204030204" pitchFamily="34" charset="0"/>
              </a:rPr>
              <a:t>#, 2026-28F</a:t>
            </a:r>
            <a:r>
              <a:rPr lang="en-US" sz="1600" b="1">
                <a:solidFill>
                  <a:schemeClr val="tx1"/>
                </a:solidFill>
                <a:latin typeface="Calibri" panose="020F0502020204030204"/>
                <a:ea typeface="Calibri" panose="020F0502020204030204" pitchFamily="34" charset="0"/>
                <a:cs typeface="Calibri" panose="020F0502020204030204" pitchFamily="34" charset="0"/>
              </a:rPr>
              <a:t> </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3231" name="Straight Connector 3230">
            <a:extLst>
              <a:ext uri="{FF2B5EF4-FFF2-40B4-BE49-F238E27FC236}">
                <a16:creationId xmlns:a16="http://schemas.microsoft.com/office/drawing/2014/main" id="{6D658071-E269-D5BD-B3FA-4D6F99DF81F7}"/>
              </a:ext>
            </a:extLst>
          </p:cNvPr>
          <p:cNvCxnSpPr>
            <a:cxnSpLocks/>
          </p:cNvCxnSpPr>
          <p:nvPr/>
        </p:nvCxnSpPr>
        <p:spPr>
          <a:xfrm>
            <a:off x="3806187" y="1650520"/>
            <a:ext cx="5276850"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257" name="Rectangle 3256">
            <a:extLst>
              <a:ext uri="{FF2B5EF4-FFF2-40B4-BE49-F238E27FC236}">
                <a16:creationId xmlns:a16="http://schemas.microsoft.com/office/drawing/2014/main" id="{3B89223C-E4BC-891E-4BCE-BFF052F4385F}"/>
              </a:ext>
            </a:extLst>
          </p:cNvPr>
          <p:cNvSpPr/>
          <p:nvPr/>
        </p:nvSpPr>
        <p:spPr>
          <a:xfrm>
            <a:off x="3837513" y="5839910"/>
            <a:ext cx="5293510" cy="437371"/>
          </a:xfrm>
          <a:prstGeom prst="rect">
            <a:avLst/>
          </a:prstGeom>
          <a:solidFill>
            <a:schemeClr val="bg1"/>
          </a:solidFill>
          <a:ln>
            <a:noFill/>
            <a:prstDash val="dash"/>
          </a:ln>
          <a:effectLst>
            <a:outerShdw blurRad="63500" algn="ctr" rotWithShape="0">
              <a:prstClr val="black">
                <a:alpha val="40000"/>
              </a:prstClr>
            </a:outerShdw>
          </a:effectLst>
        </p:spPr>
        <p:txBody>
          <a:bodyPr wrap="square" lIns="36000" tIns="36000" rIns="36000" bIns="36000" rtlCol="0" anchor="ctr">
            <a:noAutofit/>
          </a:bodyPr>
          <a:lstStyle/>
          <a:p>
            <a:pPr marL="9525" algn="ctr">
              <a:spcBef>
                <a:spcPts val="400"/>
              </a:spcBef>
              <a:spcAft>
                <a:spcPts val="400"/>
              </a:spcAft>
            </a:pPr>
            <a:r>
              <a:rPr lang="en-US" sz="1100" b="1" i="1">
                <a:latin typeface="Calibri" panose="020F0502020204030204"/>
              </a:rPr>
              <a:t>*Top-up</a:t>
            </a:r>
            <a:r>
              <a:rPr lang="en-US" sz="1100" i="1">
                <a:latin typeface="Calibri" panose="020F0502020204030204"/>
              </a:rPr>
              <a:t> refers to employers being charged an incremental amount in addition to existing insurance to cover for cancer treatment of their employees</a:t>
            </a:r>
            <a:endParaRPr lang="en-US" sz="1100" b="1" i="1">
              <a:latin typeface="Calibri" panose="020F0502020204030204"/>
            </a:endParaRPr>
          </a:p>
        </p:txBody>
      </p:sp>
      <p:sp>
        <p:nvSpPr>
          <p:cNvPr id="2" name="Line 15">
            <a:extLst>
              <a:ext uri="{FF2B5EF4-FFF2-40B4-BE49-F238E27FC236}">
                <a16:creationId xmlns:a16="http://schemas.microsoft.com/office/drawing/2014/main" id="{6244D26C-DEAB-2F71-59A7-2D816D194673}"/>
              </a:ext>
            </a:extLst>
          </p:cNvPr>
          <p:cNvSpPr>
            <a:spLocks noChangeShapeType="1"/>
          </p:cNvSpPr>
          <p:nvPr>
            <p:custDataLst>
              <p:tags r:id="rId17"/>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4F83BCF2-5F38-2CA5-B66B-824CDA5D6532}"/>
              </a:ext>
            </a:extLst>
          </p:cNvPr>
          <p:cNvGraphicFramePr/>
          <p:nvPr>
            <p:custDataLst>
              <p:tags r:id="rId18"/>
            </p:custDataLst>
            <p:extLst>
              <p:ext uri="{D42A27DB-BD31-4B8C-83A1-F6EECF244321}">
                <p14:modId xmlns:p14="http://schemas.microsoft.com/office/powerpoint/2010/main" val="3993314642"/>
              </p:ext>
            </p:extLst>
          </p:nvPr>
        </p:nvGraphicFramePr>
        <p:xfrm>
          <a:off x="3724275" y="3798888"/>
          <a:ext cx="4652963" cy="1831975"/>
        </p:xfrm>
        <a:graphic>
          <a:graphicData uri="http://schemas.openxmlformats.org/drawingml/2006/chart">
            <c:chart xmlns:c="http://schemas.openxmlformats.org/drawingml/2006/chart" xmlns:r="http://schemas.openxmlformats.org/officeDocument/2006/relationships" r:id="rId44"/>
          </a:graphicData>
        </a:graphic>
      </p:graphicFrame>
      <p:cxnSp>
        <p:nvCxnSpPr>
          <p:cNvPr id="18" name="Straight Connector 17">
            <a:extLst>
              <a:ext uri="{FF2B5EF4-FFF2-40B4-BE49-F238E27FC236}">
                <a16:creationId xmlns:a16="http://schemas.microsoft.com/office/drawing/2014/main" id="{2657A488-5242-C3B9-A48F-EC7D52DEEBB7}"/>
              </a:ext>
            </a:extLst>
          </p:cNvPr>
          <p:cNvCxnSpPr/>
          <p:nvPr>
            <p:custDataLst>
              <p:tags r:id="rId19"/>
            </p:custDataLst>
          </p:nvPr>
        </p:nvCxnSpPr>
        <p:spPr bwMode="auto">
          <a:xfrm flipV="1">
            <a:off x="4554538" y="3509963"/>
            <a:ext cx="2992438" cy="83978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9" name="Text Placeholder 2">
            <a:extLst>
              <a:ext uri="{FF2B5EF4-FFF2-40B4-BE49-F238E27FC236}">
                <a16:creationId xmlns:a16="http://schemas.microsoft.com/office/drawing/2014/main" id="{AB070305-60D2-CFAD-3EB9-DC64A60DFB79}"/>
              </a:ext>
            </a:extLst>
          </p:cNvPr>
          <p:cNvSpPr>
            <a:spLocks/>
          </p:cNvSpPr>
          <p:nvPr>
            <p:custDataLst>
              <p:tags r:id="rId20"/>
            </p:custDataLst>
          </p:nvPr>
        </p:nvSpPr>
        <p:spPr bwMode="gray">
          <a:xfrm>
            <a:off x="4400550" y="5375275"/>
            <a:ext cx="3095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EAB1379-8023-4AB7-93FC-7057B88C2F95}" type="datetime'''''''''''2''2''''''''''''''%'''''''''''''''''''''''">
              <a:rPr lang="en-US" altLang="en-US" sz="1200" smtClean="0">
                <a:solidFill>
                  <a:schemeClr val="bg1"/>
                </a:solidFill>
              </a:rPr>
              <a:pPr marL="0" lvl="0" indent="0" algn="ctr">
                <a:spcBef>
                  <a:spcPct val="0"/>
                </a:spcBef>
                <a:spcAft>
                  <a:spcPct val="0"/>
                </a:spcAft>
                <a:buNone/>
              </a:pPr>
              <a:t>22%</a:t>
            </a:fld>
            <a:endParaRPr lang="en-US" sz="1200">
              <a:solidFill>
                <a:schemeClr val="bg1"/>
              </a:solidFill>
              <a:sym typeface="Arial\"/>
            </a:endParaRPr>
          </a:p>
        </p:txBody>
      </p:sp>
      <p:sp>
        <p:nvSpPr>
          <p:cNvPr id="50" name="Text Placeholder 2">
            <a:extLst>
              <a:ext uri="{FF2B5EF4-FFF2-40B4-BE49-F238E27FC236}">
                <a16:creationId xmlns:a16="http://schemas.microsoft.com/office/drawing/2014/main" id="{EF3BB2C1-6296-2171-D55F-04361C6FA0DB}"/>
              </a:ext>
            </a:extLst>
          </p:cNvPr>
          <p:cNvSpPr>
            <a:spLocks/>
          </p:cNvSpPr>
          <p:nvPr>
            <p:custDataLst>
              <p:tags r:id="rId21"/>
            </p:custDataLst>
          </p:nvPr>
        </p:nvSpPr>
        <p:spPr bwMode="gray">
          <a:xfrm>
            <a:off x="4400550" y="5099050"/>
            <a:ext cx="3095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2975C79-56E1-4A79-88A7-D074CFC84207}" type="datetime'''''''''''''''''''''''''''''''''4''5''''''%'''''''''">
              <a:rPr lang="en-US" altLang="en-US" sz="1200" smtClean="0">
                <a:solidFill>
                  <a:schemeClr val="bg1"/>
                </a:solidFill>
              </a:rPr>
              <a:pPr marL="0" lvl="0" indent="0" algn="ctr">
                <a:spcBef>
                  <a:spcPct val="0"/>
                </a:spcBef>
                <a:spcAft>
                  <a:spcPct val="0"/>
                </a:spcAft>
                <a:buNone/>
              </a:pPr>
              <a:t>45%</a:t>
            </a:fld>
            <a:endParaRPr lang="en-US" sz="1200">
              <a:solidFill>
                <a:schemeClr val="bg1"/>
              </a:solidFill>
              <a:sym typeface="Arial\"/>
            </a:endParaRPr>
          </a:p>
        </p:txBody>
      </p:sp>
      <p:sp>
        <p:nvSpPr>
          <p:cNvPr id="51" name="Text Placeholder 2">
            <a:extLst>
              <a:ext uri="{FF2B5EF4-FFF2-40B4-BE49-F238E27FC236}">
                <a16:creationId xmlns:a16="http://schemas.microsoft.com/office/drawing/2014/main" id="{48B8F7F7-1D8F-66C0-063E-BFD4018141D6}"/>
              </a:ext>
            </a:extLst>
          </p:cNvPr>
          <p:cNvSpPr>
            <a:spLocks/>
          </p:cNvSpPr>
          <p:nvPr>
            <p:custDataLst>
              <p:tags r:id="rId22"/>
            </p:custDataLst>
          </p:nvPr>
        </p:nvSpPr>
        <p:spPr bwMode="gray">
          <a:xfrm>
            <a:off x="4400550" y="4776788"/>
            <a:ext cx="3095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E316F07-E1DF-4EB7-A9A1-21AED084C2DF}" type="datetime'''''''''3''''''''''''''''''3%'''">
              <a:rPr lang="en-US" altLang="en-US" sz="1200" smtClean="0"/>
              <a:pPr marL="0" lvl="0" indent="0" algn="ctr">
                <a:spcBef>
                  <a:spcPct val="0"/>
                </a:spcBef>
                <a:spcAft>
                  <a:spcPct val="0"/>
                </a:spcAft>
                <a:buNone/>
              </a:pPr>
              <a:t>33%</a:t>
            </a:fld>
            <a:endParaRPr lang="en-US" sz="1200">
              <a:sym typeface="Arial\"/>
            </a:endParaRPr>
          </a:p>
        </p:txBody>
      </p:sp>
      <p:sp>
        <p:nvSpPr>
          <p:cNvPr id="25" name="Text Placeholder 4">
            <a:extLst>
              <a:ext uri="{FF2B5EF4-FFF2-40B4-BE49-F238E27FC236}">
                <a16:creationId xmlns:a16="http://schemas.microsoft.com/office/drawing/2014/main" id="{B5865F88-A49F-F44E-FF45-F1ED3217FF82}"/>
              </a:ext>
            </a:extLst>
          </p:cNvPr>
          <p:cNvSpPr>
            <a:spLocks/>
          </p:cNvSpPr>
          <p:nvPr>
            <p:custDataLst>
              <p:tags r:id="rId23"/>
            </p:custDataLst>
          </p:nvPr>
        </p:nvSpPr>
        <p:spPr bwMode="auto">
          <a:xfrm>
            <a:off x="4357688" y="559911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59312534-C662-4954-AAAA-6639DEC9A6C7}"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52" name="Text Placeholder 2">
            <a:extLst>
              <a:ext uri="{FF2B5EF4-FFF2-40B4-BE49-F238E27FC236}">
                <a16:creationId xmlns:a16="http://schemas.microsoft.com/office/drawing/2014/main" id="{A4E4C22D-E963-1C8D-1E2D-F346BC6EA76A}"/>
              </a:ext>
            </a:extLst>
          </p:cNvPr>
          <p:cNvSpPr>
            <a:spLocks/>
          </p:cNvSpPr>
          <p:nvPr>
            <p:custDataLst>
              <p:tags r:id="rId24"/>
            </p:custDataLst>
          </p:nvPr>
        </p:nvSpPr>
        <p:spPr bwMode="gray">
          <a:xfrm>
            <a:off x="5895975" y="5332413"/>
            <a:ext cx="3095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5129EE5-F9F8-4025-A71F-5A2802302861}" type="datetime'''''''''''''''''''''''''''''''''''''''''''''''2''''''''''2%'">
              <a:rPr lang="en-US" altLang="en-US" sz="1200" smtClean="0">
                <a:solidFill>
                  <a:schemeClr val="bg1"/>
                </a:solidFill>
              </a:rPr>
              <a:pPr marL="0" lvl="0" indent="0" algn="ctr">
                <a:spcBef>
                  <a:spcPct val="0"/>
                </a:spcBef>
                <a:spcAft>
                  <a:spcPct val="0"/>
                </a:spcAft>
                <a:buNone/>
              </a:pPr>
              <a:t>22%</a:t>
            </a:fld>
            <a:endParaRPr lang="en-US" sz="1200">
              <a:solidFill>
                <a:schemeClr val="bg1"/>
              </a:solidFill>
              <a:sym typeface="Arial\"/>
            </a:endParaRPr>
          </a:p>
        </p:txBody>
      </p:sp>
      <p:sp>
        <p:nvSpPr>
          <p:cNvPr id="53" name="Text Placeholder 2">
            <a:extLst>
              <a:ext uri="{FF2B5EF4-FFF2-40B4-BE49-F238E27FC236}">
                <a16:creationId xmlns:a16="http://schemas.microsoft.com/office/drawing/2014/main" id="{E573102A-C8A5-DAD1-6411-425942BE20D2}"/>
              </a:ext>
            </a:extLst>
          </p:cNvPr>
          <p:cNvSpPr>
            <a:spLocks/>
          </p:cNvSpPr>
          <p:nvPr>
            <p:custDataLst>
              <p:tags r:id="rId25"/>
            </p:custDataLst>
          </p:nvPr>
        </p:nvSpPr>
        <p:spPr bwMode="gray">
          <a:xfrm>
            <a:off x="5895975" y="4914900"/>
            <a:ext cx="3095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C331085-775D-47A0-9751-5EDD254065DF}" type="datetime'''''''''''''4''7''''''''''''''''''''''''''%'''''''">
              <a:rPr lang="en-US" altLang="en-US" sz="1200" smtClean="0">
                <a:solidFill>
                  <a:schemeClr val="bg1"/>
                </a:solidFill>
              </a:rPr>
              <a:pPr marL="0" lvl="0" indent="0" algn="ctr">
                <a:spcBef>
                  <a:spcPct val="0"/>
                </a:spcBef>
                <a:spcAft>
                  <a:spcPct val="0"/>
                </a:spcAft>
                <a:buNone/>
              </a:pPr>
              <a:t>47%</a:t>
            </a:fld>
            <a:endParaRPr lang="en-US" sz="1200">
              <a:solidFill>
                <a:schemeClr val="bg1"/>
              </a:solidFill>
              <a:sym typeface="Arial\"/>
            </a:endParaRPr>
          </a:p>
        </p:txBody>
      </p:sp>
      <p:sp>
        <p:nvSpPr>
          <p:cNvPr id="45" name="Text Placeholder 2">
            <a:extLst>
              <a:ext uri="{FF2B5EF4-FFF2-40B4-BE49-F238E27FC236}">
                <a16:creationId xmlns:a16="http://schemas.microsoft.com/office/drawing/2014/main" id="{78BAADAE-2045-2179-F044-92F32ACE395E}"/>
              </a:ext>
            </a:extLst>
          </p:cNvPr>
          <p:cNvSpPr>
            <a:spLocks/>
          </p:cNvSpPr>
          <p:nvPr>
            <p:custDataLst>
              <p:tags r:id="rId26"/>
            </p:custDataLst>
          </p:nvPr>
        </p:nvSpPr>
        <p:spPr bwMode="gray">
          <a:xfrm>
            <a:off x="5895975" y="4443413"/>
            <a:ext cx="3095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665F6AA0-5146-444F-84D5-F16F863EE48F}" type="datetime'''''''''3''1''''''''''''''''''''''''''''%'''''''">
              <a:rPr lang="en-US" altLang="en-US" sz="1200" smtClean="0"/>
              <a:pPr marL="0" lvl="0" indent="0" algn="ctr">
                <a:spcBef>
                  <a:spcPct val="0"/>
                </a:spcBef>
                <a:spcAft>
                  <a:spcPct val="0"/>
                </a:spcAft>
                <a:buNone/>
              </a:pPr>
              <a:t>31%</a:t>
            </a:fld>
            <a:endParaRPr lang="en-US" sz="1200">
              <a:sym typeface="Arial\"/>
            </a:endParaRPr>
          </a:p>
        </p:txBody>
      </p:sp>
      <p:sp>
        <p:nvSpPr>
          <p:cNvPr id="32" name="Text Placeholder 4">
            <a:extLst>
              <a:ext uri="{FF2B5EF4-FFF2-40B4-BE49-F238E27FC236}">
                <a16:creationId xmlns:a16="http://schemas.microsoft.com/office/drawing/2014/main" id="{ADF48138-3588-3C0F-4E50-035BF705750F}"/>
              </a:ext>
            </a:extLst>
          </p:cNvPr>
          <p:cNvSpPr>
            <a:spLocks/>
          </p:cNvSpPr>
          <p:nvPr>
            <p:custDataLst>
              <p:tags r:id="rId27"/>
            </p:custDataLst>
          </p:nvPr>
        </p:nvSpPr>
        <p:spPr bwMode="auto">
          <a:xfrm>
            <a:off x="5853113" y="559911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8BE76B73-BFAB-444E-927E-6FA5D2A2CD35}"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55" name="Text Placeholder 2">
            <a:extLst>
              <a:ext uri="{FF2B5EF4-FFF2-40B4-BE49-F238E27FC236}">
                <a16:creationId xmlns:a16="http://schemas.microsoft.com/office/drawing/2014/main" id="{FA0B0FF1-5C56-3E83-D807-1FC0A40EE33F}"/>
              </a:ext>
            </a:extLst>
          </p:cNvPr>
          <p:cNvSpPr>
            <a:spLocks/>
          </p:cNvSpPr>
          <p:nvPr>
            <p:custDataLst>
              <p:tags r:id="rId28"/>
            </p:custDataLst>
          </p:nvPr>
        </p:nvSpPr>
        <p:spPr bwMode="gray">
          <a:xfrm>
            <a:off x="7392988" y="5278438"/>
            <a:ext cx="3095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D1528E3-5A51-4E75-9562-AE00B626BE0E}" type="datetime'''''''''2''''''''2''''%'''''''''''''''''''''''''">
              <a:rPr lang="en-US" altLang="en-US" sz="1200" smtClean="0">
                <a:solidFill>
                  <a:schemeClr val="bg1"/>
                </a:solidFill>
              </a:rPr>
              <a:pPr marL="0" lvl="0" indent="0" algn="ctr">
                <a:spcBef>
                  <a:spcPct val="0"/>
                </a:spcBef>
                <a:spcAft>
                  <a:spcPct val="0"/>
                </a:spcAft>
                <a:buNone/>
              </a:pPr>
              <a:t>22%</a:t>
            </a:fld>
            <a:endParaRPr lang="en-US" sz="1200">
              <a:solidFill>
                <a:schemeClr val="bg1"/>
              </a:solidFill>
              <a:sym typeface="Arial\"/>
            </a:endParaRPr>
          </a:p>
        </p:txBody>
      </p:sp>
      <p:sp>
        <p:nvSpPr>
          <p:cNvPr id="56" name="Text Placeholder 2">
            <a:extLst>
              <a:ext uri="{FF2B5EF4-FFF2-40B4-BE49-F238E27FC236}">
                <a16:creationId xmlns:a16="http://schemas.microsoft.com/office/drawing/2014/main" id="{14CF34B9-0E89-2C8B-3B87-038DA5A3DDBA}"/>
              </a:ext>
            </a:extLst>
          </p:cNvPr>
          <p:cNvSpPr>
            <a:spLocks/>
          </p:cNvSpPr>
          <p:nvPr>
            <p:custDataLst>
              <p:tags r:id="rId29"/>
            </p:custDataLst>
          </p:nvPr>
        </p:nvSpPr>
        <p:spPr bwMode="gray">
          <a:xfrm>
            <a:off x="7392988" y="4686300"/>
            <a:ext cx="3095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C5FC5DE-1CAD-442E-8A83-E3F144141F1B}" type="datetime'''''4''''''''''''9''''''''''''''''''''''''''''''%'''''''''">
              <a:rPr lang="en-US" altLang="en-US" sz="1200" smtClean="0">
                <a:solidFill>
                  <a:schemeClr val="bg1"/>
                </a:solidFill>
              </a:rPr>
              <a:pPr marL="0" lvl="0" indent="0" algn="ctr">
                <a:spcBef>
                  <a:spcPct val="0"/>
                </a:spcBef>
                <a:spcAft>
                  <a:spcPct val="0"/>
                </a:spcAft>
                <a:buNone/>
              </a:pPr>
              <a:t>49%</a:t>
            </a:fld>
            <a:endParaRPr lang="en-US" sz="1200">
              <a:solidFill>
                <a:schemeClr val="bg1"/>
              </a:solidFill>
              <a:sym typeface="Arial\"/>
            </a:endParaRPr>
          </a:p>
        </p:txBody>
      </p:sp>
      <p:sp>
        <p:nvSpPr>
          <p:cNvPr id="57" name="Text Placeholder 2">
            <a:extLst>
              <a:ext uri="{FF2B5EF4-FFF2-40B4-BE49-F238E27FC236}">
                <a16:creationId xmlns:a16="http://schemas.microsoft.com/office/drawing/2014/main" id="{37054F2C-A1E4-E9FD-F3CA-5E2F1D418237}"/>
              </a:ext>
            </a:extLst>
          </p:cNvPr>
          <p:cNvSpPr>
            <a:spLocks/>
          </p:cNvSpPr>
          <p:nvPr>
            <p:custDataLst>
              <p:tags r:id="rId30"/>
            </p:custDataLst>
          </p:nvPr>
        </p:nvSpPr>
        <p:spPr bwMode="gray">
          <a:xfrm>
            <a:off x="7392988" y="4038600"/>
            <a:ext cx="3095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D223D52-3785-41FD-9BA3-71C70B9BF26D}" type="datetime'''''''''2''''''''''''9%'''''''''''''">
              <a:rPr lang="en-US" altLang="en-US" sz="1200" smtClean="0"/>
              <a:pPr marL="0" lvl="0" indent="0" algn="ctr">
                <a:spcBef>
                  <a:spcPct val="0"/>
                </a:spcBef>
                <a:spcAft>
                  <a:spcPct val="0"/>
                </a:spcAft>
                <a:buNone/>
              </a:pPr>
              <a:t>29%</a:t>
            </a:fld>
            <a:endParaRPr lang="en-US" sz="1200">
              <a:sym typeface="Arial\"/>
            </a:endParaRPr>
          </a:p>
        </p:txBody>
      </p:sp>
      <p:sp>
        <p:nvSpPr>
          <p:cNvPr id="33" name="Text Placeholder 4">
            <a:extLst>
              <a:ext uri="{FF2B5EF4-FFF2-40B4-BE49-F238E27FC236}">
                <a16:creationId xmlns:a16="http://schemas.microsoft.com/office/drawing/2014/main" id="{5754F419-ED7C-5051-BD3A-33916C31CFC2}"/>
              </a:ext>
            </a:extLst>
          </p:cNvPr>
          <p:cNvSpPr>
            <a:spLocks/>
          </p:cNvSpPr>
          <p:nvPr>
            <p:custDataLst>
              <p:tags r:id="rId31"/>
            </p:custDataLst>
          </p:nvPr>
        </p:nvSpPr>
        <p:spPr bwMode="auto">
          <a:xfrm>
            <a:off x="7350125" y="559911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6D4A8174-DA1A-4698-87F2-E9294F619DB7}"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7" name="Text Placeholder 2">
            <a:extLst>
              <a:ext uri="{FF2B5EF4-FFF2-40B4-BE49-F238E27FC236}">
                <a16:creationId xmlns:a16="http://schemas.microsoft.com/office/drawing/2014/main" id="{EBA4FA58-2B9F-F20E-2973-F8C4CB4FE095}"/>
              </a:ext>
            </a:extLst>
          </p:cNvPr>
          <p:cNvSpPr>
            <a:spLocks/>
          </p:cNvSpPr>
          <p:nvPr>
            <p:custDataLst>
              <p:tags r:id="rId32"/>
            </p:custDataLst>
          </p:nvPr>
        </p:nvSpPr>
        <p:spPr bwMode="auto">
          <a:xfrm>
            <a:off x="8167688" y="5192713"/>
            <a:ext cx="942975"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59A4D31E-6559-4FC7-81D9-27F4253118FE}" type="datetime'E''''xp''at ''''''P''''r''''e''''m''ium&#10; T''o''p-''up''*'''">
              <a:rPr lang="en-US" altLang="en-US" sz="1200" smtClean="0"/>
              <a:pPr marL="0" lvl="0" indent="0">
                <a:spcBef>
                  <a:spcPct val="0"/>
                </a:spcBef>
                <a:spcAft>
                  <a:spcPct val="0"/>
                </a:spcAft>
                <a:buNone/>
              </a:pPr>
              <a:t>Expat Premium
 Top-up*</a:t>
            </a:fld>
            <a:endParaRPr lang="en-US" sz="1200">
              <a:sym typeface="Arial\"/>
            </a:endParaRPr>
          </a:p>
        </p:txBody>
      </p:sp>
      <p:sp>
        <p:nvSpPr>
          <p:cNvPr id="38" name="Text Placeholder 2">
            <a:extLst>
              <a:ext uri="{FF2B5EF4-FFF2-40B4-BE49-F238E27FC236}">
                <a16:creationId xmlns:a16="http://schemas.microsoft.com/office/drawing/2014/main" id="{58568648-B08E-D784-30CF-8EE3415B6B4A}"/>
              </a:ext>
            </a:extLst>
          </p:cNvPr>
          <p:cNvSpPr>
            <a:spLocks/>
          </p:cNvSpPr>
          <p:nvPr>
            <p:custDataLst>
              <p:tags r:id="rId33"/>
            </p:custDataLst>
          </p:nvPr>
        </p:nvSpPr>
        <p:spPr bwMode="auto">
          <a:xfrm>
            <a:off x="8167688" y="4603750"/>
            <a:ext cx="977900"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190FFDD1-EE9A-4216-82B7-4B69836003D2}" type="datetime'E''xpa''t'''''' Co''mpl''e''te''''&#10;'' ''''Pa''''ckag''''e'''">
              <a:rPr lang="en-US" altLang="en-US" sz="1200" smtClean="0"/>
              <a:pPr marL="0" lvl="0" indent="0">
                <a:spcBef>
                  <a:spcPct val="0"/>
                </a:spcBef>
                <a:spcAft>
                  <a:spcPct val="0"/>
                </a:spcAft>
                <a:buNone/>
              </a:pPr>
              <a:t>Expat Complete
 Package</a:t>
            </a:fld>
            <a:endParaRPr lang="en-US" sz="1200">
              <a:sym typeface="Arial\"/>
            </a:endParaRPr>
          </a:p>
        </p:txBody>
      </p:sp>
      <p:sp>
        <p:nvSpPr>
          <p:cNvPr id="39" name="Text Placeholder 2">
            <a:extLst>
              <a:ext uri="{FF2B5EF4-FFF2-40B4-BE49-F238E27FC236}">
                <a16:creationId xmlns:a16="http://schemas.microsoft.com/office/drawing/2014/main" id="{CF43544F-F871-37FA-29BB-751583F79E31}"/>
              </a:ext>
            </a:extLst>
          </p:cNvPr>
          <p:cNvSpPr>
            <a:spLocks/>
          </p:cNvSpPr>
          <p:nvPr>
            <p:custDataLst>
              <p:tags r:id="rId34"/>
            </p:custDataLst>
          </p:nvPr>
        </p:nvSpPr>
        <p:spPr bwMode="auto">
          <a:xfrm>
            <a:off x="8167688" y="3956050"/>
            <a:ext cx="558800"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56A0A294-2774-4116-A0BA-788CCD517970}" type="datetime'S''a''udi'''''' &#10;''''''N''''''a''t''i''''o''''''na''l '">
              <a:rPr lang="en-US" altLang="en-US" sz="1200" smtClean="0"/>
              <a:pPr marL="0" lvl="0" indent="0">
                <a:spcBef>
                  <a:spcPct val="0"/>
                </a:spcBef>
                <a:spcAft>
                  <a:spcPct val="0"/>
                </a:spcAft>
                <a:buNone/>
              </a:pPr>
              <a:t>Saudi 
National </a:t>
            </a:fld>
            <a:endParaRPr lang="en-US" sz="1200">
              <a:sym typeface="Arial\"/>
            </a:endParaRPr>
          </a:p>
        </p:txBody>
      </p:sp>
      <p:sp>
        <p:nvSpPr>
          <p:cNvPr id="41" name="Text Placeholder 2">
            <a:extLst>
              <a:ext uri="{FF2B5EF4-FFF2-40B4-BE49-F238E27FC236}">
                <a16:creationId xmlns:a16="http://schemas.microsoft.com/office/drawing/2014/main" id="{F8555FF9-02D6-B0AB-66A9-47EDC64E0130}"/>
              </a:ext>
            </a:extLst>
          </p:cNvPr>
          <p:cNvSpPr>
            <a:spLocks/>
          </p:cNvSpPr>
          <p:nvPr>
            <p:custDataLst>
              <p:tags r:id="rId35"/>
            </p:custDataLst>
          </p:nvPr>
        </p:nvSpPr>
        <p:spPr bwMode="gray">
          <a:xfrm>
            <a:off x="4395788" y="4530725"/>
            <a:ext cx="3190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2D13836-E587-4421-880E-F8B0BD4CF502}" type="datetime'''''''''0''''''''''''''.''''59'''''''''''''''''''''''''''''''">
              <a:rPr lang="en-US" altLang="en-US" sz="1200" b="1" smtClean="0">
                <a:solidFill>
                  <a:srgbClr val="000000"/>
                </a:solidFill>
              </a:rPr>
              <a:pPr marL="0" lvl="0" indent="0" algn="ctr">
                <a:spcBef>
                  <a:spcPct val="0"/>
                </a:spcBef>
                <a:spcAft>
                  <a:spcPct val="0"/>
                </a:spcAft>
                <a:buNone/>
              </a:pPr>
              <a:t>0.59</a:t>
            </a:fld>
            <a:endParaRPr lang="en-US" sz="1200" b="1">
              <a:solidFill>
                <a:srgbClr val="000000"/>
              </a:solidFill>
              <a:sym typeface="Arial\"/>
            </a:endParaRPr>
          </a:p>
        </p:txBody>
      </p:sp>
      <p:sp>
        <p:nvSpPr>
          <p:cNvPr id="42" name="Text Placeholder 2">
            <a:extLst>
              <a:ext uri="{FF2B5EF4-FFF2-40B4-BE49-F238E27FC236}">
                <a16:creationId xmlns:a16="http://schemas.microsoft.com/office/drawing/2014/main" id="{D1FBEFF2-5463-564B-D109-D0DE6054143E}"/>
              </a:ext>
            </a:extLst>
          </p:cNvPr>
          <p:cNvSpPr>
            <a:spLocks/>
          </p:cNvSpPr>
          <p:nvPr>
            <p:custDataLst>
              <p:tags r:id="rId36"/>
            </p:custDataLst>
          </p:nvPr>
        </p:nvSpPr>
        <p:spPr bwMode="gray">
          <a:xfrm>
            <a:off x="5891213" y="4148138"/>
            <a:ext cx="3190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A687DC2-670F-4C4B-9C0C-6D46D8C1856D}" type="datetime'''''''0''.''''8''''''''''6'''''''''''''''''''''''''''''">
              <a:rPr lang="en-US" altLang="en-US" sz="1200" b="1" smtClean="0">
                <a:solidFill>
                  <a:srgbClr val="000000"/>
                </a:solidFill>
              </a:rPr>
              <a:pPr marL="0" lvl="0" indent="0" algn="ctr">
                <a:spcBef>
                  <a:spcPct val="0"/>
                </a:spcBef>
                <a:spcAft>
                  <a:spcPct val="0"/>
                </a:spcAft>
                <a:buNone/>
              </a:pPr>
              <a:t>0.86</a:t>
            </a:fld>
            <a:endParaRPr lang="en-US" sz="1200" b="1">
              <a:solidFill>
                <a:srgbClr val="000000"/>
              </a:solidFill>
              <a:sym typeface="Arial\"/>
            </a:endParaRPr>
          </a:p>
        </p:txBody>
      </p:sp>
      <p:sp>
        <p:nvSpPr>
          <p:cNvPr id="44" name="Text Placeholder 2">
            <a:extLst>
              <a:ext uri="{FF2B5EF4-FFF2-40B4-BE49-F238E27FC236}">
                <a16:creationId xmlns:a16="http://schemas.microsoft.com/office/drawing/2014/main" id="{54D39425-42F1-2C66-24E0-788EFC10FA49}"/>
              </a:ext>
            </a:extLst>
          </p:cNvPr>
          <p:cNvSpPr>
            <a:spLocks/>
          </p:cNvSpPr>
          <p:nvPr>
            <p:custDataLst>
              <p:tags r:id="rId37"/>
            </p:custDataLst>
          </p:nvPr>
        </p:nvSpPr>
        <p:spPr bwMode="gray">
          <a:xfrm>
            <a:off x="7388225" y="3690938"/>
            <a:ext cx="3190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A7181D6-DC2E-4731-A81B-7E75485B9F70}" type="datetime'''''''''''''''1''''''''.''''''''''1''''''8'''''''''''''''''">
              <a:rPr lang="en-US" altLang="en-US" sz="1200" b="1" smtClean="0">
                <a:solidFill>
                  <a:srgbClr val="000000"/>
                </a:solidFill>
              </a:rPr>
              <a:pPr marL="0" lvl="0" indent="0" algn="ctr">
                <a:spcBef>
                  <a:spcPct val="0"/>
                </a:spcBef>
                <a:spcAft>
                  <a:spcPct val="0"/>
                </a:spcAft>
                <a:buNone/>
              </a:pPr>
              <a:t>1.18</a:t>
            </a:fld>
            <a:endParaRPr lang="en-US" sz="1200" b="1">
              <a:solidFill>
                <a:srgbClr val="000000"/>
              </a:solidFill>
              <a:sym typeface="Arial\"/>
            </a:endParaRPr>
          </a:p>
        </p:txBody>
      </p:sp>
      <p:sp>
        <p:nvSpPr>
          <p:cNvPr id="58" name="Text Placeholder 2">
            <a:extLst>
              <a:ext uri="{FF2B5EF4-FFF2-40B4-BE49-F238E27FC236}">
                <a16:creationId xmlns:a16="http://schemas.microsoft.com/office/drawing/2014/main" id="{7A11B485-1BA3-43D7-723B-BA32B0CE6302}"/>
              </a:ext>
            </a:extLst>
          </p:cNvPr>
          <p:cNvSpPr>
            <a:spLocks/>
          </p:cNvSpPr>
          <p:nvPr>
            <p:custDataLst>
              <p:tags r:id="rId38"/>
            </p:custDataLst>
          </p:nvPr>
        </p:nvSpPr>
        <p:spPr bwMode="auto">
          <a:xfrm>
            <a:off x="5667375" y="3811588"/>
            <a:ext cx="766763"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10D4A91-8EDC-4DF8-9F37-EC84423581AA}" type="datetime'42''%'''''''''''''''''''''''''''''''''''''''''''''''''''">
              <a:rPr lang="en-US" altLang="en-US" sz="1200" b="1" smtClean="0">
                <a:solidFill>
                  <a:schemeClr val="bg1"/>
                </a:solidFill>
                <a:effectLst/>
              </a:rPr>
              <a:pPr marL="0" lvl="0" indent="0" algn="ctr">
                <a:spcBef>
                  <a:spcPct val="0"/>
                </a:spcBef>
                <a:spcAft>
                  <a:spcPct val="0"/>
                </a:spcAft>
                <a:buNone/>
              </a:pPr>
              <a:t>42%</a:t>
            </a:fld>
            <a:r>
              <a:rPr lang="en-US" sz="1200" b="1">
                <a:solidFill>
                  <a:schemeClr val="bg1"/>
                </a:solidFill>
                <a:sym typeface="Arial\"/>
              </a:rPr>
              <a:t> p.a.</a:t>
            </a:r>
          </a:p>
        </p:txBody>
      </p:sp>
      <p:sp>
        <p:nvSpPr>
          <p:cNvPr id="3137" name="Rectangle 3136">
            <a:extLst>
              <a:ext uri="{FF2B5EF4-FFF2-40B4-BE49-F238E27FC236}">
                <a16:creationId xmlns:a16="http://schemas.microsoft.com/office/drawing/2014/main" id="{B09E3B07-98C2-C4E0-2441-0B30E75AA736}"/>
              </a:ext>
            </a:extLst>
          </p:cNvPr>
          <p:cNvSpPr/>
          <p:nvPr/>
        </p:nvSpPr>
        <p:spPr>
          <a:xfrm>
            <a:off x="4125659" y="1688967"/>
            <a:ext cx="937142" cy="274320"/>
          </a:xfrm>
          <a:prstGeom prst="rect">
            <a:avLst/>
          </a:prstGeom>
          <a:no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2026</a:t>
            </a:r>
          </a:p>
        </p:txBody>
      </p:sp>
      <p:sp>
        <p:nvSpPr>
          <p:cNvPr id="3138" name="Rectangle 3137">
            <a:extLst>
              <a:ext uri="{FF2B5EF4-FFF2-40B4-BE49-F238E27FC236}">
                <a16:creationId xmlns:a16="http://schemas.microsoft.com/office/drawing/2014/main" id="{24F4EC2D-A081-6959-BBDE-DA979360EAB6}"/>
              </a:ext>
            </a:extLst>
          </p:cNvPr>
          <p:cNvSpPr/>
          <p:nvPr/>
        </p:nvSpPr>
        <p:spPr>
          <a:xfrm>
            <a:off x="5608384" y="1688967"/>
            <a:ext cx="937142" cy="274320"/>
          </a:xfrm>
          <a:prstGeom prst="rect">
            <a:avLst/>
          </a:prstGeom>
          <a:no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2027</a:t>
            </a:r>
          </a:p>
        </p:txBody>
      </p:sp>
      <p:sp>
        <p:nvSpPr>
          <p:cNvPr id="3139" name="Rectangle 3138">
            <a:extLst>
              <a:ext uri="{FF2B5EF4-FFF2-40B4-BE49-F238E27FC236}">
                <a16:creationId xmlns:a16="http://schemas.microsoft.com/office/drawing/2014/main" id="{B7B8DDEC-08E3-4B4E-96AC-C13099DFF140}"/>
              </a:ext>
            </a:extLst>
          </p:cNvPr>
          <p:cNvSpPr/>
          <p:nvPr/>
        </p:nvSpPr>
        <p:spPr>
          <a:xfrm>
            <a:off x="7074561" y="1688967"/>
            <a:ext cx="937142" cy="274320"/>
          </a:xfrm>
          <a:prstGeom prst="rect">
            <a:avLst/>
          </a:prstGeom>
          <a:no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2028</a:t>
            </a:r>
          </a:p>
        </p:txBody>
      </p:sp>
    </p:spTree>
    <p:extLst>
      <p:ext uri="{BB962C8B-B14F-4D97-AF65-F5344CB8AC3E}">
        <p14:creationId xmlns:p14="http://schemas.microsoft.com/office/powerpoint/2010/main" val="286466027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48B16B-35BB-6C1F-D6A1-7404ACE6F14B}"/>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E480406D-C864-601F-6099-6F205DC82229}"/>
              </a:ext>
            </a:extLst>
          </p:cNvPr>
          <p:cNvGraphicFramePr>
            <a:graphicFrameLocks/>
          </p:cNvGraphicFramePr>
          <p:nvPr>
            <p:custDataLst>
              <p:tags r:id="rId1"/>
            </p:custDataLst>
            <p:extLst>
              <p:ext uri="{D42A27DB-BD31-4B8C-83A1-F6EECF244321}">
                <p14:modId xmlns:p14="http://schemas.microsoft.com/office/powerpoint/2010/main" val="372864702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306" imgH="306" progId="TCLayout.ActiveDocument.1">
                  <p:embed/>
                </p:oleObj>
              </mc:Choice>
              <mc:Fallback>
                <p:oleObj name="think-cell Slide" r:id="rId10" imgW="306" imgH="306" progId="TCLayout.ActiveDocument.1">
                  <p:embed/>
                  <p:pic>
                    <p:nvPicPr>
                      <p:cNvPr id="9" name="Object 8" hidden="1">
                        <a:extLst>
                          <a:ext uri="{FF2B5EF4-FFF2-40B4-BE49-F238E27FC236}">
                            <a16:creationId xmlns:a16="http://schemas.microsoft.com/office/drawing/2014/main" id="{E480406D-C864-601F-6099-6F205DC82229}"/>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3C2482BB-632E-C738-F49D-FA675C59CDAF}"/>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600" b="0" i="0" u="none" strike="noStrike" kern="1200" cap="none" spc="0" normalizeH="0" baseline="0" noProof="0" err="1">
                <a:ln w="6350" cap="flat">
                  <a:noFill/>
                  <a:miter lim="800000"/>
                </a:ln>
                <a:effectLst/>
                <a:uLnTx/>
                <a:uFillTx/>
                <a:latin typeface="Georgia" panose="02040502050405020303" pitchFamily="18" charset="0"/>
                <a:ea typeface="+mj-ea"/>
                <a:cs typeface="Arial" panose="020B0604020202020204" pitchFamily="34" charset="0"/>
              </a:rPr>
              <a:t>Oncosalud’s</a:t>
            </a:r>
            <a:r>
              <a:rPr kumimoji="0" lang="en-US" sz="2600" b="0" i="0" u="none" strike="noStrike" kern="1200" cap="none" spc="0" normalizeH="0" baseline="0" noProof="0">
                <a:ln w="6350" cap="flat">
                  <a:noFill/>
                  <a:miter lim="800000"/>
                </a:ln>
                <a:effectLst/>
                <a:uLnTx/>
                <a:uFillTx/>
                <a:latin typeface="Georgia" panose="02040502050405020303" pitchFamily="18" charset="0"/>
                <a:ea typeface="+mj-ea"/>
                <a:cs typeface="Arial" panose="020B0604020202020204" pitchFamily="34" charset="0"/>
              </a:rPr>
              <a:t> integrated </a:t>
            </a:r>
            <a:r>
              <a:rPr kumimoji="0" lang="en-US" sz="2600" i="0" u="none" strike="noStrike" kern="1200" cap="none" spc="0" normalizeH="0" baseline="0" noProof="0">
                <a:ln w="6350" cap="flat">
                  <a:noFill/>
                  <a:miter lim="800000"/>
                </a:ln>
                <a:effectLst/>
                <a:uLnTx/>
                <a:uFillTx/>
                <a:latin typeface="Georgia" panose="02040502050405020303" pitchFamily="18" charset="0"/>
                <a:ea typeface="+mj-ea"/>
                <a:cs typeface="Arial" panose="020B0604020202020204" pitchFamily="34" charset="0"/>
              </a:rPr>
              <a:t>oncology insurance </a:t>
            </a:r>
            <a:r>
              <a:rPr kumimoji="0" lang="en-US" sz="2600" b="0" i="0" u="none" strike="noStrike" kern="1200" cap="none" spc="0" normalizeH="0" baseline="0" noProof="0">
                <a:ln w="6350" cap="flat">
                  <a:noFill/>
                  <a:miter lim="800000"/>
                </a:ln>
                <a:effectLst/>
                <a:uLnTx/>
                <a:uFillTx/>
                <a:latin typeface="Georgia" panose="02040502050405020303" pitchFamily="18" charset="0"/>
                <a:ea typeface="+mj-ea"/>
                <a:cs typeface="Arial" panose="020B0604020202020204" pitchFamily="34" charset="0"/>
              </a:rPr>
              <a:t>model illustrates how OC can enter the insurance space through end-to-end, cancer-specific offering</a:t>
            </a:r>
          </a:p>
        </p:txBody>
      </p:sp>
      <p:sp>
        <p:nvSpPr>
          <p:cNvPr id="4" name="Slide Number Placeholder 3">
            <a:extLst>
              <a:ext uri="{FF2B5EF4-FFF2-40B4-BE49-F238E27FC236}">
                <a16:creationId xmlns:a16="http://schemas.microsoft.com/office/drawing/2014/main" id="{8E7BEB2E-8FD6-167C-8FA4-125E5A734661}"/>
              </a:ext>
            </a:extLst>
          </p:cNvPr>
          <p:cNvSpPr>
            <a:spLocks noGrp="1"/>
          </p:cNvSpPr>
          <p:nvPr>
            <p:ph type="sldNum" sz="quarter" idx="12"/>
          </p:nvPr>
        </p:nvSpPr>
        <p:spPr/>
        <p:txBody>
          <a:bodyPr/>
          <a:lstStyle/>
          <a:p>
            <a:fld id="{8E1CF2E5-4A16-4FBD-9713-265FD1DAAE65}" type="slidenum">
              <a:rPr lang="en-US" smtClean="0"/>
              <a:t>47</a:t>
            </a:fld>
            <a:endParaRPr lang="en-US"/>
          </a:p>
        </p:txBody>
      </p:sp>
      <p:grpSp>
        <p:nvGrpSpPr>
          <p:cNvPr id="126" name="Group 125">
            <a:extLst>
              <a:ext uri="{FF2B5EF4-FFF2-40B4-BE49-F238E27FC236}">
                <a16:creationId xmlns:a16="http://schemas.microsoft.com/office/drawing/2014/main" id="{8D0BE027-5BCA-A1C6-375F-A5C79A9D879F}"/>
              </a:ext>
            </a:extLst>
          </p:cNvPr>
          <p:cNvGrpSpPr/>
          <p:nvPr/>
        </p:nvGrpSpPr>
        <p:grpSpPr>
          <a:xfrm>
            <a:off x="-897410" y="279546"/>
            <a:ext cx="338328" cy="3872943"/>
            <a:chOff x="-460920" y="279546"/>
            <a:chExt cx="338328" cy="3872943"/>
          </a:xfrm>
        </p:grpSpPr>
        <p:sp>
          <p:nvSpPr>
            <p:cNvPr id="127" name="Google Shape;139;p2">
              <a:extLst>
                <a:ext uri="{FF2B5EF4-FFF2-40B4-BE49-F238E27FC236}">
                  <a16:creationId xmlns:a16="http://schemas.microsoft.com/office/drawing/2014/main" id="{B8BC1754-F481-E738-ACF1-4B5CF3A6303C}"/>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28" name="Google Shape;140;p2">
              <a:extLst>
                <a:ext uri="{FF2B5EF4-FFF2-40B4-BE49-F238E27FC236}">
                  <a16:creationId xmlns:a16="http://schemas.microsoft.com/office/drawing/2014/main" id="{9D815EBA-6584-0A18-C609-C041FBD5F141}"/>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29" name="Google Shape;141;p2">
              <a:extLst>
                <a:ext uri="{FF2B5EF4-FFF2-40B4-BE49-F238E27FC236}">
                  <a16:creationId xmlns:a16="http://schemas.microsoft.com/office/drawing/2014/main" id="{FBF29AED-6A5B-73C8-D888-A023E1C7593A}"/>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0" name="Google Shape;142;p2">
              <a:extLst>
                <a:ext uri="{FF2B5EF4-FFF2-40B4-BE49-F238E27FC236}">
                  <a16:creationId xmlns:a16="http://schemas.microsoft.com/office/drawing/2014/main" id="{761DFCC8-CDC7-9A8E-192C-0FD1CEADE473}"/>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1" name="Google Shape;143;p2">
              <a:extLst>
                <a:ext uri="{FF2B5EF4-FFF2-40B4-BE49-F238E27FC236}">
                  <a16:creationId xmlns:a16="http://schemas.microsoft.com/office/drawing/2014/main" id="{1AE70E21-BC43-BB01-00AC-E76C2046D98C}"/>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2" name="Google Shape;147;p2">
              <a:extLst>
                <a:ext uri="{FF2B5EF4-FFF2-40B4-BE49-F238E27FC236}">
                  <a16:creationId xmlns:a16="http://schemas.microsoft.com/office/drawing/2014/main" id="{0C89E77C-4D25-499B-C9A0-D8C7BC403889}"/>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3" name="Google Shape;151;p2">
              <a:extLst>
                <a:ext uri="{FF2B5EF4-FFF2-40B4-BE49-F238E27FC236}">
                  <a16:creationId xmlns:a16="http://schemas.microsoft.com/office/drawing/2014/main" id="{47362ABA-6C64-44AF-A02D-0068C3CFA995}"/>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4" name="Google Shape;147;p2">
              <a:extLst>
                <a:ext uri="{FF2B5EF4-FFF2-40B4-BE49-F238E27FC236}">
                  <a16:creationId xmlns:a16="http://schemas.microsoft.com/office/drawing/2014/main" id="{B050D910-135A-876F-3E8C-D51A07C9BF65}"/>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grpSp>
        <p:nvGrpSpPr>
          <p:cNvPr id="3" name="Group 2">
            <a:extLst>
              <a:ext uri="{FF2B5EF4-FFF2-40B4-BE49-F238E27FC236}">
                <a16:creationId xmlns:a16="http://schemas.microsoft.com/office/drawing/2014/main" id="{88B9BC0F-A0F5-C86B-2CA3-5C2B9AB123DB}"/>
              </a:ext>
            </a:extLst>
          </p:cNvPr>
          <p:cNvGrpSpPr/>
          <p:nvPr/>
        </p:nvGrpSpPr>
        <p:grpSpPr>
          <a:xfrm>
            <a:off x="15130" y="47516"/>
            <a:ext cx="171132" cy="228600"/>
            <a:chOff x="0" y="49329"/>
            <a:chExt cx="171132" cy="228600"/>
          </a:xfrm>
        </p:grpSpPr>
        <p:cxnSp>
          <p:nvCxnSpPr>
            <p:cNvPr id="14" name="Straight Connector 13">
              <a:extLst>
                <a:ext uri="{FF2B5EF4-FFF2-40B4-BE49-F238E27FC236}">
                  <a16:creationId xmlns:a16="http://schemas.microsoft.com/office/drawing/2014/main" id="{234D1EEE-5B3B-5FC1-DF2C-E40668BCEFCD}"/>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Rectangle: Rounded Corners 23">
              <a:extLst>
                <a:ext uri="{FF2B5EF4-FFF2-40B4-BE49-F238E27FC236}">
                  <a16:creationId xmlns:a16="http://schemas.microsoft.com/office/drawing/2014/main" id="{C73A5A0E-D65F-9750-7DEB-AC6CF75AC5C1}"/>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25" name="Google Shape;1129;p23">
            <a:extLst>
              <a:ext uri="{FF2B5EF4-FFF2-40B4-BE49-F238E27FC236}">
                <a16:creationId xmlns:a16="http://schemas.microsoft.com/office/drawing/2014/main" id="{97FC74AD-7A01-FED7-D3DA-B72EA732B994}"/>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Onco-insurance</a:t>
            </a:r>
            <a:endParaRPr lang="en-US">
              <a:solidFill>
                <a:schemeClr val="bg1"/>
              </a:solidFill>
              <a:latin typeface="Calibri"/>
              <a:ea typeface="Calibri"/>
              <a:cs typeface="Calibri"/>
            </a:endParaRPr>
          </a:p>
        </p:txBody>
      </p:sp>
      <p:sp>
        <p:nvSpPr>
          <p:cNvPr id="7" name="TextBox 6">
            <a:extLst>
              <a:ext uri="{FF2B5EF4-FFF2-40B4-BE49-F238E27FC236}">
                <a16:creationId xmlns:a16="http://schemas.microsoft.com/office/drawing/2014/main" id="{486315FE-62BE-F140-2BC3-C8068107D684}"/>
              </a:ext>
            </a:extLst>
          </p:cNvPr>
          <p:cNvSpPr txBox="1"/>
          <p:nvPr/>
        </p:nvSpPr>
        <p:spPr>
          <a:xfrm>
            <a:off x="2074276" y="1830829"/>
            <a:ext cx="3983624" cy="1277273"/>
          </a:xfrm>
          <a:prstGeom prst="rect">
            <a:avLst/>
          </a:prstGeom>
          <a:noFill/>
        </p:spPr>
        <p:txBody>
          <a:bodyPr wrap="square" rtlCol="0">
            <a:spAutoFit/>
          </a:bodyPr>
          <a:lstStyle/>
          <a:p>
            <a:pPr marL="285750" indent="-285750">
              <a:spcBef>
                <a:spcPts val="300"/>
              </a:spcBef>
              <a:spcAft>
                <a:spcPts val="300"/>
              </a:spcAft>
              <a:buFont typeface="Arial" panose="020B0604020202020204" pitchFamily="34" charset="0"/>
              <a:buChar char="•"/>
            </a:pPr>
            <a:r>
              <a:rPr lang="en-US" sz="1200" b="1"/>
              <a:t>Latin American Healthcare company  </a:t>
            </a:r>
            <a:r>
              <a:rPr lang="en-US" sz="1200"/>
              <a:t>and a brand of</a:t>
            </a:r>
            <a:r>
              <a:rPr lang="en-US" sz="1200" b="1"/>
              <a:t> oncology insurance plans </a:t>
            </a:r>
            <a:r>
              <a:rPr lang="en-US" sz="1200"/>
              <a:t>offered by </a:t>
            </a:r>
            <a:r>
              <a:rPr lang="en-US" sz="1200" b="1"/>
              <a:t>Auna</a:t>
            </a:r>
            <a:r>
              <a:rPr lang="en-US" sz="1200"/>
              <a:t> with operations in Peru Mexico, and Columbia</a:t>
            </a:r>
            <a:endParaRPr lang="en-US" sz="1200" b="1"/>
          </a:p>
          <a:p>
            <a:pPr marL="285750" indent="-285750">
              <a:spcBef>
                <a:spcPts val="300"/>
              </a:spcBef>
              <a:spcAft>
                <a:spcPts val="300"/>
              </a:spcAft>
              <a:buFont typeface="Arial" panose="020B0604020202020204" pitchFamily="34" charset="0"/>
              <a:buChar char="•"/>
            </a:pPr>
            <a:r>
              <a:rPr lang="en-US" sz="1200"/>
              <a:t>Insurance plans are focused exclusively on comprehensive </a:t>
            </a:r>
            <a:r>
              <a:rPr lang="en-US" sz="1200" b="1"/>
              <a:t>cancer care</a:t>
            </a:r>
            <a:r>
              <a:rPr lang="en-US" sz="1200"/>
              <a:t>, from prevention and diagnosis to treatment and follow-up</a:t>
            </a:r>
          </a:p>
        </p:txBody>
      </p:sp>
      <p:sp>
        <p:nvSpPr>
          <p:cNvPr id="8" name="TextBox 7">
            <a:extLst>
              <a:ext uri="{FF2B5EF4-FFF2-40B4-BE49-F238E27FC236}">
                <a16:creationId xmlns:a16="http://schemas.microsoft.com/office/drawing/2014/main" id="{5D6ACBB9-BAC2-1065-6E34-EF8D8DAB272F}"/>
              </a:ext>
            </a:extLst>
          </p:cNvPr>
          <p:cNvSpPr txBox="1"/>
          <p:nvPr/>
        </p:nvSpPr>
        <p:spPr>
          <a:xfrm>
            <a:off x="2074276" y="3204018"/>
            <a:ext cx="3983623" cy="646331"/>
          </a:xfrm>
          <a:prstGeom prst="rect">
            <a:avLst/>
          </a:prstGeom>
          <a:noFill/>
        </p:spPr>
        <p:txBody>
          <a:bodyPr wrap="square" rtlCol="0">
            <a:spAutoFit/>
          </a:bodyPr>
          <a:lstStyle/>
          <a:p>
            <a:pPr marL="285750" indent="-285750">
              <a:spcBef>
                <a:spcPts val="300"/>
              </a:spcBef>
              <a:spcAft>
                <a:spcPts val="300"/>
              </a:spcAft>
              <a:buFont typeface="Arial" panose="020B0604020202020204" pitchFamily="34" charset="0"/>
              <a:buChar char="•"/>
            </a:pPr>
            <a:r>
              <a:rPr lang="en-US" sz="1200" b="1"/>
              <a:t>Auna</a:t>
            </a:r>
            <a:r>
              <a:rPr lang="en-US" sz="1200"/>
              <a:t> owns the </a:t>
            </a:r>
            <a:r>
              <a:rPr lang="en-US" sz="1200" err="1"/>
              <a:t>Oncosalud</a:t>
            </a:r>
            <a:r>
              <a:rPr lang="en-US" sz="1200"/>
              <a:t> brand. Auna operates a large network of hospitals and clinics across Latin America </a:t>
            </a:r>
            <a:r>
              <a:rPr lang="en-US" sz="1200" b="1"/>
              <a:t>(Peru, Mexico, Colombia)</a:t>
            </a:r>
          </a:p>
        </p:txBody>
      </p:sp>
      <p:pic>
        <p:nvPicPr>
          <p:cNvPr id="1040" name="Picture 16" descr="Auna - Leading the Healthcare Transformation in Latin America">
            <a:extLst>
              <a:ext uri="{FF2B5EF4-FFF2-40B4-BE49-F238E27FC236}">
                <a16:creationId xmlns:a16="http://schemas.microsoft.com/office/drawing/2014/main" id="{69E773F6-7864-F653-72BF-5187AFF2899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5810" y="3337717"/>
            <a:ext cx="1223381" cy="272434"/>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B78326B4-FCB7-899D-AF02-31C4E92B1FF3}"/>
              </a:ext>
            </a:extLst>
          </p:cNvPr>
          <p:cNvSpPr/>
          <p:nvPr>
            <p:custDataLst>
              <p:tags r:id="rId3"/>
            </p:custDataLst>
          </p:nvPr>
        </p:nvSpPr>
        <p:spPr>
          <a:xfrm>
            <a:off x="650898" y="1366873"/>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err="1">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Oncosalud</a:t>
            </a: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 - Auna</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E2C4B899-99D6-E140-A723-4AFD736DC102}"/>
              </a:ext>
            </a:extLst>
          </p:cNvPr>
          <p:cNvCxnSpPr>
            <a:cxnSpLocks/>
          </p:cNvCxnSpPr>
          <p:nvPr/>
        </p:nvCxnSpPr>
        <p:spPr>
          <a:xfrm>
            <a:off x="614363" y="1627188"/>
            <a:ext cx="5276850"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0D125AB0-A05C-36D4-5184-DCE2E476A1BC}"/>
              </a:ext>
            </a:extLst>
          </p:cNvPr>
          <p:cNvSpPr/>
          <p:nvPr>
            <p:custDataLst>
              <p:tags r:id="rId4"/>
            </p:custDataLst>
          </p:nvPr>
        </p:nvSpPr>
        <p:spPr>
          <a:xfrm>
            <a:off x="6256771" y="1370028"/>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err="1">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Oncosalud</a:t>
            </a: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 Healthcare </a:t>
            </a:r>
            <a:r>
              <a:rPr lang="en-US" sz="1600" b="1">
                <a:solidFill>
                  <a:schemeClr val="tx1"/>
                </a:solidFill>
                <a:latin typeface="Calibri" panose="020F0502020204030204"/>
                <a:ea typeface="Calibri" panose="020F0502020204030204" pitchFamily="34" charset="0"/>
                <a:cs typeface="Calibri" panose="020F0502020204030204" pitchFamily="34" charset="0"/>
              </a:rPr>
              <a:t>N</a:t>
            </a:r>
            <a:r>
              <a:rPr kumimoji="0" lang="en-US" sz="1600" b="1" i="0" u="none" strike="noStrike" kern="1200" cap="none" spc="0" normalizeH="0" baseline="0" noProof="0" err="1">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etwork</a:t>
            </a: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 Facilities</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sp>
        <p:nvSpPr>
          <p:cNvPr id="17" name="Rectangle 16">
            <a:extLst>
              <a:ext uri="{FF2B5EF4-FFF2-40B4-BE49-F238E27FC236}">
                <a16:creationId xmlns:a16="http://schemas.microsoft.com/office/drawing/2014/main" id="{E1DEFAF4-EEC2-78DC-7114-BF171E5FA488}"/>
              </a:ext>
            </a:extLst>
          </p:cNvPr>
          <p:cNvSpPr/>
          <p:nvPr/>
        </p:nvSpPr>
        <p:spPr>
          <a:xfrm>
            <a:off x="6186488" y="1286858"/>
            <a:ext cx="5462588" cy="2698336"/>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816F913E-4F94-C844-8E83-E7A82BC92677}"/>
              </a:ext>
            </a:extLst>
          </p:cNvPr>
          <p:cNvSpPr/>
          <p:nvPr/>
        </p:nvSpPr>
        <p:spPr>
          <a:xfrm>
            <a:off x="546100" y="1286858"/>
            <a:ext cx="5461000" cy="2703076"/>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BD101ED1-2D20-B71A-D6B1-46EE14B87F7C}"/>
              </a:ext>
            </a:extLst>
          </p:cNvPr>
          <p:cNvSpPr/>
          <p:nvPr/>
        </p:nvSpPr>
        <p:spPr>
          <a:xfrm>
            <a:off x="6186488" y="4152114"/>
            <a:ext cx="5462588" cy="2238410"/>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12799482-7915-5387-0755-7AB3E2860A36}"/>
              </a:ext>
            </a:extLst>
          </p:cNvPr>
          <p:cNvSpPr/>
          <p:nvPr/>
        </p:nvSpPr>
        <p:spPr>
          <a:xfrm>
            <a:off x="546100" y="4152113"/>
            <a:ext cx="5461000" cy="224234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21" name="Straight Connector 20">
            <a:extLst>
              <a:ext uri="{FF2B5EF4-FFF2-40B4-BE49-F238E27FC236}">
                <a16:creationId xmlns:a16="http://schemas.microsoft.com/office/drawing/2014/main" id="{C47646C0-43C1-31BA-0E45-300A6E117107}"/>
              </a:ext>
            </a:extLst>
          </p:cNvPr>
          <p:cNvCxnSpPr>
            <a:cxnSpLocks/>
          </p:cNvCxnSpPr>
          <p:nvPr/>
        </p:nvCxnSpPr>
        <p:spPr>
          <a:xfrm>
            <a:off x="6256771" y="1627188"/>
            <a:ext cx="5276850"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pic>
        <p:nvPicPr>
          <p:cNvPr id="1044" name="Picture 20" descr="Diagnóstico, Clínica y Tratamiento del Cáncer | Oncosalud">
            <a:extLst>
              <a:ext uri="{FF2B5EF4-FFF2-40B4-BE49-F238E27FC236}">
                <a16:creationId xmlns:a16="http://schemas.microsoft.com/office/drawing/2014/main" id="{02549B57-CF62-2212-E422-9086FFDDD7CC}"/>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76538" y="2250160"/>
            <a:ext cx="1267300" cy="369502"/>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extLst>
              <a:ext uri="{FF2B5EF4-FFF2-40B4-BE49-F238E27FC236}">
                <a16:creationId xmlns:a16="http://schemas.microsoft.com/office/drawing/2014/main" id="{E686DE3D-8439-6C44-45BC-9CFE8436912F}"/>
              </a:ext>
            </a:extLst>
          </p:cNvPr>
          <p:cNvSpPr/>
          <p:nvPr>
            <p:custDataLst>
              <p:tags r:id="rId5"/>
            </p:custDataLst>
          </p:nvPr>
        </p:nvSpPr>
        <p:spPr>
          <a:xfrm>
            <a:off x="650898" y="4177513"/>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err="1">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Oncosalud</a:t>
            </a: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 </a:t>
            </a:r>
            <a:r>
              <a:rPr lang="en-US" sz="1600" b="1">
                <a:solidFill>
                  <a:schemeClr val="tx1"/>
                </a:solidFill>
                <a:latin typeface="Calibri" panose="020F0502020204030204"/>
                <a:ea typeface="Calibri" panose="020F0502020204030204" pitchFamily="34" charset="0"/>
                <a:cs typeface="Calibri" panose="020F0502020204030204" pitchFamily="34" charset="0"/>
              </a:rPr>
              <a:t>Insurance Plans</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26" name="Straight Connector 25">
            <a:extLst>
              <a:ext uri="{FF2B5EF4-FFF2-40B4-BE49-F238E27FC236}">
                <a16:creationId xmlns:a16="http://schemas.microsoft.com/office/drawing/2014/main" id="{805E97F2-3B24-ED55-D338-E287557C6B13}"/>
              </a:ext>
            </a:extLst>
          </p:cNvPr>
          <p:cNvCxnSpPr>
            <a:cxnSpLocks/>
          </p:cNvCxnSpPr>
          <p:nvPr/>
        </p:nvCxnSpPr>
        <p:spPr>
          <a:xfrm>
            <a:off x="614363" y="4437828"/>
            <a:ext cx="5276850"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10DF7199-A59D-ABD6-19FE-A4F684558FEA}"/>
              </a:ext>
            </a:extLst>
          </p:cNvPr>
          <p:cNvSpPr/>
          <p:nvPr>
            <p:custDataLst>
              <p:tags r:id="rId6"/>
            </p:custDataLst>
          </p:nvPr>
        </p:nvSpPr>
        <p:spPr>
          <a:xfrm>
            <a:off x="6256771" y="4212587"/>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Comparative Analysis of Insurance Service Models</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28" name="Straight Connector 27">
            <a:extLst>
              <a:ext uri="{FF2B5EF4-FFF2-40B4-BE49-F238E27FC236}">
                <a16:creationId xmlns:a16="http://schemas.microsoft.com/office/drawing/2014/main" id="{50414B9D-045C-E8B8-1CCC-4D05A8E40407}"/>
              </a:ext>
            </a:extLst>
          </p:cNvPr>
          <p:cNvCxnSpPr>
            <a:cxnSpLocks/>
          </p:cNvCxnSpPr>
          <p:nvPr/>
        </p:nvCxnSpPr>
        <p:spPr>
          <a:xfrm>
            <a:off x="6256771" y="4469747"/>
            <a:ext cx="5276850"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385A71B1-0411-428B-15E7-8B762B35AA32}"/>
              </a:ext>
            </a:extLst>
          </p:cNvPr>
          <p:cNvSpPr/>
          <p:nvPr/>
        </p:nvSpPr>
        <p:spPr>
          <a:xfrm>
            <a:off x="6324599" y="4571992"/>
            <a:ext cx="1209272" cy="540595"/>
          </a:xfrm>
          <a:prstGeom prst="roundRect">
            <a:avLst>
              <a:gd name="adj" fmla="val 11231"/>
            </a:avLst>
          </a:prstGeom>
          <a:solidFill>
            <a:srgbClr val="17B2AF"/>
          </a:solidFill>
          <a:ln>
            <a:noFill/>
            <a:prstDash val="dash"/>
          </a:ln>
          <a:effectLst/>
        </p:spPr>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Integrated Insurance</a:t>
            </a:r>
          </a:p>
        </p:txBody>
      </p:sp>
      <p:sp>
        <p:nvSpPr>
          <p:cNvPr id="31" name="Rectangle: Rounded Corners 30">
            <a:extLst>
              <a:ext uri="{FF2B5EF4-FFF2-40B4-BE49-F238E27FC236}">
                <a16:creationId xmlns:a16="http://schemas.microsoft.com/office/drawing/2014/main" id="{F2C6D040-DDB9-AA17-4837-2D8EAD310C7D}"/>
              </a:ext>
            </a:extLst>
          </p:cNvPr>
          <p:cNvSpPr/>
          <p:nvPr/>
        </p:nvSpPr>
        <p:spPr>
          <a:xfrm>
            <a:off x="7613856" y="4571992"/>
            <a:ext cx="2889039" cy="540595"/>
          </a:xfrm>
          <a:prstGeom prst="roundRect">
            <a:avLst>
              <a:gd name="adj" fmla="val 11231"/>
            </a:avLst>
          </a:prstGeom>
          <a:solidFill>
            <a:schemeClr val="bg1"/>
          </a:solidFill>
          <a:ln>
            <a:noFill/>
            <a:prstDash val="dash"/>
          </a:ln>
          <a:effectLst>
            <a:outerShdw blurRad="63500" algn="ctr" rotWithShape="0">
              <a:schemeClr val="bg1">
                <a:lumMod val="75000"/>
                <a:alpha val="40000"/>
              </a:schemeClr>
            </a:outerShdw>
          </a:effectLst>
        </p:spPr>
        <p:txBody>
          <a:bodyPr wrap="square" rtlCol="0" anchor="ctr">
            <a:noAutofit/>
          </a:bodyPr>
          <a:lstStyle/>
          <a:p>
            <a:pPr>
              <a:defRPr/>
            </a:pPr>
            <a:r>
              <a:rPr lang="en-US" sz="1000"/>
              <a:t>Establish separate legal entity to provide insurance coverage, high CAPEX and approval from SAMA</a:t>
            </a:r>
          </a:p>
        </p:txBody>
      </p:sp>
      <p:sp>
        <p:nvSpPr>
          <p:cNvPr id="32" name="Rectangle: Rounded Corners 31">
            <a:extLst>
              <a:ext uri="{FF2B5EF4-FFF2-40B4-BE49-F238E27FC236}">
                <a16:creationId xmlns:a16="http://schemas.microsoft.com/office/drawing/2014/main" id="{36DE5341-D17B-B3FC-940A-7D433880FC23}"/>
              </a:ext>
            </a:extLst>
          </p:cNvPr>
          <p:cNvSpPr/>
          <p:nvPr/>
        </p:nvSpPr>
        <p:spPr>
          <a:xfrm>
            <a:off x="6324599" y="5159838"/>
            <a:ext cx="1209272" cy="540595"/>
          </a:xfrm>
          <a:prstGeom prst="roundRect">
            <a:avLst>
              <a:gd name="adj" fmla="val 11231"/>
            </a:avLst>
          </a:prstGeom>
          <a:solidFill>
            <a:srgbClr val="17B2AF"/>
          </a:solidFill>
          <a:ln>
            <a:noFill/>
            <a:prstDash val="dash"/>
          </a:ln>
          <a:effectLst/>
        </p:spPr>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Third-Party Distribution</a:t>
            </a:r>
          </a:p>
        </p:txBody>
      </p:sp>
      <p:sp>
        <p:nvSpPr>
          <p:cNvPr id="33" name="Rectangle: Rounded Corners 32">
            <a:extLst>
              <a:ext uri="{FF2B5EF4-FFF2-40B4-BE49-F238E27FC236}">
                <a16:creationId xmlns:a16="http://schemas.microsoft.com/office/drawing/2014/main" id="{47542623-FC1D-AEF0-26CA-BF1B61CF93BF}"/>
              </a:ext>
            </a:extLst>
          </p:cNvPr>
          <p:cNvSpPr/>
          <p:nvPr/>
        </p:nvSpPr>
        <p:spPr>
          <a:xfrm>
            <a:off x="7613856" y="5159838"/>
            <a:ext cx="2889039" cy="540595"/>
          </a:xfrm>
          <a:prstGeom prst="roundRect">
            <a:avLst>
              <a:gd name="adj" fmla="val 11231"/>
            </a:avLst>
          </a:prstGeom>
          <a:solidFill>
            <a:schemeClr val="bg1"/>
          </a:solidFill>
          <a:ln>
            <a:noFill/>
            <a:prstDash val="dash"/>
          </a:ln>
          <a:effectLst>
            <a:outerShdw blurRad="63500" algn="ctr" rotWithShape="0">
              <a:schemeClr val="bg1">
                <a:lumMod val="75000"/>
                <a:alpha val="40000"/>
              </a:schemeClr>
            </a:outerShdw>
          </a:effectLst>
        </p:spPr>
        <p:txBody>
          <a:bodyPr wrap="square" rtlCol="0" anchor="ctr">
            <a:noAutofit/>
          </a:bodyPr>
          <a:lstStyle/>
          <a:p>
            <a:pPr>
              <a:defRPr/>
            </a:pPr>
            <a:r>
              <a:rPr lang="en-US" sz="1000"/>
              <a:t>Act as a licensed third-party agent to sell an insurance provider's products </a:t>
            </a:r>
          </a:p>
        </p:txBody>
      </p:sp>
      <p:sp>
        <p:nvSpPr>
          <p:cNvPr id="34" name="Rectangle: Rounded Corners 33">
            <a:extLst>
              <a:ext uri="{FF2B5EF4-FFF2-40B4-BE49-F238E27FC236}">
                <a16:creationId xmlns:a16="http://schemas.microsoft.com/office/drawing/2014/main" id="{14F65D99-4435-C2AD-6DA4-B1B09EBE6679}"/>
              </a:ext>
            </a:extLst>
          </p:cNvPr>
          <p:cNvSpPr/>
          <p:nvPr/>
        </p:nvSpPr>
        <p:spPr>
          <a:xfrm>
            <a:off x="6324599" y="5747684"/>
            <a:ext cx="1209272" cy="540595"/>
          </a:xfrm>
          <a:prstGeom prst="roundRect">
            <a:avLst>
              <a:gd name="adj" fmla="val 11231"/>
            </a:avLst>
          </a:prstGeom>
          <a:solidFill>
            <a:srgbClr val="17B2AF"/>
          </a:solidFill>
          <a:ln>
            <a:noFill/>
            <a:prstDash val="dash"/>
          </a:ln>
          <a:effectLst/>
        </p:spPr>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Affiliate Model</a:t>
            </a:r>
          </a:p>
        </p:txBody>
      </p:sp>
      <p:sp>
        <p:nvSpPr>
          <p:cNvPr id="35" name="Rectangle: Rounded Corners 34">
            <a:extLst>
              <a:ext uri="{FF2B5EF4-FFF2-40B4-BE49-F238E27FC236}">
                <a16:creationId xmlns:a16="http://schemas.microsoft.com/office/drawing/2014/main" id="{15E22827-E24D-E12D-86D3-9296C73CAD1D}"/>
              </a:ext>
            </a:extLst>
          </p:cNvPr>
          <p:cNvSpPr/>
          <p:nvPr/>
        </p:nvSpPr>
        <p:spPr>
          <a:xfrm>
            <a:off x="7613856" y="5747684"/>
            <a:ext cx="2889039" cy="540595"/>
          </a:xfrm>
          <a:prstGeom prst="roundRect">
            <a:avLst>
              <a:gd name="adj" fmla="val 11231"/>
            </a:avLst>
          </a:prstGeom>
          <a:solidFill>
            <a:schemeClr val="bg1"/>
          </a:solidFill>
          <a:ln>
            <a:noFill/>
            <a:prstDash val="dash"/>
          </a:ln>
          <a:effectLst>
            <a:outerShdw blurRad="63500" algn="ctr" rotWithShape="0">
              <a:schemeClr val="bg1">
                <a:lumMod val="75000"/>
                <a:alpha val="40000"/>
              </a:schemeClr>
            </a:outerShdw>
          </a:effectLst>
        </p:spPr>
        <p:txBody>
          <a:bodyPr wrap="square" rtlCol="0" anchor="ctr">
            <a:noAutofit/>
          </a:bodyPr>
          <a:lstStyle/>
          <a:p>
            <a:pPr>
              <a:defRPr/>
            </a:pPr>
            <a:r>
              <a:rPr lang="en-US" sz="1000"/>
              <a:t>Refer patients to an insurance company for coverage as an affiliate</a:t>
            </a:r>
          </a:p>
        </p:txBody>
      </p:sp>
      <p:cxnSp>
        <p:nvCxnSpPr>
          <p:cNvPr id="38" name="Straight Arrow Connector 37">
            <a:extLst>
              <a:ext uri="{FF2B5EF4-FFF2-40B4-BE49-F238E27FC236}">
                <a16:creationId xmlns:a16="http://schemas.microsoft.com/office/drawing/2014/main" id="{9CDCF4CA-61AF-1189-3032-D248CD1AFAB8}"/>
              </a:ext>
            </a:extLst>
          </p:cNvPr>
          <p:cNvCxnSpPr>
            <a:cxnSpLocks/>
          </p:cNvCxnSpPr>
          <p:nvPr/>
        </p:nvCxnSpPr>
        <p:spPr>
          <a:xfrm flipH="1">
            <a:off x="10582880" y="4842289"/>
            <a:ext cx="182880" cy="0"/>
          </a:xfrm>
          <a:prstGeom prst="straightConnector1">
            <a:avLst/>
          </a:prstGeom>
          <a:ln>
            <a:solidFill>
              <a:srgbClr val="055A77"/>
            </a:solidFill>
            <a:tailEnd type="triangle"/>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461C63B7-F36D-117E-4CA8-A78717D33011}"/>
              </a:ext>
            </a:extLst>
          </p:cNvPr>
          <p:cNvSpPr txBox="1"/>
          <p:nvPr/>
        </p:nvSpPr>
        <p:spPr>
          <a:xfrm>
            <a:off x="10804781" y="4697835"/>
            <a:ext cx="1236678" cy="276999"/>
          </a:xfrm>
          <a:prstGeom prst="rect">
            <a:avLst/>
          </a:prstGeom>
          <a:noFill/>
        </p:spPr>
        <p:txBody>
          <a:bodyPr wrap="square" rtlCol="0">
            <a:spAutoFit/>
          </a:bodyPr>
          <a:lstStyle/>
          <a:p>
            <a:r>
              <a:rPr lang="en-US" sz="1200" err="1"/>
              <a:t>Oncosalud</a:t>
            </a:r>
            <a:endParaRPr lang="en-US" sz="1200"/>
          </a:p>
        </p:txBody>
      </p:sp>
      <p:cxnSp>
        <p:nvCxnSpPr>
          <p:cNvPr id="43" name="Straight Arrow Connector 42">
            <a:extLst>
              <a:ext uri="{FF2B5EF4-FFF2-40B4-BE49-F238E27FC236}">
                <a16:creationId xmlns:a16="http://schemas.microsoft.com/office/drawing/2014/main" id="{0C93405F-C708-0AD4-B02D-AC07CCDC3A53}"/>
              </a:ext>
            </a:extLst>
          </p:cNvPr>
          <p:cNvCxnSpPr>
            <a:cxnSpLocks/>
          </p:cNvCxnSpPr>
          <p:nvPr/>
        </p:nvCxnSpPr>
        <p:spPr>
          <a:xfrm flipH="1">
            <a:off x="10582880" y="5408739"/>
            <a:ext cx="182880" cy="0"/>
          </a:xfrm>
          <a:prstGeom prst="straightConnector1">
            <a:avLst/>
          </a:prstGeom>
          <a:ln>
            <a:solidFill>
              <a:srgbClr val="055A77"/>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11B2AD7D-512B-ABC1-F702-091945642CAA}"/>
              </a:ext>
            </a:extLst>
          </p:cNvPr>
          <p:cNvSpPr txBox="1"/>
          <p:nvPr/>
        </p:nvSpPr>
        <p:spPr>
          <a:xfrm>
            <a:off x="10804781" y="5193107"/>
            <a:ext cx="1236678" cy="461665"/>
          </a:xfrm>
          <a:prstGeom prst="rect">
            <a:avLst/>
          </a:prstGeom>
          <a:noFill/>
        </p:spPr>
        <p:txBody>
          <a:bodyPr wrap="square" rtlCol="0">
            <a:spAutoFit/>
          </a:bodyPr>
          <a:lstStyle/>
          <a:p>
            <a:r>
              <a:rPr lang="en-US" sz="1200"/>
              <a:t>with </a:t>
            </a:r>
          </a:p>
          <a:p>
            <a:r>
              <a:rPr lang="en-US" sz="1200" err="1"/>
              <a:t>Tawuniya</a:t>
            </a:r>
            <a:endParaRPr lang="en-US" sz="1200"/>
          </a:p>
        </p:txBody>
      </p:sp>
      <p:sp>
        <p:nvSpPr>
          <p:cNvPr id="16" name="Line 15">
            <a:extLst>
              <a:ext uri="{FF2B5EF4-FFF2-40B4-BE49-F238E27FC236}">
                <a16:creationId xmlns:a16="http://schemas.microsoft.com/office/drawing/2014/main" id="{3F03FDD9-4C43-6BB1-B1AE-36DFD0C50C4A}"/>
              </a:ext>
            </a:extLst>
          </p:cNvPr>
          <p:cNvSpPr>
            <a:spLocks noChangeShapeType="1"/>
          </p:cNvSpPr>
          <p:nvPr>
            <p:custDataLst>
              <p:tags r:id="rId7"/>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TextBox 49">
            <a:extLst>
              <a:ext uri="{FF2B5EF4-FFF2-40B4-BE49-F238E27FC236}">
                <a16:creationId xmlns:a16="http://schemas.microsoft.com/office/drawing/2014/main" id="{3EFCE455-7547-76E9-19DC-BC8BB11D3DA8}"/>
              </a:ext>
            </a:extLst>
          </p:cNvPr>
          <p:cNvSpPr txBox="1"/>
          <p:nvPr/>
        </p:nvSpPr>
        <p:spPr>
          <a:xfrm>
            <a:off x="1609107" y="4917272"/>
            <a:ext cx="790830" cy="276999"/>
          </a:xfrm>
          <a:prstGeom prst="rect">
            <a:avLst/>
          </a:prstGeom>
          <a:noFill/>
        </p:spPr>
        <p:txBody>
          <a:bodyPr wrap="square" rtlCol="0">
            <a:spAutoFit/>
          </a:bodyPr>
          <a:lstStyle/>
          <a:p>
            <a:pPr>
              <a:spcBef>
                <a:spcPts val="300"/>
              </a:spcBef>
              <a:spcAft>
                <a:spcPts val="300"/>
              </a:spcAft>
            </a:pPr>
            <a:r>
              <a:rPr lang="en-US" sz="1200" err="1">
                <a:solidFill>
                  <a:srgbClr val="17B2AF"/>
                </a:solidFill>
              </a:rPr>
              <a:t>Oncoflex</a:t>
            </a:r>
            <a:endParaRPr lang="en-US" sz="1200">
              <a:solidFill>
                <a:srgbClr val="17B2AF"/>
              </a:solidFill>
            </a:endParaRPr>
          </a:p>
        </p:txBody>
      </p:sp>
      <p:sp>
        <p:nvSpPr>
          <p:cNvPr id="51" name="TextBox 50">
            <a:extLst>
              <a:ext uri="{FF2B5EF4-FFF2-40B4-BE49-F238E27FC236}">
                <a16:creationId xmlns:a16="http://schemas.microsoft.com/office/drawing/2014/main" id="{EC9097C6-9C7B-0936-6C60-282419A25BE1}"/>
              </a:ext>
            </a:extLst>
          </p:cNvPr>
          <p:cNvSpPr txBox="1"/>
          <p:nvPr/>
        </p:nvSpPr>
        <p:spPr>
          <a:xfrm>
            <a:off x="3064727" y="4917272"/>
            <a:ext cx="790830" cy="276999"/>
          </a:xfrm>
          <a:prstGeom prst="rect">
            <a:avLst/>
          </a:prstGeom>
          <a:noFill/>
        </p:spPr>
        <p:txBody>
          <a:bodyPr wrap="square" rtlCol="0">
            <a:spAutoFit/>
          </a:bodyPr>
          <a:lstStyle/>
          <a:p>
            <a:pPr>
              <a:spcBef>
                <a:spcPts val="300"/>
              </a:spcBef>
              <a:spcAft>
                <a:spcPts val="300"/>
              </a:spcAft>
            </a:pPr>
            <a:r>
              <a:rPr lang="en-US" sz="1200" err="1">
                <a:solidFill>
                  <a:srgbClr val="17B2AF"/>
                </a:solidFill>
              </a:rPr>
              <a:t>Oncoplus</a:t>
            </a:r>
            <a:endParaRPr lang="en-US" sz="1200">
              <a:solidFill>
                <a:srgbClr val="17B2AF"/>
              </a:solidFill>
            </a:endParaRPr>
          </a:p>
        </p:txBody>
      </p:sp>
      <p:sp>
        <p:nvSpPr>
          <p:cNvPr id="52" name="TextBox 51">
            <a:extLst>
              <a:ext uri="{FF2B5EF4-FFF2-40B4-BE49-F238E27FC236}">
                <a16:creationId xmlns:a16="http://schemas.microsoft.com/office/drawing/2014/main" id="{95FAC905-7594-C8B8-54B7-59B61A9A0A4C}"/>
              </a:ext>
            </a:extLst>
          </p:cNvPr>
          <p:cNvSpPr txBox="1"/>
          <p:nvPr/>
        </p:nvSpPr>
        <p:spPr>
          <a:xfrm>
            <a:off x="4520345" y="4917272"/>
            <a:ext cx="1203157" cy="276999"/>
          </a:xfrm>
          <a:prstGeom prst="rect">
            <a:avLst/>
          </a:prstGeom>
          <a:noFill/>
        </p:spPr>
        <p:txBody>
          <a:bodyPr wrap="square" rtlCol="0">
            <a:spAutoFit/>
          </a:bodyPr>
          <a:lstStyle/>
          <a:p>
            <a:pPr>
              <a:spcBef>
                <a:spcPts val="300"/>
              </a:spcBef>
              <a:spcAft>
                <a:spcPts val="300"/>
              </a:spcAft>
            </a:pPr>
            <a:r>
              <a:rPr lang="en-US" sz="1200" err="1">
                <a:solidFill>
                  <a:srgbClr val="17B2AF"/>
                </a:solidFill>
              </a:rPr>
              <a:t>Oncoclasico</a:t>
            </a:r>
            <a:r>
              <a:rPr lang="en-US" sz="1200">
                <a:solidFill>
                  <a:srgbClr val="17B2AF"/>
                </a:solidFill>
              </a:rPr>
              <a:t> Pro</a:t>
            </a:r>
          </a:p>
        </p:txBody>
      </p:sp>
      <p:cxnSp>
        <p:nvCxnSpPr>
          <p:cNvPr id="53" name="Straight Connector 52">
            <a:extLst>
              <a:ext uri="{FF2B5EF4-FFF2-40B4-BE49-F238E27FC236}">
                <a16:creationId xmlns:a16="http://schemas.microsoft.com/office/drawing/2014/main" id="{CF5005CD-04E1-5173-D2DE-3459DF38F244}"/>
              </a:ext>
            </a:extLst>
          </p:cNvPr>
          <p:cNvCxnSpPr>
            <a:cxnSpLocks/>
          </p:cNvCxnSpPr>
          <p:nvPr/>
        </p:nvCxnSpPr>
        <p:spPr>
          <a:xfrm flipV="1">
            <a:off x="2631848" y="4536769"/>
            <a:ext cx="0" cy="1751510"/>
          </a:xfrm>
          <a:prstGeom prst="line">
            <a:avLst/>
          </a:prstGeom>
          <a:ln w="6350" cap="flat">
            <a:solidFill>
              <a:srgbClr val="04748A"/>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FC4A210D-6931-892E-1F17-97519D63AD58}"/>
              </a:ext>
            </a:extLst>
          </p:cNvPr>
          <p:cNvCxnSpPr>
            <a:cxnSpLocks/>
          </p:cNvCxnSpPr>
          <p:nvPr/>
        </p:nvCxnSpPr>
        <p:spPr>
          <a:xfrm flipV="1">
            <a:off x="4258289" y="4536769"/>
            <a:ext cx="0" cy="1751510"/>
          </a:xfrm>
          <a:prstGeom prst="line">
            <a:avLst/>
          </a:prstGeom>
          <a:ln w="6350" cap="flat">
            <a:solidFill>
              <a:srgbClr val="04748A"/>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50B23332-D216-2B72-72AF-3194EEE99B8A}"/>
              </a:ext>
            </a:extLst>
          </p:cNvPr>
          <p:cNvSpPr txBox="1"/>
          <p:nvPr/>
        </p:nvSpPr>
        <p:spPr>
          <a:xfrm>
            <a:off x="614362" y="5249319"/>
            <a:ext cx="914757" cy="400110"/>
          </a:xfrm>
          <a:prstGeom prst="rect">
            <a:avLst/>
          </a:prstGeom>
          <a:noFill/>
        </p:spPr>
        <p:txBody>
          <a:bodyPr wrap="square" rtlCol="0">
            <a:spAutoFit/>
          </a:bodyPr>
          <a:lstStyle/>
          <a:p>
            <a:pPr algn="ctr"/>
            <a:r>
              <a:rPr lang="en-US" sz="1000" b="1"/>
              <a:t>Annual Price </a:t>
            </a:r>
          </a:p>
          <a:p>
            <a:pPr algn="ctr"/>
            <a:r>
              <a:rPr lang="en-US" sz="1000" b="1"/>
              <a:t>(USD)</a:t>
            </a:r>
          </a:p>
        </p:txBody>
      </p:sp>
      <p:sp>
        <p:nvSpPr>
          <p:cNvPr id="61" name="TextBox 60">
            <a:extLst>
              <a:ext uri="{FF2B5EF4-FFF2-40B4-BE49-F238E27FC236}">
                <a16:creationId xmlns:a16="http://schemas.microsoft.com/office/drawing/2014/main" id="{3507D489-AD9C-4EA7-A188-C9D866918D3D}"/>
              </a:ext>
            </a:extLst>
          </p:cNvPr>
          <p:cNvSpPr txBox="1"/>
          <p:nvPr/>
        </p:nvSpPr>
        <p:spPr>
          <a:xfrm>
            <a:off x="1609107" y="5277934"/>
            <a:ext cx="790830" cy="261610"/>
          </a:xfrm>
          <a:prstGeom prst="rect">
            <a:avLst/>
          </a:prstGeom>
          <a:noFill/>
        </p:spPr>
        <p:txBody>
          <a:bodyPr wrap="square" rtlCol="0">
            <a:spAutoFit/>
          </a:bodyPr>
          <a:lstStyle/>
          <a:p>
            <a:pPr algn="ctr">
              <a:spcBef>
                <a:spcPts val="300"/>
              </a:spcBef>
              <a:spcAft>
                <a:spcPts val="300"/>
              </a:spcAft>
            </a:pPr>
            <a:r>
              <a:rPr lang="en-US" sz="1100"/>
              <a:t>51.72</a:t>
            </a:r>
          </a:p>
        </p:txBody>
      </p:sp>
      <p:sp>
        <p:nvSpPr>
          <p:cNvPr id="62" name="TextBox 61">
            <a:extLst>
              <a:ext uri="{FF2B5EF4-FFF2-40B4-BE49-F238E27FC236}">
                <a16:creationId xmlns:a16="http://schemas.microsoft.com/office/drawing/2014/main" id="{0ED297FF-5776-8D02-C92A-FA537F3DF545}"/>
              </a:ext>
            </a:extLst>
          </p:cNvPr>
          <p:cNvSpPr txBox="1"/>
          <p:nvPr/>
        </p:nvSpPr>
        <p:spPr>
          <a:xfrm>
            <a:off x="3046301" y="5277934"/>
            <a:ext cx="790830" cy="261610"/>
          </a:xfrm>
          <a:prstGeom prst="rect">
            <a:avLst/>
          </a:prstGeom>
          <a:noFill/>
        </p:spPr>
        <p:txBody>
          <a:bodyPr wrap="square" rtlCol="0">
            <a:spAutoFit/>
          </a:bodyPr>
          <a:lstStyle/>
          <a:p>
            <a:pPr algn="ctr">
              <a:spcBef>
                <a:spcPts val="300"/>
              </a:spcBef>
              <a:spcAft>
                <a:spcPts val="300"/>
              </a:spcAft>
            </a:pPr>
            <a:r>
              <a:rPr lang="en-US" sz="1100"/>
              <a:t>93.84</a:t>
            </a:r>
          </a:p>
        </p:txBody>
      </p:sp>
      <p:sp>
        <p:nvSpPr>
          <p:cNvPr id="63" name="TextBox 62">
            <a:extLst>
              <a:ext uri="{FF2B5EF4-FFF2-40B4-BE49-F238E27FC236}">
                <a16:creationId xmlns:a16="http://schemas.microsoft.com/office/drawing/2014/main" id="{A263AD33-5CFB-0FCC-B0BD-D9E9DE0030AF}"/>
              </a:ext>
            </a:extLst>
          </p:cNvPr>
          <p:cNvSpPr txBox="1"/>
          <p:nvPr/>
        </p:nvSpPr>
        <p:spPr>
          <a:xfrm>
            <a:off x="4672741" y="5277934"/>
            <a:ext cx="790830" cy="261610"/>
          </a:xfrm>
          <a:prstGeom prst="rect">
            <a:avLst/>
          </a:prstGeom>
          <a:noFill/>
        </p:spPr>
        <p:txBody>
          <a:bodyPr wrap="square" rtlCol="0">
            <a:spAutoFit/>
          </a:bodyPr>
          <a:lstStyle/>
          <a:p>
            <a:pPr algn="ctr">
              <a:spcBef>
                <a:spcPts val="300"/>
              </a:spcBef>
              <a:spcAft>
                <a:spcPts val="300"/>
              </a:spcAft>
            </a:pPr>
            <a:r>
              <a:rPr lang="en-US" sz="1100"/>
              <a:t>54.55</a:t>
            </a:r>
          </a:p>
        </p:txBody>
      </p:sp>
      <p:sp>
        <p:nvSpPr>
          <p:cNvPr id="64" name="TextBox 63">
            <a:extLst>
              <a:ext uri="{FF2B5EF4-FFF2-40B4-BE49-F238E27FC236}">
                <a16:creationId xmlns:a16="http://schemas.microsoft.com/office/drawing/2014/main" id="{0465317E-E6C6-B353-186F-92F2473D1D92}"/>
              </a:ext>
            </a:extLst>
          </p:cNvPr>
          <p:cNvSpPr txBox="1"/>
          <p:nvPr/>
        </p:nvSpPr>
        <p:spPr>
          <a:xfrm>
            <a:off x="614362" y="5863634"/>
            <a:ext cx="914757" cy="246221"/>
          </a:xfrm>
          <a:prstGeom prst="rect">
            <a:avLst/>
          </a:prstGeom>
          <a:noFill/>
        </p:spPr>
        <p:txBody>
          <a:bodyPr wrap="square" rtlCol="0">
            <a:spAutoFit/>
          </a:bodyPr>
          <a:lstStyle/>
          <a:p>
            <a:pPr algn="ctr">
              <a:spcBef>
                <a:spcPts val="300"/>
              </a:spcBef>
              <a:spcAft>
                <a:spcPts val="300"/>
              </a:spcAft>
            </a:pPr>
            <a:r>
              <a:rPr lang="en-US" sz="1000" b="1"/>
              <a:t>Details</a:t>
            </a:r>
          </a:p>
        </p:txBody>
      </p:sp>
      <p:sp>
        <p:nvSpPr>
          <p:cNvPr id="65" name="TextBox 64">
            <a:extLst>
              <a:ext uri="{FF2B5EF4-FFF2-40B4-BE49-F238E27FC236}">
                <a16:creationId xmlns:a16="http://schemas.microsoft.com/office/drawing/2014/main" id="{BD750C7B-E94B-227C-4D50-E031DFC831D5}"/>
              </a:ext>
            </a:extLst>
          </p:cNvPr>
          <p:cNvSpPr txBox="1"/>
          <p:nvPr/>
        </p:nvSpPr>
        <p:spPr>
          <a:xfrm>
            <a:off x="1396726" y="5680340"/>
            <a:ext cx="1235118" cy="600164"/>
          </a:xfrm>
          <a:prstGeom prst="rect">
            <a:avLst/>
          </a:prstGeom>
          <a:noFill/>
        </p:spPr>
        <p:txBody>
          <a:bodyPr wrap="square" rtlCol="0">
            <a:spAutoFit/>
          </a:bodyPr>
          <a:lstStyle/>
          <a:p>
            <a:pPr algn="ctr">
              <a:spcBef>
                <a:spcPts val="300"/>
              </a:spcBef>
              <a:spcAft>
                <a:spcPts val="300"/>
              </a:spcAft>
            </a:pPr>
            <a:r>
              <a:rPr lang="en-US" sz="1100"/>
              <a:t>Covers all cancers up to ~US$217.5K annually</a:t>
            </a:r>
          </a:p>
        </p:txBody>
      </p:sp>
      <p:sp>
        <p:nvSpPr>
          <p:cNvPr id="66" name="TextBox 65">
            <a:extLst>
              <a:ext uri="{FF2B5EF4-FFF2-40B4-BE49-F238E27FC236}">
                <a16:creationId xmlns:a16="http://schemas.microsoft.com/office/drawing/2014/main" id="{8547773E-B336-49F0-FA02-6B425BF9C5F3}"/>
              </a:ext>
            </a:extLst>
          </p:cNvPr>
          <p:cNvSpPr txBox="1"/>
          <p:nvPr/>
        </p:nvSpPr>
        <p:spPr>
          <a:xfrm>
            <a:off x="2631844" y="5670261"/>
            <a:ext cx="1626440" cy="769441"/>
          </a:xfrm>
          <a:prstGeom prst="rect">
            <a:avLst/>
          </a:prstGeom>
          <a:noFill/>
        </p:spPr>
        <p:txBody>
          <a:bodyPr wrap="square" rtlCol="0">
            <a:spAutoFit/>
          </a:bodyPr>
          <a:lstStyle/>
          <a:p>
            <a:pPr algn="ctr">
              <a:spcBef>
                <a:spcPts val="300"/>
              </a:spcBef>
              <a:spcAft>
                <a:spcPts val="300"/>
              </a:spcAft>
            </a:pPr>
            <a:r>
              <a:rPr lang="en-US" sz="1100"/>
              <a:t>All cancers covered with no annual limit and 100% coverage for most treatments</a:t>
            </a:r>
          </a:p>
        </p:txBody>
      </p:sp>
      <p:sp>
        <p:nvSpPr>
          <p:cNvPr id="67" name="TextBox 66">
            <a:extLst>
              <a:ext uri="{FF2B5EF4-FFF2-40B4-BE49-F238E27FC236}">
                <a16:creationId xmlns:a16="http://schemas.microsoft.com/office/drawing/2014/main" id="{D58BC52C-D911-0BEB-98D5-B431DEC7AB8F}"/>
              </a:ext>
            </a:extLst>
          </p:cNvPr>
          <p:cNvSpPr txBox="1"/>
          <p:nvPr/>
        </p:nvSpPr>
        <p:spPr>
          <a:xfrm>
            <a:off x="4479513" y="5680340"/>
            <a:ext cx="1235118" cy="600164"/>
          </a:xfrm>
          <a:prstGeom prst="rect">
            <a:avLst/>
          </a:prstGeom>
          <a:noFill/>
        </p:spPr>
        <p:txBody>
          <a:bodyPr wrap="square" rtlCol="0">
            <a:spAutoFit/>
          </a:bodyPr>
          <a:lstStyle/>
          <a:p>
            <a:pPr algn="ctr">
              <a:spcBef>
                <a:spcPts val="300"/>
              </a:spcBef>
              <a:spcAft>
                <a:spcPts val="300"/>
              </a:spcAft>
            </a:pPr>
            <a:r>
              <a:rPr lang="en-US" sz="1100"/>
              <a:t>Four cancer types covered up to ~US$145K</a:t>
            </a:r>
          </a:p>
        </p:txBody>
      </p:sp>
      <p:sp>
        <p:nvSpPr>
          <p:cNvPr id="37" name="Rectangle 36">
            <a:extLst>
              <a:ext uri="{FF2B5EF4-FFF2-40B4-BE49-F238E27FC236}">
                <a16:creationId xmlns:a16="http://schemas.microsoft.com/office/drawing/2014/main" id="{5CAFF7D5-F645-FFA7-6CE7-10CD00CF992E}"/>
              </a:ext>
            </a:extLst>
          </p:cNvPr>
          <p:cNvSpPr/>
          <p:nvPr/>
        </p:nvSpPr>
        <p:spPr>
          <a:xfrm>
            <a:off x="6324598" y="1784167"/>
            <a:ext cx="1700214" cy="339554"/>
          </a:xfrm>
          <a:prstGeom prst="rect">
            <a:avLst/>
          </a:prstGeom>
          <a:solidFill>
            <a:srgbClr val="04748A"/>
          </a:solidFill>
          <a:ln>
            <a:noFill/>
            <a:prstDash val="dash"/>
          </a:ln>
          <a:effectLst/>
        </p:spPr>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Facility</a:t>
            </a:r>
          </a:p>
        </p:txBody>
      </p:sp>
      <p:sp>
        <p:nvSpPr>
          <p:cNvPr id="46" name="Rectangle 45">
            <a:extLst>
              <a:ext uri="{FF2B5EF4-FFF2-40B4-BE49-F238E27FC236}">
                <a16:creationId xmlns:a16="http://schemas.microsoft.com/office/drawing/2014/main" id="{188FD6BE-9373-596F-7F1F-08D736D3518F}"/>
              </a:ext>
            </a:extLst>
          </p:cNvPr>
          <p:cNvSpPr/>
          <p:nvPr/>
        </p:nvSpPr>
        <p:spPr>
          <a:xfrm>
            <a:off x="8153400" y="1784167"/>
            <a:ext cx="3200400" cy="339554"/>
          </a:xfrm>
          <a:prstGeom prst="rect">
            <a:avLst/>
          </a:prstGeom>
          <a:solidFill>
            <a:srgbClr val="04748A"/>
          </a:solidFill>
          <a:ln>
            <a:noFill/>
            <a:prstDash val="dash"/>
          </a:ln>
          <a:effectLst/>
        </p:spPr>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Type and Function</a:t>
            </a:r>
          </a:p>
        </p:txBody>
      </p:sp>
      <p:pic>
        <p:nvPicPr>
          <p:cNvPr id="48" name="Graphic 47" descr="Hospital outline">
            <a:extLst>
              <a:ext uri="{FF2B5EF4-FFF2-40B4-BE49-F238E27FC236}">
                <a16:creationId xmlns:a16="http://schemas.microsoft.com/office/drawing/2014/main" id="{887EECA9-9BFE-6C7E-D4F7-58D0CA99947C}"/>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7571978" y="1770028"/>
            <a:ext cx="339554" cy="339554"/>
          </a:xfrm>
          <a:prstGeom prst="rect">
            <a:avLst/>
          </a:prstGeom>
        </p:spPr>
      </p:pic>
      <p:pic>
        <p:nvPicPr>
          <p:cNvPr id="55" name="Graphic 54" descr="Open hand outline">
            <a:extLst>
              <a:ext uri="{FF2B5EF4-FFF2-40B4-BE49-F238E27FC236}">
                <a16:creationId xmlns:a16="http://schemas.microsoft.com/office/drawing/2014/main" id="{38CA2289-11DC-E631-ABA2-394CDB297DC6}"/>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637085" y="1680597"/>
            <a:ext cx="540221" cy="540221"/>
          </a:xfrm>
          <a:prstGeom prst="rect">
            <a:avLst/>
          </a:prstGeom>
        </p:spPr>
      </p:pic>
      <p:sp>
        <p:nvSpPr>
          <p:cNvPr id="68" name="Rectangle 67">
            <a:extLst>
              <a:ext uri="{FF2B5EF4-FFF2-40B4-BE49-F238E27FC236}">
                <a16:creationId xmlns:a16="http://schemas.microsoft.com/office/drawing/2014/main" id="{FDB35FE7-3DCC-DEA1-AC68-D3C0486DF280}"/>
              </a:ext>
            </a:extLst>
          </p:cNvPr>
          <p:cNvSpPr/>
          <p:nvPr/>
        </p:nvSpPr>
        <p:spPr>
          <a:xfrm>
            <a:off x="6324599" y="2215362"/>
            <a:ext cx="203201" cy="339554"/>
          </a:xfrm>
          <a:prstGeom prst="rect">
            <a:avLst/>
          </a:prstGeom>
          <a:solidFill>
            <a:srgbClr val="17B2AF"/>
          </a:solidFill>
          <a:ln>
            <a:noFill/>
            <a:prstDash val="dash"/>
          </a:ln>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1</a:t>
            </a:r>
          </a:p>
        </p:txBody>
      </p:sp>
      <p:sp>
        <p:nvSpPr>
          <p:cNvPr id="69" name="TextBox 68">
            <a:extLst>
              <a:ext uri="{FF2B5EF4-FFF2-40B4-BE49-F238E27FC236}">
                <a16:creationId xmlns:a16="http://schemas.microsoft.com/office/drawing/2014/main" id="{D7E64B82-614D-EF07-E8FF-C8A0B9859DE1}"/>
              </a:ext>
            </a:extLst>
          </p:cNvPr>
          <p:cNvSpPr txBox="1"/>
          <p:nvPr/>
        </p:nvSpPr>
        <p:spPr>
          <a:xfrm>
            <a:off x="6527800" y="2215612"/>
            <a:ext cx="1497013" cy="338328"/>
          </a:xfrm>
          <a:prstGeom prst="rect">
            <a:avLst/>
          </a:prstGeom>
          <a:solidFill>
            <a:schemeClr val="bg1"/>
          </a:solidFill>
          <a:effectLst>
            <a:outerShdw blurRad="63500" algn="ctr" rotWithShape="0">
              <a:schemeClr val="bg1">
                <a:lumMod val="75000"/>
                <a:alpha val="40000"/>
              </a:schemeClr>
            </a:outerShdw>
          </a:effectLst>
        </p:spPr>
        <p:txBody>
          <a:bodyPr wrap="square" rtlCol="0" anchor="ctr">
            <a:spAutoFit/>
          </a:bodyPr>
          <a:lstStyle/>
          <a:p>
            <a:r>
              <a:rPr lang="en-US" sz="1100" err="1"/>
              <a:t>Clínica</a:t>
            </a:r>
            <a:r>
              <a:rPr lang="en-US" sz="1100"/>
              <a:t> Delgado Auna</a:t>
            </a:r>
          </a:p>
        </p:txBody>
      </p:sp>
      <p:sp>
        <p:nvSpPr>
          <p:cNvPr id="73" name="TextBox 72">
            <a:extLst>
              <a:ext uri="{FF2B5EF4-FFF2-40B4-BE49-F238E27FC236}">
                <a16:creationId xmlns:a16="http://schemas.microsoft.com/office/drawing/2014/main" id="{A5C5DEFB-8141-2B4C-425D-1CA5A7D5CCA9}"/>
              </a:ext>
            </a:extLst>
          </p:cNvPr>
          <p:cNvSpPr txBox="1"/>
          <p:nvPr/>
        </p:nvSpPr>
        <p:spPr>
          <a:xfrm>
            <a:off x="8153397" y="2246277"/>
            <a:ext cx="3200401" cy="276999"/>
          </a:xfrm>
          <a:prstGeom prst="rect">
            <a:avLst/>
          </a:prstGeom>
          <a:noFill/>
        </p:spPr>
        <p:txBody>
          <a:bodyPr wrap="square" rtlCol="0">
            <a:spAutoFit/>
          </a:bodyPr>
          <a:lstStyle/>
          <a:p>
            <a:r>
              <a:rPr lang="en-US" sz="1200"/>
              <a:t>Integrated general &amp; complex oncology care</a:t>
            </a:r>
          </a:p>
        </p:txBody>
      </p:sp>
      <p:sp>
        <p:nvSpPr>
          <p:cNvPr id="74" name="Rectangle 73">
            <a:extLst>
              <a:ext uri="{FF2B5EF4-FFF2-40B4-BE49-F238E27FC236}">
                <a16:creationId xmlns:a16="http://schemas.microsoft.com/office/drawing/2014/main" id="{73F9DE24-508B-A12E-850E-54CCEF959D32}"/>
              </a:ext>
            </a:extLst>
          </p:cNvPr>
          <p:cNvSpPr/>
          <p:nvPr/>
        </p:nvSpPr>
        <p:spPr>
          <a:xfrm>
            <a:off x="6324599" y="2663934"/>
            <a:ext cx="203201" cy="339554"/>
          </a:xfrm>
          <a:prstGeom prst="rect">
            <a:avLst/>
          </a:prstGeom>
          <a:solidFill>
            <a:srgbClr val="17B2AF"/>
          </a:solidFill>
          <a:ln>
            <a:noFill/>
            <a:prstDash val="dash"/>
          </a:ln>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kern="0">
                <a:solidFill>
                  <a:prstClr val="white"/>
                </a:solidFill>
                <a:latin typeface="Calibri" panose="020F0502020204030204"/>
                <a:cs typeface="Arial" panose="020B0604020202020204" pitchFamily="34" charset="0"/>
              </a:rPr>
              <a:t>2</a:t>
            </a:r>
            <a:endParaRPr kumimoji="0" lang="en-GB" sz="12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76" name="TextBox 75">
            <a:extLst>
              <a:ext uri="{FF2B5EF4-FFF2-40B4-BE49-F238E27FC236}">
                <a16:creationId xmlns:a16="http://schemas.microsoft.com/office/drawing/2014/main" id="{8D84E465-4D09-8610-5E2C-8D1EA09F7D1C}"/>
              </a:ext>
            </a:extLst>
          </p:cNvPr>
          <p:cNvSpPr txBox="1"/>
          <p:nvPr/>
        </p:nvSpPr>
        <p:spPr>
          <a:xfrm>
            <a:off x="8153397" y="2692980"/>
            <a:ext cx="3200401" cy="276999"/>
          </a:xfrm>
          <a:prstGeom prst="rect">
            <a:avLst/>
          </a:prstGeom>
          <a:noFill/>
        </p:spPr>
        <p:txBody>
          <a:bodyPr wrap="square" rtlCol="0">
            <a:spAutoFit/>
          </a:bodyPr>
          <a:lstStyle/>
          <a:p>
            <a:r>
              <a:rPr lang="en-US" sz="1200"/>
              <a:t>Dedicated cancer diagnostics and treatment</a:t>
            </a:r>
          </a:p>
        </p:txBody>
      </p:sp>
      <p:sp>
        <p:nvSpPr>
          <p:cNvPr id="77" name="Rectangle 76">
            <a:extLst>
              <a:ext uri="{FF2B5EF4-FFF2-40B4-BE49-F238E27FC236}">
                <a16:creationId xmlns:a16="http://schemas.microsoft.com/office/drawing/2014/main" id="{E05CBD49-6864-C4BF-B5E0-E973CC53E364}"/>
              </a:ext>
            </a:extLst>
          </p:cNvPr>
          <p:cNvSpPr/>
          <p:nvPr/>
        </p:nvSpPr>
        <p:spPr>
          <a:xfrm>
            <a:off x="6324599" y="3099418"/>
            <a:ext cx="203201" cy="339554"/>
          </a:xfrm>
          <a:prstGeom prst="rect">
            <a:avLst/>
          </a:prstGeom>
          <a:solidFill>
            <a:srgbClr val="17B2AF"/>
          </a:solidFill>
          <a:ln>
            <a:noFill/>
            <a:prstDash val="dash"/>
          </a:ln>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kern="0">
                <a:solidFill>
                  <a:prstClr val="white"/>
                </a:solidFill>
                <a:latin typeface="Calibri" panose="020F0502020204030204"/>
                <a:cs typeface="Arial" panose="020B0604020202020204" pitchFamily="34" charset="0"/>
              </a:rPr>
              <a:t>3</a:t>
            </a:r>
            <a:endParaRPr kumimoji="0" lang="en-GB" sz="12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79" name="TextBox 78">
            <a:extLst>
              <a:ext uri="{FF2B5EF4-FFF2-40B4-BE49-F238E27FC236}">
                <a16:creationId xmlns:a16="http://schemas.microsoft.com/office/drawing/2014/main" id="{1BBC2121-E76E-1ADE-2621-D7CB108AECF5}"/>
              </a:ext>
            </a:extLst>
          </p:cNvPr>
          <p:cNvSpPr txBox="1"/>
          <p:nvPr/>
        </p:nvSpPr>
        <p:spPr>
          <a:xfrm>
            <a:off x="8153397" y="3130083"/>
            <a:ext cx="3200401" cy="276999"/>
          </a:xfrm>
          <a:prstGeom prst="rect">
            <a:avLst/>
          </a:prstGeom>
          <a:noFill/>
        </p:spPr>
        <p:txBody>
          <a:bodyPr wrap="square" rtlCol="0">
            <a:spAutoFit/>
          </a:bodyPr>
          <a:lstStyle/>
          <a:p>
            <a:r>
              <a:rPr lang="en-US" sz="1200"/>
              <a:t>Local services &amp; access points to network</a:t>
            </a:r>
          </a:p>
        </p:txBody>
      </p:sp>
      <p:sp>
        <p:nvSpPr>
          <p:cNvPr id="80" name="Rectangle 79">
            <a:extLst>
              <a:ext uri="{FF2B5EF4-FFF2-40B4-BE49-F238E27FC236}">
                <a16:creationId xmlns:a16="http://schemas.microsoft.com/office/drawing/2014/main" id="{0B36E8AD-FF7C-2A5C-76AB-52724EE82DA6}"/>
              </a:ext>
            </a:extLst>
          </p:cNvPr>
          <p:cNvSpPr/>
          <p:nvPr/>
        </p:nvSpPr>
        <p:spPr>
          <a:xfrm>
            <a:off x="6324599" y="3534901"/>
            <a:ext cx="203201" cy="339554"/>
          </a:xfrm>
          <a:prstGeom prst="rect">
            <a:avLst/>
          </a:prstGeom>
          <a:solidFill>
            <a:srgbClr val="17B2AF"/>
          </a:solidFill>
          <a:ln>
            <a:noFill/>
            <a:prstDash val="dash"/>
          </a:ln>
          <a:effectLst/>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kern="0">
                <a:solidFill>
                  <a:prstClr val="white"/>
                </a:solidFill>
                <a:latin typeface="Calibri" panose="020F0502020204030204"/>
                <a:cs typeface="Arial" panose="020B0604020202020204" pitchFamily="34" charset="0"/>
              </a:rPr>
              <a:t>4</a:t>
            </a:r>
            <a:endParaRPr kumimoji="0" lang="en-GB" sz="12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82" name="TextBox 81">
            <a:extLst>
              <a:ext uri="{FF2B5EF4-FFF2-40B4-BE49-F238E27FC236}">
                <a16:creationId xmlns:a16="http://schemas.microsoft.com/office/drawing/2014/main" id="{B7A3E657-8C3C-6F67-8571-C01239AC7FF4}"/>
              </a:ext>
            </a:extLst>
          </p:cNvPr>
          <p:cNvSpPr txBox="1"/>
          <p:nvPr/>
        </p:nvSpPr>
        <p:spPr>
          <a:xfrm>
            <a:off x="8153397" y="3565566"/>
            <a:ext cx="3200401" cy="276999"/>
          </a:xfrm>
          <a:prstGeom prst="rect">
            <a:avLst/>
          </a:prstGeom>
          <a:noFill/>
        </p:spPr>
        <p:txBody>
          <a:bodyPr wrap="square" rtlCol="0">
            <a:spAutoFit/>
          </a:bodyPr>
          <a:lstStyle/>
          <a:p>
            <a:r>
              <a:rPr lang="en-US" sz="1200"/>
              <a:t>Prevention and early detection programs</a:t>
            </a:r>
          </a:p>
        </p:txBody>
      </p:sp>
      <p:sp>
        <p:nvSpPr>
          <p:cNvPr id="83" name="TextBox 82">
            <a:extLst>
              <a:ext uri="{FF2B5EF4-FFF2-40B4-BE49-F238E27FC236}">
                <a16:creationId xmlns:a16="http://schemas.microsoft.com/office/drawing/2014/main" id="{73A146D0-F91E-158E-735F-4E9CD052F60F}"/>
              </a:ext>
            </a:extLst>
          </p:cNvPr>
          <p:cNvSpPr txBox="1"/>
          <p:nvPr/>
        </p:nvSpPr>
        <p:spPr>
          <a:xfrm>
            <a:off x="6527800" y="2662315"/>
            <a:ext cx="1497013" cy="338328"/>
          </a:xfrm>
          <a:prstGeom prst="rect">
            <a:avLst/>
          </a:prstGeom>
          <a:solidFill>
            <a:schemeClr val="bg1"/>
          </a:solidFill>
          <a:effectLst>
            <a:outerShdw blurRad="63500" algn="ctr" rotWithShape="0">
              <a:schemeClr val="bg1">
                <a:lumMod val="75000"/>
                <a:alpha val="40000"/>
              </a:schemeClr>
            </a:outerShdw>
          </a:effectLst>
        </p:spPr>
        <p:txBody>
          <a:bodyPr wrap="square" rtlCol="0" anchor="ctr">
            <a:spAutoFit/>
          </a:bodyPr>
          <a:lstStyle/>
          <a:p>
            <a:r>
              <a:rPr lang="en-US" sz="1100" err="1"/>
              <a:t>Clínica</a:t>
            </a:r>
            <a:r>
              <a:rPr lang="en-US" sz="1100"/>
              <a:t> </a:t>
            </a:r>
            <a:r>
              <a:rPr lang="en-US" sz="1100" err="1"/>
              <a:t>Oncosalud</a:t>
            </a:r>
            <a:endParaRPr lang="en-US" sz="1100"/>
          </a:p>
        </p:txBody>
      </p:sp>
      <p:sp>
        <p:nvSpPr>
          <p:cNvPr id="84" name="TextBox 83">
            <a:extLst>
              <a:ext uri="{FF2B5EF4-FFF2-40B4-BE49-F238E27FC236}">
                <a16:creationId xmlns:a16="http://schemas.microsoft.com/office/drawing/2014/main" id="{2738509D-F147-49F8-7AD7-63D0E2C9E952}"/>
              </a:ext>
            </a:extLst>
          </p:cNvPr>
          <p:cNvSpPr txBox="1"/>
          <p:nvPr/>
        </p:nvSpPr>
        <p:spPr>
          <a:xfrm>
            <a:off x="6527800" y="3099418"/>
            <a:ext cx="1497013" cy="338328"/>
          </a:xfrm>
          <a:prstGeom prst="rect">
            <a:avLst/>
          </a:prstGeom>
          <a:solidFill>
            <a:schemeClr val="bg1"/>
          </a:solidFill>
          <a:effectLst>
            <a:outerShdw blurRad="63500" algn="ctr" rotWithShape="0">
              <a:schemeClr val="bg1">
                <a:lumMod val="75000"/>
                <a:alpha val="40000"/>
              </a:schemeClr>
            </a:outerShdw>
          </a:effectLst>
        </p:spPr>
        <p:txBody>
          <a:bodyPr wrap="square" rtlCol="0" anchor="ctr">
            <a:spAutoFit/>
          </a:bodyPr>
          <a:lstStyle/>
          <a:p>
            <a:r>
              <a:rPr lang="en-US" sz="1100"/>
              <a:t>Regional Auna Clinics</a:t>
            </a:r>
          </a:p>
        </p:txBody>
      </p:sp>
      <p:sp>
        <p:nvSpPr>
          <p:cNvPr id="85" name="TextBox 84">
            <a:extLst>
              <a:ext uri="{FF2B5EF4-FFF2-40B4-BE49-F238E27FC236}">
                <a16:creationId xmlns:a16="http://schemas.microsoft.com/office/drawing/2014/main" id="{F792B456-7CB6-4560-89A2-50673A6CB2B5}"/>
              </a:ext>
            </a:extLst>
          </p:cNvPr>
          <p:cNvSpPr txBox="1"/>
          <p:nvPr/>
        </p:nvSpPr>
        <p:spPr>
          <a:xfrm>
            <a:off x="6527800" y="3534901"/>
            <a:ext cx="1497013" cy="338328"/>
          </a:xfrm>
          <a:prstGeom prst="rect">
            <a:avLst/>
          </a:prstGeom>
          <a:solidFill>
            <a:schemeClr val="bg1"/>
          </a:solidFill>
          <a:effectLst>
            <a:outerShdw blurRad="63500" algn="ctr" rotWithShape="0">
              <a:schemeClr val="bg1">
                <a:lumMod val="75000"/>
                <a:alpha val="40000"/>
              </a:schemeClr>
            </a:outerShdw>
          </a:effectLst>
        </p:spPr>
        <p:txBody>
          <a:bodyPr wrap="square" rtlCol="0" anchor="ctr">
            <a:spAutoFit/>
          </a:bodyPr>
          <a:lstStyle/>
          <a:p>
            <a:r>
              <a:rPr lang="en-US" sz="1100"/>
              <a:t>Centro de </a:t>
            </a:r>
            <a:r>
              <a:rPr lang="en-US" sz="1100" err="1"/>
              <a:t>Bienestar</a:t>
            </a:r>
            <a:endParaRPr lang="en-US" sz="1100"/>
          </a:p>
        </p:txBody>
      </p:sp>
      <p:pic>
        <p:nvPicPr>
          <p:cNvPr id="87" name="Graphic 86">
            <a:extLst>
              <a:ext uri="{FF2B5EF4-FFF2-40B4-BE49-F238E27FC236}">
                <a16:creationId xmlns:a16="http://schemas.microsoft.com/office/drawing/2014/main" id="{CB57750E-8D0F-95EB-4BEB-12D995B3DE09}"/>
              </a:ext>
            </a:extLst>
          </p:cNvPr>
          <p:cNvPicPr>
            <a:picLocks noChangeAspect="1"/>
          </p:cNvPicPr>
          <p:nvPr/>
        </p:nvPicPr>
        <p:blipFill>
          <a:blip r:embed="rId18">
            <a:extLst>
              <a:ext uri="{96DAC541-7B7A-43D3-8B79-37D633B846F1}">
                <asvg:svgBlip xmlns:asvg="http://schemas.microsoft.com/office/drawing/2016/SVG/main" r:embed="rId19"/>
              </a:ext>
            </a:extLst>
          </a:blip>
          <a:srcRect b="15033"/>
          <a:stretch>
            <a:fillRect/>
          </a:stretch>
        </p:blipFill>
        <p:spPr>
          <a:xfrm>
            <a:off x="4861795" y="4521149"/>
            <a:ext cx="412722" cy="430531"/>
          </a:xfrm>
          <a:prstGeom prst="rect">
            <a:avLst/>
          </a:prstGeom>
        </p:spPr>
      </p:pic>
      <p:pic>
        <p:nvPicPr>
          <p:cNvPr id="89" name="Graphic 88">
            <a:extLst>
              <a:ext uri="{FF2B5EF4-FFF2-40B4-BE49-F238E27FC236}">
                <a16:creationId xmlns:a16="http://schemas.microsoft.com/office/drawing/2014/main" id="{E76EE463-C717-BD20-A429-B7C9FFF7E95F}"/>
              </a:ext>
            </a:extLst>
          </p:cNvPr>
          <p:cNvPicPr>
            <a:picLocks noChangeAspect="1"/>
          </p:cNvPicPr>
          <p:nvPr/>
        </p:nvPicPr>
        <p:blipFill>
          <a:blip r:embed="rId20">
            <a:extLst>
              <a:ext uri="{96DAC541-7B7A-43D3-8B79-37D633B846F1}">
                <asvg:svgBlip xmlns:asvg="http://schemas.microsoft.com/office/drawing/2016/SVG/main" r:embed="rId21"/>
              </a:ext>
            </a:extLst>
          </a:blip>
          <a:srcRect b="17259"/>
          <a:stretch>
            <a:fillRect/>
          </a:stretch>
        </p:blipFill>
        <p:spPr>
          <a:xfrm>
            <a:off x="3222892" y="4466815"/>
            <a:ext cx="444348" cy="451218"/>
          </a:xfrm>
          <a:prstGeom prst="rect">
            <a:avLst/>
          </a:prstGeom>
        </p:spPr>
      </p:pic>
      <p:pic>
        <p:nvPicPr>
          <p:cNvPr id="91" name="Graphic 90">
            <a:extLst>
              <a:ext uri="{FF2B5EF4-FFF2-40B4-BE49-F238E27FC236}">
                <a16:creationId xmlns:a16="http://schemas.microsoft.com/office/drawing/2014/main" id="{5F1CEE2C-E425-07E0-21B2-DE32710A31A2}"/>
              </a:ext>
            </a:extLst>
          </p:cNvPr>
          <p:cNvPicPr>
            <a:picLocks noChangeAspect="1"/>
          </p:cNvPicPr>
          <p:nvPr/>
        </p:nvPicPr>
        <p:blipFill>
          <a:blip r:embed="rId22">
            <a:extLst>
              <a:ext uri="{96DAC541-7B7A-43D3-8B79-37D633B846F1}">
                <asvg:svgBlip xmlns:asvg="http://schemas.microsoft.com/office/drawing/2016/SVG/main" r:embed="rId23"/>
              </a:ext>
            </a:extLst>
          </a:blip>
          <a:srcRect b="21913"/>
          <a:stretch>
            <a:fillRect/>
          </a:stretch>
        </p:blipFill>
        <p:spPr>
          <a:xfrm>
            <a:off x="1713989" y="4404639"/>
            <a:ext cx="600592" cy="575571"/>
          </a:xfrm>
          <a:prstGeom prst="rect">
            <a:avLst/>
          </a:prstGeom>
        </p:spPr>
      </p:pic>
    </p:spTree>
    <p:extLst>
      <p:ext uri="{BB962C8B-B14F-4D97-AF65-F5344CB8AC3E}">
        <p14:creationId xmlns:p14="http://schemas.microsoft.com/office/powerpoint/2010/main" val="189031651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0B3827-1456-AC45-6B10-3DFA02623474}"/>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504DFA2F-C540-6A42-B840-FE0BD280C734}"/>
              </a:ext>
            </a:extLst>
          </p:cNvPr>
          <p:cNvGraphicFramePr>
            <a:graphicFrameLocks/>
          </p:cNvGraphicFramePr>
          <p:nvPr>
            <p:custDataLst>
              <p:tags r:id="rId1"/>
            </p:custDataLst>
            <p:extLst>
              <p:ext uri="{D42A27DB-BD31-4B8C-83A1-F6EECF244321}">
                <p14:modId xmlns:p14="http://schemas.microsoft.com/office/powerpoint/2010/main" val="42119985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4" imgW="306" imgH="306" progId="TCLayout.ActiveDocument.1">
                  <p:embed/>
                </p:oleObj>
              </mc:Choice>
              <mc:Fallback>
                <p:oleObj name="think-cell Slide" r:id="rId34" imgW="306" imgH="306" progId="TCLayout.ActiveDocument.1">
                  <p:embed/>
                  <p:pic>
                    <p:nvPicPr>
                      <p:cNvPr id="9" name="Object 8" hidden="1">
                        <a:extLst>
                          <a:ext uri="{FF2B5EF4-FFF2-40B4-BE49-F238E27FC236}">
                            <a16:creationId xmlns:a16="http://schemas.microsoft.com/office/drawing/2014/main" id="{504DFA2F-C540-6A42-B840-FE0BD280C734}"/>
                          </a:ext>
                        </a:extLst>
                      </p:cNvPr>
                      <p:cNvPicPr/>
                      <p:nvPr/>
                    </p:nvPicPr>
                    <p:blipFill>
                      <a:blip r:embed="rId35"/>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76E21C29-3DEA-9403-1499-03B9C73F0CC1}"/>
              </a:ext>
            </a:extLst>
          </p:cNvPr>
          <p:cNvSpPr txBox="1">
            <a:spLocks/>
          </p:cNvSpPr>
          <p:nvPr>
            <p:custDataLst>
              <p:tags r:id="rId2"/>
            </p:custDataLst>
          </p:nvPr>
        </p:nvSpPr>
        <p:spPr>
          <a:xfrm>
            <a:off x="690563"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a:solidFill>
                  <a:srgbClr val="0A0A0A"/>
                </a:solidFill>
                <a:latin typeface="Georgia" panose="02040502050405020303" pitchFamily="18" charset="0"/>
                <a:cs typeface="Arial" panose="020B0604020202020204" pitchFamily="34" charset="0"/>
              </a:rPr>
              <a:t>Minimally Invasive Surgery </a:t>
            </a:r>
            <a:r>
              <a:rPr lang="en-US" sz="2600" b="0">
                <a:solidFill>
                  <a:srgbClr val="0A0A0A"/>
                </a:solidFill>
                <a:latin typeface="Georgia" panose="02040502050405020303" pitchFamily="18" charset="0"/>
                <a:cs typeface="Arial" panose="020B0604020202020204" pitchFamily="34" charset="0"/>
              </a:rPr>
              <a:t>supply gap in KSA creates a strategic opportunity to establish early leadership</a:t>
            </a:r>
          </a:p>
        </p:txBody>
      </p:sp>
      <p:sp>
        <p:nvSpPr>
          <p:cNvPr id="3" name="Slide Number Placeholder 2">
            <a:extLst>
              <a:ext uri="{FF2B5EF4-FFF2-40B4-BE49-F238E27FC236}">
                <a16:creationId xmlns:a16="http://schemas.microsoft.com/office/drawing/2014/main" id="{4BFAAB92-1E94-AF75-D45C-2CCF556EE5F8}"/>
              </a:ext>
            </a:extLst>
          </p:cNvPr>
          <p:cNvSpPr>
            <a:spLocks noGrp="1"/>
          </p:cNvSpPr>
          <p:nvPr>
            <p:ph type="sldNum" sz="quarter" idx="12"/>
          </p:nvPr>
        </p:nvSpPr>
        <p:spPr/>
        <p:txBody>
          <a:bodyPr/>
          <a:lstStyle/>
          <a:p>
            <a:fld id="{8E1CF2E5-4A16-4FBD-9713-265FD1DAAE65}" type="slidenum">
              <a:rPr lang="en-US" smtClean="0"/>
              <a:t>48</a:t>
            </a:fld>
            <a:endParaRPr lang="en-US"/>
          </a:p>
        </p:txBody>
      </p:sp>
      <p:sp>
        <p:nvSpPr>
          <p:cNvPr id="8" name="Rectangle 7">
            <a:extLst>
              <a:ext uri="{FF2B5EF4-FFF2-40B4-BE49-F238E27FC236}">
                <a16:creationId xmlns:a16="http://schemas.microsoft.com/office/drawing/2014/main" id="{8666570B-A5C1-E214-B881-035E45DA5E12}"/>
              </a:ext>
            </a:extLst>
          </p:cNvPr>
          <p:cNvSpPr/>
          <p:nvPr/>
        </p:nvSpPr>
        <p:spPr>
          <a:xfrm>
            <a:off x="611664" y="1286857"/>
            <a:ext cx="5388503"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E904238-45BD-7911-1DF6-3D976B18695B}"/>
              </a:ext>
            </a:extLst>
          </p:cNvPr>
          <p:cNvSpPr/>
          <p:nvPr/>
        </p:nvSpPr>
        <p:spPr>
          <a:xfrm>
            <a:off x="6187679" y="1286857"/>
            <a:ext cx="5432822"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3E3BAF82-A525-3055-C9AA-34CD81E31E76}"/>
              </a:ext>
            </a:extLst>
          </p:cNvPr>
          <p:cNvSpPr/>
          <p:nvPr>
            <p:custDataLst>
              <p:tags r:id="rId3"/>
            </p:custDataLst>
          </p:nvPr>
        </p:nvSpPr>
        <p:spPr>
          <a:xfrm>
            <a:off x="669211" y="1369902"/>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P</a:t>
            </a:r>
            <a:r>
              <a:rPr lang="en-US" sz="1600" b="1" err="1">
                <a:solidFill>
                  <a:srgbClr val="DDDDDD">
                    <a:lumMod val="10000"/>
                  </a:srgbClr>
                </a:solidFill>
                <a:latin typeface="Calibri" panose="020F0502020204030204"/>
                <a:ea typeface="Calibri" panose="020F0502020204030204" pitchFamily="34" charset="0"/>
                <a:cs typeface="Calibri" panose="020F0502020204030204" pitchFamily="34" charset="0"/>
              </a:rPr>
              <a:t>rostate</a:t>
            </a: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 Cancer Therapeutics Market Size</a:t>
            </a: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 </a:t>
            </a:r>
          </a:p>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SAR M</a:t>
            </a:r>
            <a:r>
              <a:rPr lang="en-US" sz="1400">
                <a:solidFill>
                  <a:srgbClr val="DDDDDD">
                    <a:lumMod val="10000"/>
                  </a:srgbClr>
                </a:solidFill>
                <a:latin typeface="Calibri" panose="020F0502020204030204"/>
                <a:ea typeface="Calibri" panose="020F0502020204030204" pitchFamily="34" charset="0"/>
                <a:cs typeface="Calibri" panose="020F0502020204030204" pitchFamily="34" charset="0"/>
              </a:rPr>
              <a:t>n</a:t>
            </a:r>
            <a:r>
              <a:rPr kumimoji="0" lang="en-US" sz="1400" b="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 2026-2028F, KSA</a:t>
            </a:r>
          </a:p>
        </p:txBody>
      </p:sp>
      <p:cxnSp>
        <p:nvCxnSpPr>
          <p:cNvPr id="15" name="Straight Connector 14">
            <a:extLst>
              <a:ext uri="{FF2B5EF4-FFF2-40B4-BE49-F238E27FC236}">
                <a16:creationId xmlns:a16="http://schemas.microsoft.com/office/drawing/2014/main" id="{CA866429-8CED-619C-7A67-DF4D7147FD28}"/>
              </a:ext>
            </a:extLst>
          </p:cNvPr>
          <p:cNvCxnSpPr>
            <a:cxnSpLocks/>
          </p:cNvCxnSpPr>
          <p:nvPr/>
        </p:nvCxnSpPr>
        <p:spPr>
          <a:xfrm>
            <a:off x="611664" y="1636450"/>
            <a:ext cx="5275951"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F5B3A655-9F80-5121-DF4B-CCA8AF6CEDF6}"/>
              </a:ext>
            </a:extLst>
          </p:cNvPr>
          <p:cNvSpPr/>
          <p:nvPr>
            <p:custDataLst>
              <p:tags r:id="rId4"/>
            </p:custDataLst>
          </p:nvPr>
        </p:nvSpPr>
        <p:spPr>
          <a:xfrm>
            <a:off x="6292164" y="1369902"/>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Competitive Landscape</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19" name="Straight Connector 18">
            <a:extLst>
              <a:ext uri="{FF2B5EF4-FFF2-40B4-BE49-F238E27FC236}">
                <a16:creationId xmlns:a16="http://schemas.microsoft.com/office/drawing/2014/main" id="{312F0234-D8DB-BACE-B90B-A4467491E1F0}"/>
              </a:ext>
            </a:extLst>
          </p:cNvPr>
          <p:cNvCxnSpPr>
            <a:cxnSpLocks/>
          </p:cNvCxnSpPr>
          <p:nvPr/>
        </p:nvCxnSpPr>
        <p:spPr>
          <a:xfrm>
            <a:off x="6255635" y="1636450"/>
            <a:ext cx="5275951"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30FC27D6-4029-74ED-23C6-E0D95A855021}"/>
              </a:ext>
            </a:extLst>
          </p:cNvPr>
          <p:cNvSpPr/>
          <p:nvPr/>
        </p:nvSpPr>
        <p:spPr>
          <a:xfrm>
            <a:off x="611664" y="3886201"/>
            <a:ext cx="5388503" cy="250718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aphicFrame>
        <p:nvGraphicFramePr>
          <p:cNvPr id="13" name="Chart 12">
            <a:extLst>
              <a:ext uri="{FF2B5EF4-FFF2-40B4-BE49-F238E27FC236}">
                <a16:creationId xmlns:a16="http://schemas.microsoft.com/office/drawing/2014/main" id="{661D325B-6972-2FE9-2110-229DFD22C78C}"/>
              </a:ext>
            </a:extLst>
          </p:cNvPr>
          <p:cNvGraphicFramePr/>
          <p:nvPr>
            <p:custDataLst>
              <p:tags r:id="rId5"/>
            </p:custDataLst>
            <p:extLst>
              <p:ext uri="{D42A27DB-BD31-4B8C-83A1-F6EECF244321}">
                <p14:modId xmlns:p14="http://schemas.microsoft.com/office/powerpoint/2010/main" val="950131455"/>
              </p:ext>
            </p:extLst>
          </p:nvPr>
        </p:nvGraphicFramePr>
        <p:xfrm>
          <a:off x="714375" y="1989138"/>
          <a:ext cx="2600325" cy="1749425"/>
        </p:xfrm>
        <a:graphic>
          <a:graphicData uri="http://schemas.openxmlformats.org/drawingml/2006/chart">
            <c:chart xmlns:c="http://schemas.openxmlformats.org/drawingml/2006/chart" xmlns:r="http://schemas.openxmlformats.org/officeDocument/2006/relationships" r:id="rId36"/>
          </a:graphicData>
        </a:graphic>
      </p:graphicFrame>
      <p:cxnSp>
        <p:nvCxnSpPr>
          <p:cNvPr id="36" name="Straight Connector 35">
            <a:extLst>
              <a:ext uri="{FF2B5EF4-FFF2-40B4-BE49-F238E27FC236}">
                <a16:creationId xmlns:a16="http://schemas.microsoft.com/office/drawing/2014/main" id="{95BA9A76-7DD9-1DA2-F36A-F3F69EAC031B}"/>
              </a:ext>
            </a:extLst>
          </p:cNvPr>
          <p:cNvCxnSpPr>
            <a:cxnSpLocks/>
          </p:cNvCxnSpPr>
          <p:nvPr>
            <p:custDataLst>
              <p:tags r:id="rId6"/>
            </p:custDataLst>
          </p:nvPr>
        </p:nvCxnSpPr>
        <p:spPr bwMode="auto">
          <a:xfrm flipV="1">
            <a:off x="1404938" y="2057400"/>
            <a:ext cx="1217613" cy="11112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1" name="Text Placeholder 4">
            <a:extLst>
              <a:ext uri="{FF2B5EF4-FFF2-40B4-BE49-F238E27FC236}">
                <a16:creationId xmlns:a16="http://schemas.microsoft.com/office/drawing/2014/main" id="{3B471F05-C8D0-9FEF-6A56-591B57F7AF13}"/>
              </a:ext>
            </a:extLst>
          </p:cNvPr>
          <p:cNvSpPr>
            <a:spLocks/>
          </p:cNvSpPr>
          <p:nvPr>
            <p:custDataLst>
              <p:tags r:id="rId7"/>
            </p:custDataLst>
          </p:nvPr>
        </p:nvSpPr>
        <p:spPr bwMode="auto">
          <a:xfrm>
            <a:off x="1208088"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2D3698DA-C2F3-460F-B8FD-487C037B7EBF}"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59" name="Text Placeholder 4">
            <a:extLst>
              <a:ext uri="{FF2B5EF4-FFF2-40B4-BE49-F238E27FC236}">
                <a16:creationId xmlns:a16="http://schemas.microsoft.com/office/drawing/2014/main" id="{FC1C988C-E750-7DDD-3BAE-9793E74FCAD7}"/>
              </a:ext>
            </a:extLst>
          </p:cNvPr>
          <p:cNvSpPr>
            <a:spLocks/>
          </p:cNvSpPr>
          <p:nvPr>
            <p:custDataLst>
              <p:tags r:id="rId8"/>
            </p:custDataLst>
          </p:nvPr>
        </p:nvSpPr>
        <p:spPr bwMode="auto">
          <a:xfrm>
            <a:off x="2425700" y="3522663"/>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CAB93442-0EFF-4F73-BBFF-6049C533F194}"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60" name="Text Placeholder 2">
            <a:extLst>
              <a:ext uri="{FF2B5EF4-FFF2-40B4-BE49-F238E27FC236}">
                <a16:creationId xmlns:a16="http://schemas.microsoft.com/office/drawing/2014/main" id="{5F576750-B6FA-2CFA-95E3-B8DEDEE818E3}"/>
              </a:ext>
            </a:extLst>
          </p:cNvPr>
          <p:cNvSpPr>
            <a:spLocks/>
          </p:cNvSpPr>
          <p:nvPr>
            <p:custDataLst>
              <p:tags r:id="rId9"/>
            </p:custDataLst>
          </p:nvPr>
        </p:nvSpPr>
        <p:spPr bwMode="auto">
          <a:xfrm>
            <a:off x="1741488" y="1995488"/>
            <a:ext cx="544513"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5CBD599-22F8-48D0-BC1A-535C1305D4BC}" type="datetime'''+''''''''''''''''''5''''''''''''''''''''''.''''''''5''''%'''">
              <a:rPr lang="en-US" altLang="en-US" sz="1200" b="1" smtClean="0">
                <a:solidFill>
                  <a:schemeClr val="bg1"/>
                </a:solidFill>
                <a:effectLst/>
              </a:rPr>
              <a:pPr marL="0" lvl="0" indent="0" algn="ctr">
                <a:spcBef>
                  <a:spcPct val="0"/>
                </a:spcBef>
                <a:spcAft>
                  <a:spcPct val="0"/>
                </a:spcAft>
                <a:buNone/>
              </a:pPr>
              <a:t>+5.5%</a:t>
            </a:fld>
            <a:endParaRPr lang="en-US" sz="1200" b="1">
              <a:solidFill>
                <a:schemeClr val="bg1"/>
              </a:solidFill>
              <a:sym typeface="Arial\"/>
            </a:endParaRPr>
          </a:p>
        </p:txBody>
      </p:sp>
      <p:sp>
        <p:nvSpPr>
          <p:cNvPr id="61" name="Rectangle 60">
            <a:extLst>
              <a:ext uri="{FF2B5EF4-FFF2-40B4-BE49-F238E27FC236}">
                <a16:creationId xmlns:a16="http://schemas.microsoft.com/office/drawing/2014/main" id="{CFE585F5-B3E8-69FA-8FA7-FF447C4B7310}"/>
              </a:ext>
            </a:extLst>
          </p:cNvPr>
          <p:cNvSpPr/>
          <p:nvPr>
            <p:custDataLst>
              <p:tags r:id="rId10"/>
            </p:custDataLst>
          </p:nvPr>
        </p:nvSpPr>
        <p:spPr>
          <a:xfrm>
            <a:off x="679723" y="1644107"/>
            <a:ext cx="2375995"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endParaRPr kumimoji="0" lang="en-US" sz="1400" b="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endParaRPr>
          </a:p>
        </p:txBody>
      </p:sp>
      <p:sp>
        <p:nvSpPr>
          <p:cNvPr id="62" name="Rectangle 61">
            <a:extLst>
              <a:ext uri="{FF2B5EF4-FFF2-40B4-BE49-F238E27FC236}">
                <a16:creationId xmlns:a16="http://schemas.microsoft.com/office/drawing/2014/main" id="{CDA318E9-1F4E-2C15-F82E-8B7D12660768}"/>
              </a:ext>
            </a:extLst>
          </p:cNvPr>
          <p:cNvSpPr/>
          <p:nvPr/>
        </p:nvSpPr>
        <p:spPr>
          <a:xfrm>
            <a:off x="3429552" y="1743520"/>
            <a:ext cx="2489239" cy="1916343"/>
          </a:xfrm>
          <a:prstGeom prst="rect">
            <a:avLst/>
          </a:prstGeom>
          <a:noFill/>
        </p:spPr>
        <p:txBody>
          <a:bodyPr wrap="square" lIns="36000" tIns="36000" rIns="36000" bIns="36000" rtlCol="0" anchor="t">
            <a:noAutofit/>
          </a:bodyPr>
          <a:lstStyle/>
          <a:p>
            <a:pPr marL="9525">
              <a:spcBef>
                <a:spcPts val="400"/>
              </a:spcBef>
              <a:spcAft>
                <a:spcPts val="400"/>
              </a:spcAft>
            </a:pPr>
            <a:r>
              <a:rPr lang="en-US" sz="1200" b="1" i="1">
                <a:solidFill>
                  <a:prstClr val="black"/>
                </a:solidFill>
                <a:latin typeface="Calibri" panose="020F0502020204030204"/>
              </a:rPr>
              <a:t>Key drivers of growth</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Prostate cancer is the 12th most common cancer in KSA accounting for 2.7% of the new cases and 1.6% of deaths</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Minimally Invasive Surgeries (MIS) and advanced therapeutics like Hormonal Therapy are contributing to growth</a:t>
            </a:r>
          </a:p>
          <a:p>
            <a:pPr marL="9525">
              <a:spcBef>
                <a:spcPts val="400"/>
              </a:spcBef>
              <a:spcAft>
                <a:spcPts val="400"/>
              </a:spcAft>
            </a:pPr>
            <a:endParaRPr lang="en-US" sz="1200" b="1" i="1">
              <a:solidFill>
                <a:prstClr val="black"/>
              </a:solidFill>
              <a:latin typeface="Calibri" panose="020F0502020204030204"/>
            </a:endParaRPr>
          </a:p>
        </p:txBody>
      </p:sp>
      <p:sp>
        <p:nvSpPr>
          <p:cNvPr id="63" name="AutoShape 10" descr="King Faisal Specialist Hospital &amp; Research Center Logo PNG Vector (AI) Free  Download">
            <a:extLst>
              <a:ext uri="{FF2B5EF4-FFF2-40B4-BE49-F238E27FC236}">
                <a16:creationId xmlns:a16="http://schemas.microsoft.com/office/drawing/2014/main" id="{C267873C-B8C5-C8EB-36E9-D48623DFF120}"/>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36" name="Rectangle 3135">
            <a:extLst>
              <a:ext uri="{FF2B5EF4-FFF2-40B4-BE49-F238E27FC236}">
                <a16:creationId xmlns:a16="http://schemas.microsoft.com/office/drawing/2014/main" id="{6457958F-12CB-6A3E-F0C3-9D16E12A96E5}"/>
              </a:ext>
            </a:extLst>
          </p:cNvPr>
          <p:cNvSpPr/>
          <p:nvPr>
            <p:custDataLst>
              <p:tags r:id="rId11"/>
            </p:custDataLst>
          </p:nvPr>
        </p:nvSpPr>
        <p:spPr>
          <a:xfrm>
            <a:off x="669211" y="3956066"/>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Key </a:t>
            </a: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trends</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3146" name="Rectangle 3145">
            <a:extLst>
              <a:ext uri="{FF2B5EF4-FFF2-40B4-BE49-F238E27FC236}">
                <a16:creationId xmlns:a16="http://schemas.microsoft.com/office/drawing/2014/main" id="{68D8933A-CD3C-4800-D60D-78494AB0D76D}"/>
              </a:ext>
            </a:extLst>
          </p:cNvPr>
          <p:cNvSpPr/>
          <p:nvPr>
            <p:custDataLst>
              <p:tags r:id="rId12"/>
            </p:custDataLst>
          </p:nvPr>
        </p:nvSpPr>
        <p:spPr>
          <a:xfrm>
            <a:off x="6263854" y="3956066"/>
            <a:ext cx="523942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Potential </a:t>
            </a: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Risks</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sp>
        <p:nvSpPr>
          <p:cNvPr id="3182" name="Rectangle 3181">
            <a:extLst>
              <a:ext uri="{FF2B5EF4-FFF2-40B4-BE49-F238E27FC236}">
                <a16:creationId xmlns:a16="http://schemas.microsoft.com/office/drawing/2014/main" id="{6FBEC57F-C60A-C3DD-1B9A-BEA4E2AAEB4A}"/>
              </a:ext>
            </a:extLst>
          </p:cNvPr>
          <p:cNvSpPr/>
          <p:nvPr/>
        </p:nvSpPr>
        <p:spPr>
          <a:xfrm>
            <a:off x="6187679" y="3886201"/>
            <a:ext cx="5432822" cy="250718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3184" name="Straight Connector 3183">
            <a:extLst>
              <a:ext uri="{FF2B5EF4-FFF2-40B4-BE49-F238E27FC236}">
                <a16:creationId xmlns:a16="http://schemas.microsoft.com/office/drawing/2014/main" id="{6840D6F8-94F3-9882-0CB9-7666754CD67D}"/>
              </a:ext>
            </a:extLst>
          </p:cNvPr>
          <p:cNvCxnSpPr>
            <a:cxnSpLocks/>
          </p:cNvCxnSpPr>
          <p:nvPr/>
        </p:nvCxnSpPr>
        <p:spPr>
          <a:xfrm>
            <a:off x="611664" y="4219313"/>
            <a:ext cx="5275951"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85" name="Straight Connector 3184">
            <a:extLst>
              <a:ext uri="{FF2B5EF4-FFF2-40B4-BE49-F238E27FC236}">
                <a16:creationId xmlns:a16="http://schemas.microsoft.com/office/drawing/2014/main" id="{6B5770B3-F2E5-5C78-0170-304B82ED437B}"/>
              </a:ext>
            </a:extLst>
          </p:cNvPr>
          <p:cNvCxnSpPr>
            <a:cxnSpLocks/>
          </p:cNvCxnSpPr>
          <p:nvPr/>
        </p:nvCxnSpPr>
        <p:spPr>
          <a:xfrm>
            <a:off x="6255635" y="4219313"/>
            <a:ext cx="5275951"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91" name="Rectangle 3190">
            <a:extLst>
              <a:ext uri="{FF2B5EF4-FFF2-40B4-BE49-F238E27FC236}">
                <a16:creationId xmlns:a16="http://schemas.microsoft.com/office/drawing/2014/main" id="{0710D07C-E716-4CB7-E518-6241E348F088}"/>
              </a:ext>
            </a:extLst>
          </p:cNvPr>
          <p:cNvSpPr/>
          <p:nvPr>
            <p:custDataLst>
              <p:tags r:id="rId13"/>
            </p:custDataLst>
          </p:nvPr>
        </p:nvSpPr>
        <p:spPr>
          <a:xfrm>
            <a:off x="10370384" y="3961961"/>
            <a:ext cx="1466202" cy="22760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Level of risk:</a:t>
            </a:r>
          </a:p>
        </p:txBody>
      </p:sp>
      <p:grpSp>
        <p:nvGrpSpPr>
          <p:cNvPr id="3193" name="Group 3192">
            <a:extLst>
              <a:ext uri="{FF2B5EF4-FFF2-40B4-BE49-F238E27FC236}">
                <a16:creationId xmlns:a16="http://schemas.microsoft.com/office/drawing/2014/main" id="{7A50D1A2-1CA8-7464-33AA-9B2C3C744075}"/>
              </a:ext>
            </a:extLst>
          </p:cNvPr>
          <p:cNvGrpSpPr/>
          <p:nvPr/>
        </p:nvGrpSpPr>
        <p:grpSpPr>
          <a:xfrm>
            <a:off x="8800631" y="6095031"/>
            <a:ext cx="2599308" cy="178361"/>
            <a:chOff x="5926495" y="6335604"/>
            <a:chExt cx="2599308" cy="178361"/>
          </a:xfrm>
        </p:grpSpPr>
        <p:sp>
          <p:nvSpPr>
            <p:cNvPr id="3195" name="Rectangle 3194">
              <a:extLst>
                <a:ext uri="{FF2B5EF4-FFF2-40B4-BE49-F238E27FC236}">
                  <a16:creationId xmlns:a16="http://schemas.microsoft.com/office/drawing/2014/main" id="{3FC07620-4E15-1756-503A-3BB5D4B343F5}"/>
                </a:ext>
              </a:extLst>
            </p:cNvPr>
            <p:cNvSpPr/>
            <p:nvPr>
              <p:custDataLst>
                <p:tags r:id="rId28"/>
              </p:custDataLst>
            </p:nvPr>
          </p:nvSpPr>
          <p:spPr>
            <a:xfrm>
              <a:off x="5926495" y="6359335"/>
              <a:ext cx="828327"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Sectorial risk:</a:t>
              </a:r>
            </a:p>
          </p:txBody>
        </p:sp>
        <p:grpSp>
          <p:nvGrpSpPr>
            <p:cNvPr id="3196" name="Group 3195">
              <a:extLst>
                <a:ext uri="{FF2B5EF4-FFF2-40B4-BE49-F238E27FC236}">
                  <a16:creationId xmlns:a16="http://schemas.microsoft.com/office/drawing/2014/main" id="{B747CA7F-2102-CB0D-E061-621BD0A4B11D}"/>
                </a:ext>
              </a:extLst>
            </p:cNvPr>
            <p:cNvGrpSpPr/>
            <p:nvPr/>
          </p:nvGrpSpPr>
          <p:grpSpPr>
            <a:xfrm>
              <a:off x="6764068" y="6335604"/>
              <a:ext cx="1761735" cy="178361"/>
              <a:chOff x="1330328" y="6428089"/>
              <a:chExt cx="1454959" cy="178361"/>
            </a:xfrm>
          </p:grpSpPr>
          <p:sp>
            <p:nvSpPr>
              <p:cNvPr id="3197" name="Oval 3196">
                <a:extLst>
                  <a:ext uri="{FF2B5EF4-FFF2-40B4-BE49-F238E27FC236}">
                    <a16:creationId xmlns:a16="http://schemas.microsoft.com/office/drawing/2014/main" id="{324E3C0B-5A32-98D9-BBE2-53FC2DFACBC5}"/>
                  </a:ext>
                </a:extLst>
              </p:cNvPr>
              <p:cNvSpPr/>
              <p:nvPr/>
            </p:nvSpPr>
            <p:spPr bwMode="auto">
              <a:xfrm>
                <a:off x="2672011" y="6448689"/>
                <a:ext cx="113276" cy="137160"/>
              </a:xfrm>
              <a:prstGeom prst="ellipse">
                <a:avLst/>
              </a:prstGeom>
              <a:solidFill>
                <a:srgbClr val="FF0000"/>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3198" name="Oval 3197">
                <a:extLst>
                  <a:ext uri="{FF2B5EF4-FFF2-40B4-BE49-F238E27FC236}">
                    <a16:creationId xmlns:a16="http://schemas.microsoft.com/office/drawing/2014/main" id="{C34348F9-FB50-3274-9FDB-B069CE2E0615}"/>
                  </a:ext>
                </a:extLst>
              </p:cNvPr>
              <p:cNvSpPr/>
              <p:nvPr/>
            </p:nvSpPr>
            <p:spPr bwMode="auto">
              <a:xfrm>
                <a:off x="2219459" y="6448689"/>
                <a:ext cx="113276" cy="137160"/>
              </a:xfrm>
              <a:prstGeom prst="ellipse">
                <a:avLst/>
              </a:prstGeom>
              <a:solidFill>
                <a:schemeClr val="accent4"/>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3199" name="Oval 3198">
                <a:extLst>
                  <a:ext uri="{FF2B5EF4-FFF2-40B4-BE49-F238E27FC236}">
                    <a16:creationId xmlns:a16="http://schemas.microsoft.com/office/drawing/2014/main" id="{AD934E2C-2780-805F-B1AA-434A3E87F169}"/>
                  </a:ext>
                </a:extLst>
              </p:cNvPr>
              <p:cNvSpPr/>
              <p:nvPr/>
            </p:nvSpPr>
            <p:spPr bwMode="auto">
              <a:xfrm>
                <a:off x="1584301" y="6448689"/>
                <a:ext cx="113276" cy="137160"/>
              </a:xfrm>
              <a:prstGeom prst="ellipse">
                <a:avLst/>
              </a:prstGeom>
              <a:solidFill>
                <a:srgbClr val="548235"/>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sp>
            <p:nvSpPr>
              <p:cNvPr id="3200" name="Rectangle 3199">
                <a:extLst>
                  <a:ext uri="{FF2B5EF4-FFF2-40B4-BE49-F238E27FC236}">
                    <a16:creationId xmlns:a16="http://schemas.microsoft.com/office/drawing/2014/main" id="{0BB81C83-1F46-D495-5F3A-06511DA31D06}"/>
                  </a:ext>
                </a:extLst>
              </p:cNvPr>
              <p:cNvSpPr/>
              <p:nvPr>
                <p:custDataLst>
                  <p:tags r:id="rId29"/>
                </p:custDataLst>
              </p:nvPr>
            </p:nvSpPr>
            <p:spPr>
              <a:xfrm>
                <a:off x="1330328" y="6428089"/>
                <a:ext cx="211949"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Low</a:t>
                </a:r>
              </a:p>
            </p:txBody>
          </p:sp>
          <p:sp>
            <p:nvSpPr>
              <p:cNvPr id="3201" name="Rectangle 3200">
                <a:extLst>
                  <a:ext uri="{FF2B5EF4-FFF2-40B4-BE49-F238E27FC236}">
                    <a16:creationId xmlns:a16="http://schemas.microsoft.com/office/drawing/2014/main" id="{D61DE9C9-3EDD-1337-7C0B-083179CF95FE}"/>
                  </a:ext>
                </a:extLst>
              </p:cNvPr>
              <p:cNvSpPr/>
              <p:nvPr>
                <p:custDataLst>
                  <p:tags r:id="rId30"/>
                </p:custDataLst>
              </p:nvPr>
            </p:nvSpPr>
            <p:spPr>
              <a:xfrm>
                <a:off x="1763485" y="6428089"/>
                <a:ext cx="413950"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Medium</a:t>
                </a:r>
              </a:p>
            </p:txBody>
          </p:sp>
          <p:sp>
            <p:nvSpPr>
              <p:cNvPr id="3202" name="Rectangle 3201">
                <a:extLst>
                  <a:ext uri="{FF2B5EF4-FFF2-40B4-BE49-F238E27FC236}">
                    <a16:creationId xmlns:a16="http://schemas.microsoft.com/office/drawing/2014/main" id="{E480F144-57D7-058D-7789-60C691EE6467}"/>
                  </a:ext>
                </a:extLst>
              </p:cNvPr>
              <p:cNvSpPr/>
              <p:nvPr>
                <p:custDataLst>
                  <p:tags r:id="rId31"/>
                </p:custDataLst>
              </p:nvPr>
            </p:nvSpPr>
            <p:spPr>
              <a:xfrm>
                <a:off x="2398643" y="6428089"/>
                <a:ext cx="231342"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a:t>
                </a:r>
              </a:p>
            </p:txBody>
          </p:sp>
        </p:grpSp>
      </p:grpSp>
      <p:sp>
        <p:nvSpPr>
          <p:cNvPr id="3203" name="Oval 3202">
            <a:extLst>
              <a:ext uri="{FF2B5EF4-FFF2-40B4-BE49-F238E27FC236}">
                <a16:creationId xmlns:a16="http://schemas.microsoft.com/office/drawing/2014/main" id="{95297C02-96EA-A54E-EAED-A03A98014B48}"/>
              </a:ext>
            </a:extLst>
          </p:cNvPr>
          <p:cNvSpPr/>
          <p:nvPr/>
        </p:nvSpPr>
        <p:spPr bwMode="auto">
          <a:xfrm>
            <a:off x="11237519" y="3989187"/>
            <a:ext cx="182880" cy="182880"/>
          </a:xfrm>
          <a:prstGeom prst="ellipse">
            <a:avLst/>
          </a:prstGeom>
          <a:solidFill>
            <a:srgbClr val="548235"/>
          </a:solidFill>
          <a:ln w="635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pic>
        <p:nvPicPr>
          <p:cNvPr id="3205" name="Graphic 3204" descr="Scales of justice outline">
            <a:extLst>
              <a:ext uri="{FF2B5EF4-FFF2-40B4-BE49-F238E27FC236}">
                <a16:creationId xmlns:a16="http://schemas.microsoft.com/office/drawing/2014/main" id="{176AA0F5-E228-996A-6F57-0320A301B1CA}"/>
              </a:ext>
            </a:extLst>
          </p:cNvPr>
          <p:cNvPicPr>
            <a:picLocks noChangeAspect="1"/>
          </p:cNvPicPr>
          <p:nvPr/>
        </p:nvPicPr>
        <p:blipFill>
          <a:blip r:embed="rId37">
            <a:extLst>
              <a:ext uri="{96DAC541-7B7A-43D3-8B79-37D633B846F1}">
                <asvg:svgBlip xmlns:asvg="http://schemas.microsoft.com/office/drawing/2016/SVG/main" r:embed="rId38"/>
              </a:ext>
            </a:extLst>
          </a:blip>
          <a:stretch>
            <a:fillRect/>
          </a:stretch>
        </p:blipFill>
        <p:spPr>
          <a:xfrm>
            <a:off x="6397248" y="4416330"/>
            <a:ext cx="486827" cy="486827"/>
          </a:xfrm>
          <a:prstGeom prst="rect">
            <a:avLst/>
          </a:prstGeom>
        </p:spPr>
      </p:pic>
      <p:sp>
        <p:nvSpPr>
          <p:cNvPr id="3208" name="Rectangle 3207">
            <a:extLst>
              <a:ext uri="{FF2B5EF4-FFF2-40B4-BE49-F238E27FC236}">
                <a16:creationId xmlns:a16="http://schemas.microsoft.com/office/drawing/2014/main" id="{8D5B6D4F-0248-D194-490A-86293ACE3D8B}"/>
              </a:ext>
            </a:extLst>
          </p:cNvPr>
          <p:cNvSpPr/>
          <p:nvPr>
            <p:custDataLst>
              <p:tags r:id="rId14"/>
            </p:custDataLst>
          </p:nvPr>
        </p:nvSpPr>
        <p:spPr>
          <a:xfrm>
            <a:off x="9718675" y="1370013"/>
            <a:ext cx="1466202" cy="227600"/>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Market concentration:</a:t>
            </a:r>
          </a:p>
        </p:txBody>
      </p:sp>
      <p:sp>
        <p:nvSpPr>
          <p:cNvPr id="3215" name="Rectangle 3214">
            <a:extLst>
              <a:ext uri="{FF2B5EF4-FFF2-40B4-BE49-F238E27FC236}">
                <a16:creationId xmlns:a16="http://schemas.microsoft.com/office/drawing/2014/main" id="{680778DB-8410-AB08-0EDF-416468E2D8E0}"/>
              </a:ext>
            </a:extLst>
          </p:cNvPr>
          <p:cNvSpPr/>
          <p:nvPr>
            <p:custDataLst>
              <p:tags r:id="rId15"/>
            </p:custDataLst>
          </p:nvPr>
        </p:nvSpPr>
        <p:spPr>
          <a:xfrm>
            <a:off x="8018463" y="3551238"/>
            <a:ext cx="1828917" cy="130899"/>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Level of market concentration:</a:t>
            </a:r>
          </a:p>
        </p:txBody>
      </p:sp>
      <p:sp>
        <p:nvSpPr>
          <p:cNvPr id="3216" name="Rectangle 3215">
            <a:extLst>
              <a:ext uri="{FF2B5EF4-FFF2-40B4-BE49-F238E27FC236}">
                <a16:creationId xmlns:a16="http://schemas.microsoft.com/office/drawing/2014/main" id="{611493A3-B36A-5AD0-63AC-5AF3FCA1B7D2}"/>
              </a:ext>
            </a:extLst>
          </p:cNvPr>
          <p:cNvSpPr/>
          <p:nvPr>
            <p:custDataLst>
              <p:tags r:id="rId16"/>
            </p:custDataLst>
          </p:nvPr>
        </p:nvSpPr>
        <p:spPr>
          <a:xfrm>
            <a:off x="11182350" y="3527425"/>
            <a:ext cx="312301"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High</a:t>
            </a:r>
          </a:p>
        </p:txBody>
      </p:sp>
      <p:sp>
        <p:nvSpPr>
          <p:cNvPr id="3217" name="Rectangle 3216">
            <a:extLst>
              <a:ext uri="{FF2B5EF4-FFF2-40B4-BE49-F238E27FC236}">
                <a16:creationId xmlns:a16="http://schemas.microsoft.com/office/drawing/2014/main" id="{0117E739-6E70-980F-8919-A0977C4A6816}"/>
              </a:ext>
            </a:extLst>
          </p:cNvPr>
          <p:cNvSpPr/>
          <p:nvPr>
            <p:custDataLst>
              <p:tags r:id="rId17"/>
            </p:custDataLst>
          </p:nvPr>
        </p:nvSpPr>
        <p:spPr>
          <a:xfrm>
            <a:off x="9871075" y="3527425"/>
            <a:ext cx="264122" cy="178361"/>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100" b="1" i="1"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Calibri" panose="020F0502020204030204" pitchFamily="34" charset="0"/>
              </a:rPr>
              <a:t>Low</a:t>
            </a:r>
          </a:p>
        </p:txBody>
      </p:sp>
      <p:sp>
        <p:nvSpPr>
          <p:cNvPr id="3219" name="Oval 3218">
            <a:extLst>
              <a:ext uri="{FF2B5EF4-FFF2-40B4-BE49-F238E27FC236}">
                <a16:creationId xmlns:a16="http://schemas.microsoft.com/office/drawing/2014/main" id="{03ABD84F-6C58-4692-8B7D-42F36BD6647F}"/>
              </a:ext>
            </a:extLst>
          </p:cNvPr>
          <p:cNvSpPr/>
          <p:nvPr>
            <p:custDataLst>
              <p:tags r:id="rId18"/>
            </p:custDataLst>
          </p:nvPr>
        </p:nvSpPr>
        <p:spPr bwMode="auto">
          <a:xfrm>
            <a:off x="11223625" y="1385888"/>
            <a:ext cx="193675" cy="19367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1" name="Oval 3220">
            <a:extLst>
              <a:ext uri="{FF2B5EF4-FFF2-40B4-BE49-F238E27FC236}">
                <a16:creationId xmlns:a16="http://schemas.microsoft.com/office/drawing/2014/main" id="{28ECDB4B-3713-A3BD-5628-045182B49ECC}"/>
              </a:ext>
            </a:extLst>
          </p:cNvPr>
          <p:cNvSpPr/>
          <p:nvPr>
            <p:custDataLst>
              <p:tags r:id="rId19"/>
            </p:custDataLst>
          </p:nvPr>
        </p:nvSpPr>
        <p:spPr bwMode="auto">
          <a:xfrm>
            <a:off x="10393363" y="354806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2" name="Arc 3221">
            <a:extLst>
              <a:ext uri="{FF2B5EF4-FFF2-40B4-BE49-F238E27FC236}">
                <a16:creationId xmlns:a16="http://schemas.microsoft.com/office/drawing/2014/main" id="{5DA91DC4-0F4C-8112-20EA-5BAF97C5DFE0}"/>
              </a:ext>
            </a:extLst>
          </p:cNvPr>
          <p:cNvSpPr/>
          <p:nvPr>
            <p:custDataLst>
              <p:tags r:id="rId20"/>
            </p:custDataLst>
          </p:nvPr>
        </p:nvSpPr>
        <p:spPr bwMode="gray">
          <a:xfrm>
            <a:off x="10393363" y="3548063"/>
            <a:ext cx="136525" cy="136525"/>
          </a:xfrm>
          <a:prstGeom prst="arc">
            <a:avLst>
              <a:gd name="adj1" fmla="val 16200000"/>
              <a:gd name="adj2" fmla="val 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223" name="Oval 3222">
            <a:extLst>
              <a:ext uri="{FF2B5EF4-FFF2-40B4-BE49-F238E27FC236}">
                <a16:creationId xmlns:a16="http://schemas.microsoft.com/office/drawing/2014/main" id="{A9CCAD23-01FD-6E27-0A87-FCECAE8B2489}"/>
              </a:ext>
            </a:extLst>
          </p:cNvPr>
          <p:cNvSpPr/>
          <p:nvPr>
            <p:custDataLst>
              <p:tags r:id="rId21"/>
            </p:custDataLst>
          </p:nvPr>
        </p:nvSpPr>
        <p:spPr bwMode="auto">
          <a:xfrm>
            <a:off x="10599738" y="354806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4" name="Arc 3223">
            <a:extLst>
              <a:ext uri="{FF2B5EF4-FFF2-40B4-BE49-F238E27FC236}">
                <a16:creationId xmlns:a16="http://schemas.microsoft.com/office/drawing/2014/main" id="{2955E4F2-4383-C911-B1D8-6A62AB0974EF}"/>
              </a:ext>
            </a:extLst>
          </p:cNvPr>
          <p:cNvSpPr/>
          <p:nvPr>
            <p:custDataLst>
              <p:tags r:id="rId22"/>
            </p:custDataLst>
          </p:nvPr>
        </p:nvSpPr>
        <p:spPr bwMode="gray">
          <a:xfrm>
            <a:off x="10599738" y="3548063"/>
            <a:ext cx="136525" cy="136525"/>
          </a:xfrm>
          <a:prstGeom prst="arc">
            <a:avLst>
              <a:gd name="adj1" fmla="val 16200000"/>
              <a:gd name="adj2" fmla="val 540000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225" name="Oval 3224">
            <a:extLst>
              <a:ext uri="{FF2B5EF4-FFF2-40B4-BE49-F238E27FC236}">
                <a16:creationId xmlns:a16="http://schemas.microsoft.com/office/drawing/2014/main" id="{0B53580D-17EB-DD99-C3D8-98DCD4279166}"/>
              </a:ext>
            </a:extLst>
          </p:cNvPr>
          <p:cNvSpPr/>
          <p:nvPr>
            <p:custDataLst>
              <p:tags r:id="rId23"/>
            </p:custDataLst>
          </p:nvPr>
        </p:nvSpPr>
        <p:spPr bwMode="auto">
          <a:xfrm>
            <a:off x="10806113" y="354806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6" name="Arc 3225">
            <a:extLst>
              <a:ext uri="{FF2B5EF4-FFF2-40B4-BE49-F238E27FC236}">
                <a16:creationId xmlns:a16="http://schemas.microsoft.com/office/drawing/2014/main" id="{E77E43F9-9219-F30C-73E1-5D5F7422D7F0}"/>
              </a:ext>
            </a:extLst>
          </p:cNvPr>
          <p:cNvSpPr/>
          <p:nvPr>
            <p:custDataLst>
              <p:tags r:id="rId24"/>
            </p:custDataLst>
          </p:nvPr>
        </p:nvSpPr>
        <p:spPr bwMode="gray">
          <a:xfrm>
            <a:off x="10806113" y="3548063"/>
            <a:ext cx="136525" cy="136525"/>
          </a:xfrm>
          <a:prstGeom prst="arc">
            <a:avLst>
              <a:gd name="adj1" fmla="val 16200000"/>
              <a:gd name="adj2" fmla="val 10800000"/>
            </a:avLst>
          </a:prstGeom>
          <a:solidFill>
            <a:srgbClr val="1B5B74"/>
          </a:solidFill>
          <a:ln w="3175" cap="flat" cmpd="sng" algn="ctr">
            <a:solidFill>
              <a:srgbClr val="1B5B74"/>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228" name="Oval 3227">
            <a:extLst>
              <a:ext uri="{FF2B5EF4-FFF2-40B4-BE49-F238E27FC236}">
                <a16:creationId xmlns:a16="http://schemas.microsoft.com/office/drawing/2014/main" id="{6C2FC1D3-2F7A-0B43-8AFB-4AFF0666C620}"/>
              </a:ext>
            </a:extLst>
          </p:cNvPr>
          <p:cNvSpPr/>
          <p:nvPr>
            <p:custDataLst>
              <p:tags r:id="rId25"/>
            </p:custDataLst>
          </p:nvPr>
        </p:nvSpPr>
        <p:spPr bwMode="auto">
          <a:xfrm>
            <a:off x="11014075" y="3548063"/>
            <a:ext cx="136525" cy="136525"/>
          </a:xfrm>
          <a:prstGeom prst="ellipse">
            <a:avLst/>
          </a:prstGeom>
          <a:solidFill>
            <a:srgbClr val="1B5B74"/>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9" name="Oval 3228">
            <a:extLst>
              <a:ext uri="{FF2B5EF4-FFF2-40B4-BE49-F238E27FC236}">
                <a16:creationId xmlns:a16="http://schemas.microsoft.com/office/drawing/2014/main" id="{DD8FAE8B-37D5-63B6-9443-523C84EFA5E1}"/>
              </a:ext>
            </a:extLst>
          </p:cNvPr>
          <p:cNvSpPr/>
          <p:nvPr>
            <p:custDataLst>
              <p:tags r:id="rId26"/>
            </p:custDataLst>
          </p:nvPr>
        </p:nvSpPr>
        <p:spPr bwMode="auto">
          <a:xfrm>
            <a:off x="10185400" y="3548063"/>
            <a:ext cx="136525" cy="136525"/>
          </a:xfrm>
          <a:prstGeom prst="ellipse">
            <a:avLst/>
          </a:prstGeom>
          <a:solidFill>
            <a:srgbClr val="FFFFFF"/>
          </a:solidFill>
          <a:ln w="3175" cap="flat" cmpd="sng" algn="ctr">
            <a:solidFill>
              <a:srgbClr val="1B5B74"/>
            </a:solid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2" name="TextBox 3231">
            <a:extLst>
              <a:ext uri="{FF2B5EF4-FFF2-40B4-BE49-F238E27FC236}">
                <a16:creationId xmlns:a16="http://schemas.microsoft.com/office/drawing/2014/main" id="{2EA27119-A5DC-9800-6BA6-DEF89BFF0902}"/>
              </a:ext>
            </a:extLst>
          </p:cNvPr>
          <p:cNvSpPr txBox="1"/>
          <p:nvPr/>
        </p:nvSpPr>
        <p:spPr>
          <a:xfrm>
            <a:off x="1398865" y="4409401"/>
            <a:ext cx="4488749" cy="783988"/>
          </a:xfrm>
          <a:prstGeom prst="rect">
            <a:avLst/>
          </a:prstGeom>
          <a:noFill/>
        </p:spPr>
        <p:txBody>
          <a:bodyPr wrap="square" rtlCol="0">
            <a:noAutofit/>
          </a:bodyPr>
          <a:lstStyle/>
          <a:p>
            <a:pPr marL="9525" lvl="0">
              <a:defRPr/>
            </a:pPr>
            <a:r>
              <a:rPr lang="en-US" sz="1400" b="1" dirty="0">
                <a:solidFill>
                  <a:srgbClr val="17B2AF"/>
                </a:solidFill>
              </a:rPr>
              <a:t>Superior Results</a:t>
            </a:r>
          </a:p>
          <a:p>
            <a:pPr marL="9525" lvl="0">
              <a:defRPr/>
            </a:pPr>
            <a:r>
              <a:rPr lang="en-US" sz="1400" dirty="0">
                <a:solidFill>
                  <a:prstClr val="black"/>
                </a:solidFill>
              </a:rPr>
              <a:t>MIS allows for a reduction of mean postoperative inpatient days by 1.5</a:t>
            </a:r>
            <a:r>
              <a:rPr lang="en-US" sz="1400">
                <a:solidFill>
                  <a:prstClr val="black"/>
                </a:solidFill>
              </a:rPr>
              <a:t>, </a:t>
            </a:r>
            <a:r>
              <a:rPr lang="en-US" sz="1400" dirty="0">
                <a:solidFill>
                  <a:prstClr val="black"/>
                </a:solidFill>
              </a:rPr>
              <a:t>while also minimizing &gt;60% blood loss</a:t>
            </a:r>
          </a:p>
        </p:txBody>
      </p:sp>
      <p:grpSp>
        <p:nvGrpSpPr>
          <p:cNvPr id="4" name="Group 3">
            <a:extLst>
              <a:ext uri="{FF2B5EF4-FFF2-40B4-BE49-F238E27FC236}">
                <a16:creationId xmlns:a16="http://schemas.microsoft.com/office/drawing/2014/main" id="{741180E9-8C30-B325-C93A-0EBEE491D5F7}"/>
              </a:ext>
            </a:extLst>
          </p:cNvPr>
          <p:cNvGrpSpPr/>
          <p:nvPr/>
        </p:nvGrpSpPr>
        <p:grpSpPr>
          <a:xfrm>
            <a:off x="15130" y="47516"/>
            <a:ext cx="171132" cy="228600"/>
            <a:chOff x="0" y="49329"/>
            <a:chExt cx="171132" cy="228600"/>
          </a:xfrm>
        </p:grpSpPr>
        <p:cxnSp>
          <p:nvCxnSpPr>
            <p:cNvPr id="5" name="Straight Connector 4">
              <a:extLst>
                <a:ext uri="{FF2B5EF4-FFF2-40B4-BE49-F238E27FC236}">
                  <a16:creationId xmlns:a16="http://schemas.microsoft.com/office/drawing/2014/main" id="{053078DF-3C3D-DFDB-F5DE-5D9339691AA4}"/>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 name="Rectangle: Rounded Corners 5">
              <a:extLst>
                <a:ext uri="{FF2B5EF4-FFF2-40B4-BE49-F238E27FC236}">
                  <a16:creationId xmlns:a16="http://schemas.microsoft.com/office/drawing/2014/main" id="{CD62E342-AD6F-D1A0-9F3F-684AF11B7DB4}"/>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7" name="Google Shape;1129;p23">
            <a:extLst>
              <a:ext uri="{FF2B5EF4-FFF2-40B4-BE49-F238E27FC236}">
                <a16:creationId xmlns:a16="http://schemas.microsoft.com/office/drawing/2014/main" id="{391E5492-7713-0A67-77CC-8D51F7248B0A}"/>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Day Surgery - Profound</a:t>
            </a:r>
            <a:endParaRPr lang="en-US">
              <a:solidFill>
                <a:schemeClr val="bg1"/>
              </a:solidFill>
              <a:latin typeface="Calibri"/>
              <a:ea typeface="Calibri"/>
              <a:cs typeface="Calibri"/>
            </a:endParaRPr>
          </a:p>
        </p:txBody>
      </p:sp>
      <p:sp>
        <p:nvSpPr>
          <p:cNvPr id="30" name="Line 15">
            <a:extLst>
              <a:ext uri="{FF2B5EF4-FFF2-40B4-BE49-F238E27FC236}">
                <a16:creationId xmlns:a16="http://schemas.microsoft.com/office/drawing/2014/main" id="{0E20C3EE-5C58-630A-77D8-3C2BD47098B3}"/>
              </a:ext>
            </a:extLst>
          </p:cNvPr>
          <p:cNvSpPr>
            <a:spLocks noChangeShapeType="1"/>
          </p:cNvSpPr>
          <p:nvPr>
            <p:custDataLst>
              <p:tags r:id="rId27"/>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6" name="Group 15">
            <a:extLst>
              <a:ext uri="{FF2B5EF4-FFF2-40B4-BE49-F238E27FC236}">
                <a16:creationId xmlns:a16="http://schemas.microsoft.com/office/drawing/2014/main" id="{963F325F-DEEF-C933-5A46-84D603B2C653}"/>
              </a:ext>
            </a:extLst>
          </p:cNvPr>
          <p:cNvGrpSpPr/>
          <p:nvPr/>
        </p:nvGrpSpPr>
        <p:grpSpPr>
          <a:xfrm>
            <a:off x="-897410" y="279546"/>
            <a:ext cx="338328" cy="3872943"/>
            <a:chOff x="-460920" y="279546"/>
            <a:chExt cx="338328" cy="3872943"/>
          </a:xfrm>
        </p:grpSpPr>
        <p:sp>
          <p:nvSpPr>
            <p:cNvPr id="17" name="Google Shape;139;p2">
              <a:extLst>
                <a:ext uri="{FF2B5EF4-FFF2-40B4-BE49-F238E27FC236}">
                  <a16:creationId xmlns:a16="http://schemas.microsoft.com/office/drawing/2014/main" id="{604C4FF2-16D1-0995-F2BC-41305C961769}"/>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0" name="Google Shape;140;p2">
              <a:extLst>
                <a:ext uri="{FF2B5EF4-FFF2-40B4-BE49-F238E27FC236}">
                  <a16:creationId xmlns:a16="http://schemas.microsoft.com/office/drawing/2014/main" id="{BE90E844-F702-14C0-DF60-571CEB3106CA}"/>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1" name="Google Shape;141;p2">
              <a:extLst>
                <a:ext uri="{FF2B5EF4-FFF2-40B4-BE49-F238E27FC236}">
                  <a16:creationId xmlns:a16="http://schemas.microsoft.com/office/drawing/2014/main" id="{22B3D6F9-5D05-036F-6743-E1258D1A4EDD}"/>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2" name="Google Shape;142;p2">
              <a:extLst>
                <a:ext uri="{FF2B5EF4-FFF2-40B4-BE49-F238E27FC236}">
                  <a16:creationId xmlns:a16="http://schemas.microsoft.com/office/drawing/2014/main" id="{5E5EF072-41E0-0FCD-BC6C-9EC9B8E45EA3}"/>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3" name="Google Shape;143;p2">
              <a:extLst>
                <a:ext uri="{FF2B5EF4-FFF2-40B4-BE49-F238E27FC236}">
                  <a16:creationId xmlns:a16="http://schemas.microsoft.com/office/drawing/2014/main" id="{A976C6F9-C234-A214-7639-B25C950B9480}"/>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4" name="Google Shape;147;p2">
              <a:extLst>
                <a:ext uri="{FF2B5EF4-FFF2-40B4-BE49-F238E27FC236}">
                  <a16:creationId xmlns:a16="http://schemas.microsoft.com/office/drawing/2014/main" id="{9CA1C722-8AED-AD0C-E01D-4ABFAA92441A}"/>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5" name="Google Shape;151;p2">
              <a:extLst>
                <a:ext uri="{FF2B5EF4-FFF2-40B4-BE49-F238E27FC236}">
                  <a16:creationId xmlns:a16="http://schemas.microsoft.com/office/drawing/2014/main" id="{0606C126-4966-E86C-0F17-0D5682DD377B}"/>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27" name="Google Shape;147;p2">
              <a:extLst>
                <a:ext uri="{FF2B5EF4-FFF2-40B4-BE49-F238E27FC236}">
                  <a16:creationId xmlns:a16="http://schemas.microsoft.com/office/drawing/2014/main" id="{B387AC0C-33A9-E6A9-7A86-E678B9C01EEA}"/>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29" name="TextBox 28">
            <a:extLst>
              <a:ext uri="{FF2B5EF4-FFF2-40B4-BE49-F238E27FC236}">
                <a16:creationId xmlns:a16="http://schemas.microsoft.com/office/drawing/2014/main" id="{30474634-8AC5-1A2E-82C2-50EB3FC26DC8}"/>
              </a:ext>
            </a:extLst>
          </p:cNvPr>
          <p:cNvSpPr txBox="1"/>
          <p:nvPr/>
        </p:nvSpPr>
        <p:spPr>
          <a:xfrm>
            <a:off x="1398865" y="5445265"/>
            <a:ext cx="4488749" cy="783988"/>
          </a:xfrm>
          <a:prstGeom prst="rect">
            <a:avLst/>
          </a:prstGeom>
          <a:noFill/>
        </p:spPr>
        <p:txBody>
          <a:bodyPr wrap="square" rtlCol="0">
            <a:noAutofit/>
          </a:bodyPr>
          <a:lstStyle/>
          <a:p>
            <a:pPr marL="9525" lvl="0">
              <a:defRPr/>
            </a:pPr>
            <a:r>
              <a:rPr lang="en-US" sz="1400" b="1" dirty="0">
                <a:solidFill>
                  <a:srgbClr val="17B2AF"/>
                </a:solidFill>
              </a:rPr>
              <a:t>Prevalence</a:t>
            </a:r>
          </a:p>
          <a:p>
            <a:pPr marL="9525" lvl="0">
              <a:defRPr/>
            </a:pPr>
            <a:r>
              <a:rPr lang="en-US" sz="1400" dirty="0"/>
              <a:t>&gt;90% of prostate and kidney cancer cases is top hospitals use minimally invasive methods, including robotic surgery</a:t>
            </a:r>
          </a:p>
        </p:txBody>
      </p:sp>
      <p:pic>
        <p:nvPicPr>
          <p:cNvPr id="32" name="Graphic 31">
            <a:extLst>
              <a:ext uri="{FF2B5EF4-FFF2-40B4-BE49-F238E27FC236}">
                <a16:creationId xmlns:a16="http://schemas.microsoft.com/office/drawing/2014/main" id="{D6DD7F02-DD55-126F-775A-C570F9FD31E9}"/>
              </a:ext>
            </a:extLst>
          </p:cNvPr>
          <p:cNvPicPr>
            <a:picLocks noChangeAspect="1"/>
          </p:cNvPicPr>
          <p:nvPr/>
        </p:nvPicPr>
        <p:blipFill>
          <a:blip r:embed="rId39">
            <a:extLst>
              <a:ext uri="{96DAC541-7B7A-43D3-8B79-37D633B846F1}">
                <asvg:svgBlip xmlns:asvg="http://schemas.microsoft.com/office/drawing/2016/SVG/main" r:embed="rId40"/>
              </a:ext>
            </a:extLst>
          </a:blip>
          <a:srcRect b="8939"/>
          <a:stretch>
            <a:fillRect/>
          </a:stretch>
        </p:blipFill>
        <p:spPr>
          <a:xfrm>
            <a:off x="763340" y="5527026"/>
            <a:ext cx="537661" cy="600875"/>
          </a:xfrm>
          <a:prstGeom prst="rect">
            <a:avLst/>
          </a:prstGeom>
        </p:spPr>
      </p:pic>
      <p:pic>
        <p:nvPicPr>
          <p:cNvPr id="34" name="Graphic 33">
            <a:extLst>
              <a:ext uri="{FF2B5EF4-FFF2-40B4-BE49-F238E27FC236}">
                <a16:creationId xmlns:a16="http://schemas.microsoft.com/office/drawing/2014/main" id="{530681FB-AA06-8144-FF37-15B67FC4325F}"/>
              </a:ext>
            </a:extLst>
          </p:cNvPr>
          <p:cNvPicPr>
            <a:picLocks noChangeAspect="1"/>
          </p:cNvPicPr>
          <p:nvPr/>
        </p:nvPicPr>
        <p:blipFill>
          <a:blip r:embed="rId41">
            <a:extLst>
              <a:ext uri="{96DAC541-7B7A-43D3-8B79-37D633B846F1}">
                <asvg:svgBlip xmlns:asvg="http://schemas.microsoft.com/office/drawing/2016/SVG/main" r:embed="rId42"/>
              </a:ext>
            </a:extLst>
          </a:blip>
          <a:srcRect b="14097"/>
          <a:stretch>
            <a:fillRect/>
          </a:stretch>
        </p:blipFill>
        <p:spPr>
          <a:xfrm>
            <a:off x="773060" y="4521721"/>
            <a:ext cx="537661" cy="577331"/>
          </a:xfrm>
          <a:prstGeom prst="rect">
            <a:avLst/>
          </a:prstGeom>
        </p:spPr>
      </p:pic>
      <p:sp>
        <p:nvSpPr>
          <p:cNvPr id="35" name="TextBox 34">
            <a:extLst>
              <a:ext uri="{FF2B5EF4-FFF2-40B4-BE49-F238E27FC236}">
                <a16:creationId xmlns:a16="http://schemas.microsoft.com/office/drawing/2014/main" id="{CD5720D5-C567-4B98-DF3B-35A0B1D4903B}"/>
              </a:ext>
            </a:extLst>
          </p:cNvPr>
          <p:cNvSpPr txBox="1"/>
          <p:nvPr/>
        </p:nvSpPr>
        <p:spPr>
          <a:xfrm>
            <a:off x="6893626" y="1734305"/>
            <a:ext cx="4488749" cy="621528"/>
          </a:xfrm>
          <a:prstGeom prst="rect">
            <a:avLst/>
          </a:prstGeom>
          <a:noFill/>
        </p:spPr>
        <p:txBody>
          <a:bodyPr wrap="square" rtlCol="0">
            <a:noAutofit/>
          </a:bodyPr>
          <a:lstStyle/>
          <a:p>
            <a:pPr marL="9525" lvl="0">
              <a:defRPr/>
            </a:pPr>
            <a:r>
              <a:rPr lang="en-US" sz="1400" b="1" dirty="0">
                <a:solidFill>
                  <a:srgbClr val="17B2AF"/>
                </a:solidFill>
              </a:rPr>
              <a:t>Market Gap</a:t>
            </a:r>
          </a:p>
          <a:p>
            <a:pPr marL="9525" lvl="0">
              <a:defRPr/>
            </a:pPr>
            <a:r>
              <a:rPr lang="en-US" sz="1400" dirty="0">
                <a:solidFill>
                  <a:prstClr val="black"/>
                </a:solidFill>
              </a:rPr>
              <a:t>No existing technology equivalent to TULSA Pro in KSA, creating space for establishing regional leadership</a:t>
            </a:r>
          </a:p>
        </p:txBody>
      </p:sp>
      <p:sp>
        <p:nvSpPr>
          <p:cNvPr id="37" name="TextBox 36">
            <a:extLst>
              <a:ext uri="{FF2B5EF4-FFF2-40B4-BE49-F238E27FC236}">
                <a16:creationId xmlns:a16="http://schemas.microsoft.com/office/drawing/2014/main" id="{7C9ECE89-8D99-94B0-6A83-644B51EA9C16}"/>
              </a:ext>
            </a:extLst>
          </p:cNvPr>
          <p:cNvSpPr txBox="1"/>
          <p:nvPr/>
        </p:nvSpPr>
        <p:spPr>
          <a:xfrm>
            <a:off x="6893626" y="2594255"/>
            <a:ext cx="4488749" cy="621528"/>
          </a:xfrm>
          <a:prstGeom prst="rect">
            <a:avLst/>
          </a:prstGeom>
          <a:noFill/>
        </p:spPr>
        <p:txBody>
          <a:bodyPr wrap="square" rtlCol="0">
            <a:noAutofit/>
          </a:bodyPr>
          <a:lstStyle/>
          <a:p>
            <a:pPr marL="9525" lvl="0">
              <a:defRPr/>
            </a:pPr>
            <a:r>
              <a:rPr lang="en-US" sz="1400" b="1" dirty="0">
                <a:solidFill>
                  <a:srgbClr val="17B2AF"/>
                </a:solidFill>
              </a:rPr>
              <a:t>Unique Value Proposition</a:t>
            </a:r>
          </a:p>
          <a:p>
            <a:pPr marL="9525" lvl="0">
              <a:defRPr/>
            </a:pPr>
            <a:r>
              <a:rPr lang="en-US" sz="1400" dirty="0">
                <a:solidFill>
                  <a:prstClr val="black"/>
                </a:solidFill>
              </a:rPr>
              <a:t>MIS reduce ancillary risks such as that of erectile dysfunctions, incontinence, and bowel complications </a:t>
            </a:r>
          </a:p>
        </p:txBody>
      </p:sp>
      <p:pic>
        <p:nvPicPr>
          <p:cNvPr id="39" name="Graphic 38">
            <a:extLst>
              <a:ext uri="{FF2B5EF4-FFF2-40B4-BE49-F238E27FC236}">
                <a16:creationId xmlns:a16="http://schemas.microsoft.com/office/drawing/2014/main" id="{6FBA8DF2-4A7C-4994-B7A3-57E1909A48E8}"/>
              </a:ext>
            </a:extLst>
          </p:cNvPr>
          <p:cNvPicPr>
            <a:picLocks noChangeAspect="1"/>
          </p:cNvPicPr>
          <p:nvPr/>
        </p:nvPicPr>
        <p:blipFill>
          <a:blip r:embed="rId43">
            <a:extLst>
              <a:ext uri="{96DAC541-7B7A-43D3-8B79-37D633B846F1}">
                <asvg:svgBlip xmlns:asvg="http://schemas.microsoft.com/office/drawing/2016/SVG/main" r:embed="rId44"/>
              </a:ext>
            </a:extLst>
          </a:blip>
          <a:srcRect b="17428"/>
          <a:stretch>
            <a:fillRect/>
          </a:stretch>
        </p:blipFill>
        <p:spPr>
          <a:xfrm>
            <a:off x="6371831" y="2649747"/>
            <a:ext cx="537661" cy="554945"/>
          </a:xfrm>
          <a:prstGeom prst="rect">
            <a:avLst/>
          </a:prstGeom>
        </p:spPr>
      </p:pic>
      <p:pic>
        <p:nvPicPr>
          <p:cNvPr id="42" name="Graphic 41">
            <a:extLst>
              <a:ext uri="{FF2B5EF4-FFF2-40B4-BE49-F238E27FC236}">
                <a16:creationId xmlns:a16="http://schemas.microsoft.com/office/drawing/2014/main" id="{BB7D1973-5BBE-43ED-1677-E6B1BDA0B313}"/>
              </a:ext>
            </a:extLst>
          </p:cNvPr>
          <p:cNvPicPr>
            <a:picLocks noChangeAspect="1"/>
          </p:cNvPicPr>
          <p:nvPr/>
        </p:nvPicPr>
        <p:blipFill>
          <a:blip r:embed="rId45">
            <a:extLst>
              <a:ext uri="{96DAC541-7B7A-43D3-8B79-37D633B846F1}">
                <asvg:svgBlip xmlns:asvg="http://schemas.microsoft.com/office/drawing/2016/SVG/main" r:embed="rId46"/>
              </a:ext>
            </a:extLst>
          </a:blip>
          <a:srcRect b="16034"/>
          <a:stretch>
            <a:fillRect/>
          </a:stretch>
        </p:blipFill>
        <p:spPr>
          <a:xfrm>
            <a:off x="6378902" y="1790596"/>
            <a:ext cx="488783" cy="503682"/>
          </a:xfrm>
          <a:prstGeom prst="rect">
            <a:avLst/>
          </a:prstGeom>
        </p:spPr>
      </p:pic>
      <p:pic>
        <p:nvPicPr>
          <p:cNvPr id="44" name="Graphic 43">
            <a:extLst>
              <a:ext uri="{FF2B5EF4-FFF2-40B4-BE49-F238E27FC236}">
                <a16:creationId xmlns:a16="http://schemas.microsoft.com/office/drawing/2014/main" id="{13EF6E7E-96BF-3D23-77D5-84045AAC80CD}"/>
              </a:ext>
            </a:extLst>
          </p:cNvPr>
          <p:cNvPicPr>
            <a:picLocks noChangeAspect="1"/>
          </p:cNvPicPr>
          <p:nvPr/>
        </p:nvPicPr>
        <p:blipFill>
          <a:blip r:embed="rId47">
            <a:extLst>
              <a:ext uri="{96DAC541-7B7A-43D3-8B79-37D633B846F1}">
                <asvg:svgBlip xmlns:asvg="http://schemas.microsoft.com/office/drawing/2016/SVG/main" r:embed="rId48"/>
              </a:ext>
            </a:extLst>
          </a:blip>
          <a:srcRect t="-1" b="18305"/>
          <a:stretch>
            <a:fillRect/>
          </a:stretch>
        </p:blipFill>
        <p:spPr>
          <a:xfrm>
            <a:off x="6372639" y="5175731"/>
            <a:ext cx="537661" cy="539068"/>
          </a:xfrm>
          <a:prstGeom prst="rect">
            <a:avLst/>
          </a:prstGeom>
        </p:spPr>
      </p:pic>
      <p:sp>
        <p:nvSpPr>
          <p:cNvPr id="45" name="TextBox 44">
            <a:extLst>
              <a:ext uri="{FF2B5EF4-FFF2-40B4-BE49-F238E27FC236}">
                <a16:creationId xmlns:a16="http://schemas.microsoft.com/office/drawing/2014/main" id="{27B6ECBE-D23B-24A3-2639-BBFA52EEEC01}"/>
              </a:ext>
            </a:extLst>
          </p:cNvPr>
          <p:cNvSpPr txBox="1"/>
          <p:nvPr/>
        </p:nvSpPr>
        <p:spPr>
          <a:xfrm>
            <a:off x="6893626" y="4405086"/>
            <a:ext cx="4488749" cy="621528"/>
          </a:xfrm>
          <a:prstGeom prst="rect">
            <a:avLst/>
          </a:prstGeom>
          <a:noFill/>
        </p:spPr>
        <p:txBody>
          <a:bodyPr wrap="square" rtlCol="0">
            <a:noAutofit/>
          </a:bodyPr>
          <a:lstStyle/>
          <a:p>
            <a:pPr marL="9525" lvl="0">
              <a:defRPr/>
            </a:pPr>
            <a:r>
              <a:rPr lang="en-US" sz="1400" b="1" dirty="0">
                <a:solidFill>
                  <a:srgbClr val="17B2AF"/>
                </a:solidFill>
              </a:rPr>
              <a:t>Legal Requirement</a:t>
            </a:r>
          </a:p>
          <a:p>
            <a:pPr marL="9525" lvl="0">
              <a:defRPr/>
            </a:pPr>
            <a:r>
              <a:rPr lang="en-US" sz="1400" dirty="0">
                <a:solidFill>
                  <a:prstClr val="black"/>
                </a:solidFill>
              </a:rPr>
              <a:t>Timely SFDA approval to de-risk CAPEX</a:t>
            </a:r>
          </a:p>
        </p:txBody>
      </p:sp>
      <p:sp>
        <p:nvSpPr>
          <p:cNvPr id="46" name="TextBox 45">
            <a:extLst>
              <a:ext uri="{FF2B5EF4-FFF2-40B4-BE49-F238E27FC236}">
                <a16:creationId xmlns:a16="http://schemas.microsoft.com/office/drawing/2014/main" id="{BBD652C4-0990-58B1-12C2-57E38DCD14FE}"/>
              </a:ext>
            </a:extLst>
          </p:cNvPr>
          <p:cNvSpPr txBox="1"/>
          <p:nvPr/>
        </p:nvSpPr>
        <p:spPr>
          <a:xfrm>
            <a:off x="6893626" y="5143141"/>
            <a:ext cx="4488749" cy="621528"/>
          </a:xfrm>
          <a:prstGeom prst="rect">
            <a:avLst/>
          </a:prstGeom>
          <a:noFill/>
        </p:spPr>
        <p:txBody>
          <a:bodyPr wrap="square" rtlCol="0">
            <a:noAutofit/>
          </a:bodyPr>
          <a:lstStyle/>
          <a:p>
            <a:pPr marL="9525" lvl="0">
              <a:defRPr/>
            </a:pPr>
            <a:r>
              <a:rPr lang="en-US" sz="1400" b="1" dirty="0">
                <a:solidFill>
                  <a:srgbClr val="17B2AF"/>
                </a:solidFill>
              </a:rPr>
              <a:t>Alternatives in the Market</a:t>
            </a:r>
          </a:p>
          <a:p>
            <a:pPr marL="9525" lvl="0">
              <a:defRPr/>
            </a:pPr>
            <a:r>
              <a:rPr lang="en-US" sz="1400" dirty="0">
                <a:solidFill>
                  <a:prstClr val="black"/>
                </a:solidFill>
              </a:rPr>
              <a:t>Rising adoption of </a:t>
            </a:r>
            <a:r>
              <a:rPr lang="en-US" sz="1400" dirty="0" err="1">
                <a:solidFill>
                  <a:prstClr val="black"/>
                </a:solidFill>
              </a:rPr>
              <a:t>Aquablation</a:t>
            </a:r>
            <a:r>
              <a:rPr lang="en-US" sz="1400" dirty="0">
                <a:solidFill>
                  <a:prstClr val="black"/>
                </a:solidFill>
              </a:rPr>
              <a:t>, HIFU and Prostate Vaporizations increases competition</a:t>
            </a:r>
          </a:p>
        </p:txBody>
      </p:sp>
      <p:sp>
        <p:nvSpPr>
          <p:cNvPr id="28" name="Rectangle 27">
            <a:extLst>
              <a:ext uri="{FF2B5EF4-FFF2-40B4-BE49-F238E27FC236}">
                <a16:creationId xmlns:a16="http://schemas.microsoft.com/office/drawing/2014/main" id="{42BE7959-4C6F-EB67-C271-A949158319DC}"/>
              </a:ext>
            </a:extLst>
          </p:cNvPr>
          <p:cNvSpPr/>
          <p:nvPr/>
        </p:nvSpPr>
        <p:spPr>
          <a:xfrm>
            <a:off x="509281" y="6543683"/>
            <a:ext cx="7346950" cy="20139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Slides extracted from Profound document, please see external Profound business case for latest in case changed</a:t>
            </a:r>
          </a:p>
        </p:txBody>
      </p:sp>
    </p:spTree>
    <p:extLst>
      <p:ext uri="{BB962C8B-B14F-4D97-AF65-F5344CB8AC3E}">
        <p14:creationId xmlns:p14="http://schemas.microsoft.com/office/powerpoint/2010/main" val="317092089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86F851-A84C-B88C-3CD4-0B5EB0EFF362}"/>
            </a:ext>
          </a:extLst>
        </p:cNvPr>
        <p:cNvGrpSpPr/>
        <p:nvPr/>
      </p:nvGrpSpPr>
      <p:grpSpPr>
        <a:xfrm>
          <a:off x="0" y="0"/>
          <a:ext cx="0" cy="0"/>
          <a:chOff x="0" y="0"/>
          <a:chExt cx="0" cy="0"/>
        </a:xfrm>
      </p:grpSpPr>
      <p:graphicFrame>
        <p:nvGraphicFramePr>
          <p:cNvPr id="6" name="Object 2" hidden="1">
            <a:extLst>
              <a:ext uri="{FF2B5EF4-FFF2-40B4-BE49-F238E27FC236}">
                <a16:creationId xmlns:a16="http://schemas.microsoft.com/office/drawing/2014/main" id="{4B9B368B-4C84-4515-2A08-CA3B7A224BB4}"/>
              </a:ext>
            </a:extLst>
          </p:cNvPr>
          <p:cNvGraphicFramePr>
            <a:graphicFrameLocks/>
          </p:cNvGraphicFramePr>
          <p:nvPr>
            <p:custDataLst>
              <p:tags r:id="rId1"/>
            </p:custDataLst>
            <p:extLst>
              <p:ext uri="{D42A27DB-BD31-4B8C-83A1-F6EECF244321}">
                <p14:modId xmlns:p14="http://schemas.microsoft.com/office/powerpoint/2010/main" val="183007853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9" imgW="532" imgH="533" progId="TCLayout.ActiveDocument.1">
                  <p:embed/>
                </p:oleObj>
              </mc:Choice>
              <mc:Fallback>
                <p:oleObj name="think-cell Slide" r:id="rId29" imgW="532" imgH="533" progId="TCLayout.ActiveDocument.1">
                  <p:embed/>
                  <p:pic>
                    <p:nvPicPr>
                      <p:cNvPr id="6" name="Object 2" hidden="1">
                        <a:extLst>
                          <a:ext uri="{FF2B5EF4-FFF2-40B4-BE49-F238E27FC236}">
                            <a16:creationId xmlns:a16="http://schemas.microsoft.com/office/drawing/2014/main" id="{4B9B368B-4C84-4515-2A08-CA3B7A224BB4}"/>
                          </a:ext>
                        </a:extLst>
                      </p:cNvPr>
                      <p:cNvPicPr/>
                      <p:nvPr/>
                    </p:nvPicPr>
                    <p:blipFill>
                      <a:blip r:embed="rId30"/>
                      <a:stretch>
                        <a:fillRect/>
                      </a:stretch>
                    </p:blipFill>
                    <p:spPr>
                      <a:xfrm>
                        <a:off x="1588" y="1588"/>
                        <a:ext cx="1588" cy="1588"/>
                      </a:xfrm>
                      <a:prstGeom prst="rect">
                        <a:avLst/>
                      </a:prstGeom>
                    </p:spPr>
                  </p:pic>
                </p:oleObj>
              </mc:Fallback>
            </mc:AlternateContent>
          </a:graphicData>
        </a:graphic>
      </p:graphicFrame>
      <p:graphicFrame>
        <p:nvGraphicFramePr>
          <p:cNvPr id="7" name="Chart 6">
            <a:extLst>
              <a:ext uri="{FF2B5EF4-FFF2-40B4-BE49-F238E27FC236}">
                <a16:creationId xmlns:a16="http://schemas.microsoft.com/office/drawing/2014/main" id="{B36608EB-7DF7-EB91-FBC1-BFE85E1C58AA}"/>
              </a:ext>
            </a:extLst>
          </p:cNvPr>
          <p:cNvGraphicFramePr/>
          <p:nvPr>
            <p:custDataLst>
              <p:tags r:id="rId2"/>
            </p:custDataLst>
            <p:extLst>
              <p:ext uri="{D42A27DB-BD31-4B8C-83A1-F6EECF244321}">
                <p14:modId xmlns:p14="http://schemas.microsoft.com/office/powerpoint/2010/main" val="2481747928"/>
              </p:ext>
            </p:extLst>
          </p:nvPr>
        </p:nvGraphicFramePr>
        <p:xfrm>
          <a:off x="8789988" y="2114550"/>
          <a:ext cx="2570162" cy="3073400"/>
        </p:xfrm>
        <a:graphic>
          <a:graphicData uri="http://schemas.openxmlformats.org/drawingml/2006/chart">
            <c:chart xmlns:c="http://schemas.openxmlformats.org/drawingml/2006/chart" xmlns:r="http://schemas.openxmlformats.org/officeDocument/2006/relationships" r:id="rId31"/>
          </a:graphicData>
        </a:graphic>
      </p:graphicFrame>
      <p:sp>
        <p:nvSpPr>
          <p:cNvPr id="70" name="Text Placeholder 2">
            <a:extLst>
              <a:ext uri="{FF2B5EF4-FFF2-40B4-BE49-F238E27FC236}">
                <a16:creationId xmlns:a16="http://schemas.microsoft.com/office/drawing/2014/main" id="{CDC4084F-72F7-5C97-70B7-8F9F029221E5}"/>
              </a:ext>
            </a:extLst>
          </p:cNvPr>
          <p:cNvSpPr>
            <a:spLocks/>
          </p:cNvSpPr>
          <p:nvPr>
            <p:custDataLst>
              <p:tags r:id="rId3"/>
            </p:custDataLst>
          </p:nvPr>
        </p:nvSpPr>
        <p:spPr bwMode="auto">
          <a:xfrm>
            <a:off x="10120313" y="4864100"/>
            <a:ext cx="506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E65FBCD9-E597-4918-B51D-392DEDE366FB}" type="datetime'''''''''L''''''o''''''w ri''''''''sk'''''''''">
              <a:rPr kumimoji="0" lang="en-GB" altLang="en-US" sz="1200" b="0" i="0" u="none" strike="noStrike" kern="1200" cap="none" spc="0" normalizeH="0" baseline="0" noProof="0" smtClean="0">
                <a:ln>
                  <a:noFill/>
                </a:ln>
                <a:solidFill>
                  <a:srgbClr val="000000"/>
                </a:solidFill>
                <a:effectLst/>
                <a:uLnTx/>
                <a:uFillTx/>
                <a:sym typeface="Calibri" panose="020F0502020204030204" pitchFamily="34" charset="0"/>
              </a:rPr>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t>Low risk</a:t>
            </a:fld>
            <a:endParaRPr kumimoji="0" lang="en-GB" sz="1200" b="0" i="0" u="none" strike="noStrike" kern="1200" cap="none" spc="0" normalizeH="0" baseline="0" noProof="0">
              <a:ln>
                <a:noFill/>
              </a:ln>
              <a:solidFill>
                <a:srgbClr val="000000"/>
              </a:solidFill>
              <a:effectLst/>
              <a:uLnTx/>
              <a:uFillTx/>
              <a:sym typeface="Calibri" panose="020F0502020204030204" pitchFamily="34" charset="0"/>
            </a:endParaRPr>
          </a:p>
        </p:txBody>
      </p:sp>
      <p:sp>
        <p:nvSpPr>
          <p:cNvPr id="75" name="Text Placeholder 2">
            <a:extLst>
              <a:ext uri="{FF2B5EF4-FFF2-40B4-BE49-F238E27FC236}">
                <a16:creationId xmlns:a16="http://schemas.microsoft.com/office/drawing/2014/main" id="{34311B57-0A51-AB9E-2168-3764535BCEDA}"/>
              </a:ext>
            </a:extLst>
          </p:cNvPr>
          <p:cNvSpPr>
            <a:spLocks/>
          </p:cNvSpPr>
          <p:nvPr>
            <p:custDataLst>
              <p:tags r:id="rId4"/>
            </p:custDataLst>
          </p:nvPr>
        </p:nvSpPr>
        <p:spPr bwMode="auto">
          <a:xfrm>
            <a:off x="7913688" y="2924175"/>
            <a:ext cx="10842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18CA2869-71C2-4693-BD15-BA6F1808CE53}" type="datetime'''Int''''e''r''''''m''edi''''a''''te ''ri''''''''''''''''''sk'">
              <a:rPr kumimoji="0" lang="en-GB" altLang="en-US" sz="1200" b="1" i="0" u="none" strike="noStrike" kern="1200" cap="none" spc="0" normalizeH="0" baseline="0" noProof="0" smtClean="0">
                <a:ln>
                  <a:noFill/>
                </a:ln>
                <a:solidFill>
                  <a:srgbClr val="000000"/>
                </a:solidFill>
                <a:effectLst/>
                <a:uLnTx/>
                <a:uFillTx/>
                <a:sym typeface="Calibri" panose="020F0502020204030204" pitchFamily="34" charset="0"/>
              </a:rPr>
              <a:pPr marL="0" marR="0" lvl="0" indent="0" algn="r" defTabSz="914400" rtl="0" eaLnBrk="1" fontAlgn="auto" latinLnBrk="0" hangingPunct="1">
                <a:lnSpc>
                  <a:spcPct val="90000"/>
                </a:lnSpc>
                <a:spcBef>
                  <a:spcPct val="0"/>
                </a:spcBef>
                <a:spcAft>
                  <a:spcPct val="0"/>
                </a:spcAft>
                <a:buClrTx/>
                <a:buSzTx/>
                <a:buFont typeface="Arial" panose="020B0604020202020204" pitchFamily="34" charset="0"/>
                <a:buNone/>
                <a:tabLst/>
                <a:defRPr/>
              </a:pPr>
              <a:t>Intermediate risk</a:t>
            </a:fld>
            <a:endParaRPr kumimoji="0" lang="en-GB" sz="1200" b="1" i="0" u="none" strike="noStrike" kern="1200" cap="none" spc="0" normalizeH="0" baseline="0" noProof="0">
              <a:ln>
                <a:noFill/>
              </a:ln>
              <a:solidFill>
                <a:srgbClr val="000000"/>
              </a:solidFill>
              <a:effectLst/>
              <a:uLnTx/>
              <a:uFillTx/>
              <a:sym typeface="Calibri" panose="020F0502020204030204" pitchFamily="34" charset="0"/>
            </a:endParaRPr>
          </a:p>
        </p:txBody>
      </p:sp>
      <p:sp>
        <p:nvSpPr>
          <p:cNvPr id="76" name="Text Placeholder 2">
            <a:extLst>
              <a:ext uri="{FF2B5EF4-FFF2-40B4-BE49-F238E27FC236}">
                <a16:creationId xmlns:a16="http://schemas.microsoft.com/office/drawing/2014/main" id="{3C2EA02C-60AE-F0BA-5BF3-96D6BFCC4DCC}"/>
              </a:ext>
            </a:extLst>
          </p:cNvPr>
          <p:cNvSpPr>
            <a:spLocks/>
          </p:cNvSpPr>
          <p:nvPr>
            <p:custDataLst>
              <p:tags r:id="rId5"/>
            </p:custDataLst>
          </p:nvPr>
        </p:nvSpPr>
        <p:spPr bwMode="auto">
          <a:xfrm>
            <a:off x="11087100" y="2771775"/>
            <a:ext cx="5334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623812C8-068D-45E7-9860-B2771497DEBB}" type="datetime'H''''''''''''''''''''''''''i''g''''''''''h ''''''ri''''s''k'''">
              <a:rPr kumimoji="0" lang="en-GB" altLang="en-US" sz="1200" b="0" i="0" u="none" strike="noStrike" kern="1200" cap="none" spc="0" normalizeH="0" baseline="0" noProof="0" smtClean="0">
                <a:ln>
                  <a:noFill/>
                </a:ln>
                <a:solidFill>
                  <a:srgbClr val="000000"/>
                </a:solidFill>
                <a:effectLst/>
                <a:uLnTx/>
                <a:uFillTx/>
                <a:sym typeface="Calibri" panose="020F0502020204030204" pitchFamily="34" charset="0"/>
              </a:rPr>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t>High risk</a:t>
            </a:fld>
            <a:endParaRPr kumimoji="0" lang="en-GB" sz="1200" b="0" i="0" u="none" strike="noStrike" kern="1200" cap="none" spc="0" normalizeH="0" baseline="0" noProof="0">
              <a:ln>
                <a:noFill/>
              </a:ln>
              <a:solidFill>
                <a:srgbClr val="000000"/>
              </a:solidFill>
              <a:effectLst/>
              <a:uLnTx/>
              <a:uFillTx/>
              <a:sym typeface="Calibri" panose="020F0502020204030204" pitchFamily="34" charset="0"/>
            </a:endParaRPr>
          </a:p>
        </p:txBody>
      </p:sp>
      <p:graphicFrame>
        <p:nvGraphicFramePr>
          <p:cNvPr id="8" name="Chart 7">
            <a:extLst>
              <a:ext uri="{FF2B5EF4-FFF2-40B4-BE49-F238E27FC236}">
                <a16:creationId xmlns:a16="http://schemas.microsoft.com/office/drawing/2014/main" id="{B1288232-FF5B-229B-ADA7-215C2004D132}"/>
              </a:ext>
            </a:extLst>
          </p:cNvPr>
          <p:cNvGraphicFramePr/>
          <p:nvPr>
            <p:custDataLst>
              <p:tags r:id="rId6"/>
            </p:custDataLst>
            <p:extLst>
              <p:ext uri="{D42A27DB-BD31-4B8C-83A1-F6EECF244321}">
                <p14:modId xmlns:p14="http://schemas.microsoft.com/office/powerpoint/2010/main" val="85869919"/>
              </p:ext>
            </p:extLst>
          </p:nvPr>
        </p:nvGraphicFramePr>
        <p:xfrm>
          <a:off x="6122988" y="2665413"/>
          <a:ext cx="2228850" cy="2392362"/>
        </p:xfrm>
        <a:graphic>
          <a:graphicData uri="http://schemas.openxmlformats.org/drawingml/2006/chart">
            <c:chart xmlns:c="http://schemas.openxmlformats.org/drawingml/2006/chart" xmlns:r="http://schemas.openxmlformats.org/officeDocument/2006/relationships" r:id="rId32"/>
          </a:graphicData>
        </a:graphic>
      </p:graphicFrame>
      <p:sp>
        <p:nvSpPr>
          <p:cNvPr id="79" name="Text Placeholder 2">
            <a:extLst>
              <a:ext uri="{FF2B5EF4-FFF2-40B4-BE49-F238E27FC236}">
                <a16:creationId xmlns:a16="http://schemas.microsoft.com/office/drawing/2014/main" id="{F3566BD9-DC74-088D-E245-6B1528F0A680}"/>
              </a:ext>
            </a:extLst>
          </p:cNvPr>
          <p:cNvSpPr>
            <a:spLocks/>
          </p:cNvSpPr>
          <p:nvPr>
            <p:custDataLst>
              <p:tags r:id="rId7"/>
            </p:custDataLst>
          </p:nvPr>
        </p:nvSpPr>
        <p:spPr bwMode="auto">
          <a:xfrm>
            <a:off x="8121649" y="3778250"/>
            <a:ext cx="5778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BC4DCAD2-2E11-474E-AEF1-B76C2BF80E5C}" type="datetime'''''''''L''o''''''''''''''cal''''''''''''''iz''''e''d'''''''''">
              <a:rPr kumimoji="0" lang="en-GB" altLang="en-US" sz="1200" b="1" i="0" u="none" strike="noStrike" kern="1200" cap="none" spc="0" normalizeH="0" baseline="0" noProof="0" smtClean="0">
                <a:ln>
                  <a:noFill/>
                </a:ln>
                <a:solidFill>
                  <a:srgbClr val="000000"/>
                </a:solidFill>
                <a:effectLst/>
                <a:uLnTx/>
                <a:uFillTx/>
                <a:sym typeface="Calibri" panose="020F0502020204030204" pitchFamily="34" charset="0"/>
              </a:rPr>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t>Localized</a:t>
            </a:fld>
            <a:endParaRPr kumimoji="0" lang="en-GB" sz="1200" b="1" i="0" u="none" strike="noStrike" kern="1200" cap="none" spc="0" normalizeH="0" baseline="0" noProof="0">
              <a:ln>
                <a:noFill/>
              </a:ln>
              <a:solidFill>
                <a:srgbClr val="000000"/>
              </a:solidFill>
              <a:effectLst/>
              <a:uLnTx/>
              <a:uFillTx/>
              <a:sym typeface="Calibri" panose="020F0502020204030204" pitchFamily="34" charset="0"/>
            </a:endParaRPr>
          </a:p>
        </p:txBody>
      </p:sp>
      <p:sp>
        <p:nvSpPr>
          <p:cNvPr id="80" name="Text Placeholder 2">
            <a:extLst>
              <a:ext uri="{FF2B5EF4-FFF2-40B4-BE49-F238E27FC236}">
                <a16:creationId xmlns:a16="http://schemas.microsoft.com/office/drawing/2014/main" id="{4B7C7532-E7DB-7989-AC05-946A45775A57}"/>
              </a:ext>
            </a:extLst>
          </p:cNvPr>
          <p:cNvSpPr>
            <a:spLocks/>
          </p:cNvSpPr>
          <p:nvPr>
            <p:custDataLst>
              <p:tags r:id="rId8"/>
            </p:custDataLst>
          </p:nvPr>
        </p:nvSpPr>
        <p:spPr bwMode="auto">
          <a:xfrm>
            <a:off x="6105525" y="2868613"/>
            <a:ext cx="8397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BB5BC1E7-EFCF-4BC8-A535-300E25FE5F0D}" type="datetime'No''''''''''n''-l''''''''o''c''''''a''l''i''''''ze''''''''d'">
              <a:rPr kumimoji="0" lang="en-GB" altLang="en-US" sz="1200" b="0" i="0" u="none" strike="noStrike" kern="1200" cap="none" spc="0" normalizeH="0" baseline="0" noProof="0" smtClean="0">
                <a:ln>
                  <a:noFill/>
                </a:ln>
                <a:solidFill>
                  <a:srgbClr val="000000"/>
                </a:solidFill>
                <a:effectLst/>
                <a:uLnTx/>
                <a:uFillTx/>
                <a:sym typeface="Calibri" panose="020F0502020204030204" pitchFamily="34" charset="0"/>
              </a:rPr>
              <a:pPr marL="0" marR="0" lvl="0" indent="0" algn="r" defTabSz="914400" rtl="0" eaLnBrk="1" fontAlgn="auto" latinLnBrk="0" hangingPunct="1">
                <a:lnSpc>
                  <a:spcPct val="90000"/>
                </a:lnSpc>
                <a:spcBef>
                  <a:spcPct val="0"/>
                </a:spcBef>
                <a:spcAft>
                  <a:spcPct val="0"/>
                </a:spcAft>
                <a:buClrTx/>
                <a:buSzTx/>
                <a:buFont typeface="Arial" panose="020B0604020202020204" pitchFamily="34" charset="0"/>
                <a:buNone/>
                <a:tabLst/>
                <a:defRPr/>
              </a:pPr>
              <a:t>Non-localized</a:t>
            </a:fld>
            <a:endParaRPr kumimoji="0" lang="en-GB" sz="1200" b="0" i="0" u="none" strike="noStrike" kern="1200" cap="none" spc="0" normalizeH="0" baseline="0" noProof="0">
              <a:ln>
                <a:noFill/>
              </a:ln>
              <a:solidFill>
                <a:srgbClr val="000000"/>
              </a:solidFill>
              <a:effectLst/>
              <a:uLnTx/>
              <a:uFillTx/>
              <a:sym typeface="Calibri" panose="020F0502020204030204" pitchFamily="34" charset="0"/>
            </a:endParaRPr>
          </a:p>
        </p:txBody>
      </p:sp>
      <p:cxnSp>
        <p:nvCxnSpPr>
          <p:cNvPr id="81" name="Straight Connector 80">
            <a:extLst>
              <a:ext uri="{FF2B5EF4-FFF2-40B4-BE49-F238E27FC236}">
                <a16:creationId xmlns:a16="http://schemas.microsoft.com/office/drawing/2014/main" id="{9A7EA6DF-E8DE-D4CB-B09E-9B6D7E713958}"/>
              </a:ext>
            </a:extLst>
          </p:cNvPr>
          <p:cNvCxnSpPr>
            <a:cxnSpLocks/>
          </p:cNvCxnSpPr>
          <p:nvPr>
            <p:custDataLst>
              <p:tags r:id="rId9"/>
            </p:custDataLst>
          </p:nvPr>
        </p:nvCxnSpPr>
        <p:spPr>
          <a:xfrm flipV="1">
            <a:off x="6980292" y="2451100"/>
            <a:ext cx="2879100" cy="577968"/>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091D8764-05AA-D5B7-7F41-296F6BADB8F0}"/>
              </a:ext>
            </a:extLst>
          </p:cNvPr>
          <p:cNvCxnSpPr>
            <a:cxnSpLocks/>
          </p:cNvCxnSpPr>
          <p:nvPr>
            <p:custDataLst>
              <p:tags r:id="rId10"/>
            </p:custDataLst>
          </p:nvPr>
        </p:nvCxnSpPr>
        <p:spPr>
          <a:xfrm>
            <a:off x="6985001" y="4667838"/>
            <a:ext cx="3036887" cy="16510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86" name="Rectangle 85">
            <a:extLst>
              <a:ext uri="{FF2B5EF4-FFF2-40B4-BE49-F238E27FC236}">
                <a16:creationId xmlns:a16="http://schemas.microsoft.com/office/drawing/2014/main" id="{B11B43D6-721F-9772-DC42-4A72E8FD1974}"/>
              </a:ext>
            </a:extLst>
          </p:cNvPr>
          <p:cNvSpPr/>
          <p:nvPr/>
        </p:nvSpPr>
        <p:spPr>
          <a:xfrm>
            <a:off x="6184900" y="1330325"/>
            <a:ext cx="3663950" cy="346075"/>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1" i="0"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Diagnosis by stage of prostate cancer in KSA</a:t>
            </a:r>
          </a:p>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1"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a:t>
            </a:r>
          </a:p>
        </p:txBody>
      </p:sp>
      <p:sp>
        <p:nvSpPr>
          <p:cNvPr id="202" name="Rectangle 201">
            <a:extLst>
              <a:ext uri="{FF2B5EF4-FFF2-40B4-BE49-F238E27FC236}">
                <a16:creationId xmlns:a16="http://schemas.microsoft.com/office/drawing/2014/main" id="{5944FA22-DCFC-592D-8780-2DF76756A962}"/>
              </a:ext>
            </a:extLst>
          </p:cNvPr>
          <p:cNvSpPr/>
          <p:nvPr/>
        </p:nvSpPr>
        <p:spPr>
          <a:xfrm>
            <a:off x="611188" y="1282700"/>
            <a:ext cx="3273552" cy="43891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1" i="0" u="none" strike="noStrike" kern="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Prostate cancer incidence</a:t>
            </a:r>
            <a:r>
              <a:rPr kumimoji="0" lang="en-US" sz="1400" b="1" i="0"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 in KSA </a:t>
            </a:r>
          </a:p>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1"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 2026-2028F</a:t>
            </a:r>
          </a:p>
        </p:txBody>
      </p:sp>
      <p:sp>
        <p:nvSpPr>
          <p:cNvPr id="72" name="Rectangle 71">
            <a:extLst>
              <a:ext uri="{FF2B5EF4-FFF2-40B4-BE49-F238E27FC236}">
                <a16:creationId xmlns:a16="http://schemas.microsoft.com/office/drawing/2014/main" id="{FE37FED1-4AE8-B931-60C9-358FE4FC10EB}"/>
              </a:ext>
            </a:extLst>
          </p:cNvPr>
          <p:cNvSpPr/>
          <p:nvPr>
            <p:custDataLst>
              <p:tags r:id="rId11"/>
            </p:custDataLst>
          </p:nvPr>
        </p:nvSpPr>
        <p:spPr>
          <a:xfrm>
            <a:off x="854075" y="5377148"/>
            <a:ext cx="4919472" cy="799513"/>
          </a:xfrm>
          <a:prstGeom prst="rect">
            <a:avLst/>
          </a:prstGeom>
          <a:solidFill>
            <a:srgbClr val="F2F2F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r>
              <a:rPr lang="en-US" sz="1200" b="1" kern="0">
                <a:solidFill>
                  <a:schemeClr val="tx1"/>
                </a:solidFill>
                <a:latin typeface="Calibri" panose="020F0502020204030204" pitchFamily="34" charset="0"/>
                <a:cs typeface="Calibri" panose="020F0502020204030204" pitchFamily="34" charset="0"/>
              </a:rPr>
              <a:t>KSA’s ageing male population (40+) </a:t>
            </a:r>
            <a:r>
              <a:rPr lang="en-US" sz="1200" kern="0">
                <a:solidFill>
                  <a:schemeClr val="tx1"/>
                </a:solidFill>
                <a:latin typeface="Calibri" panose="020F0502020204030204" pitchFamily="34" charset="0"/>
                <a:cs typeface="Calibri" panose="020F0502020204030204" pitchFamily="34" charset="0"/>
              </a:rPr>
              <a:t>is projected to rise from </a:t>
            </a:r>
            <a:r>
              <a:rPr lang="en-US" sz="1200" b="1" kern="0">
                <a:solidFill>
                  <a:schemeClr val="tx1"/>
                </a:solidFill>
                <a:latin typeface="Calibri" panose="020F0502020204030204" pitchFamily="34" charset="0"/>
                <a:cs typeface="Calibri" panose="020F0502020204030204" pitchFamily="34" charset="0"/>
              </a:rPr>
              <a:t>6.5 Mn in 2025 to 7.3 Mn by 2030</a:t>
            </a:r>
            <a:r>
              <a:rPr lang="en-US" sz="1200" kern="0">
                <a:solidFill>
                  <a:schemeClr val="tx1"/>
                </a:solidFill>
                <a:latin typeface="Calibri" panose="020F0502020204030204" pitchFamily="34" charset="0"/>
                <a:cs typeface="Calibri" panose="020F0502020204030204" pitchFamily="34" charset="0"/>
              </a:rPr>
              <a:t>, driving higher prostate cancer incidence</a:t>
            </a:r>
            <a:endParaRPr lang="en-US" sz="1200" b="1" kern="0">
              <a:solidFill>
                <a:schemeClr val="tx1"/>
              </a:solidFill>
              <a:latin typeface="Calibri" panose="020F0502020204030204" pitchFamily="34" charset="0"/>
              <a:cs typeface="Calibri" panose="020F0502020204030204" pitchFamily="34" charset="0"/>
            </a:endParaRPr>
          </a:p>
        </p:txBody>
      </p:sp>
      <p:sp>
        <p:nvSpPr>
          <p:cNvPr id="192" name="Rectangle 191">
            <a:extLst>
              <a:ext uri="{FF2B5EF4-FFF2-40B4-BE49-F238E27FC236}">
                <a16:creationId xmlns:a16="http://schemas.microsoft.com/office/drawing/2014/main" id="{3D7F0335-B989-E9BB-4A74-6CF432CEFC06}"/>
              </a:ext>
            </a:extLst>
          </p:cNvPr>
          <p:cNvSpPr/>
          <p:nvPr/>
        </p:nvSpPr>
        <p:spPr>
          <a:xfrm>
            <a:off x="6418453" y="5377148"/>
            <a:ext cx="4919472" cy="799513"/>
          </a:xfrm>
          <a:prstGeom prst="rect">
            <a:avLst/>
          </a:prstGeom>
          <a:solidFill>
            <a:srgbClr val="F2F2F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r>
              <a:rPr lang="en-US" sz="1200" kern="0">
                <a:solidFill>
                  <a:schemeClr val="tx1"/>
                </a:solidFill>
                <a:latin typeface="Calibri" panose="020F0502020204030204" pitchFamily="34" charset="0"/>
                <a:cs typeface="Calibri" panose="020F0502020204030204" pitchFamily="34" charset="0"/>
              </a:rPr>
              <a:t>Patients with </a:t>
            </a:r>
            <a:r>
              <a:rPr lang="en-US" sz="1200" b="1" kern="0">
                <a:solidFill>
                  <a:schemeClr val="tx1"/>
                </a:solidFill>
                <a:latin typeface="Calibri" panose="020F0502020204030204" pitchFamily="34" charset="0"/>
                <a:cs typeface="Calibri" panose="020F0502020204030204" pitchFamily="34" charset="0"/>
              </a:rPr>
              <a:t>intermediate risk of cancer </a:t>
            </a:r>
            <a:r>
              <a:rPr lang="en-US" sz="1200" kern="0">
                <a:solidFill>
                  <a:schemeClr val="tx1"/>
                </a:solidFill>
                <a:latin typeface="Calibri" panose="020F0502020204030204" pitchFamily="34" charset="0"/>
                <a:cs typeface="Calibri" panose="020F0502020204030204" pitchFamily="34" charset="0"/>
              </a:rPr>
              <a:t>having a tumor between the size </a:t>
            </a:r>
            <a:r>
              <a:rPr lang="en-US" sz="1200" b="1" kern="0">
                <a:solidFill>
                  <a:schemeClr val="tx1"/>
                </a:solidFill>
                <a:latin typeface="Calibri" panose="020F0502020204030204" pitchFamily="34" charset="0"/>
                <a:cs typeface="Calibri" panose="020F0502020204030204" pitchFamily="34" charset="0"/>
              </a:rPr>
              <a:t>of 2 cm to 3 cm </a:t>
            </a:r>
            <a:r>
              <a:rPr lang="en-US" sz="1200" kern="0">
                <a:solidFill>
                  <a:schemeClr val="tx1"/>
                </a:solidFill>
                <a:latin typeface="Calibri" panose="020F0502020204030204" pitchFamily="34" charset="0"/>
                <a:cs typeface="Calibri" panose="020F0502020204030204" pitchFamily="34" charset="0"/>
              </a:rPr>
              <a:t>in the </a:t>
            </a:r>
            <a:r>
              <a:rPr lang="en-US" sz="1200" b="1" kern="0">
                <a:solidFill>
                  <a:schemeClr val="tx1"/>
                </a:solidFill>
                <a:latin typeface="Calibri" panose="020F0502020204030204" pitchFamily="34" charset="0"/>
                <a:cs typeface="Calibri" panose="020F0502020204030204" pitchFamily="34" charset="0"/>
              </a:rPr>
              <a:t>localized region</a:t>
            </a:r>
            <a:r>
              <a:rPr lang="en-US" sz="1200" kern="0">
                <a:solidFill>
                  <a:schemeClr val="tx1"/>
                </a:solidFill>
                <a:latin typeface="Calibri" panose="020F0502020204030204" pitchFamily="34" charset="0"/>
                <a:cs typeface="Calibri" panose="020F0502020204030204" pitchFamily="34" charset="0"/>
              </a:rPr>
              <a:t> are </a:t>
            </a:r>
            <a:r>
              <a:rPr lang="en-US" sz="1200" b="1" kern="0">
                <a:solidFill>
                  <a:schemeClr val="tx1"/>
                </a:solidFill>
                <a:latin typeface="Calibri" panose="020F0502020204030204" pitchFamily="34" charset="0"/>
                <a:cs typeface="Calibri" panose="020F0502020204030204" pitchFamily="34" charset="0"/>
              </a:rPr>
              <a:t>eligible for ablation treatments</a:t>
            </a:r>
            <a:r>
              <a:rPr lang="en-US" sz="1200" kern="0">
                <a:solidFill>
                  <a:schemeClr val="tx1"/>
                </a:solidFill>
                <a:latin typeface="Calibri" panose="020F0502020204030204" pitchFamily="34" charset="0"/>
                <a:cs typeface="Calibri" panose="020F0502020204030204" pitchFamily="34" charset="0"/>
              </a:rPr>
              <a:t>. </a:t>
            </a:r>
            <a:endParaRPr lang="en-US" sz="1200" b="1" kern="0">
              <a:solidFill>
                <a:schemeClr val="tx1"/>
              </a:solidFill>
              <a:latin typeface="Calibri" panose="020F0502020204030204" pitchFamily="34" charset="0"/>
              <a:cs typeface="Calibri" panose="020F0502020204030204" pitchFamily="34" charset="0"/>
            </a:endParaRPr>
          </a:p>
        </p:txBody>
      </p:sp>
      <p:graphicFrame>
        <p:nvGraphicFramePr>
          <p:cNvPr id="3" name="Chart 2">
            <a:extLst>
              <a:ext uri="{FF2B5EF4-FFF2-40B4-BE49-F238E27FC236}">
                <a16:creationId xmlns:a16="http://schemas.microsoft.com/office/drawing/2014/main" id="{575CF791-15D8-DA13-3A8E-4DD0F9BC769E}"/>
              </a:ext>
            </a:extLst>
          </p:cNvPr>
          <p:cNvGraphicFramePr/>
          <p:nvPr>
            <p:custDataLst>
              <p:tags r:id="rId12"/>
            </p:custDataLst>
            <p:extLst>
              <p:ext uri="{D42A27DB-BD31-4B8C-83A1-F6EECF244321}">
                <p14:modId xmlns:p14="http://schemas.microsoft.com/office/powerpoint/2010/main" val="1314084672"/>
              </p:ext>
            </p:extLst>
          </p:nvPr>
        </p:nvGraphicFramePr>
        <p:xfrm>
          <a:off x="1262063" y="2138363"/>
          <a:ext cx="4106862" cy="2919412"/>
        </p:xfrm>
        <a:graphic>
          <a:graphicData uri="http://schemas.openxmlformats.org/drawingml/2006/chart">
            <c:chart xmlns:c="http://schemas.openxmlformats.org/drawingml/2006/chart" xmlns:r="http://schemas.openxmlformats.org/officeDocument/2006/relationships" r:id="rId33"/>
          </a:graphicData>
        </a:graphic>
      </p:graphicFrame>
      <p:cxnSp>
        <p:nvCxnSpPr>
          <p:cNvPr id="5" name="Straight Connector 4">
            <a:extLst>
              <a:ext uri="{FF2B5EF4-FFF2-40B4-BE49-F238E27FC236}">
                <a16:creationId xmlns:a16="http://schemas.microsoft.com/office/drawing/2014/main" id="{25C92CA7-18AD-E52A-6115-7D982DA68B65}"/>
              </a:ext>
            </a:extLst>
          </p:cNvPr>
          <p:cNvCxnSpPr/>
          <p:nvPr>
            <p:custDataLst>
              <p:tags r:id="rId13"/>
            </p:custDataLst>
          </p:nvPr>
        </p:nvCxnSpPr>
        <p:spPr bwMode="auto">
          <a:xfrm flipV="1">
            <a:off x="2330450" y="1898650"/>
            <a:ext cx="1970088" cy="188913"/>
          </a:xfrm>
          <a:prstGeom prst="line">
            <a:avLst/>
          </a:prstGeom>
          <a:ln w="190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04" name="Text Placeholder 2">
            <a:extLst>
              <a:ext uri="{FF2B5EF4-FFF2-40B4-BE49-F238E27FC236}">
                <a16:creationId xmlns:a16="http://schemas.microsoft.com/office/drawing/2014/main" id="{87BB863F-9716-77B5-70B5-97E8A856AB8A}"/>
              </a:ext>
            </a:extLst>
          </p:cNvPr>
          <p:cNvSpPr>
            <a:spLocks/>
          </p:cNvSpPr>
          <p:nvPr>
            <p:custDataLst>
              <p:tags r:id="rId14"/>
            </p:custDataLst>
          </p:nvPr>
        </p:nvSpPr>
        <p:spPr bwMode="gray">
          <a:xfrm>
            <a:off x="2071688" y="3854450"/>
            <a:ext cx="517525"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lnSpc>
                <a:spcPct val="100000"/>
              </a:lnSpc>
              <a:spcBef>
                <a:spcPct val="0"/>
              </a:spcBef>
              <a:spcAft>
                <a:spcPct val="0"/>
              </a:spcAft>
              <a:buNone/>
            </a:pPr>
            <a:fld id="{8751CC6D-4F79-49AF-AB04-8930276591F9}" type="datetime'''''''''''6''''''''''''3''''''''3'''''''">
              <a:rPr lang="en-US" altLang="en-US" sz="1200" smtClean="0">
                <a:solidFill>
                  <a:srgbClr val="000000"/>
                </a:solidFill>
                <a:effectLst/>
                <a:sym typeface="Calibri" panose="020F0502020204030204" pitchFamily="34" charset="0"/>
              </a:rPr>
              <a:pPr marL="0" lvl="0" indent="0" algn="ctr">
                <a:lnSpc>
                  <a:spcPct val="100000"/>
                </a:lnSpc>
                <a:spcBef>
                  <a:spcPct val="0"/>
                </a:spcBef>
                <a:spcAft>
                  <a:spcPct val="0"/>
                </a:spcAft>
                <a:buNone/>
              </a:pPr>
              <a:t>633</a:t>
            </a:fld>
            <a:br>
              <a:rPr lang="en-US" altLang="en-US" sz="1200">
                <a:solidFill>
                  <a:srgbClr val="000000"/>
                </a:solidFill>
                <a:effectLst/>
                <a:sym typeface="Calibri" panose="020F0502020204030204" pitchFamily="34" charset="0"/>
              </a:rPr>
            </a:br>
            <a:r>
              <a:rPr lang="en-US" altLang="en-US" sz="1200">
                <a:solidFill>
                  <a:srgbClr val="000000"/>
                </a:solidFill>
                <a:effectLst/>
                <a:sym typeface="Calibri" panose="020F0502020204030204" pitchFamily="34" charset="0"/>
              </a:rPr>
              <a:t>(</a:t>
            </a:r>
            <a:fld id="{920469AF-3A01-4042-9205-0E38AD7D93D0}" type="datetime'''''''''''''''''''''''''''7''''3''.''''''''''''''''1%'''''">
              <a:rPr lang="en-US" altLang="en-US" sz="1200" smtClean="0">
                <a:solidFill>
                  <a:srgbClr val="000000"/>
                </a:solidFill>
                <a:effectLst/>
                <a:sym typeface="Calibri" panose="020F0502020204030204" pitchFamily="34" charset="0"/>
              </a:rPr>
              <a:pPr marL="0" lvl="0" indent="0" algn="ctr">
                <a:lnSpc>
                  <a:spcPct val="100000"/>
                </a:lnSpc>
                <a:spcBef>
                  <a:spcPct val="0"/>
                </a:spcBef>
                <a:spcAft>
                  <a:spcPct val="0"/>
                </a:spcAft>
                <a:buNone/>
              </a:pPr>
              <a:t>73.1%</a:t>
            </a:fld>
            <a:r>
              <a:rPr lang="en-US" sz="1200">
                <a:solidFill>
                  <a:srgbClr val="000000"/>
                </a:solidFill>
                <a:sym typeface="Calibri" panose="020F0502020204030204" pitchFamily="34" charset="0"/>
              </a:rPr>
              <a:t>)</a:t>
            </a:r>
          </a:p>
        </p:txBody>
      </p:sp>
      <p:sp>
        <p:nvSpPr>
          <p:cNvPr id="20" name="Text Placeholder 2">
            <a:extLst>
              <a:ext uri="{FF2B5EF4-FFF2-40B4-BE49-F238E27FC236}">
                <a16:creationId xmlns:a16="http://schemas.microsoft.com/office/drawing/2014/main" id="{192DB789-515B-4504-BE53-6445F2427687}"/>
              </a:ext>
            </a:extLst>
          </p:cNvPr>
          <p:cNvSpPr>
            <a:spLocks/>
          </p:cNvSpPr>
          <p:nvPr>
            <p:custDataLst>
              <p:tags r:id="rId15"/>
            </p:custDataLst>
          </p:nvPr>
        </p:nvSpPr>
        <p:spPr bwMode="gray">
          <a:xfrm>
            <a:off x="2071688" y="2571750"/>
            <a:ext cx="517525"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defRPr/>
            </a:pPr>
            <a:fld id="{9CC62B38-1D35-4050-AD5B-36A257F48DC0}" type="datetime'''2''''''''3''3'''''''''''''''''">
              <a:rPr lang="en-US" altLang="en-US" sz="1200" smtClean="0">
                <a:solidFill>
                  <a:srgbClr val="F2F2F2"/>
                </a:solidFill>
                <a:latin typeface="+mn-lt"/>
                <a:ea typeface="+mn-ea"/>
                <a:cs typeface="+mn-cs"/>
              </a:rPr>
              <a:pPr lvl="0" algn="ctr">
                <a:spcBef>
                  <a:spcPct val="0"/>
                </a:spcBef>
                <a:spcAft>
                  <a:spcPct val="0"/>
                </a:spcAft>
                <a:defRPr/>
              </a:pPr>
              <a:t>233</a:t>
            </a:fld>
            <a:br>
              <a:rPr kumimoji="0" lang="en-US" altLang="en-US" sz="1200" b="0" i="0" u="none" strike="noStrike" kern="1200" cap="none" spc="0" normalizeH="0" baseline="0" noProof="0">
                <a:ln>
                  <a:noFill/>
                </a:ln>
                <a:solidFill>
                  <a:srgbClr val="F2F2F2"/>
                </a:solidFill>
                <a:effectLst/>
                <a:uLnTx/>
                <a:uFillTx/>
                <a:latin typeface="+mn-lt"/>
                <a:ea typeface="+mn-ea"/>
                <a:cs typeface="+mn-cs"/>
                <a:sym typeface="Calibri" panose="020F0502020204030204" pitchFamily="34" charset="0"/>
              </a:rPr>
            </a:br>
            <a:r>
              <a:rPr kumimoji="0" lang="en-US" altLang="en-US" sz="1200" b="0" i="0" u="none" strike="noStrike" kern="1200" cap="none" spc="0" normalizeH="0" baseline="0" noProof="0">
                <a:ln>
                  <a:noFill/>
                </a:ln>
                <a:solidFill>
                  <a:srgbClr val="F2F2F2"/>
                </a:solidFill>
                <a:effectLst/>
                <a:uLnTx/>
                <a:uFillTx/>
                <a:latin typeface="+mn-lt"/>
                <a:ea typeface="+mn-ea"/>
                <a:cs typeface="+mn-cs"/>
                <a:sym typeface="Calibri" panose="020F0502020204030204" pitchFamily="34" charset="0"/>
              </a:rPr>
              <a:t>(</a:t>
            </a:r>
            <a:fld id="{2F2EFE0A-D1BD-4A95-83EF-56C30A411A40}" type="datetime'''2''6''''.''''''''''''''''''''''9''''%'''''''''''''''''''">
              <a:rPr kumimoji="0" lang="en-US" altLang="en-US" sz="1200" b="0" i="0" u="none" strike="noStrike" kern="1200" cap="none" spc="0" normalizeH="0" baseline="0" noProof="0" smtClean="0">
                <a:ln>
                  <a:noFill/>
                </a:ln>
                <a:solidFill>
                  <a:srgbClr val="F2F2F2"/>
                </a:solidFill>
                <a:effectLst/>
                <a:uLnTx/>
                <a:uFillTx/>
                <a:latin typeface="+mn-lt"/>
                <a:ea typeface="+mn-ea"/>
                <a:cs typeface="+mn-cs"/>
                <a:sym typeface="Calibri" panose="020F0502020204030204" pitchFamily="34" charset="0"/>
              </a:rPr>
              <a:pPr lvl="0" algn="ctr">
                <a:spcBef>
                  <a:spcPct val="0"/>
                </a:spcBef>
                <a:spcAft>
                  <a:spcPct val="0"/>
                </a:spcAft>
                <a:defRPr/>
              </a:pPr>
              <a:t>26.9%</a:t>
            </a:fld>
            <a:r>
              <a:rPr kumimoji="0" lang="en-US" sz="1200" b="0" i="0" u="none" strike="noStrike" kern="1200" cap="none" spc="0" normalizeH="0" baseline="0" noProof="0">
                <a:ln>
                  <a:noFill/>
                </a:ln>
                <a:solidFill>
                  <a:srgbClr val="F2F2F2"/>
                </a:solidFill>
                <a:effectLst/>
                <a:uLnTx/>
                <a:uFillTx/>
                <a:latin typeface="+mn-lt"/>
                <a:ea typeface="+mn-ea"/>
                <a:cs typeface="+mn-cs"/>
                <a:sym typeface="Calibri" panose="020F0502020204030204" pitchFamily="34" charset="0"/>
              </a:rPr>
              <a:t>)</a:t>
            </a:r>
          </a:p>
        </p:txBody>
      </p:sp>
      <p:sp>
        <p:nvSpPr>
          <p:cNvPr id="22" name="Text Placeholder 2">
            <a:extLst>
              <a:ext uri="{FF2B5EF4-FFF2-40B4-BE49-F238E27FC236}">
                <a16:creationId xmlns:a16="http://schemas.microsoft.com/office/drawing/2014/main" id="{2D7C45CA-BEE2-D93E-C47D-FE8086436EC4}"/>
              </a:ext>
            </a:extLst>
          </p:cNvPr>
          <p:cNvSpPr>
            <a:spLocks/>
          </p:cNvSpPr>
          <p:nvPr>
            <p:custDataLst>
              <p:tags r:id="rId16"/>
            </p:custDataLst>
          </p:nvPr>
        </p:nvSpPr>
        <p:spPr bwMode="auto">
          <a:xfrm>
            <a:off x="2133600" y="5026025"/>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C18C4302-6D30-45F5-B3CE-E3AB0D4D1E43}" type="datetime'''''''20''''''2''''''''''''''''''''''''''''''6''F'''">
              <a:rPr lang="en-US" altLang="en-US" sz="1200" b="1" smtClean="0">
                <a:solidFill>
                  <a:srgbClr val="000000"/>
                </a:solidFill>
              </a:rPr>
              <a:pPr marL="0" lvl="0" indent="0" algn="ctr">
                <a:spcBef>
                  <a:spcPct val="0"/>
                </a:spcBef>
                <a:spcAft>
                  <a:spcPct val="0"/>
                </a:spcAft>
                <a:buNone/>
                <a:defRPr/>
              </a:pPr>
              <a:t>2026F</a:t>
            </a:fld>
            <a:endParaRPr kumimoji="0" lang="en-GB" sz="1200" b="1" i="0" strike="noStrike" kern="1200" cap="none" spc="0" normalizeH="0" baseline="0" noProof="0">
              <a:ln>
                <a:noFill/>
              </a:ln>
              <a:solidFill>
                <a:srgbClr val="000000"/>
              </a:solidFill>
              <a:effectLst/>
              <a:uLnTx/>
              <a:uFillTx/>
              <a:sym typeface="Calibri" panose="020F0502020204030204" pitchFamily="34" charset="0"/>
            </a:endParaRPr>
          </a:p>
        </p:txBody>
      </p:sp>
      <p:sp>
        <p:nvSpPr>
          <p:cNvPr id="105" name="Text Placeholder 2">
            <a:extLst>
              <a:ext uri="{FF2B5EF4-FFF2-40B4-BE49-F238E27FC236}">
                <a16:creationId xmlns:a16="http://schemas.microsoft.com/office/drawing/2014/main" id="{87BB863F-9716-77B5-70B5-97E8A856AB8A}"/>
              </a:ext>
            </a:extLst>
          </p:cNvPr>
          <p:cNvSpPr>
            <a:spLocks/>
          </p:cNvSpPr>
          <p:nvPr>
            <p:custDataLst>
              <p:tags r:id="rId17"/>
            </p:custDataLst>
          </p:nvPr>
        </p:nvSpPr>
        <p:spPr bwMode="gray">
          <a:xfrm>
            <a:off x="4041775" y="3786188"/>
            <a:ext cx="517525"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lnSpc>
                <a:spcPct val="100000"/>
              </a:lnSpc>
              <a:spcBef>
                <a:spcPct val="0"/>
              </a:spcBef>
              <a:spcAft>
                <a:spcPct val="0"/>
              </a:spcAft>
              <a:buNone/>
            </a:pPr>
            <a:fld id="{85488EAA-32E7-4769-9D0C-C5A371C3FD1B}" type="datetime'''''''''''''''6''''''''''''''''8''''''''''''''''''''''0'">
              <a:rPr lang="en-US" altLang="en-US" sz="1200" smtClean="0">
                <a:solidFill>
                  <a:srgbClr val="000000"/>
                </a:solidFill>
                <a:effectLst/>
                <a:sym typeface="Calibri" panose="020F0502020204030204" pitchFamily="34" charset="0"/>
              </a:rPr>
              <a:pPr marL="0" lvl="0" indent="0" algn="ctr">
                <a:lnSpc>
                  <a:spcPct val="100000"/>
                </a:lnSpc>
                <a:spcBef>
                  <a:spcPct val="0"/>
                </a:spcBef>
                <a:spcAft>
                  <a:spcPct val="0"/>
                </a:spcAft>
                <a:buNone/>
              </a:pPr>
              <a:t>680</a:t>
            </a:fld>
            <a:br>
              <a:rPr lang="en-US" altLang="en-US" sz="1200">
                <a:solidFill>
                  <a:srgbClr val="000000"/>
                </a:solidFill>
                <a:effectLst/>
                <a:sym typeface="Calibri" panose="020F0502020204030204" pitchFamily="34" charset="0"/>
              </a:rPr>
            </a:br>
            <a:r>
              <a:rPr lang="en-US" altLang="en-US" sz="1200">
                <a:solidFill>
                  <a:srgbClr val="000000"/>
                </a:solidFill>
                <a:effectLst/>
                <a:sym typeface="Calibri" panose="020F0502020204030204" pitchFamily="34" charset="0"/>
              </a:rPr>
              <a:t>(</a:t>
            </a:r>
            <a:fld id="{FC124BF6-CA67-47BD-8A9F-92E35061442E}" type="datetime'''''''''''''''''''''''''''''''7''''3.1''''''%'''''''''">
              <a:rPr lang="en-US" altLang="en-US" sz="1200" smtClean="0">
                <a:solidFill>
                  <a:srgbClr val="000000"/>
                </a:solidFill>
                <a:effectLst/>
                <a:sym typeface="Calibri" panose="020F0502020204030204" pitchFamily="34" charset="0"/>
              </a:rPr>
              <a:pPr marL="0" lvl="0" indent="0" algn="ctr">
                <a:lnSpc>
                  <a:spcPct val="100000"/>
                </a:lnSpc>
                <a:spcBef>
                  <a:spcPct val="0"/>
                </a:spcBef>
                <a:spcAft>
                  <a:spcPct val="0"/>
                </a:spcAft>
                <a:buNone/>
              </a:pPr>
              <a:t>73.1%</a:t>
            </a:fld>
            <a:r>
              <a:rPr lang="en-US" sz="1200">
                <a:solidFill>
                  <a:srgbClr val="000000"/>
                </a:solidFill>
                <a:sym typeface="Calibri" panose="020F0502020204030204" pitchFamily="34" charset="0"/>
              </a:rPr>
              <a:t>)</a:t>
            </a:r>
          </a:p>
        </p:txBody>
      </p:sp>
      <p:sp>
        <p:nvSpPr>
          <p:cNvPr id="21" name="Text Placeholder 2">
            <a:extLst>
              <a:ext uri="{FF2B5EF4-FFF2-40B4-BE49-F238E27FC236}">
                <a16:creationId xmlns:a16="http://schemas.microsoft.com/office/drawing/2014/main" id="{192DB789-515B-4504-BE53-6445F2427687}"/>
              </a:ext>
            </a:extLst>
          </p:cNvPr>
          <p:cNvSpPr>
            <a:spLocks/>
          </p:cNvSpPr>
          <p:nvPr>
            <p:custDataLst>
              <p:tags r:id="rId18"/>
            </p:custDataLst>
          </p:nvPr>
        </p:nvSpPr>
        <p:spPr bwMode="gray">
          <a:xfrm>
            <a:off x="4038600" y="2408238"/>
            <a:ext cx="525463"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defRPr/>
            </a:pPr>
            <a:fld id="{CC730EB1-8245-4DDB-9350-486C423B4FB9}" type="datetime'''''''''''''''2''''''''''5''''''''''''''''0'''''''''''''''''''">
              <a:rPr lang="en-US" altLang="en-US" sz="1200" b="1" smtClean="0">
                <a:solidFill>
                  <a:srgbClr val="F2F2F2"/>
                </a:solidFill>
                <a:latin typeface="+mn-lt"/>
                <a:ea typeface="+mn-ea"/>
                <a:cs typeface="+mn-cs"/>
              </a:rPr>
              <a:pPr lvl="0" algn="ctr">
                <a:spcBef>
                  <a:spcPct val="0"/>
                </a:spcBef>
                <a:spcAft>
                  <a:spcPct val="0"/>
                </a:spcAft>
                <a:defRPr/>
              </a:pPr>
              <a:t>250</a:t>
            </a:fld>
            <a:br>
              <a:rPr kumimoji="0" lang="en-US" altLang="en-US" sz="1200" b="1" i="0" u="none" strike="noStrike" kern="1200" cap="none" spc="0" normalizeH="0" baseline="0" noProof="0">
                <a:ln>
                  <a:noFill/>
                </a:ln>
                <a:solidFill>
                  <a:srgbClr val="F2F2F2"/>
                </a:solidFill>
                <a:effectLst/>
                <a:uLnTx/>
                <a:uFillTx/>
                <a:latin typeface="+mn-lt"/>
                <a:ea typeface="+mn-ea"/>
                <a:cs typeface="+mn-cs"/>
                <a:sym typeface="Calibri" panose="020F0502020204030204" pitchFamily="34" charset="0"/>
              </a:rPr>
            </a:br>
            <a:r>
              <a:rPr kumimoji="0" lang="en-US" altLang="en-US" sz="1200" b="1" i="0" u="none" strike="noStrike" kern="1200" cap="none" spc="0" normalizeH="0" baseline="0" noProof="0">
                <a:ln>
                  <a:noFill/>
                </a:ln>
                <a:solidFill>
                  <a:srgbClr val="F2F2F2"/>
                </a:solidFill>
                <a:effectLst/>
                <a:uLnTx/>
                <a:uFillTx/>
                <a:latin typeface="+mn-lt"/>
                <a:ea typeface="+mn-ea"/>
                <a:cs typeface="+mn-cs"/>
                <a:sym typeface="Calibri" panose="020F0502020204030204" pitchFamily="34" charset="0"/>
              </a:rPr>
              <a:t>(</a:t>
            </a:r>
            <a:fld id="{ADE11486-01CF-4C45-853E-CDDDC8310FD0}" type="datetime'''''''''''''''2''''''''''''''''''6''''''''''.''''9''''''%'''">
              <a:rPr lang="en-US" altLang="en-US" sz="1200" b="1" smtClean="0">
                <a:solidFill>
                  <a:srgbClr val="F2F2F2"/>
                </a:solidFill>
                <a:latin typeface="+mn-lt"/>
                <a:ea typeface="+mn-ea"/>
                <a:cs typeface="+mn-cs"/>
              </a:rPr>
              <a:pPr lvl="0" algn="ctr">
                <a:spcBef>
                  <a:spcPct val="0"/>
                </a:spcBef>
                <a:spcAft>
                  <a:spcPct val="0"/>
                </a:spcAft>
                <a:defRPr/>
              </a:pPr>
              <a:t>26.9%</a:t>
            </a:fld>
            <a:r>
              <a:rPr kumimoji="0" lang="en-US" sz="1200" b="1" i="0" u="none" strike="noStrike" kern="1200" cap="none" spc="0" normalizeH="0" baseline="0" noProof="0">
                <a:ln>
                  <a:noFill/>
                </a:ln>
                <a:solidFill>
                  <a:srgbClr val="F2F2F2"/>
                </a:solidFill>
                <a:effectLst/>
                <a:uLnTx/>
                <a:uFillTx/>
                <a:latin typeface="+mn-lt"/>
                <a:ea typeface="+mn-ea"/>
                <a:cs typeface="+mn-cs"/>
                <a:sym typeface="Calibri" panose="020F0502020204030204" pitchFamily="34" charset="0"/>
              </a:rPr>
              <a:t>)</a:t>
            </a:r>
          </a:p>
        </p:txBody>
      </p:sp>
      <p:sp>
        <p:nvSpPr>
          <p:cNvPr id="23" name="Text Placeholder 2">
            <a:extLst>
              <a:ext uri="{FF2B5EF4-FFF2-40B4-BE49-F238E27FC236}">
                <a16:creationId xmlns:a16="http://schemas.microsoft.com/office/drawing/2014/main" id="{0469D3FF-E932-895A-8522-EB30255A03A9}"/>
              </a:ext>
            </a:extLst>
          </p:cNvPr>
          <p:cNvSpPr>
            <a:spLocks/>
          </p:cNvSpPr>
          <p:nvPr>
            <p:custDataLst>
              <p:tags r:id="rId19"/>
            </p:custDataLst>
          </p:nvPr>
        </p:nvSpPr>
        <p:spPr bwMode="auto">
          <a:xfrm>
            <a:off x="4103688" y="5026025"/>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471314CA-4414-47CC-B798-2E8999FA911C}" type="datetime'''20''2''''''''''8''F'''''''''''''''''''''''''''''''''''">
              <a:rPr lang="en-US" altLang="en-US" sz="1200" b="1" smtClean="0">
                <a:solidFill>
                  <a:srgbClr val="000000"/>
                </a:solidFill>
              </a:rPr>
              <a:pPr marL="0" lvl="0" indent="0" algn="ctr">
                <a:spcBef>
                  <a:spcPct val="0"/>
                </a:spcBef>
                <a:spcAft>
                  <a:spcPct val="0"/>
                </a:spcAft>
                <a:buNone/>
                <a:defRPr/>
              </a:pPr>
              <a:t>2028F</a:t>
            </a:fld>
            <a:endParaRPr kumimoji="0" lang="en-GB" sz="1200" b="1" i="0" strike="noStrike" kern="1200" cap="none" spc="0" normalizeH="0" baseline="0" noProof="0">
              <a:ln>
                <a:noFill/>
              </a:ln>
              <a:solidFill>
                <a:srgbClr val="000000"/>
              </a:solidFill>
              <a:effectLst/>
              <a:uLnTx/>
              <a:uFillTx/>
              <a:sym typeface="Calibri" panose="020F0502020204030204" pitchFamily="34" charset="0"/>
            </a:endParaRPr>
          </a:p>
        </p:txBody>
      </p:sp>
      <p:sp>
        <p:nvSpPr>
          <p:cNvPr id="24" name="Text Placeholder 2">
            <a:extLst>
              <a:ext uri="{FF2B5EF4-FFF2-40B4-BE49-F238E27FC236}">
                <a16:creationId xmlns:a16="http://schemas.microsoft.com/office/drawing/2014/main" id="{192DB789-515B-4504-BE53-6445F2427687}"/>
              </a:ext>
            </a:extLst>
          </p:cNvPr>
          <p:cNvSpPr>
            <a:spLocks/>
          </p:cNvSpPr>
          <p:nvPr>
            <p:custDataLst>
              <p:tags r:id="rId20"/>
            </p:custDataLst>
          </p:nvPr>
        </p:nvSpPr>
        <p:spPr bwMode="auto">
          <a:xfrm>
            <a:off x="889000" y="3854450"/>
            <a:ext cx="771525"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spcBef>
                <a:spcPct val="0"/>
              </a:spcBef>
              <a:spcAft>
                <a:spcPct val="0"/>
              </a:spcAft>
              <a:defRPr/>
            </a:pPr>
            <a:fld id="{99CEFBCE-8338-410B-A857-280984A422C8}" type="datetime'Ine''l''igbl''''''''e'' ''f''''o''r'' &#10;ab''''''''l''''ation'">
              <a:rPr lang="en-US" altLang="en-US" sz="1200" smtClean="0">
                <a:solidFill>
                  <a:srgbClr val="000000"/>
                </a:solidFill>
                <a:latin typeface="+mn-lt"/>
                <a:ea typeface="+mn-ea"/>
                <a:cs typeface="+mn-cs"/>
              </a:rPr>
              <a:pPr lvl="0">
                <a:spcBef>
                  <a:spcPct val="0"/>
                </a:spcBef>
                <a:spcAft>
                  <a:spcPct val="0"/>
                </a:spcAft>
                <a:defRPr/>
              </a:pPr>
              <a:t>Ineligble for 
ablation</a:t>
            </a:fld>
            <a:endParaRPr kumimoji="0" lang="en-US" sz="1200" b="0" i="0" strike="noStrike" kern="1200" cap="none" spc="0" normalizeH="0" baseline="0" noProof="0">
              <a:ln>
                <a:noFill/>
              </a:ln>
              <a:solidFill>
                <a:srgbClr val="000000"/>
              </a:solidFill>
              <a:effectLst/>
              <a:uLnTx/>
              <a:uFillTx/>
              <a:latin typeface="+mn-lt"/>
              <a:ea typeface="+mn-ea"/>
              <a:cs typeface="+mn-cs"/>
              <a:sym typeface="Calibri" panose="020F0502020204030204" pitchFamily="34" charset="0"/>
            </a:endParaRPr>
          </a:p>
        </p:txBody>
      </p:sp>
      <p:sp>
        <p:nvSpPr>
          <p:cNvPr id="26" name="Text Placeholder 2">
            <a:extLst>
              <a:ext uri="{FF2B5EF4-FFF2-40B4-BE49-F238E27FC236}">
                <a16:creationId xmlns:a16="http://schemas.microsoft.com/office/drawing/2014/main" id="{0ABBB4BF-D3D4-E084-4961-54257B4C91E0}"/>
              </a:ext>
            </a:extLst>
          </p:cNvPr>
          <p:cNvSpPr>
            <a:spLocks/>
          </p:cNvSpPr>
          <p:nvPr>
            <p:custDataLst>
              <p:tags r:id="rId21"/>
            </p:custDataLst>
          </p:nvPr>
        </p:nvSpPr>
        <p:spPr bwMode="auto">
          <a:xfrm>
            <a:off x="888999" y="2571750"/>
            <a:ext cx="673100"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spcBef>
                <a:spcPct val="0"/>
              </a:spcBef>
              <a:spcAft>
                <a:spcPct val="0"/>
              </a:spcAft>
              <a:defRPr/>
            </a:pPr>
            <a:fld id="{27CB299E-6A0E-428F-A338-7F14743B8BB8}" type="datetime'E''l''ig''''''bl''''e'' for'' &#10;''''a''''''''''bla''''tion'''">
              <a:rPr lang="en-US" altLang="en-US" sz="1200" b="1" smtClean="0">
                <a:solidFill>
                  <a:srgbClr val="000000"/>
                </a:solidFill>
                <a:latin typeface="+mn-lt"/>
                <a:ea typeface="+mn-ea"/>
                <a:cs typeface="+mn-cs"/>
              </a:rPr>
              <a:pPr lvl="0">
                <a:spcBef>
                  <a:spcPct val="0"/>
                </a:spcBef>
                <a:spcAft>
                  <a:spcPct val="0"/>
                </a:spcAft>
                <a:defRPr/>
              </a:pPr>
              <a:t>Eligble for 
ablation</a:t>
            </a:fld>
            <a:endParaRPr kumimoji="0" lang="en-US" sz="1200" b="1" i="0" strike="noStrike" kern="1200" cap="none" spc="0" normalizeH="0" baseline="0" noProof="0">
              <a:ln>
                <a:noFill/>
              </a:ln>
              <a:solidFill>
                <a:srgbClr val="000000"/>
              </a:solidFill>
              <a:effectLst/>
              <a:uLnTx/>
              <a:uFillTx/>
              <a:latin typeface="+mn-lt"/>
              <a:ea typeface="+mn-ea"/>
              <a:cs typeface="+mn-cs"/>
              <a:sym typeface="Calibri" panose="020F0502020204030204" pitchFamily="34" charset="0"/>
            </a:endParaRPr>
          </a:p>
        </p:txBody>
      </p:sp>
      <p:sp>
        <p:nvSpPr>
          <p:cNvPr id="29" name="Text Placeholder 2">
            <a:extLst>
              <a:ext uri="{FF2B5EF4-FFF2-40B4-BE49-F238E27FC236}">
                <a16:creationId xmlns:a16="http://schemas.microsoft.com/office/drawing/2014/main" id="{192DB789-515B-4504-BE53-6445F2427687}"/>
              </a:ext>
            </a:extLst>
          </p:cNvPr>
          <p:cNvSpPr>
            <a:spLocks/>
          </p:cNvSpPr>
          <p:nvPr>
            <p:custDataLst>
              <p:tags r:id="rId22"/>
            </p:custDataLst>
          </p:nvPr>
        </p:nvSpPr>
        <p:spPr bwMode="gray">
          <a:xfrm>
            <a:off x="2192338" y="2201863"/>
            <a:ext cx="2778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defRPr/>
            </a:pPr>
            <a:fld id="{858E92B4-0383-4DBA-AB03-D1A247E064A9}" type="datetime'86''''''''''''''''''''''''''''''''''''''6'''''''''''">
              <a:rPr lang="en-US" altLang="en-US" sz="1200" smtClean="0">
                <a:solidFill>
                  <a:srgbClr val="0F2238"/>
                </a:solidFill>
                <a:latin typeface="+mn-lt"/>
                <a:ea typeface="+mn-ea"/>
                <a:cs typeface="+mn-cs"/>
              </a:rPr>
              <a:pPr lvl="0" algn="ctr">
                <a:spcBef>
                  <a:spcPct val="0"/>
                </a:spcBef>
                <a:spcAft>
                  <a:spcPct val="0"/>
                </a:spcAft>
                <a:defRPr/>
              </a:pPr>
              <a:t>866</a:t>
            </a:fld>
            <a:endParaRPr kumimoji="0" lang="en-US" sz="1200" b="0" i="0" strike="noStrike" kern="1200" cap="none" spc="0" normalizeH="0" baseline="0" noProof="0">
              <a:ln>
                <a:noFill/>
              </a:ln>
              <a:solidFill>
                <a:srgbClr val="0F2238"/>
              </a:solidFill>
              <a:effectLst/>
              <a:uLnTx/>
              <a:uFillTx/>
              <a:latin typeface="+mn-lt"/>
              <a:ea typeface="+mn-ea"/>
              <a:cs typeface="+mn-cs"/>
              <a:sym typeface="Calibri" panose="020F0502020204030204" pitchFamily="34" charset="0"/>
            </a:endParaRPr>
          </a:p>
        </p:txBody>
      </p:sp>
      <p:sp>
        <p:nvSpPr>
          <p:cNvPr id="226" name="Text Placeholder 2">
            <a:extLst>
              <a:ext uri="{FF2B5EF4-FFF2-40B4-BE49-F238E27FC236}">
                <a16:creationId xmlns:a16="http://schemas.microsoft.com/office/drawing/2014/main" id="{192DB789-515B-4504-BE53-6445F2427687}"/>
              </a:ext>
            </a:extLst>
          </p:cNvPr>
          <p:cNvSpPr>
            <a:spLocks/>
          </p:cNvSpPr>
          <p:nvPr>
            <p:custDataLst>
              <p:tags r:id="rId23"/>
            </p:custDataLst>
          </p:nvPr>
        </p:nvSpPr>
        <p:spPr bwMode="gray">
          <a:xfrm>
            <a:off x="4162425" y="2012950"/>
            <a:ext cx="277813"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defRPr/>
            </a:pPr>
            <a:fld id="{8147746F-9B7F-411E-AA0E-1FD41A535EB2}" type="datetime'''''''''''''''''''''''9''''''''''3''''''0'''''''''''''''">
              <a:rPr lang="en-US" altLang="en-US" sz="1200" smtClean="0">
                <a:solidFill>
                  <a:srgbClr val="0F2238"/>
                </a:solidFill>
                <a:latin typeface="+mn-lt"/>
                <a:ea typeface="+mn-ea"/>
                <a:cs typeface="+mn-cs"/>
              </a:rPr>
              <a:pPr lvl="0" algn="ctr">
                <a:spcBef>
                  <a:spcPct val="0"/>
                </a:spcBef>
                <a:spcAft>
                  <a:spcPct val="0"/>
                </a:spcAft>
                <a:defRPr/>
              </a:pPr>
              <a:t>930</a:t>
            </a:fld>
            <a:endParaRPr kumimoji="0" lang="en-US" sz="1200" b="0" i="0" strike="noStrike" kern="1200" cap="none" spc="0" normalizeH="0" baseline="0" noProof="0">
              <a:ln>
                <a:noFill/>
              </a:ln>
              <a:solidFill>
                <a:srgbClr val="0F2238"/>
              </a:solidFill>
              <a:effectLst/>
              <a:uLnTx/>
              <a:uFillTx/>
              <a:latin typeface="+mn-lt"/>
              <a:ea typeface="+mn-ea"/>
              <a:cs typeface="+mn-cs"/>
              <a:sym typeface="Calibri" panose="020F0502020204030204" pitchFamily="34" charset="0"/>
            </a:endParaRPr>
          </a:p>
        </p:txBody>
      </p:sp>
      <p:sp>
        <p:nvSpPr>
          <p:cNvPr id="4" name="Text Placeholder 2">
            <a:extLst>
              <a:ext uri="{FF2B5EF4-FFF2-40B4-BE49-F238E27FC236}">
                <a16:creationId xmlns:a16="http://schemas.microsoft.com/office/drawing/2014/main" id="{192DB789-515B-4504-BE53-6445F2427687}"/>
              </a:ext>
            </a:extLst>
          </p:cNvPr>
          <p:cNvSpPr>
            <a:spLocks/>
          </p:cNvSpPr>
          <p:nvPr>
            <p:custDataLst>
              <p:tags r:id="rId24"/>
            </p:custDataLst>
          </p:nvPr>
        </p:nvSpPr>
        <p:spPr bwMode="auto">
          <a:xfrm>
            <a:off x="2933700" y="1863725"/>
            <a:ext cx="763588" cy="258763"/>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Segoe UI" panose="020B0502040204020203" pitchFamily="34" charset="0"/>
              <a:buChar char="​"/>
              <a:tabLst/>
              <a:defRPr/>
            </a:pPr>
            <a:fld id="{379C0B82-2DA7-4A62-9EEF-8C1AFBD74582}" type="datetime'''''+4''%'''' ''''''''''p''''''''''''''''.a''''''.'''''">
              <a:rPr lang="en-US" altLang="en-US" sz="1200" b="1" smtClean="0">
                <a:effectLst/>
                <a:latin typeface="+mn-lt"/>
                <a:ea typeface="+mn-ea"/>
                <a:cs typeface="+mn-cs"/>
              </a:rPr>
              <a:pPr marL="0" marR="0" lvl="0" indent="0" algn="ctr" defTabSz="914400" rtl="0" eaLnBrk="1" fontAlgn="auto" latinLnBrk="0" hangingPunct="1">
                <a:lnSpc>
                  <a:spcPct val="100000"/>
                </a:lnSpc>
                <a:spcBef>
                  <a:spcPct val="0"/>
                </a:spcBef>
                <a:spcAft>
                  <a:spcPct val="0"/>
                </a:spcAft>
                <a:buClrTx/>
                <a:buSzTx/>
                <a:buFont typeface="Segoe UI" panose="020B0502040204020203" pitchFamily="34" charset="0"/>
                <a:buChar char="​"/>
                <a:tabLst/>
                <a:defRPr/>
              </a:pPr>
              <a:t>+4% p.a.</a:t>
            </a:fld>
            <a:endParaRPr kumimoji="0" lang="en-US" sz="1200" b="1" i="0" strike="noStrike" kern="1200" cap="none" spc="0" normalizeH="0" baseline="0" noProof="0">
              <a:ln>
                <a:noFill/>
              </a:ln>
              <a:effectLst/>
              <a:uLnTx/>
              <a:uFillTx/>
              <a:latin typeface="+mn-lt"/>
              <a:ea typeface="+mn-ea"/>
              <a:cs typeface="+mn-cs"/>
              <a:sym typeface="Calibri" panose="020F0502020204030204" pitchFamily="34" charset="0"/>
            </a:endParaRPr>
          </a:p>
        </p:txBody>
      </p:sp>
      <p:sp>
        <p:nvSpPr>
          <p:cNvPr id="12" name="2. Slide Title">
            <a:extLst>
              <a:ext uri="{FF2B5EF4-FFF2-40B4-BE49-F238E27FC236}">
                <a16:creationId xmlns:a16="http://schemas.microsoft.com/office/drawing/2014/main" id="{D9339CBC-F68E-9160-9A25-CCA819D44DEB}"/>
              </a:ext>
            </a:extLst>
          </p:cNvPr>
          <p:cNvSpPr txBox="1">
            <a:spLocks/>
          </p:cNvSpPr>
          <p:nvPr>
            <p:custDataLst>
              <p:tags r:id="rId25"/>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latin typeface="Georgia" panose="02040502050405020303" pitchFamily="18" charset="0"/>
                <a:cs typeface="Arial" panose="020B0604020202020204" pitchFamily="34" charset="0"/>
              </a:rPr>
              <a:t>Prostate cancer incidence to grow at 4% CAGR with 27% patients eligible for minimally invasive procedures such as ablation </a:t>
            </a:r>
            <a:endParaRPr kumimoji="0" lang="en-US" sz="2600" i="0" u="none" strike="noStrike" kern="1200" cap="none" spc="0" normalizeH="0" baseline="0" noProof="0">
              <a:ln w="6350" cap="flat">
                <a:noFill/>
                <a:miter lim="800000"/>
              </a:ln>
              <a:effectLst/>
              <a:uLnTx/>
              <a:uFillTx/>
              <a:latin typeface="Georgia" panose="02040502050405020303" pitchFamily="18" charset="0"/>
              <a:ea typeface="+mj-ea"/>
              <a:cs typeface="Arial" panose="020B0604020202020204" pitchFamily="34" charset="0"/>
            </a:endParaRPr>
          </a:p>
        </p:txBody>
      </p:sp>
      <p:sp>
        <p:nvSpPr>
          <p:cNvPr id="87" name="Flowchart: Manual Operation 86">
            <a:extLst>
              <a:ext uri="{FF2B5EF4-FFF2-40B4-BE49-F238E27FC236}">
                <a16:creationId xmlns:a16="http://schemas.microsoft.com/office/drawing/2014/main" id="{BDD9446B-AED3-127C-C388-D4437A98E017}"/>
              </a:ext>
            </a:extLst>
          </p:cNvPr>
          <p:cNvSpPr/>
          <p:nvPr/>
        </p:nvSpPr>
        <p:spPr>
          <a:xfrm rot="5400000">
            <a:off x="4785387" y="2199335"/>
            <a:ext cx="1343402" cy="848018"/>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007 w 10000"/>
              <a:gd name="connsiteY3" fmla="*/ 10000 h 10000"/>
              <a:gd name="connsiteX4" fmla="*/ 0 w 10000"/>
              <a:gd name="connsiteY4" fmla="*/ 0 h 10000"/>
              <a:gd name="connsiteX0" fmla="*/ 0 w 10000"/>
              <a:gd name="connsiteY0" fmla="*/ 0 h 10098"/>
              <a:gd name="connsiteX1" fmla="*/ 10000 w 10000"/>
              <a:gd name="connsiteY1" fmla="*/ 0 h 10098"/>
              <a:gd name="connsiteX2" fmla="*/ 6840 w 10000"/>
              <a:gd name="connsiteY2" fmla="*/ 10098 h 10098"/>
              <a:gd name="connsiteX3" fmla="*/ 3007 w 10000"/>
              <a:gd name="connsiteY3" fmla="*/ 10000 h 10098"/>
              <a:gd name="connsiteX4" fmla="*/ 0 w 10000"/>
              <a:gd name="connsiteY4" fmla="*/ 0 h 10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98">
                <a:moveTo>
                  <a:pt x="0" y="0"/>
                </a:moveTo>
                <a:lnTo>
                  <a:pt x="10000" y="0"/>
                </a:lnTo>
                <a:lnTo>
                  <a:pt x="6840" y="10098"/>
                </a:lnTo>
                <a:lnTo>
                  <a:pt x="3007" y="10000"/>
                </a:lnTo>
                <a:lnTo>
                  <a:pt x="0" y="0"/>
                </a:lnTo>
                <a:close/>
              </a:path>
            </a:pathLst>
          </a:custGeom>
          <a:gradFill flip="none" rotWithShape="1">
            <a:gsLst>
              <a:gs pos="0">
                <a:srgbClr val="17B2AF">
                  <a:tint val="66000"/>
                  <a:satMod val="160000"/>
                </a:srgbClr>
              </a:gs>
              <a:gs pos="50000">
                <a:srgbClr val="17B2AF">
                  <a:tint val="44500"/>
                  <a:satMod val="160000"/>
                </a:srgbClr>
              </a:gs>
              <a:gs pos="100000">
                <a:srgbClr val="17B2AF">
                  <a:tint val="23500"/>
                  <a:satMod val="160000"/>
                </a:srgbClr>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E5A407AC-738D-6A9E-846D-6A67EB63546D}"/>
              </a:ext>
            </a:extLst>
          </p:cNvPr>
          <p:cNvSpPr/>
          <p:nvPr/>
        </p:nvSpPr>
        <p:spPr>
          <a:xfrm>
            <a:off x="6070942" y="1286857"/>
            <a:ext cx="5650887" cy="5084760"/>
          </a:xfrm>
          <a:prstGeom prst="rect">
            <a:avLst/>
          </a:prstGeom>
          <a:noFill/>
          <a:ln w="6350" cap="sq">
            <a:solidFill>
              <a:srgbClr val="016347"/>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8" name="TextBox 117">
            <a:extLst>
              <a:ext uri="{FF2B5EF4-FFF2-40B4-BE49-F238E27FC236}">
                <a16:creationId xmlns:a16="http://schemas.microsoft.com/office/drawing/2014/main" id="{5439EB05-2004-5FD4-1770-74D22EE0E524}"/>
              </a:ext>
            </a:extLst>
          </p:cNvPr>
          <p:cNvSpPr txBox="1"/>
          <p:nvPr/>
        </p:nvSpPr>
        <p:spPr>
          <a:xfrm>
            <a:off x="5033079" y="2423289"/>
            <a:ext cx="848018" cy="400110"/>
          </a:xfrm>
          <a:prstGeom prst="rect">
            <a:avLst/>
          </a:prstGeom>
          <a:noFill/>
        </p:spPr>
        <p:txBody>
          <a:bodyPr wrap="square" rtlCol="0">
            <a:spAutoFit/>
          </a:bodyPr>
          <a:lstStyle/>
          <a:p>
            <a:pPr algn="ctr"/>
            <a:r>
              <a:rPr lang="en-US" sz="1000" b="1"/>
              <a:t>62% x 43% = 26.9%</a:t>
            </a:r>
          </a:p>
        </p:txBody>
      </p:sp>
      <p:grpSp>
        <p:nvGrpSpPr>
          <p:cNvPr id="2" name="Group 1">
            <a:extLst>
              <a:ext uri="{FF2B5EF4-FFF2-40B4-BE49-F238E27FC236}">
                <a16:creationId xmlns:a16="http://schemas.microsoft.com/office/drawing/2014/main" id="{3C0160C8-B069-F0F2-16E2-7BD2F5D12A0C}"/>
              </a:ext>
            </a:extLst>
          </p:cNvPr>
          <p:cNvGrpSpPr/>
          <p:nvPr/>
        </p:nvGrpSpPr>
        <p:grpSpPr>
          <a:xfrm>
            <a:off x="15130" y="47516"/>
            <a:ext cx="171132" cy="228600"/>
            <a:chOff x="0" y="49329"/>
            <a:chExt cx="171132" cy="228600"/>
          </a:xfrm>
        </p:grpSpPr>
        <p:cxnSp>
          <p:nvCxnSpPr>
            <p:cNvPr id="19" name="Straight Connector 18">
              <a:extLst>
                <a:ext uri="{FF2B5EF4-FFF2-40B4-BE49-F238E27FC236}">
                  <a16:creationId xmlns:a16="http://schemas.microsoft.com/office/drawing/2014/main" id="{12DFF2B9-2650-288C-9AD3-ADEB1AB954D2}"/>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 name="Rectangle: Rounded Corners 24">
              <a:extLst>
                <a:ext uri="{FF2B5EF4-FFF2-40B4-BE49-F238E27FC236}">
                  <a16:creationId xmlns:a16="http://schemas.microsoft.com/office/drawing/2014/main" id="{F191AC55-06AC-BC5C-280B-0A8AFC4F5B0D}"/>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28" name="Line 15">
            <a:extLst>
              <a:ext uri="{FF2B5EF4-FFF2-40B4-BE49-F238E27FC236}">
                <a16:creationId xmlns:a16="http://schemas.microsoft.com/office/drawing/2014/main" id="{AC1D969A-CFCB-91E1-27F0-BA9643DA7CAA}"/>
              </a:ext>
            </a:extLst>
          </p:cNvPr>
          <p:cNvSpPr>
            <a:spLocks noChangeShapeType="1"/>
          </p:cNvSpPr>
          <p:nvPr>
            <p:custDataLst>
              <p:tags r:id="rId26"/>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Google Shape;1129;p23">
            <a:extLst>
              <a:ext uri="{FF2B5EF4-FFF2-40B4-BE49-F238E27FC236}">
                <a16:creationId xmlns:a16="http://schemas.microsoft.com/office/drawing/2014/main" id="{B894C369-323D-5749-04AE-5B29E0E94D23}"/>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Day Surgery - Profound</a:t>
            </a:r>
            <a:endParaRPr lang="en-US">
              <a:solidFill>
                <a:schemeClr val="bg1"/>
              </a:solidFill>
              <a:latin typeface="Calibri"/>
              <a:ea typeface="Calibri"/>
              <a:cs typeface="Calibri"/>
            </a:endParaRPr>
          </a:p>
        </p:txBody>
      </p:sp>
      <p:sp>
        <p:nvSpPr>
          <p:cNvPr id="10" name="Rectangle 9">
            <a:extLst>
              <a:ext uri="{FF2B5EF4-FFF2-40B4-BE49-F238E27FC236}">
                <a16:creationId xmlns:a16="http://schemas.microsoft.com/office/drawing/2014/main" id="{96A46259-0444-EA73-36EC-FAF198D8CD04}"/>
              </a:ext>
            </a:extLst>
          </p:cNvPr>
          <p:cNvSpPr/>
          <p:nvPr/>
        </p:nvSpPr>
        <p:spPr>
          <a:xfrm>
            <a:off x="509281" y="6543683"/>
            <a:ext cx="7346950" cy="20139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Slides extracted from Profound document, please see external Profound business case for latest in case changed</a:t>
            </a:r>
          </a:p>
        </p:txBody>
      </p:sp>
    </p:spTree>
    <p:extLst>
      <p:ext uri="{BB962C8B-B14F-4D97-AF65-F5344CB8AC3E}">
        <p14:creationId xmlns:p14="http://schemas.microsoft.com/office/powerpoint/2010/main" val="150801206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86F851-A84C-B88C-3CD4-0B5EB0EFF362}"/>
            </a:ext>
          </a:extLst>
        </p:cNvPr>
        <p:cNvGrpSpPr/>
        <p:nvPr/>
      </p:nvGrpSpPr>
      <p:grpSpPr>
        <a:xfrm>
          <a:off x="0" y="0"/>
          <a:ext cx="0" cy="0"/>
          <a:chOff x="0" y="0"/>
          <a:chExt cx="0" cy="0"/>
        </a:xfrm>
      </p:grpSpPr>
      <p:graphicFrame>
        <p:nvGraphicFramePr>
          <p:cNvPr id="6" name="Object 2" hidden="1">
            <a:extLst>
              <a:ext uri="{FF2B5EF4-FFF2-40B4-BE49-F238E27FC236}">
                <a16:creationId xmlns:a16="http://schemas.microsoft.com/office/drawing/2014/main" id="{4B9B368B-4C84-4515-2A08-CA3B7A224BB4}"/>
              </a:ext>
            </a:extLst>
          </p:cNvPr>
          <p:cNvGraphicFramePr>
            <a:graphicFrameLocks/>
          </p:cNvGraphicFramePr>
          <p:nvPr>
            <p:custDataLst>
              <p:tags r:id="rId1"/>
            </p:custDataLst>
            <p:extLst>
              <p:ext uri="{D42A27DB-BD31-4B8C-83A1-F6EECF244321}">
                <p14:modId xmlns:p14="http://schemas.microsoft.com/office/powerpoint/2010/main" val="87608226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2" imgW="532" imgH="533" progId="TCLayout.ActiveDocument.1">
                  <p:embed/>
                </p:oleObj>
              </mc:Choice>
              <mc:Fallback>
                <p:oleObj name="think-cell Slide" r:id="rId42" imgW="532" imgH="533" progId="TCLayout.ActiveDocument.1">
                  <p:embed/>
                  <p:pic>
                    <p:nvPicPr>
                      <p:cNvPr id="6" name="Object 2" hidden="1">
                        <a:extLst>
                          <a:ext uri="{FF2B5EF4-FFF2-40B4-BE49-F238E27FC236}">
                            <a16:creationId xmlns:a16="http://schemas.microsoft.com/office/drawing/2014/main" id="{4B9B368B-4C84-4515-2A08-CA3B7A224BB4}"/>
                          </a:ext>
                        </a:extLst>
                      </p:cNvPr>
                      <p:cNvPicPr/>
                      <p:nvPr/>
                    </p:nvPicPr>
                    <p:blipFill>
                      <a:blip r:embed="rId43"/>
                      <a:stretch>
                        <a:fillRect/>
                      </a:stretch>
                    </p:blipFill>
                    <p:spPr>
                      <a:xfrm>
                        <a:off x="1588" y="1588"/>
                        <a:ext cx="1588" cy="1588"/>
                      </a:xfrm>
                      <a:prstGeom prst="rect">
                        <a:avLst/>
                      </a:prstGeom>
                    </p:spPr>
                  </p:pic>
                </p:oleObj>
              </mc:Fallback>
            </mc:AlternateContent>
          </a:graphicData>
        </a:graphic>
      </p:graphicFrame>
      <p:sp>
        <p:nvSpPr>
          <p:cNvPr id="319" name="Flowchart: Manual Operation 86">
            <a:extLst>
              <a:ext uri="{FF2B5EF4-FFF2-40B4-BE49-F238E27FC236}">
                <a16:creationId xmlns:a16="http://schemas.microsoft.com/office/drawing/2014/main" id="{9C20CB9A-8802-693B-2498-7F3673C9E0FB}"/>
              </a:ext>
            </a:extLst>
          </p:cNvPr>
          <p:cNvSpPr/>
          <p:nvPr/>
        </p:nvSpPr>
        <p:spPr>
          <a:xfrm rot="5400000">
            <a:off x="4785387" y="1747691"/>
            <a:ext cx="1343402" cy="848018"/>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007 w 10000"/>
              <a:gd name="connsiteY3" fmla="*/ 10000 h 10000"/>
              <a:gd name="connsiteX4" fmla="*/ 0 w 10000"/>
              <a:gd name="connsiteY4" fmla="*/ 0 h 10000"/>
              <a:gd name="connsiteX0" fmla="*/ 0 w 10000"/>
              <a:gd name="connsiteY0" fmla="*/ 0 h 10098"/>
              <a:gd name="connsiteX1" fmla="*/ 10000 w 10000"/>
              <a:gd name="connsiteY1" fmla="*/ 0 h 10098"/>
              <a:gd name="connsiteX2" fmla="*/ 6840 w 10000"/>
              <a:gd name="connsiteY2" fmla="*/ 10098 h 10098"/>
              <a:gd name="connsiteX3" fmla="*/ 3007 w 10000"/>
              <a:gd name="connsiteY3" fmla="*/ 10000 h 10098"/>
              <a:gd name="connsiteX4" fmla="*/ 0 w 10000"/>
              <a:gd name="connsiteY4" fmla="*/ 0 h 10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98">
                <a:moveTo>
                  <a:pt x="0" y="0"/>
                </a:moveTo>
                <a:lnTo>
                  <a:pt x="10000" y="0"/>
                </a:lnTo>
                <a:lnTo>
                  <a:pt x="6840" y="10098"/>
                </a:lnTo>
                <a:lnTo>
                  <a:pt x="3007" y="10000"/>
                </a:lnTo>
                <a:lnTo>
                  <a:pt x="0" y="0"/>
                </a:lnTo>
                <a:close/>
              </a:path>
            </a:pathLst>
          </a:custGeom>
          <a:gradFill flip="none" rotWithShape="1">
            <a:gsLst>
              <a:gs pos="0">
                <a:srgbClr val="17B2AF">
                  <a:tint val="66000"/>
                  <a:satMod val="160000"/>
                </a:srgbClr>
              </a:gs>
              <a:gs pos="50000">
                <a:srgbClr val="17B2AF">
                  <a:tint val="44500"/>
                  <a:satMod val="160000"/>
                </a:srgbClr>
              </a:gs>
              <a:gs pos="100000">
                <a:srgbClr val="17B2AF">
                  <a:tint val="23500"/>
                  <a:satMod val="160000"/>
                </a:srgbClr>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8" name="Chart 27">
            <a:extLst>
              <a:ext uri="{FF2B5EF4-FFF2-40B4-BE49-F238E27FC236}">
                <a16:creationId xmlns:a16="http://schemas.microsoft.com/office/drawing/2014/main" id="{2053C810-5923-4B53-41DA-82137747C672}"/>
              </a:ext>
            </a:extLst>
          </p:cNvPr>
          <p:cNvGraphicFramePr/>
          <p:nvPr>
            <p:custDataLst>
              <p:tags r:id="rId2"/>
            </p:custDataLst>
            <p:extLst>
              <p:ext uri="{D42A27DB-BD31-4B8C-83A1-F6EECF244321}">
                <p14:modId xmlns:p14="http://schemas.microsoft.com/office/powerpoint/2010/main" val="1338013780"/>
              </p:ext>
            </p:extLst>
          </p:nvPr>
        </p:nvGraphicFramePr>
        <p:xfrm>
          <a:off x="6354763" y="1716088"/>
          <a:ext cx="2643187" cy="3525837"/>
        </p:xfrm>
        <a:graphic>
          <a:graphicData uri="http://schemas.openxmlformats.org/drawingml/2006/chart">
            <c:chart xmlns:c="http://schemas.openxmlformats.org/drawingml/2006/chart" xmlns:r="http://schemas.openxmlformats.org/officeDocument/2006/relationships" r:id="rId44"/>
          </a:graphicData>
        </a:graphic>
      </p:graphicFrame>
      <p:sp>
        <p:nvSpPr>
          <p:cNvPr id="21" name="Text Placeholder 2">
            <a:extLst>
              <a:ext uri="{FF2B5EF4-FFF2-40B4-BE49-F238E27FC236}">
                <a16:creationId xmlns:a16="http://schemas.microsoft.com/office/drawing/2014/main" id="{30C879A3-7523-380F-2CB6-9D7BCF10940B}"/>
              </a:ext>
            </a:extLst>
          </p:cNvPr>
          <p:cNvSpPr>
            <a:spLocks/>
          </p:cNvSpPr>
          <p:nvPr>
            <p:custDataLst>
              <p:tags r:id="rId3"/>
            </p:custDataLst>
          </p:nvPr>
        </p:nvSpPr>
        <p:spPr bwMode="auto">
          <a:xfrm>
            <a:off x="7324725" y="5026025"/>
            <a:ext cx="7016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CE27031B-4A81-4825-873A-8309F79DA3EA}" type="datetime'''''''''''''''''''''''P''re''''''va''''''''''le''nce'''''''">
              <a:rPr kumimoji="0" lang="en-GB" altLang="en-US" sz="1200" b="1" i="0" u="none" strike="noStrike" kern="1200" cap="none" spc="0" normalizeH="0" baseline="0" noProof="0" smtClean="0">
                <a:ln>
                  <a:noFill/>
                </a:ln>
                <a:solidFill>
                  <a:srgbClr val="000000"/>
                </a:solidFill>
                <a:effectLst/>
                <a:uLnTx/>
                <a:uFillTx/>
                <a:latin typeface="Calibri" panose="020F0502020204030204" pitchFamily="34" charset="0"/>
                <a:ea typeface="+mn-ea"/>
                <a:cs typeface="Calibri" panose="020F0502020204030204" pitchFamily="34" charset="0"/>
                <a:sym typeface="Calibri" panose="020F0502020204030204" pitchFamily="34" charset="0"/>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Prevalence</a:t>
            </a:fld>
            <a:endParaRPr kumimoji="0" lang="en-GB" sz="12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sym typeface="Calibri" panose="020F0502020204030204" pitchFamily="34" charset="0"/>
            </a:endParaRPr>
          </a:p>
        </p:txBody>
      </p:sp>
      <p:sp>
        <p:nvSpPr>
          <p:cNvPr id="18" name="TextBox 17">
            <a:extLst>
              <a:ext uri="{FF2B5EF4-FFF2-40B4-BE49-F238E27FC236}">
                <a16:creationId xmlns:a16="http://schemas.microsoft.com/office/drawing/2014/main" id="{D959CE0A-AC7A-1218-1AFB-68AAF15284D6}"/>
              </a:ext>
            </a:extLst>
          </p:cNvPr>
          <p:cNvSpPr txBox="1"/>
          <p:nvPr/>
        </p:nvSpPr>
        <p:spPr>
          <a:xfrm>
            <a:off x="6161405" y="2688563"/>
            <a:ext cx="1206793" cy="5770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black"/>
                </a:solidFill>
                <a:effectLst/>
                <a:uLnTx/>
                <a:uFillTx/>
                <a:latin typeface="Calibri" panose="020F0502020204030204" pitchFamily="34" charset="0"/>
                <a:cs typeface="Calibri" panose="020F0502020204030204" pitchFamily="34" charset="0"/>
              </a:rPr>
              <a:t>Men diagnosed / actively managed for BPH</a:t>
            </a:r>
          </a:p>
        </p:txBody>
      </p:sp>
      <p:sp>
        <p:nvSpPr>
          <p:cNvPr id="19" name="TextBox 18">
            <a:extLst>
              <a:ext uri="{FF2B5EF4-FFF2-40B4-BE49-F238E27FC236}">
                <a16:creationId xmlns:a16="http://schemas.microsoft.com/office/drawing/2014/main" id="{EB6E6C9A-C8A8-4431-636B-DDFDA7B9B034}"/>
              </a:ext>
            </a:extLst>
          </p:cNvPr>
          <p:cNvSpPr txBox="1"/>
          <p:nvPr/>
        </p:nvSpPr>
        <p:spPr>
          <a:xfrm>
            <a:off x="6161405" y="3867011"/>
            <a:ext cx="1206793" cy="5770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a:ln>
                  <a:noFill/>
                </a:ln>
                <a:solidFill>
                  <a:prstClr val="black"/>
                </a:solidFill>
                <a:effectLst/>
                <a:uLnTx/>
                <a:uFillTx/>
                <a:latin typeface="Calibri" panose="020F0502020204030204" pitchFamily="34" charset="0"/>
                <a:cs typeface="Calibri" panose="020F0502020204030204" pitchFamily="34" charset="0"/>
              </a:rPr>
              <a:t>Men who do not seek treatment/ not diagnosed</a:t>
            </a:r>
          </a:p>
        </p:txBody>
      </p:sp>
      <p:graphicFrame>
        <p:nvGraphicFramePr>
          <p:cNvPr id="27" name="Chart 26">
            <a:extLst>
              <a:ext uri="{FF2B5EF4-FFF2-40B4-BE49-F238E27FC236}">
                <a16:creationId xmlns:a16="http://schemas.microsoft.com/office/drawing/2014/main" id="{F0E0F81A-2A63-3D9C-2F74-03127FEF0444}"/>
              </a:ext>
            </a:extLst>
          </p:cNvPr>
          <p:cNvGraphicFramePr/>
          <p:nvPr>
            <p:custDataLst>
              <p:tags r:id="rId4"/>
            </p:custDataLst>
            <p:extLst>
              <p:ext uri="{D42A27DB-BD31-4B8C-83A1-F6EECF244321}">
                <p14:modId xmlns:p14="http://schemas.microsoft.com/office/powerpoint/2010/main" val="34329307"/>
              </p:ext>
            </p:extLst>
          </p:nvPr>
        </p:nvGraphicFramePr>
        <p:xfrm>
          <a:off x="1366838" y="1900238"/>
          <a:ext cx="4106862" cy="3157537"/>
        </p:xfrm>
        <a:graphic>
          <a:graphicData uri="http://schemas.openxmlformats.org/drawingml/2006/chart">
            <c:chart xmlns:c="http://schemas.openxmlformats.org/drawingml/2006/chart" xmlns:r="http://schemas.openxmlformats.org/officeDocument/2006/relationships" r:id="rId45"/>
          </a:graphicData>
        </a:graphic>
      </p:graphicFrame>
      <p:sp useBgFill="1">
        <p:nvSpPr>
          <p:cNvPr id="17" name="Freeform: Shape 16">
            <a:extLst>
              <a:ext uri="{FF2B5EF4-FFF2-40B4-BE49-F238E27FC236}">
                <a16:creationId xmlns:a16="http://schemas.microsoft.com/office/drawing/2014/main" id="{B3A0BE90-21D7-2BD9-158F-24EBF3D3F7BE}"/>
              </a:ext>
            </a:extLst>
          </p:cNvPr>
          <p:cNvSpPr/>
          <p:nvPr>
            <p:custDataLst>
              <p:tags r:id="rId5"/>
            </p:custDataLst>
          </p:nvPr>
        </p:nvSpPr>
        <p:spPr bwMode="auto">
          <a:xfrm>
            <a:off x="3811588" y="2559050"/>
            <a:ext cx="1187451" cy="376239"/>
          </a:xfrm>
          <a:custGeom>
            <a:avLst/>
            <a:gdLst/>
            <a:ahLst/>
            <a:cxnLst/>
            <a:rect l="0" t="0" r="0" b="0"/>
            <a:pathLst>
              <a:path w="1187451" h="376239">
                <a:moveTo>
                  <a:pt x="0" y="319088"/>
                </a:moveTo>
                <a:lnTo>
                  <a:pt x="1187450" y="0"/>
                </a:lnTo>
                <a:lnTo>
                  <a:pt x="1187450" y="57150"/>
                </a:lnTo>
                <a:lnTo>
                  <a:pt x="0" y="376238"/>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23" name="Freeform: Shape 22">
            <a:extLst>
              <a:ext uri="{FF2B5EF4-FFF2-40B4-BE49-F238E27FC236}">
                <a16:creationId xmlns:a16="http://schemas.microsoft.com/office/drawing/2014/main" id="{4F8E73D4-0E7B-3AB2-6EE1-9E37B87000F4}"/>
              </a:ext>
            </a:extLst>
          </p:cNvPr>
          <p:cNvSpPr/>
          <p:nvPr>
            <p:custDataLst>
              <p:tags r:id="rId6"/>
            </p:custDataLst>
          </p:nvPr>
        </p:nvSpPr>
        <p:spPr bwMode="auto">
          <a:xfrm>
            <a:off x="1841500" y="4043363"/>
            <a:ext cx="1187451" cy="376238"/>
          </a:xfrm>
          <a:custGeom>
            <a:avLst/>
            <a:gdLst/>
            <a:ahLst/>
            <a:cxnLst/>
            <a:rect l="0" t="0" r="0" b="0"/>
            <a:pathLst>
              <a:path w="1187451" h="376238">
                <a:moveTo>
                  <a:pt x="0" y="319087"/>
                </a:moveTo>
                <a:lnTo>
                  <a:pt x="1187450" y="0"/>
                </a:lnTo>
                <a:lnTo>
                  <a:pt x="1187450" y="57150"/>
                </a:lnTo>
                <a:lnTo>
                  <a:pt x="0" y="376237"/>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26" name="Freeform: Shape 25">
            <a:extLst>
              <a:ext uri="{FF2B5EF4-FFF2-40B4-BE49-F238E27FC236}">
                <a16:creationId xmlns:a16="http://schemas.microsoft.com/office/drawing/2014/main" id="{F276BA60-F6E5-634D-CAFB-B1F37F80CF7C}"/>
              </a:ext>
            </a:extLst>
          </p:cNvPr>
          <p:cNvSpPr/>
          <p:nvPr>
            <p:custDataLst>
              <p:tags r:id="rId7"/>
            </p:custDataLst>
          </p:nvPr>
        </p:nvSpPr>
        <p:spPr bwMode="auto">
          <a:xfrm>
            <a:off x="3811588" y="4043363"/>
            <a:ext cx="1187451" cy="376238"/>
          </a:xfrm>
          <a:custGeom>
            <a:avLst/>
            <a:gdLst/>
            <a:ahLst/>
            <a:cxnLst/>
            <a:rect l="0" t="0" r="0" b="0"/>
            <a:pathLst>
              <a:path w="1187451" h="376238">
                <a:moveTo>
                  <a:pt x="0" y="319087"/>
                </a:moveTo>
                <a:lnTo>
                  <a:pt x="1187450" y="0"/>
                </a:lnTo>
                <a:lnTo>
                  <a:pt x="1187450" y="57150"/>
                </a:lnTo>
                <a:lnTo>
                  <a:pt x="0" y="376237"/>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1BCF527A-EC78-AC70-4140-5B2D2DFE21A8}"/>
              </a:ext>
            </a:extLst>
          </p:cNvPr>
          <p:cNvSpPr/>
          <p:nvPr>
            <p:custDataLst>
              <p:tags r:id="rId8"/>
            </p:custDataLst>
          </p:nvPr>
        </p:nvSpPr>
        <p:spPr bwMode="auto">
          <a:xfrm>
            <a:off x="3811588" y="2559050"/>
            <a:ext cx="1187451" cy="319089"/>
          </a:xfrm>
          <a:custGeom>
            <a:avLst/>
            <a:gdLst/>
            <a:ahLst/>
            <a:cxnLst/>
            <a:rect l="0" t="0" r="0" b="0"/>
            <a:pathLst>
              <a:path w="1187451" h="319089">
                <a:moveTo>
                  <a:pt x="0" y="319088"/>
                </a:moveTo>
                <a:lnTo>
                  <a:pt x="118745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Freeform: Shape 15">
            <a:extLst>
              <a:ext uri="{FF2B5EF4-FFF2-40B4-BE49-F238E27FC236}">
                <a16:creationId xmlns:a16="http://schemas.microsoft.com/office/drawing/2014/main" id="{CC66DD98-621B-A048-3159-CBC5A5F748F3}"/>
              </a:ext>
            </a:extLst>
          </p:cNvPr>
          <p:cNvSpPr/>
          <p:nvPr>
            <p:custDataLst>
              <p:tags r:id="rId9"/>
            </p:custDataLst>
          </p:nvPr>
        </p:nvSpPr>
        <p:spPr bwMode="auto">
          <a:xfrm>
            <a:off x="3811588" y="2616200"/>
            <a:ext cx="1187451" cy="319089"/>
          </a:xfrm>
          <a:custGeom>
            <a:avLst/>
            <a:gdLst/>
            <a:ahLst/>
            <a:cxnLst/>
            <a:rect l="0" t="0" r="0" b="0"/>
            <a:pathLst>
              <a:path w="1187451" h="319089">
                <a:moveTo>
                  <a:pt x="0" y="319088"/>
                </a:moveTo>
                <a:lnTo>
                  <a:pt x="118745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Freeform: Shape 19">
            <a:extLst>
              <a:ext uri="{FF2B5EF4-FFF2-40B4-BE49-F238E27FC236}">
                <a16:creationId xmlns:a16="http://schemas.microsoft.com/office/drawing/2014/main" id="{685F8475-D01E-D243-46E1-2B92FBA34B55}"/>
              </a:ext>
            </a:extLst>
          </p:cNvPr>
          <p:cNvSpPr/>
          <p:nvPr>
            <p:custDataLst>
              <p:tags r:id="rId10"/>
            </p:custDataLst>
          </p:nvPr>
        </p:nvSpPr>
        <p:spPr bwMode="auto">
          <a:xfrm>
            <a:off x="1841500" y="4043363"/>
            <a:ext cx="1187451" cy="319088"/>
          </a:xfrm>
          <a:custGeom>
            <a:avLst/>
            <a:gdLst/>
            <a:ahLst/>
            <a:cxnLst/>
            <a:rect l="0" t="0" r="0" b="0"/>
            <a:pathLst>
              <a:path w="1187451" h="319088">
                <a:moveTo>
                  <a:pt x="0" y="319087"/>
                </a:moveTo>
                <a:lnTo>
                  <a:pt x="118745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2" name="Freeform: Shape 21">
            <a:extLst>
              <a:ext uri="{FF2B5EF4-FFF2-40B4-BE49-F238E27FC236}">
                <a16:creationId xmlns:a16="http://schemas.microsoft.com/office/drawing/2014/main" id="{41A9F3AC-C886-B5F6-5668-973B9A9A5FC1}"/>
              </a:ext>
            </a:extLst>
          </p:cNvPr>
          <p:cNvSpPr/>
          <p:nvPr>
            <p:custDataLst>
              <p:tags r:id="rId11"/>
            </p:custDataLst>
          </p:nvPr>
        </p:nvSpPr>
        <p:spPr bwMode="auto">
          <a:xfrm>
            <a:off x="1841500" y="4100513"/>
            <a:ext cx="1187451" cy="319088"/>
          </a:xfrm>
          <a:custGeom>
            <a:avLst/>
            <a:gdLst/>
            <a:ahLst/>
            <a:cxnLst/>
            <a:rect l="0" t="0" r="0" b="0"/>
            <a:pathLst>
              <a:path w="1187451" h="319088">
                <a:moveTo>
                  <a:pt x="0" y="319087"/>
                </a:moveTo>
                <a:lnTo>
                  <a:pt x="118745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 name="Freeform: Shape 23">
            <a:extLst>
              <a:ext uri="{FF2B5EF4-FFF2-40B4-BE49-F238E27FC236}">
                <a16:creationId xmlns:a16="http://schemas.microsoft.com/office/drawing/2014/main" id="{08D322B2-9B06-8B59-D548-334AF1C7BB45}"/>
              </a:ext>
            </a:extLst>
          </p:cNvPr>
          <p:cNvSpPr/>
          <p:nvPr>
            <p:custDataLst>
              <p:tags r:id="rId12"/>
            </p:custDataLst>
          </p:nvPr>
        </p:nvSpPr>
        <p:spPr bwMode="auto">
          <a:xfrm>
            <a:off x="3811588" y="4043363"/>
            <a:ext cx="1187451" cy="319088"/>
          </a:xfrm>
          <a:custGeom>
            <a:avLst/>
            <a:gdLst/>
            <a:ahLst/>
            <a:cxnLst/>
            <a:rect l="0" t="0" r="0" b="0"/>
            <a:pathLst>
              <a:path w="1187451" h="319088">
                <a:moveTo>
                  <a:pt x="0" y="319087"/>
                </a:moveTo>
                <a:lnTo>
                  <a:pt x="118745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 name="Freeform: Shape 24">
            <a:extLst>
              <a:ext uri="{FF2B5EF4-FFF2-40B4-BE49-F238E27FC236}">
                <a16:creationId xmlns:a16="http://schemas.microsoft.com/office/drawing/2014/main" id="{166B3FC1-AF4A-A939-1671-DCBF32FDA1A6}"/>
              </a:ext>
            </a:extLst>
          </p:cNvPr>
          <p:cNvSpPr/>
          <p:nvPr>
            <p:custDataLst>
              <p:tags r:id="rId13"/>
            </p:custDataLst>
          </p:nvPr>
        </p:nvSpPr>
        <p:spPr bwMode="auto">
          <a:xfrm>
            <a:off x="3811588" y="4100513"/>
            <a:ext cx="1187451" cy="319088"/>
          </a:xfrm>
          <a:custGeom>
            <a:avLst/>
            <a:gdLst/>
            <a:ahLst/>
            <a:cxnLst/>
            <a:rect l="0" t="0" r="0" b="0"/>
            <a:pathLst>
              <a:path w="1187451" h="319088">
                <a:moveTo>
                  <a:pt x="0" y="319087"/>
                </a:moveTo>
                <a:lnTo>
                  <a:pt x="1187450" y="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38" name="Straight Connector 37">
            <a:extLst>
              <a:ext uri="{FF2B5EF4-FFF2-40B4-BE49-F238E27FC236}">
                <a16:creationId xmlns:a16="http://schemas.microsoft.com/office/drawing/2014/main" id="{5A373DA9-7A0F-9901-FBC7-7B6E9312C895}"/>
              </a:ext>
            </a:extLst>
          </p:cNvPr>
          <p:cNvCxnSpPr>
            <a:cxnSpLocks/>
          </p:cNvCxnSpPr>
          <p:nvPr>
            <p:custDataLst>
              <p:tags r:id="rId14"/>
            </p:custDataLst>
          </p:nvPr>
        </p:nvCxnSpPr>
        <p:spPr bwMode="auto">
          <a:xfrm flipV="1">
            <a:off x="2435225" y="1562100"/>
            <a:ext cx="1970088" cy="114776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94" name="Text Placeholder 2">
            <a:extLst>
              <a:ext uri="{FF2B5EF4-FFF2-40B4-BE49-F238E27FC236}">
                <a16:creationId xmlns:a16="http://schemas.microsoft.com/office/drawing/2014/main" id="{87BB863F-9716-77B5-70B5-97E8A856AB8A}"/>
              </a:ext>
            </a:extLst>
          </p:cNvPr>
          <p:cNvSpPr>
            <a:spLocks/>
          </p:cNvSpPr>
          <p:nvPr>
            <p:custDataLst>
              <p:tags r:id="rId15"/>
            </p:custDataLst>
          </p:nvPr>
        </p:nvSpPr>
        <p:spPr bwMode="gray">
          <a:xfrm>
            <a:off x="2273300" y="3143250"/>
            <a:ext cx="323850"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6364967-A398-41D4-80E6-0F34D299369B}" type="datetime'''''''''''''''''''''''''''1''''''''''''''''''''''''''''''0'">
              <a:rPr lang="en-US" altLang="en-US" sz="1200" smtClean="0">
                <a:solidFill>
                  <a:schemeClr val="bg1"/>
                </a:solidFill>
                <a:cs typeface="Calibri" panose="020F0502020204030204" pitchFamily="34" charset="0"/>
              </a:rPr>
              <a:pPr marL="0" lvl="0" indent="0" algn="ctr">
                <a:spcBef>
                  <a:spcPct val="0"/>
                </a:spcBef>
                <a:spcAft>
                  <a:spcPct val="0"/>
                </a:spcAft>
                <a:buNone/>
              </a:pPr>
              <a:t>10</a:t>
            </a:fld>
            <a:br>
              <a:rPr lang="en-US" altLang="en-US" sz="1200">
                <a:solidFill>
                  <a:schemeClr val="bg1"/>
                </a:solidFill>
                <a:effectLst/>
                <a:cs typeface="Calibri" panose="020F0502020204030204" pitchFamily="34" charset="0"/>
                <a:sym typeface="Calibri" panose="020F0502020204030204" pitchFamily="34" charset="0"/>
              </a:rPr>
            </a:br>
            <a:r>
              <a:rPr lang="en-US" altLang="en-US" sz="1200">
                <a:solidFill>
                  <a:schemeClr val="bg1"/>
                </a:solidFill>
                <a:effectLst/>
                <a:cs typeface="Calibri" panose="020F0502020204030204" pitchFamily="34" charset="0"/>
                <a:sym typeface="Calibri" panose="020F0502020204030204" pitchFamily="34" charset="0"/>
              </a:rPr>
              <a:t>(</a:t>
            </a:r>
            <a:fld id="{B96C3C6B-479F-42D3-9F41-4AD2FD0E4D32}" type="datetime'''1''''''%'''">
              <a:rPr lang="en-US" altLang="en-US" sz="1200" smtClean="0">
                <a:solidFill>
                  <a:schemeClr val="bg1"/>
                </a:solidFill>
                <a:cs typeface="Calibri" panose="020F0502020204030204" pitchFamily="34" charset="0"/>
              </a:rPr>
              <a:pPr marL="0" lvl="0" indent="0" algn="ctr">
                <a:spcBef>
                  <a:spcPct val="0"/>
                </a:spcBef>
                <a:spcAft>
                  <a:spcPct val="0"/>
                </a:spcAft>
                <a:buNone/>
              </a:pPr>
              <a:t>1%</a:t>
            </a:fld>
            <a:r>
              <a:rPr lang="en-US" altLang="en-US" sz="1200">
                <a:solidFill>
                  <a:schemeClr val="bg1"/>
                </a:solidFill>
                <a:effectLst/>
                <a:cs typeface="Calibri" panose="020F0502020204030204" pitchFamily="34" charset="0"/>
                <a:sym typeface="Calibri" panose="020F0502020204030204" pitchFamily="34" charset="0"/>
              </a:rPr>
              <a:t>)</a:t>
            </a:r>
            <a:endParaRPr lang="en-US" sz="1200">
              <a:solidFill>
                <a:schemeClr val="bg1"/>
              </a:solidFill>
              <a:cs typeface="Calibri" panose="020F0502020204030204" pitchFamily="34" charset="0"/>
              <a:sym typeface="Calibri" panose="020F0502020204030204" pitchFamily="34" charset="0"/>
            </a:endParaRPr>
          </a:p>
        </p:txBody>
      </p:sp>
      <p:sp>
        <p:nvSpPr>
          <p:cNvPr id="103" name="Text Placeholder 2">
            <a:extLst>
              <a:ext uri="{FF2B5EF4-FFF2-40B4-BE49-F238E27FC236}">
                <a16:creationId xmlns:a16="http://schemas.microsoft.com/office/drawing/2014/main" id="{D44DCB74-EFD8-0EA3-25D2-264549AD9779}"/>
              </a:ext>
            </a:extLst>
          </p:cNvPr>
          <p:cNvSpPr>
            <a:spLocks/>
          </p:cNvSpPr>
          <p:nvPr>
            <p:custDataLst>
              <p:tags r:id="rId16"/>
            </p:custDataLst>
          </p:nvPr>
        </p:nvSpPr>
        <p:spPr bwMode="gray">
          <a:xfrm>
            <a:off x="2235200" y="3763963"/>
            <a:ext cx="401638"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A389662-1549-47EF-BF99-FE9F0113C3D5}" type="datetime'''''''''''''''''''''''''''''1'',0''''2''''''''''''5'''">
              <a:rPr lang="en-US" altLang="en-US" sz="1200" smtClean="0">
                <a:cs typeface="Calibri" panose="020F0502020204030204" pitchFamily="34" charset="0"/>
              </a:rPr>
              <a:pPr marL="0" lvl="0" indent="0" algn="ctr">
                <a:spcBef>
                  <a:spcPct val="0"/>
                </a:spcBef>
                <a:spcAft>
                  <a:spcPct val="0"/>
                </a:spcAft>
                <a:buNone/>
              </a:pPr>
              <a:t>1,025</a:t>
            </a:fld>
            <a:br>
              <a:rPr lang="en-US" altLang="en-US" sz="1200">
                <a:cs typeface="Calibri" panose="020F0502020204030204" pitchFamily="34" charset="0"/>
              </a:rPr>
            </a:br>
            <a:r>
              <a:rPr lang="en-US" altLang="en-US" sz="1200">
                <a:cs typeface="Calibri" panose="020F0502020204030204" pitchFamily="34" charset="0"/>
              </a:rPr>
              <a:t>(</a:t>
            </a:r>
            <a:fld id="{AB949562-F0A0-4601-B0B0-5785F8595313}" type="datetime'''''''9''9''''''''''''''''''''%'''''''''''''''''''''''''''">
              <a:rPr lang="en-US" altLang="en-US" sz="1200" smtClean="0">
                <a:cs typeface="Calibri" panose="020F0502020204030204" pitchFamily="34" charset="0"/>
              </a:rPr>
              <a:pPr marL="0" lvl="0" indent="0" algn="ctr">
                <a:spcBef>
                  <a:spcPct val="0"/>
                </a:spcBef>
                <a:spcAft>
                  <a:spcPct val="0"/>
                </a:spcAft>
                <a:buNone/>
              </a:pPr>
              <a:t>99%</a:t>
            </a:fld>
            <a:r>
              <a:rPr lang="en-US" altLang="en-US" sz="1200">
                <a:cs typeface="Calibri" panose="020F0502020204030204" pitchFamily="34" charset="0"/>
              </a:rPr>
              <a:t>)</a:t>
            </a:r>
            <a:endParaRPr lang="en-US" sz="1200">
              <a:cs typeface="Calibri" panose="020F0502020204030204" pitchFamily="34" charset="0"/>
              <a:sym typeface="Calibri" panose="020F0502020204030204" pitchFamily="34" charset="0"/>
            </a:endParaRPr>
          </a:p>
        </p:txBody>
      </p:sp>
      <p:sp>
        <p:nvSpPr>
          <p:cNvPr id="39" name="Text Placeholder 2">
            <a:extLst>
              <a:ext uri="{FF2B5EF4-FFF2-40B4-BE49-F238E27FC236}">
                <a16:creationId xmlns:a16="http://schemas.microsoft.com/office/drawing/2014/main" id="{566200F7-4A87-42D4-C2F5-76694CD312C5}"/>
              </a:ext>
            </a:extLst>
          </p:cNvPr>
          <p:cNvSpPr>
            <a:spLocks/>
          </p:cNvSpPr>
          <p:nvPr>
            <p:custDataLst>
              <p:tags r:id="rId17"/>
            </p:custDataLst>
          </p:nvPr>
        </p:nvSpPr>
        <p:spPr bwMode="auto">
          <a:xfrm>
            <a:off x="2238375" y="5026025"/>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290C584C-8FCE-4B11-9509-9EB4FC947119}" type="datetime'2''''''''''''''''0''2''6''''''''''''''''''F'''''''''''">
              <a:rPr lang="en-US" altLang="en-US" sz="1200" b="1" smtClean="0">
                <a:solidFill>
                  <a:srgbClr val="000000"/>
                </a:solidFill>
                <a:cs typeface="Calibri" panose="020F0502020204030204" pitchFamily="34" charset="0"/>
              </a:rPr>
              <a:pPr marL="0" lvl="0" indent="0" algn="ctr">
                <a:spcBef>
                  <a:spcPct val="0"/>
                </a:spcBef>
                <a:spcAft>
                  <a:spcPct val="0"/>
                </a:spcAft>
                <a:buNone/>
                <a:defRPr/>
              </a:pPr>
              <a:t>2026F</a:t>
            </a:fld>
            <a:endParaRPr kumimoji="0" lang="en-GB" sz="1200" b="1" i="0" strike="noStrike" kern="1200" cap="none" spc="0" normalizeH="0" baseline="0" noProof="0">
              <a:ln>
                <a:noFill/>
              </a:ln>
              <a:solidFill>
                <a:srgbClr val="000000"/>
              </a:solidFill>
              <a:effectLst/>
              <a:uLnTx/>
              <a:uFillTx/>
              <a:cs typeface="Calibri" panose="020F0502020204030204" pitchFamily="34" charset="0"/>
              <a:sym typeface="Calibri" panose="020F0502020204030204" pitchFamily="34" charset="0"/>
            </a:endParaRPr>
          </a:p>
        </p:txBody>
      </p:sp>
      <p:sp>
        <p:nvSpPr>
          <p:cNvPr id="96" name="Text Placeholder 2">
            <a:extLst>
              <a:ext uri="{FF2B5EF4-FFF2-40B4-BE49-F238E27FC236}">
                <a16:creationId xmlns:a16="http://schemas.microsoft.com/office/drawing/2014/main" id="{87BB863F-9716-77B5-70B5-97E8A856AB8A}"/>
              </a:ext>
            </a:extLst>
          </p:cNvPr>
          <p:cNvSpPr>
            <a:spLocks/>
          </p:cNvSpPr>
          <p:nvPr>
            <p:custDataLst>
              <p:tags r:id="rId18"/>
            </p:custDataLst>
          </p:nvPr>
        </p:nvSpPr>
        <p:spPr bwMode="gray">
          <a:xfrm>
            <a:off x="4243388" y="2006600"/>
            <a:ext cx="323850"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5D19F50-BF05-4A49-9743-0186D5E01FD4}" type="datetime'''''''''''''''''''''1''''''''''1'''''''''''''''''''''''''''''">
              <a:rPr lang="en-US" altLang="en-US" sz="1200" smtClean="0">
                <a:solidFill>
                  <a:schemeClr val="bg1"/>
                </a:solidFill>
                <a:cs typeface="Calibri" panose="020F0502020204030204" pitchFamily="34" charset="0"/>
              </a:rPr>
              <a:pPr marL="0" lvl="0" indent="0" algn="ctr">
                <a:spcBef>
                  <a:spcPct val="0"/>
                </a:spcBef>
                <a:spcAft>
                  <a:spcPct val="0"/>
                </a:spcAft>
                <a:buNone/>
              </a:pPr>
              <a:t>11</a:t>
            </a:fld>
            <a:br>
              <a:rPr lang="en-US" altLang="en-US" sz="1200">
                <a:solidFill>
                  <a:schemeClr val="bg1"/>
                </a:solidFill>
                <a:effectLst/>
                <a:cs typeface="Calibri" panose="020F0502020204030204" pitchFamily="34" charset="0"/>
                <a:sym typeface="Calibri" panose="020F0502020204030204" pitchFamily="34" charset="0"/>
              </a:rPr>
            </a:br>
            <a:r>
              <a:rPr lang="en-US" altLang="en-US" sz="1200">
                <a:solidFill>
                  <a:schemeClr val="bg1"/>
                </a:solidFill>
                <a:effectLst/>
                <a:cs typeface="Calibri" panose="020F0502020204030204" pitchFamily="34" charset="0"/>
                <a:sym typeface="Calibri" panose="020F0502020204030204" pitchFamily="34" charset="0"/>
              </a:rPr>
              <a:t>(</a:t>
            </a:r>
            <a:fld id="{44AFA503-4DB5-43F4-B934-D3B6852AD032}" type="datetime'''''''''''''''''''''''''''''''''''''''''''''''''''1''''''%'">
              <a:rPr lang="en-US" altLang="en-US" sz="1200" smtClean="0">
                <a:solidFill>
                  <a:schemeClr val="bg1"/>
                </a:solidFill>
                <a:cs typeface="Calibri" panose="020F0502020204030204" pitchFamily="34" charset="0"/>
              </a:rPr>
              <a:pPr marL="0" lvl="0" indent="0" algn="ctr">
                <a:spcBef>
                  <a:spcPct val="0"/>
                </a:spcBef>
                <a:spcAft>
                  <a:spcPct val="0"/>
                </a:spcAft>
                <a:buNone/>
              </a:pPr>
              <a:t>1%</a:t>
            </a:fld>
            <a:r>
              <a:rPr lang="en-US" altLang="en-US" sz="1200">
                <a:solidFill>
                  <a:schemeClr val="bg1"/>
                </a:solidFill>
                <a:effectLst/>
                <a:cs typeface="Calibri" panose="020F0502020204030204" pitchFamily="34" charset="0"/>
                <a:sym typeface="Calibri" panose="020F0502020204030204" pitchFamily="34" charset="0"/>
              </a:rPr>
              <a:t>)</a:t>
            </a:r>
            <a:endParaRPr lang="en-US" sz="1200">
              <a:solidFill>
                <a:schemeClr val="bg1"/>
              </a:solidFill>
              <a:cs typeface="Calibri" panose="020F0502020204030204" pitchFamily="34" charset="0"/>
              <a:sym typeface="Calibri" panose="020F0502020204030204" pitchFamily="34" charset="0"/>
            </a:endParaRPr>
          </a:p>
        </p:txBody>
      </p:sp>
      <p:sp>
        <p:nvSpPr>
          <p:cNvPr id="104" name="Text Placeholder 2">
            <a:extLst>
              <a:ext uri="{FF2B5EF4-FFF2-40B4-BE49-F238E27FC236}">
                <a16:creationId xmlns:a16="http://schemas.microsoft.com/office/drawing/2014/main" id="{B292D6EC-24AC-76A1-B65D-DE30D8258EF6}"/>
              </a:ext>
            </a:extLst>
          </p:cNvPr>
          <p:cNvSpPr>
            <a:spLocks/>
          </p:cNvSpPr>
          <p:nvPr>
            <p:custDataLst>
              <p:tags r:id="rId19"/>
            </p:custDataLst>
          </p:nvPr>
        </p:nvSpPr>
        <p:spPr bwMode="gray">
          <a:xfrm>
            <a:off x="4205288" y="3503613"/>
            <a:ext cx="401638"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F8EB5A6-1AF7-49C3-A92B-DB0282819F52}" type="datetime'''''''''1'''''''''''''''''''''',0''''9''''''''''''3'''''''''''">
              <a:rPr lang="en-US" altLang="en-US" sz="1200" smtClean="0">
                <a:cs typeface="Calibri" panose="020F0502020204030204" pitchFamily="34" charset="0"/>
              </a:rPr>
              <a:pPr marL="0" lvl="0" indent="0" algn="ctr">
                <a:spcBef>
                  <a:spcPct val="0"/>
                </a:spcBef>
                <a:spcAft>
                  <a:spcPct val="0"/>
                </a:spcAft>
                <a:buNone/>
              </a:pPr>
              <a:t>1,093</a:t>
            </a:fld>
            <a:br>
              <a:rPr lang="en-US" altLang="en-US" sz="1200">
                <a:cs typeface="Calibri" panose="020F0502020204030204" pitchFamily="34" charset="0"/>
              </a:rPr>
            </a:br>
            <a:r>
              <a:rPr lang="en-US" altLang="en-US" sz="1200">
                <a:cs typeface="Calibri" panose="020F0502020204030204" pitchFamily="34" charset="0"/>
              </a:rPr>
              <a:t>(</a:t>
            </a:r>
            <a:fld id="{73E13D8F-FC90-4E0A-9942-F26BA2A5D326}" type="datetime'''''''''''''''''9''''''''''''''''9''''%'''''''''''''''''">
              <a:rPr lang="en-US" altLang="en-US" sz="1200" smtClean="0">
                <a:cs typeface="Calibri" panose="020F0502020204030204" pitchFamily="34" charset="0"/>
              </a:rPr>
              <a:pPr marL="0" lvl="0" indent="0" algn="ctr">
                <a:spcBef>
                  <a:spcPct val="0"/>
                </a:spcBef>
                <a:spcAft>
                  <a:spcPct val="0"/>
                </a:spcAft>
                <a:buNone/>
              </a:pPr>
              <a:t>99%</a:t>
            </a:fld>
            <a:r>
              <a:rPr lang="en-US" altLang="en-US" sz="1200">
                <a:cs typeface="Calibri" panose="020F0502020204030204" pitchFamily="34" charset="0"/>
              </a:rPr>
              <a:t>)</a:t>
            </a:r>
            <a:endParaRPr lang="en-US" sz="1200">
              <a:cs typeface="Calibri" panose="020F0502020204030204" pitchFamily="34" charset="0"/>
              <a:sym typeface="Calibri" panose="020F0502020204030204" pitchFamily="34" charset="0"/>
            </a:endParaRPr>
          </a:p>
        </p:txBody>
      </p:sp>
      <p:sp>
        <p:nvSpPr>
          <p:cNvPr id="40" name="Text Placeholder 2">
            <a:extLst>
              <a:ext uri="{FF2B5EF4-FFF2-40B4-BE49-F238E27FC236}">
                <a16:creationId xmlns:a16="http://schemas.microsoft.com/office/drawing/2014/main" id="{A16F572B-5A8F-843D-CC01-7D33E39FF846}"/>
              </a:ext>
            </a:extLst>
          </p:cNvPr>
          <p:cNvSpPr>
            <a:spLocks/>
          </p:cNvSpPr>
          <p:nvPr>
            <p:custDataLst>
              <p:tags r:id="rId20"/>
            </p:custDataLst>
          </p:nvPr>
        </p:nvSpPr>
        <p:spPr bwMode="auto">
          <a:xfrm>
            <a:off x="4208463" y="5026025"/>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B75461C8-477B-4C1F-8C30-ED0E0D17A33B}" type="datetime'''''''''2''''0''2''''''''''''''''''''8''''''''''''F'''''''''">
              <a:rPr lang="en-US" altLang="en-US" sz="1200" b="1" smtClean="0">
                <a:solidFill>
                  <a:srgbClr val="000000"/>
                </a:solidFill>
                <a:cs typeface="Calibri" panose="020F0502020204030204" pitchFamily="34" charset="0"/>
              </a:rPr>
              <a:pPr marL="0" lvl="0" indent="0" algn="ctr">
                <a:spcBef>
                  <a:spcPct val="0"/>
                </a:spcBef>
                <a:spcAft>
                  <a:spcPct val="0"/>
                </a:spcAft>
                <a:buNone/>
                <a:defRPr/>
              </a:pPr>
              <a:t>2028F</a:t>
            </a:fld>
            <a:endParaRPr kumimoji="0" lang="en-GB" sz="1200" b="1" i="0" strike="noStrike" kern="1200" cap="none" spc="0" normalizeH="0" baseline="0" noProof="0">
              <a:ln>
                <a:noFill/>
              </a:ln>
              <a:solidFill>
                <a:srgbClr val="000000"/>
              </a:solidFill>
              <a:effectLst/>
              <a:uLnTx/>
              <a:uFillTx/>
              <a:cs typeface="Calibri" panose="020F0502020204030204" pitchFamily="34" charset="0"/>
              <a:sym typeface="Calibri" panose="020F0502020204030204" pitchFamily="34" charset="0"/>
            </a:endParaRPr>
          </a:p>
        </p:txBody>
      </p:sp>
      <p:sp>
        <p:nvSpPr>
          <p:cNvPr id="107" name="Text Placeholder 2">
            <a:extLst>
              <a:ext uri="{FF2B5EF4-FFF2-40B4-BE49-F238E27FC236}">
                <a16:creationId xmlns:a16="http://schemas.microsoft.com/office/drawing/2014/main" id="{192DB789-515B-4504-BE53-6445F2427687}"/>
              </a:ext>
            </a:extLst>
          </p:cNvPr>
          <p:cNvSpPr>
            <a:spLocks/>
          </p:cNvSpPr>
          <p:nvPr>
            <p:custDataLst>
              <p:tags r:id="rId21"/>
            </p:custDataLst>
          </p:nvPr>
        </p:nvSpPr>
        <p:spPr bwMode="auto">
          <a:xfrm>
            <a:off x="485775" y="3125788"/>
            <a:ext cx="1181100"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spcBef>
                <a:spcPct val="0"/>
              </a:spcBef>
              <a:spcAft>
                <a:spcPct val="0"/>
              </a:spcAft>
              <a:defRPr/>
            </a:pPr>
            <a:fld id="{EAA80493-43AE-4B5B-ABFE-683C6E952BEE}" type="datetime'P''a''''tie''n''t''s'''' ''who ''''see''k ''&#10;surgeries'''">
              <a:rPr lang="en-US" altLang="en-US" sz="1200" b="1" smtClean="0">
                <a:solidFill>
                  <a:srgbClr val="0F2238"/>
                </a:solidFill>
                <a:latin typeface="+mn-lt"/>
                <a:cs typeface="Calibri" panose="020F0502020204030204" pitchFamily="34" charset="0"/>
              </a:rPr>
              <a:pPr lvl="0">
                <a:spcBef>
                  <a:spcPct val="0"/>
                </a:spcBef>
                <a:spcAft>
                  <a:spcPct val="0"/>
                </a:spcAft>
                <a:defRPr/>
              </a:pPr>
              <a:t>Patients who seek 
surgeries</a:t>
            </a:fld>
            <a:endParaRPr kumimoji="0" lang="en-US" sz="1200" b="1" i="0" strike="noStrike" kern="1200" cap="none" spc="0" normalizeH="0" baseline="0" noProof="0">
              <a:ln>
                <a:noFill/>
              </a:ln>
              <a:solidFill>
                <a:srgbClr val="0F2238"/>
              </a:solidFill>
              <a:effectLst/>
              <a:uLnTx/>
              <a:uFillTx/>
              <a:latin typeface="+mn-lt"/>
              <a:cs typeface="Calibri" panose="020F0502020204030204" pitchFamily="34" charset="0"/>
              <a:sym typeface="Calibri" panose="020F0502020204030204" pitchFamily="34" charset="0"/>
            </a:endParaRPr>
          </a:p>
        </p:txBody>
      </p:sp>
      <p:sp>
        <p:nvSpPr>
          <p:cNvPr id="102" name="Text Placeholder 2">
            <a:extLst>
              <a:ext uri="{FF2B5EF4-FFF2-40B4-BE49-F238E27FC236}">
                <a16:creationId xmlns:a16="http://schemas.microsoft.com/office/drawing/2014/main" id="{21075D6C-23C0-B1EE-2EA4-2360C7465B1D}"/>
              </a:ext>
            </a:extLst>
          </p:cNvPr>
          <p:cNvSpPr>
            <a:spLocks/>
          </p:cNvSpPr>
          <p:nvPr>
            <p:custDataLst>
              <p:tags r:id="rId22"/>
            </p:custDataLst>
          </p:nvPr>
        </p:nvSpPr>
        <p:spPr bwMode="auto">
          <a:xfrm>
            <a:off x="485775" y="4048125"/>
            <a:ext cx="1279525" cy="3651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spcBef>
                <a:spcPct val="0"/>
              </a:spcBef>
              <a:spcAft>
                <a:spcPct val="0"/>
              </a:spcAft>
              <a:defRPr/>
            </a:pPr>
            <a:fld id="{A852BC26-947B-46EB-8ACA-12C873DE5443}" type="datetime'P''at''ients wh''o d''o'' n''o''''t &#10;s''''eek'' surger''i''es'">
              <a:rPr lang="en-US" altLang="en-US" sz="1200" smtClean="0">
                <a:solidFill>
                  <a:srgbClr val="0F2238"/>
                </a:solidFill>
                <a:latin typeface="+mn-lt"/>
                <a:cs typeface="Calibri" panose="020F0502020204030204" pitchFamily="34" charset="0"/>
              </a:rPr>
              <a:pPr lvl="0">
                <a:spcBef>
                  <a:spcPct val="0"/>
                </a:spcBef>
                <a:spcAft>
                  <a:spcPct val="0"/>
                </a:spcAft>
                <a:defRPr/>
              </a:pPr>
              <a:t>Patients who do not 
seek surgeries</a:t>
            </a:fld>
            <a:endParaRPr kumimoji="0" lang="en-US" sz="1200" b="0" i="0" strike="noStrike" kern="1200" cap="none" spc="0" normalizeH="0" baseline="0" noProof="0">
              <a:ln>
                <a:noFill/>
              </a:ln>
              <a:solidFill>
                <a:srgbClr val="0F2238"/>
              </a:solidFill>
              <a:effectLst/>
              <a:uLnTx/>
              <a:uFillTx/>
              <a:latin typeface="+mn-lt"/>
              <a:cs typeface="Calibri" panose="020F0502020204030204" pitchFamily="34" charset="0"/>
              <a:sym typeface="Calibri" panose="020F0502020204030204" pitchFamily="34" charset="0"/>
            </a:endParaRPr>
          </a:p>
        </p:txBody>
      </p:sp>
      <p:sp>
        <p:nvSpPr>
          <p:cNvPr id="41" name="Text Placeholder 2">
            <a:extLst>
              <a:ext uri="{FF2B5EF4-FFF2-40B4-BE49-F238E27FC236}">
                <a16:creationId xmlns:a16="http://schemas.microsoft.com/office/drawing/2014/main" id="{1DDD6E4C-2FDA-E429-6C42-E18103687126}"/>
              </a:ext>
            </a:extLst>
          </p:cNvPr>
          <p:cNvSpPr>
            <a:spLocks/>
          </p:cNvSpPr>
          <p:nvPr>
            <p:custDataLst>
              <p:tags r:id="rId23"/>
            </p:custDataLst>
          </p:nvPr>
        </p:nvSpPr>
        <p:spPr bwMode="gray">
          <a:xfrm>
            <a:off x="2238375" y="2940050"/>
            <a:ext cx="3952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FFF064EB-EDF7-4EF0-8D57-48F30399CFB9}" type="datetime'''''''''''''''1,''''''''''''''03''''''''5'''">
              <a:rPr lang="en-US" altLang="en-US" sz="1200" b="1" smtClean="0">
                <a:solidFill>
                  <a:srgbClr val="000000"/>
                </a:solidFill>
                <a:cs typeface="Calibri" panose="020F0502020204030204" pitchFamily="34" charset="0"/>
              </a:rPr>
              <a:pPr marL="0" lvl="0" indent="0" algn="ctr">
                <a:spcBef>
                  <a:spcPct val="0"/>
                </a:spcBef>
                <a:spcAft>
                  <a:spcPct val="0"/>
                </a:spcAft>
                <a:buNone/>
                <a:defRPr/>
              </a:pPr>
              <a:t>1,035</a:t>
            </a:fld>
            <a:endParaRPr kumimoji="0" lang="en-GB" sz="1200" b="1" i="0" strike="noStrike" kern="1200" cap="none" spc="0" normalizeH="0" baseline="0" noProof="0">
              <a:ln>
                <a:noFill/>
              </a:ln>
              <a:solidFill>
                <a:srgbClr val="000000"/>
              </a:solidFill>
              <a:effectLst/>
              <a:uLnTx/>
              <a:uFillTx/>
              <a:cs typeface="Calibri" panose="020F0502020204030204" pitchFamily="34" charset="0"/>
              <a:sym typeface="Calibri" panose="020F0502020204030204" pitchFamily="34" charset="0"/>
            </a:endParaRPr>
          </a:p>
        </p:txBody>
      </p:sp>
      <p:sp>
        <p:nvSpPr>
          <p:cNvPr id="42" name="Text Placeholder 2">
            <a:extLst>
              <a:ext uri="{FF2B5EF4-FFF2-40B4-BE49-F238E27FC236}">
                <a16:creationId xmlns:a16="http://schemas.microsoft.com/office/drawing/2014/main" id="{13B3EE7A-7958-1BFD-0F6A-E45DEA8E76F1}"/>
              </a:ext>
            </a:extLst>
          </p:cNvPr>
          <p:cNvSpPr>
            <a:spLocks/>
          </p:cNvSpPr>
          <p:nvPr>
            <p:custDataLst>
              <p:tags r:id="rId24"/>
            </p:custDataLst>
          </p:nvPr>
        </p:nvSpPr>
        <p:spPr bwMode="gray">
          <a:xfrm>
            <a:off x="4208463" y="1792288"/>
            <a:ext cx="3952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712E7BF7-ABFA-4E75-9B86-E19F9C829DFF}" type="datetime'1'''''',1''''''''''''''''''''''''''''0''''''4'">
              <a:rPr lang="en-US" altLang="en-US" sz="1200" b="1" smtClean="0">
                <a:solidFill>
                  <a:srgbClr val="000000"/>
                </a:solidFill>
                <a:cs typeface="Calibri" panose="020F0502020204030204" pitchFamily="34" charset="0"/>
              </a:rPr>
              <a:pPr marL="0" lvl="0" indent="0" algn="ctr">
                <a:spcBef>
                  <a:spcPct val="0"/>
                </a:spcBef>
                <a:spcAft>
                  <a:spcPct val="0"/>
                </a:spcAft>
                <a:buNone/>
                <a:defRPr/>
              </a:pPr>
              <a:t>1,104</a:t>
            </a:fld>
            <a:endParaRPr kumimoji="0" lang="en-GB" sz="1200" b="1" i="0" strike="noStrike" kern="1200" cap="none" spc="0" normalizeH="0" baseline="0" noProof="0">
              <a:ln>
                <a:noFill/>
              </a:ln>
              <a:solidFill>
                <a:srgbClr val="000000"/>
              </a:solidFill>
              <a:effectLst/>
              <a:uLnTx/>
              <a:uFillTx/>
              <a:cs typeface="Calibri" panose="020F0502020204030204" pitchFamily="34" charset="0"/>
              <a:sym typeface="Calibri" panose="020F0502020204030204" pitchFamily="34" charset="0"/>
            </a:endParaRPr>
          </a:p>
        </p:txBody>
      </p:sp>
      <p:sp>
        <p:nvSpPr>
          <p:cNvPr id="43" name="Text Placeholder 2">
            <a:extLst>
              <a:ext uri="{FF2B5EF4-FFF2-40B4-BE49-F238E27FC236}">
                <a16:creationId xmlns:a16="http://schemas.microsoft.com/office/drawing/2014/main" id="{2F6868C3-E8E7-5E28-470B-E50A01B4A0EC}"/>
              </a:ext>
            </a:extLst>
          </p:cNvPr>
          <p:cNvSpPr>
            <a:spLocks/>
          </p:cNvSpPr>
          <p:nvPr>
            <p:custDataLst>
              <p:tags r:id="rId25"/>
            </p:custDataLst>
          </p:nvPr>
        </p:nvSpPr>
        <p:spPr bwMode="auto">
          <a:xfrm>
            <a:off x="3038475" y="2017713"/>
            <a:ext cx="763588" cy="234950"/>
          </a:xfrm>
          <a:prstGeom prst="ellipse">
            <a:avLst/>
          </a:prstGeom>
          <a:solidFill>
            <a:schemeClr val="accent6"/>
          </a:solidFill>
          <a:ln w="9525" cmpd="sng" algn="ctr">
            <a:noFill/>
          </a:ln>
          <a:effectLst/>
          <a:extLst>
            <a:ext uri="{91240B29-F687-4F45-9708-019B960494DF}">
              <a14:hiddenLine xmlns:a14="http://schemas.microsoft.com/office/drawing/2010/main" w="9525" cmpd="sng" algn="ctr">
                <a:solidFill>
                  <a:schemeClr val="tx1"/>
                </a:solidFill>
              </a14:hiddenLine>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D58886F2-573C-4117-9978-CCFF08CE8C26}" type="datetime'''''''''+''3%'''''' p''.''''''''''''''''''''''''''a.'">
              <a:rPr lang="en-GB" altLang="en-US" sz="1200" b="1" smtClean="0">
                <a:solidFill>
                  <a:schemeClr val="bg1"/>
                </a:solidFill>
                <a:cs typeface="Calibri" panose="020F0502020204030204" pitchFamily="34" charset="0"/>
              </a:rPr>
              <a:pPr marL="0" lvl="0" indent="0" algn="ctr">
                <a:spcBef>
                  <a:spcPct val="0"/>
                </a:spcBef>
                <a:spcAft>
                  <a:spcPct val="0"/>
                </a:spcAft>
                <a:buNone/>
                <a:defRPr/>
              </a:pPr>
              <a:t>+3% p.a.</a:t>
            </a:fld>
            <a:endParaRPr kumimoji="0" lang="en-GB" sz="1200" b="1" i="0" strike="noStrike" kern="1200" cap="none" spc="0" normalizeH="0" baseline="0" noProof="0">
              <a:ln>
                <a:noFill/>
              </a:ln>
              <a:solidFill>
                <a:schemeClr val="bg1"/>
              </a:solidFill>
              <a:effectLst/>
              <a:uLnTx/>
              <a:uFillTx/>
              <a:cs typeface="Calibri" panose="020F0502020204030204" pitchFamily="34" charset="0"/>
              <a:sym typeface="Calibri" panose="020F0502020204030204" pitchFamily="34" charset="0"/>
            </a:endParaRPr>
          </a:p>
        </p:txBody>
      </p:sp>
      <p:sp>
        <p:nvSpPr>
          <p:cNvPr id="4" name="Rectangle 3">
            <a:extLst>
              <a:ext uri="{FF2B5EF4-FFF2-40B4-BE49-F238E27FC236}">
                <a16:creationId xmlns:a16="http://schemas.microsoft.com/office/drawing/2014/main" id="{96EBEDF1-FCAD-099A-AE6E-455F2761E651}"/>
              </a:ext>
            </a:extLst>
          </p:cNvPr>
          <p:cNvSpPr/>
          <p:nvPr>
            <p:custDataLst>
              <p:tags r:id="rId26"/>
            </p:custDataLst>
          </p:nvPr>
        </p:nvSpPr>
        <p:spPr>
          <a:xfrm>
            <a:off x="863600" y="5394216"/>
            <a:ext cx="4919472" cy="823541"/>
          </a:xfrm>
          <a:prstGeom prst="rect">
            <a:avLst/>
          </a:prstGeom>
          <a:solidFill>
            <a:srgbClr val="F2F2F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300"/>
              </a:spcBef>
              <a:spcAft>
                <a:spcPts val="300"/>
              </a:spcAft>
              <a:buClrTx/>
              <a:buSzTx/>
              <a:buFontTx/>
              <a:buNone/>
              <a:tabLst/>
              <a:defRPr/>
            </a:pPr>
            <a:r>
              <a:rPr kumimoji="0" lang="en-US" sz="1200" b="0" i="0" u="none" strike="noStrike" kern="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KSA’s ageing demographic is accelerating BPH prevalence, with males aged 40+ rising from </a:t>
            </a:r>
            <a:r>
              <a:rPr kumimoji="0" lang="en-US" sz="1200" b="1" i="0" u="none" strike="noStrike" kern="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31% to 33% from 2025 to 2030</a:t>
            </a:r>
          </a:p>
        </p:txBody>
      </p:sp>
      <p:sp>
        <p:nvSpPr>
          <p:cNvPr id="5" name="Rectangle 4">
            <a:extLst>
              <a:ext uri="{FF2B5EF4-FFF2-40B4-BE49-F238E27FC236}">
                <a16:creationId xmlns:a16="http://schemas.microsoft.com/office/drawing/2014/main" id="{267B1E8D-47A8-E1FE-CBBB-036F11563A27}"/>
              </a:ext>
            </a:extLst>
          </p:cNvPr>
          <p:cNvSpPr/>
          <p:nvPr/>
        </p:nvSpPr>
        <p:spPr>
          <a:xfrm>
            <a:off x="6372225" y="5394216"/>
            <a:ext cx="5063322" cy="820184"/>
          </a:xfrm>
          <a:prstGeom prst="rect">
            <a:avLst/>
          </a:prstGeom>
          <a:solidFill>
            <a:srgbClr val="F2F2F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300"/>
              </a:spcBef>
              <a:spcAft>
                <a:spcPts val="300"/>
              </a:spcAft>
              <a:buClrTx/>
              <a:buSzTx/>
              <a:buFontTx/>
              <a:buNone/>
              <a:tabLst/>
              <a:defRPr/>
            </a:pPr>
            <a:r>
              <a:rPr kumimoji="0" lang="en-US" sz="1200" b="0" i="0" u="none" strike="noStrike" kern="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Of the prevalent BPH cases, only </a:t>
            </a:r>
            <a:r>
              <a:rPr kumimoji="0" lang="en-US" sz="1200" b="1" i="0" u="none" strike="noStrike" kern="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30% </a:t>
            </a:r>
            <a:r>
              <a:rPr kumimoji="0" lang="en-US" sz="1200" b="0" i="0" u="none" strike="noStrike" kern="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are actively managed, and only </a:t>
            </a:r>
            <a:r>
              <a:rPr kumimoji="0" lang="en-US" sz="1200" b="1" i="0" u="none" strike="noStrike" kern="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3.3%</a:t>
            </a:r>
            <a:r>
              <a:rPr kumimoji="0" lang="en-US" sz="1200" b="0" i="0" u="none" strike="noStrike" kern="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 of these actively managed cases opt for surgery</a:t>
            </a:r>
          </a:p>
        </p:txBody>
      </p:sp>
      <p:sp>
        <p:nvSpPr>
          <p:cNvPr id="60" name="Rectangle 59">
            <a:extLst>
              <a:ext uri="{FF2B5EF4-FFF2-40B4-BE49-F238E27FC236}">
                <a16:creationId xmlns:a16="http://schemas.microsoft.com/office/drawing/2014/main" id="{B4718DA7-9F16-2ED3-ED74-79506AACADE2}"/>
              </a:ext>
            </a:extLst>
          </p:cNvPr>
          <p:cNvSpPr/>
          <p:nvPr/>
        </p:nvSpPr>
        <p:spPr>
          <a:xfrm>
            <a:off x="6196013" y="1330325"/>
            <a:ext cx="4114800" cy="346075"/>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1" i="0"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Prevalence by type of management and treatment</a:t>
            </a:r>
            <a:endParaRPr kumimoji="0" lang="en-US" sz="1400" b="0" i="0"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0" i="0"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a:t>
            </a:r>
          </a:p>
        </p:txBody>
      </p:sp>
      <p:sp>
        <p:nvSpPr>
          <p:cNvPr id="62" name="Rectangle 61">
            <a:extLst>
              <a:ext uri="{FF2B5EF4-FFF2-40B4-BE49-F238E27FC236}">
                <a16:creationId xmlns:a16="http://schemas.microsoft.com/office/drawing/2014/main" id="{38214B58-12D1-BECB-D018-EC21199B54FE}"/>
              </a:ext>
            </a:extLst>
          </p:cNvPr>
          <p:cNvSpPr/>
          <p:nvPr/>
        </p:nvSpPr>
        <p:spPr>
          <a:xfrm>
            <a:off x="588963" y="1284288"/>
            <a:ext cx="4114800" cy="43891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Benign Prostatic Hyperplasia</a:t>
            </a:r>
            <a:r>
              <a:rPr kumimoji="0" lang="en-US" sz="1400" b="1" i="0"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 prevalence in KSA</a:t>
            </a:r>
          </a:p>
          <a:p>
            <a:pPr marL="0" marR="0" lvl="0" indent="0" algn="l" defTabSz="914400" rtl="0" eaLnBrk="1" fontAlgn="auto" latinLnBrk="0" hangingPunct="1">
              <a:lnSpc>
                <a:spcPts val="1400"/>
              </a:lnSpc>
              <a:spcBef>
                <a:spcPts val="0"/>
              </a:spcBef>
              <a:spcAft>
                <a:spcPts val="0"/>
              </a:spcAft>
              <a:buClrTx/>
              <a:buSzTx/>
              <a:buFontTx/>
              <a:buNone/>
              <a:tabLst/>
              <a:defRPr/>
            </a:pPr>
            <a:r>
              <a:rPr lang="en-US" sz="1400" i="1">
                <a:solidFill>
                  <a:srgbClr val="DDDDDD">
                    <a:lumMod val="10000"/>
                  </a:srgbClr>
                </a:solidFill>
                <a:latin typeface="Calibri" panose="020F0502020204030204" pitchFamily="34" charset="0"/>
                <a:cs typeface="Calibri" panose="020F0502020204030204" pitchFamily="34" charset="0"/>
              </a:rPr>
              <a:t>No. of patients in</a:t>
            </a:r>
            <a:r>
              <a:rPr kumimoji="0" lang="en-US" sz="1400" b="0" i="1"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 000s, 202</a:t>
            </a:r>
            <a:r>
              <a:rPr lang="en-US" sz="1400" i="1">
                <a:solidFill>
                  <a:srgbClr val="DDDDDD">
                    <a:lumMod val="10000"/>
                  </a:srgbClr>
                </a:solidFill>
                <a:latin typeface="Calibri" panose="020F0502020204030204" pitchFamily="34" charset="0"/>
                <a:cs typeface="Calibri" panose="020F0502020204030204" pitchFamily="34" charset="0"/>
              </a:rPr>
              <a:t>6</a:t>
            </a:r>
            <a:r>
              <a:rPr kumimoji="0" lang="en-US" sz="1400" b="0" i="1" u="none" strike="noStrike" kern="1200" cap="none" spc="0" normalizeH="0" baseline="0" noProof="0">
                <a:ln>
                  <a:noFill/>
                </a:ln>
                <a:solidFill>
                  <a:srgbClr val="DDDDDD">
                    <a:lumMod val="10000"/>
                  </a:srgbClr>
                </a:solidFill>
                <a:effectLst/>
                <a:uLnTx/>
                <a:uFillTx/>
                <a:latin typeface="Calibri" panose="020F0502020204030204" pitchFamily="34" charset="0"/>
                <a:ea typeface="+mn-ea"/>
                <a:cs typeface="Calibri" panose="020F0502020204030204" pitchFamily="34" charset="0"/>
              </a:rPr>
              <a:t>-2028F</a:t>
            </a:r>
          </a:p>
        </p:txBody>
      </p:sp>
      <p:sp>
        <p:nvSpPr>
          <p:cNvPr id="55" name="2. Slide Title">
            <a:extLst>
              <a:ext uri="{FF2B5EF4-FFF2-40B4-BE49-F238E27FC236}">
                <a16:creationId xmlns:a16="http://schemas.microsoft.com/office/drawing/2014/main" id="{640A9023-2934-FA6D-7678-F5DAFECC615C}"/>
              </a:ext>
            </a:extLst>
          </p:cNvPr>
          <p:cNvSpPr txBox="1">
            <a:spLocks/>
          </p:cNvSpPr>
          <p:nvPr>
            <p:custDataLst>
              <p:tags r:id="rId27"/>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Another common use case is for BPH, with incidence to grow at 3% p.a. </a:t>
            </a:r>
          </a:p>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in KSA, reaching 1.1 Mn by 2028</a:t>
            </a:r>
            <a:endParaRPr kumimoji="0" lang="en-US" sz="260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graphicFrame>
        <p:nvGraphicFramePr>
          <p:cNvPr id="29" name="Chart 28">
            <a:extLst>
              <a:ext uri="{FF2B5EF4-FFF2-40B4-BE49-F238E27FC236}">
                <a16:creationId xmlns:a16="http://schemas.microsoft.com/office/drawing/2014/main" id="{5097D7EF-E8EF-35EF-4F4F-405E0DDD3D42}"/>
              </a:ext>
            </a:extLst>
          </p:cNvPr>
          <p:cNvGraphicFramePr/>
          <p:nvPr>
            <p:custDataLst>
              <p:tags r:id="rId28"/>
            </p:custDataLst>
            <p:extLst>
              <p:ext uri="{D42A27DB-BD31-4B8C-83A1-F6EECF244321}">
                <p14:modId xmlns:p14="http://schemas.microsoft.com/office/powerpoint/2010/main" val="3615043166"/>
              </p:ext>
            </p:extLst>
          </p:nvPr>
        </p:nvGraphicFramePr>
        <p:xfrm>
          <a:off x="8707438" y="1749425"/>
          <a:ext cx="2643187" cy="3454400"/>
        </p:xfrm>
        <a:graphic>
          <a:graphicData uri="http://schemas.openxmlformats.org/drawingml/2006/chart">
            <c:chart xmlns:c="http://schemas.openxmlformats.org/drawingml/2006/chart" xmlns:r="http://schemas.openxmlformats.org/officeDocument/2006/relationships" r:id="rId46"/>
          </a:graphicData>
        </a:graphic>
      </p:graphicFrame>
      <p:cxnSp>
        <p:nvCxnSpPr>
          <p:cNvPr id="251" name="Straight Connector 250">
            <a:extLst>
              <a:ext uri="{FF2B5EF4-FFF2-40B4-BE49-F238E27FC236}">
                <a16:creationId xmlns:a16="http://schemas.microsoft.com/office/drawing/2014/main" id="{0F4AEBEA-1F82-1F7F-D3D7-DAA3ACFDE979}"/>
              </a:ext>
            </a:extLst>
          </p:cNvPr>
          <p:cNvCxnSpPr>
            <a:cxnSpLocks/>
          </p:cNvCxnSpPr>
          <p:nvPr>
            <p:custDataLst>
              <p:tags r:id="rId29"/>
            </p:custDataLst>
          </p:nvPr>
        </p:nvCxnSpPr>
        <p:spPr bwMode="auto">
          <a:xfrm flipH="1" flipV="1">
            <a:off x="10444163" y="2246313"/>
            <a:ext cx="58737" cy="315913"/>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52" name="Straight Connector 251">
            <a:extLst>
              <a:ext uri="{FF2B5EF4-FFF2-40B4-BE49-F238E27FC236}">
                <a16:creationId xmlns:a16="http://schemas.microsoft.com/office/drawing/2014/main" id="{69B97146-2AD3-199E-B274-7B23EC1D11B9}"/>
              </a:ext>
            </a:extLst>
          </p:cNvPr>
          <p:cNvCxnSpPr>
            <a:cxnSpLocks/>
          </p:cNvCxnSpPr>
          <p:nvPr>
            <p:custDataLst>
              <p:tags r:id="rId30"/>
            </p:custDataLst>
          </p:nvPr>
        </p:nvCxnSpPr>
        <p:spPr bwMode="auto">
          <a:xfrm flipH="1" flipV="1">
            <a:off x="10444163" y="2063750"/>
            <a:ext cx="58737" cy="11747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20" name="Text Placeholder 2">
            <a:extLst>
              <a:ext uri="{FF2B5EF4-FFF2-40B4-BE49-F238E27FC236}">
                <a16:creationId xmlns:a16="http://schemas.microsoft.com/office/drawing/2014/main" id="{DF1DBF1B-76BD-2F12-C9A5-637E46D7266C}"/>
              </a:ext>
            </a:extLst>
          </p:cNvPr>
          <p:cNvSpPr>
            <a:spLocks/>
          </p:cNvSpPr>
          <p:nvPr>
            <p:custDataLst>
              <p:tags r:id="rId31"/>
            </p:custDataLst>
          </p:nvPr>
        </p:nvSpPr>
        <p:spPr bwMode="gray">
          <a:xfrm>
            <a:off x="9855200" y="1981200"/>
            <a:ext cx="347663" cy="165100"/>
          </a:xfrm>
          <a:prstGeom prst="rect">
            <a:avLst/>
          </a:prstGeom>
          <a:solidFill>
            <a:srgbClr val="04748A"/>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0137D3F8-FE4A-4E5A-9061-D0680810E57A}" type="datetime'''''''''''''''''''''''''''''''''''3.''3%'">
              <a:rPr lang="en-GB" altLang="en-US" sz="1200" smtClean="0">
                <a:solidFill>
                  <a:srgbClr val="FFFFFF"/>
                </a:solidFill>
                <a:effectLst/>
                <a:cs typeface="Calibri" panose="020F0502020204030204" pitchFamily="34" charset="0"/>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3.3%</a:t>
            </a:fld>
            <a:endParaRPr kumimoji="0" lang="en-GB" sz="1200" b="0" i="0" strike="noStrike" kern="1200" cap="none" spc="0" normalizeH="0" baseline="0" noProof="0">
              <a:ln>
                <a:noFill/>
              </a:ln>
              <a:solidFill>
                <a:srgbClr val="FFFFFF"/>
              </a:solidFill>
              <a:effectLst/>
              <a:uLnTx/>
              <a:uFillTx/>
              <a:ea typeface="+mn-ea"/>
              <a:cs typeface="Calibri" panose="020F0502020204030204" pitchFamily="34" charset="0"/>
              <a:sym typeface="Calibri" panose="020F0502020204030204" pitchFamily="34" charset="0"/>
            </a:endParaRPr>
          </a:p>
        </p:txBody>
      </p:sp>
      <p:sp>
        <p:nvSpPr>
          <p:cNvPr id="221" name="Text Placeholder 2">
            <a:extLst>
              <a:ext uri="{FF2B5EF4-FFF2-40B4-BE49-F238E27FC236}">
                <a16:creationId xmlns:a16="http://schemas.microsoft.com/office/drawing/2014/main" id="{3509EC6B-14FF-58A3-FEFB-FFC6F1D610F1}"/>
              </a:ext>
            </a:extLst>
          </p:cNvPr>
          <p:cNvSpPr>
            <a:spLocks/>
          </p:cNvSpPr>
          <p:nvPr>
            <p:custDataLst>
              <p:tags r:id="rId32"/>
            </p:custDataLst>
          </p:nvPr>
        </p:nvSpPr>
        <p:spPr bwMode="auto">
          <a:xfrm>
            <a:off x="9385300" y="4987925"/>
            <a:ext cx="12858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44FBB5DB-D154-4229-B058-9CCF3F0140CE}" type="datetime'A''''ct''''''''i''v''e ''Ma''nage''''m''e''''n''''''''''t'">
              <a:rPr lang="en-GB" altLang="en-US" sz="1200" b="1" smtClean="0">
                <a:solidFill>
                  <a:srgbClr val="000000"/>
                </a:solidFill>
                <a:cs typeface="Calibri" panose="020F0502020204030204" pitchFamily="34" charset="0"/>
              </a:rPr>
              <a:pPr marL="0" lvl="0" indent="0" algn="ctr">
                <a:spcBef>
                  <a:spcPct val="0"/>
                </a:spcBef>
                <a:spcAft>
                  <a:spcPct val="0"/>
                </a:spcAft>
                <a:buNone/>
                <a:defRPr/>
              </a:pPr>
              <a:t>Active Management</a:t>
            </a:fld>
            <a:endParaRPr kumimoji="0" lang="en-GB" sz="1200" b="1" i="0" strike="noStrike" kern="1200" cap="none" spc="0" normalizeH="0" baseline="0" noProof="0">
              <a:ln>
                <a:noFill/>
              </a:ln>
              <a:solidFill>
                <a:srgbClr val="000000"/>
              </a:solidFill>
              <a:effectLst/>
              <a:uLnTx/>
              <a:uFillTx/>
              <a:cs typeface="Calibri" panose="020F0502020204030204" pitchFamily="34" charset="0"/>
              <a:sym typeface="Calibri" panose="020F0502020204030204" pitchFamily="34" charset="0"/>
            </a:endParaRPr>
          </a:p>
        </p:txBody>
      </p:sp>
      <p:sp>
        <p:nvSpPr>
          <p:cNvPr id="226" name="Text Placeholder 2">
            <a:extLst>
              <a:ext uri="{FF2B5EF4-FFF2-40B4-BE49-F238E27FC236}">
                <a16:creationId xmlns:a16="http://schemas.microsoft.com/office/drawing/2014/main" id="{5A502F62-979D-66C6-488A-5DBD00587881}"/>
              </a:ext>
            </a:extLst>
          </p:cNvPr>
          <p:cNvSpPr>
            <a:spLocks/>
          </p:cNvSpPr>
          <p:nvPr>
            <p:custDataLst>
              <p:tags r:id="rId33"/>
            </p:custDataLst>
          </p:nvPr>
        </p:nvSpPr>
        <p:spPr bwMode="auto">
          <a:xfrm>
            <a:off x="10528300" y="4391025"/>
            <a:ext cx="10398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defRPr/>
            </a:pPr>
            <a:fld id="{F6F3AD37-EA66-46E0-8417-5DFF0E7AB7A2}" type="datetime'''''W''at''''''c''h''''fu''l ''wait''''''''''e''r''''''''s'">
              <a:rPr lang="en-GB" altLang="en-US" sz="1200" smtClean="0">
                <a:solidFill>
                  <a:srgbClr val="000000"/>
                </a:solidFill>
                <a:cs typeface="Calibri" panose="020F0502020204030204" pitchFamily="34" charset="0"/>
              </a:rPr>
              <a:pPr marL="0" lvl="0" indent="0">
                <a:spcBef>
                  <a:spcPct val="0"/>
                </a:spcBef>
                <a:spcAft>
                  <a:spcPct val="0"/>
                </a:spcAft>
                <a:buNone/>
                <a:defRPr/>
              </a:pPr>
              <a:t>Watchful waiters</a:t>
            </a:fld>
            <a:endParaRPr kumimoji="0" lang="en-GB" sz="1200" b="0" i="0" strike="noStrike" kern="1200" cap="none" spc="0" normalizeH="0" baseline="0" noProof="0">
              <a:ln>
                <a:noFill/>
              </a:ln>
              <a:solidFill>
                <a:srgbClr val="000000"/>
              </a:solidFill>
              <a:effectLst/>
              <a:uLnTx/>
              <a:uFillTx/>
              <a:cs typeface="Calibri" panose="020F0502020204030204" pitchFamily="34" charset="0"/>
              <a:sym typeface="Calibri" panose="020F0502020204030204" pitchFamily="34" charset="0"/>
            </a:endParaRPr>
          </a:p>
        </p:txBody>
      </p:sp>
      <p:sp>
        <p:nvSpPr>
          <p:cNvPr id="227" name="Text Placeholder 2">
            <a:extLst>
              <a:ext uri="{FF2B5EF4-FFF2-40B4-BE49-F238E27FC236}">
                <a16:creationId xmlns:a16="http://schemas.microsoft.com/office/drawing/2014/main" id="{535F4535-1174-4B34-1713-7481972E07D3}"/>
              </a:ext>
            </a:extLst>
          </p:cNvPr>
          <p:cNvSpPr>
            <a:spLocks/>
          </p:cNvSpPr>
          <p:nvPr>
            <p:custDataLst>
              <p:tags r:id="rId34"/>
            </p:custDataLst>
          </p:nvPr>
        </p:nvSpPr>
        <p:spPr bwMode="auto">
          <a:xfrm>
            <a:off x="10528300" y="3113088"/>
            <a:ext cx="10175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defRPr/>
            </a:pPr>
            <a:fld id="{D971921D-C021-44A8-87FC-09333779C58C}" type="datetime'''Pharm''''a''''c''''eutic''''''a''''''l''''''''''s'''">
              <a:rPr lang="en-GB" altLang="en-US" sz="1200" smtClean="0">
                <a:solidFill>
                  <a:srgbClr val="000000"/>
                </a:solidFill>
                <a:cs typeface="Calibri" panose="020F0502020204030204" pitchFamily="34" charset="0"/>
              </a:rPr>
              <a:pPr marL="0" lvl="0" indent="0">
                <a:spcBef>
                  <a:spcPct val="0"/>
                </a:spcBef>
                <a:spcAft>
                  <a:spcPct val="0"/>
                </a:spcAft>
                <a:buNone/>
                <a:defRPr/>
              </a:pPr>
              <a:t>Pharmaceuticals</a:t>
            </a:fld>
            <a:endParaRPr kumimoji="0" lang="en-GB" sz="1200" b="0" i="0" strike="noStrike" kern="1200" cap="none" spc="0" normalizeH="0" baseline="0" noProof="0">
              <a:ln>
                <a:noFill/>
              </a:ln>
              <a:solidFill>
                <a:srgbClr val="000000"/>
              </a:solidFill>
              <a:effectLst/>
              <a:uLnTx/>
              <a:uFillTx/>
              <a:cs typeface="Calibri" panose="020F0502020204030204" pitchFamily="34" charset="0"/>
              <a:sym typeface="Calibri" panose="020F0502020204030204" pitchFamily="34" charset="0"/>
            </a:endParaRPr>
          </a:p>
        </p:txBody>
      </p:sp>
      <p:sp>
        <p:nvSpPr>
          <p:cNvPr id="228" name="Text Placeholder 2">
            <a:extLst>
              <a:ext uri="{FF2B5EF4-FFF2-40B4-BE49-F238E27FC236}">
                <a16:creationId xmlns:a16="http://schemas.microsoft.com/office/drawing/2014/main" id="{FCE54431-5D60-77A1-1B42-D2B9322CD881}"/>
              </a:ext>
            </a:extLst>
          </p:cNvPr>
          <p:cNvSpPr>
            <a:spLocks/>
          </p:cNvSpPr>
          <p:nvPr>
            <p:custDataLst>
              <p:tags r:id="rId35"/>
            </p:custDataLst>
          </p:nvPr>
        </p:nvSpPr>
        <p:spPr bwMode="auto">
          <a:xfrm>
            <a:off x="10528301" y="2397125"/>
            <a:ext cx="1362075"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defRPr/>
            </a:pPr>
            <a:fld id="{3A282800-A0D9-4A13-8F0F-916FD6C12A9B}" type="datetime'''''Delay su''r''g''ery despit''e &#10;m''''''edi''cation failure'">
              <a:rPr lang="en-US" altLang="en-US" sz="1200" smtClean="0">
                <a:solidFill>
                  <a:srgbClr val="000000"/>
                </a:solidFill>
                <a:cs typeface="Calibri" panose="020F0502020204030204" pitchFamily="34" charset="0"/>
              </a:rPr>
              <a:pPr marL="0" lvl="0" indent="0">
                <a:spcBef>
                  <a:spcPct val="0"/>
                </a:spcBef>
                <a:spcAft>
                  <a:spcPct val="0"/>
                </a:spcAft>
                <a:buNone/>
                <a:defRPr/>
              </a:pPr>
              <a:t>Delay surgery despite 
medication failure</a:t>
            </a:fld>
            <a:endParaRPr kumimoji="0" lang="en-GB" sz="1200" b="0" i="0" strike="noStrike" kern="1200" cap="none" spc="0" normalizeH="0" baseline="0" noProof="0">
              <a:ln>
                <a:noFill/>
              </a:ln>
              <a:solidFill>
                <a:srgbClr val="000000"/>
              </a:solidFill>
              <a:effectLst/>
              <a:uLnTx/>
              <a:uFillTx/>
              <a:cs typeface="Calibri" panose="020F0502020204030204" pitchFamily="34" charset="0"/>
              <a:sym typeface="Calibri" panose="020F0502020204030204" pitchFamily="34" charset="0"/>
            </a:endParaRPr>
          </a:p>
        </p:txBody>
      </p:sp>
      <p:sp>
        <p:nvSpPr>
          <p:cNvPr id="229" name="Text Placeholder 2">
            <a:extLst>
              <a:ext uri="{FF2B5EF4-FFF2-40B4-BE49-F238E27FC236}">
                <a16:creationId xmlns:a16="http://schemas.microsoft.com/office/drawing/2014/main" id="{A673710D-1B88-5566-6FDD-B2A867EF093D}"/>
              </a:ext>
            </a:extLst>
          </p:cNvPr>
          <p:cNvSpPr>
            <a:spLocks/>
          </p:cNvSpPr>
          <p:nvPr>
            <p:custDataLst>
              <p:tags r:id="rId36"/>
            </p:custDataLst>
          </p:nvPr>
        </p:nvSpPr>
        <p:spPr bwMode="auto">
          <a:xfrm>
            <a:off x="10528300" y="2016125"/>
            <a:ext cx="1025525"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defRPr/>
            </a:pPr>
            <a:fld id="{80A7D8D2-5CA1-4D49-B6ED-460DCEAE7335}" type="datetime'Patien''''ts ''''get''''ting'' ''&#10;''s''''''ur''g''eries'''''''">
              <a:rPr lang="en-GB" altLang="en-US" sz="1200" b="1" smtClean="0">
                <a:solidFill>
                  <a:srgbClr val="000000"/>
                </a:solidFill>
                <a:cs typeface="Calibri" panose="020F0502020204030204" pitchFamily="34" charset="0"/>
              </a:rPr>
              <a:pPr marL="0" lvl="0" indent="0">
                <a:spcBef>
                  <a:spcPct val="0"/>
                </a:spcBef>
                <a:spcAft>
                  <a:spcPct val="0"/>
                </a:spcAft>
                <a:buNone/>
                <a:defRPr/>
              </a:pPr>
              <a:t>Patients getting 
surgeries</a:t>
            </a:fld>
            <a:endParaRPr kumimoji="0" lang="en-GB" sz="1200" b="1" i="0" strike="noStrike" kern="1200" cap="none" spc="0" normalizeH="0" baseline="0" noProof="0">
              <a:ln>
                <a:noFill/>
              </a:ln>
              <a:solidFill>
                <a:srgbClr val="000000"/>
              </a:solidFill>
              <a:effectLst/>
              <a:uLnTx/>
              <a:uFillTx/>
              <a:cs typeface="Calibri" panose="020F0502020204030204" pitchFamily="34" charset="0"/>
              <a:sym typeface="Calibri" panose="020F0502020204030204" pitchFamily="34" charset="0"/>
            </a:endParaRPr>
          </a:p>
        </p:txBody>
      </p:sp>
      <p:sp>
        <p:nvSpPr>
          <p:cNvPr id="281" name="TextBox 280">
            <a:extLst>
              <a:ext uri="{FF2B5EF4-FFF2-40B4-BE49-F238E27FC236}">
                <a16:creationId xmlns:a16="http://schemas.microsoft.com/office/drawing/2014/main" id="{17740BFF-A319-0201-981E-230EE730D144}"/>
              </a:ext>
            </a:extLst>
          </p:cNvPr>
          <p:cNvSpPr txBox="1"/>
          <p:nvPr/>
        </p:nvSpPr>
        <p:spPr>
          <a:xfrm>
            <a:off x="5027320" y="1986214"/>
            <a:ext cx="879157"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effectLst/>
                <a:uLnTx/>
                <a:uFillTx/>
                <a:latin typeface="Calibri" panose="020F0502020204030204" pitchFamily="34" charset="0"/>
                <a:cs typeface="Calibri" panose="020F0502020204030204" pitchFamily="34" charset="0"/>
              </a:rPr>
              <a:t>30% x 3.3% = 1%</a:t>
            </a:r>
          </a:p>
        </p:txBody>
      </p:sp>
      <p:cxnSp>
        <p:nvCxnSpPr>
          <p:cNvPr id="299" name="Straight Connector 298">
            <a:extLst>
              <a:ext uri="{FF2B5EF4-FFF2-40B4-BE49-F238E27FC236}">
                <a16:creationId xmlns:a16="http://schemas.microsoft.com/office/drawing/2014/main" id="{708C81EB-37F4-A3FB-238C-98968B9DDD21}"/>
              </a:ext>
            </a:extLst>
          </p:cNvPr>
          <p:cNvCxnSpPr>
            <a:cxnSpLocks/>
          </p:cNvCxnSpPr>
          <p:nvPr>
            <p:custDataLst>
              <p:tags r:id="rId37"/>
            </p:custDataLst>
          </p:nvPr>
        </p:nvCxnSpPr>
        <p:spPr>
          <a:xfrm flipV="1">
            <a:off x="8049236" y="2132709"/>
            <a:ext cx="1592751" cy="74543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4" name="Straight Connector 303">
            <a:extLst>
              <a:ext uri="{FF2B5EF4-FFF2-40B4-BE49-F238E27FC236}">
                <a16:creationId xmlns:a16="http://schemas.microsoft.com/office/drawing/2014/main" id="{87660095-A78C-0537-B577-E965CB9E16CD}"/>
              </a:ext>
            </a:extLst>
          </p:cNvPr>
          <p:cNvCxnSpPr>
            <a:cxnSpLocks/>
          </p:cNvCxnSpPr>
          <p:nvPr>
            <p:custDataLst>
              <p:tags r:id="rId38"/>
            </p:custDataLst>
          </p:nvPr>
        </p:nvCxnSpPr>
        <p:spPr>
          <a:xfrm>
            <a:off x="8049236" y="2006600"/>
            <a:ext cx="1592751" cy="9525"/>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322" name="Rectangle 321">
            <a:extLst>
              <a:ext uri="{FF2B5EF4-FFF2-40B4-BE49-F238E27FC236}">
                <a16:creationId xmlns:a16="http://schemas.microsoft.com/office/drawing/2014/main" id="{081FE4A6-7629-19D1-F55E-94888467FB80}"/>
              </a:ext>
            </a:extLst>
          </p:cNvPr>
          <p:cNvSpPr/>
          <p:nvPr/>
        </p:nvSpPr>
        <p:spPr>
          <a:xfrm>
            <a:off x="6070942" y="1286857"/>
            <a:ext cx="5650887" cy="5084760"/>
          </a:xfrm>
          <a:prstGeom prst="rect">
            <a:avLst/>
          </a:prstGeom>
          <a:noFill/>
          <a:ln w="6350" cap="sq">
            <a:solidFill>
              <a:srgbClr val="016347"/>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F6D4E039-0831-6B80-8F9B-D34EC335E6AC}"/>
              </a:ext>
            </a:extLst>
          </p:cNvPr>
          <p:cNvGrpSpPr/>
          <p:nvPr/>
        </p:nvGrpSpPr>
        <p:grpSpPr>
          <a:xfrm>
            <a:off x="15130" y="47516"/>
            <a:ext cx="171132" cy="228600"/>
            <a:chOff x="0" y="49329"/>
            <a:chExt cx="171132" cy="228600"/>
          </a:xfrm>
        </p:grpSpPr>
        <p:cxnSp>
          <p:nvCxnSpPr>
            <p:cNvPr id="7" name="Straight Connector 6">
              <a:extLst>
                <a:ext uri="{FF2B5EF4-FFF2-40B4-BE49-F238E27FC236}">
                  <a16:creationId xmlns:a16="http://schemas.microsoft.com/office/drawing/2014/main" id="{2CF38AE2-85A8-B640-0A38-8DFA3677D3C1}"/>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 name="Rectangle: Rounded Corners 7">
              <a:extLst>
                <a:ext uri="{FF2B5EF4-FFF2-40B4-BE49-F238E27FC236}">
                  <a16:creationId xmlns:a16="http://schemas.microsoft.com/office/drawing/2014/main" id="{C1D74392-B113-59F4-BC16-059E68ACB897}"/>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0" name="Line 15">
            <a:extLst>
              <a:ext uri="{FF2B5EF4-FFF2-40B4-BE49-F238E27FC236}">
                <a16:creationId xmlns:a16="http://schemas.microsoft.com/office/drawing/2014/main" id="{6E4E4416-B396-9DCA-929A-2C4A0CFF0700}"/>
              </a:ext>
            </a:extLst>
          </p:cNvPr>
          <p:cNvSpPr>
            <a:spLocks noChangeShapeType="1"/>
          </p:cNvSpPr>
          <p:nvPr>
            <p:custDataLst>
              <p:tags r:id="rId39"/>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 name="Google Shape;1129;p23">
            <a:extLst>
              <a:ext uri="{FF2B5EF4-FFF2-40B4-BE49-F238E27FC236}">
                <a16:creationId xmlns:a16="http://schemas.microsoft.com/office/drawing/2014/main" id="{3CE3FDEC-D442-D9A0-403D-1F87E4863FA3}"/>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Day Surgery - Profound</a:t>
            </a:r>
            <a:endParaRPr lang="en-US">
              <a:solidFill>
                <a:schemeClr val="bg1"/>
              </a:solidFill>
              <a:latin typeface="Calibri"/>
              <a:ea typeface="Calibri"/>
              <a:cs typeface="Calibri"/>
            </a:endParaRPr>
          </a:p>
        </p:txBody>
      </p:sp>
      <p:sp>
        <p:nvSpPr>
          <p:cNvPr id="9" name="Rectangle 8">
            <a:extLst>
              <a:ext uri="{FF2B5EF4-FFF2-40B4-BE49-F238E27FC236}">
                <a16:creationId xmlns:a16="http://schemas.microsoft.com/office/drawing/2014/main" id="{5A12B2DB-0AC6-A34A-8FA6-34CCD033713B}"/>
              </a:ext>
            </a:extLst>
          </p:cNvPr>
          <p:cNvSpPr/>
          <p:nvPr/>
        </p:nvSpPr>
        <p:spPr>
          <a:xfrm>
            <a:off x="509281" y="6543683"/>
            <a:ext cx="7346950" cy="20139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Slides extracted from Profound document, please see external Profound business case for latest in case changed</a:t>
            </a:r>
          </a:p>
        </p:txBody>
      </p:sp>
    </p:spTree>
    <p:extLst>
      <p:ext uri="{BB962C8B-B14F-4D97-AF65-F5344CB8AC3E}">
        <p14:creationId xmlns:p14="http://schemas.microsoft.com/office/powerpoint/2010/main" val="426707090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2AAC65-3484-42CB-1DA7-C880103EA7E8}"/>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7000695-7A34-50EC-08A1-C2FF412DA812}"/>
              </a:ext>
            </a:extLst>
          </p:cNvPr>
          <p:cNvSpPr>
            <a:spLocks noGrp="1"/>
          </p:cNvSpPr>
          <p:nvPr>
            <p:ph type="sldNum" sz="quarter" idx="12"/>
          </p:nvPr>
        </p:nvSpPr>
        <p:spPr/>
        <p:txBody>
          <a:bodyPr/>
          <a:lstStyle/>
          <a:p>
            <a:fld id="{8E1CF2E5-4A16-4FBD-9713-265FD1DAAE65}" type="slidenum">
              <a:rPr lang="en-US" smtClean="0"/>
              <a:t>51</a:t>
            </a:fld>
            <a:endParaRPr lang="en-US"/>
          </a:p>
        </p:txBody>
      </p:sp>
      <p:sp>
        <p:nvSpPr>
          <p:cNvPr id="7" name="2. Slide Title">
            <a:extLst>
              <a:ext uri="{FF2B5EF4-FFF2-40B4-BE49-F238E27FC236}">
                <a16:creationId xmlns:a16="http://schemas.microsoft.com/office/drawing/2014/main" id="{FBDD475E-4376-B295-3278-07C7B6835730}"/>
              </a:ext>
            </a:extLst>
          </p:cNvPr>
          <p:cNvSpPr txBox="1">
            <a:spLocks/>
          </p:cNvSpPr>
          <p:nvPr>
            <p:custDataLst>
              <p:tags r:id="rId1"/>
            </p:custDataLst>
          </p:nvPr>
        </p:nvSpPr>
        <p:spPr>
          <a:xfrm>
            <a:off x="690563"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Among global players in the space, </a:t>
            </a:r>
            <a:r>
              <a:rPr lang="en-US" sz="2600">
                <a:solidFill>
                  <a:srgbClr val="0A0A0A"/>
                </a:solidFill>
                <a:latin typeface="Georgia" panose="02040502050405020303" pitchFamily="18" charset="0"/>
                <a:cs typeface="Arial" panose="020B0604020202020204" pitchFamily="34" charset="0"/>
              </a:rPr>
              <a:t>TULSA</a:t>
            </a:r>
            <a:r>
              <a:rPr lang="en-US" sz="2600" b="0">
                <a:solidFill>
                  <a:srgbClr val="0A0A0A"/>
                </a:solidFill>
                <a:latin typeface="Georgia" panose="02040502050405020303" pitchFamily="18" charset="0"/>
                <a:cs typeface="Arial" panose="020B0604020202020204" pitchFamily="34" charset="0"/>
              </a:rPr>
              <a:t> outperforms other emerging technologies in application, symptom relief and survival outcomes</a:t>
            </a:r>
          </a:p>
        </p:txBody>
      </p:sp>
      <p:graphicFrame>
        <p:nvGraphicFramePr>
          <p:cNvPr id="10" name="Table 9">
            <a:extLst>
              <a:ext uri="{FF2B5EF4-FFF2-40B4-BE49-F238E27FC236}">
                <a16:creationId xmlns:a16="http://schemas.microsoft.com/office/drawing/2014/main" id="{6395F599-1378-5F15-5967-2ECA3FE40674}"/>
              </a:ext>
            </a:extLst>
          </p:cNvPr>
          <p:cNvGraphicFramePr>
            <a:graphicFrameLocks noGrp="1"/>
          </p:cNvGraphicFramePr>
          <p:nvPr>
            <p:extLst>
              <p:ext uri="{D42A27DB-BD31-4B8C-83A1-F6EECF244321}">
                <p14:modId xmlns:p14="http://schemas.microsoft.com/office/powerpoint/2010/main" val="3414478390"/>
              </p:ext>
            </p:extLst>
          </p:nvPr>
        </p:nvGraphicFramePr>
        <p:xfrm>
          <a:off x="690563" y="1416434"/>
          <a:ext cx="10635091" cy="3840480"/>
        </p:xfrm>
        <a:graphic>
          <a:graphicData uri="http://schemas.openxmlformats.org/drawingml/2006/table">
            <a:tbl>
              <a:tblPr firstRow="1" bandRow="1">
                <a:tableStyleId>{2D5ABB26-0587-4C30-8999-92F81FD0307C}</a:tableStyleId>
              </a:tblPr>
              <a:tblGrid>
                <a:gridCol w="2176891">
                  <a:extLst>
                    <a:ext uri="{9D8B030D-6E8A-4147-A177-3AD203B41FA5}">
                      <a16:colId xmlns:a16="http://schemas.microsoft.com/office/drawing/2014/main" val="984452220"/>
                    </a:ext>
                  </a:extLst>
                </a:gridCol>
                <a:gridCol w="1691640">
                  <a:extLst>
                    <a:ext uri="{9D8B030D-6E8A-4147-A177-3AD203B41FA5}">
                      <a16:colId xmlns:a16="http://schemas.microsoft.com/office/drawing/2014/main" val="3632339556"/>
                    </a:ext>
                  </a:extLst>
                </a:gridCol>
                <a:gridCol w="1691640">
                  <a:extLst>
                    <a:ext uri="{9D8B030D-6E8A-4147-A177-3AD203B41FA5}">
                      <a16:colId xmlns:a16="http://schemas.microsoft.com/office/drawing/2014/main" val="3108749748"/>
                    </a:ext>
                  </a:extLst>
                </a:gridCol>
                <a:gridCol w="1691640">
                  <a:extLst>
                    <a:ext uri="{9D8B030D-6E8A-4147-A177-3AD203B41FA5}">
                      <a16:colId xmlns:a16="http://schemas.microsoft.com/office/drawing/2014/main" val="2431572190"/>
                    </a:ext>
                  </a:extLst>
                </a:gridCol>
                <a:gridCol w="1691640">
                  <a:extLst>
                    <a:ext uri="{9D8B030D-6E8A-4147-A177-3AD203B41FA5}">
                      <a16:colId xmlns:a16="http://schemas.microsoft.com/office/drawing/2014/main" val="2189454262"/>
                    </a:ext>
                  </a:extLst>
                </a:gridCol>
                <a:gridCol w="1691640">
                  <a:extLst>
                    <a:ext uri="{9D8B030D-6E8A-4147-A177-3AD203B41FA5}">
                      <a16:colId xmlns:a16="http://schemas.microsoft.com/office/drawing/2014/main" val="867172083"/>
                    </a:ext>
                  </a:extLst>
                </a:gridCol>
              </a:tblGrid>
              <a:tr h="548640">
                <a:tc>
                  <a:txBody>
                    <a:bodyPr/>
                    <a:lstStyle/>
                    <a:p>
                      <a:r>
                        <a:rPr lang="en-US" sz="1400" b="1">
                          <a:solidFill>
                            <a:schemeClr val="bg1"/>
                          </a:solidFill>
                        </a:rPr>
                        <a:t>Company</a:t>
                      </a:r>
                    </a:p>
                  </a:txBody>
                  <a:tcPr anchor="ctr">
                    <a:lnL w="3810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4748A"/>
                    </a:solidFill>
                  </a:tcPr>
                </a:tc>
                <a:tc>
                  <a:txBody>
                    <a:bodyPr/>
                    <a:lstStyle/>
                    <a:p>
                      <a:endParaRPr lang="en-US" sz="1400" b="1">
                        <a:solidFill>
                          <a:schemeClr val="bg1"/>
                        </a:solidFill>
                      </a:endParaRP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tc>
                  <a:txBody>
                    <a:bodyPr/>
                    <a:lstStyle/>
                    <a:p>
                      <a:endParaRPr lang="en-US" sz="1400" b="1">
                        <a:solidFill>
                          <a:schemeClr val="bg1"/>
                        </a:solidFill>
                      </a:endParaRP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tc>
                  <a:txBody>
                    <a:bodyPr/>
                    <a:lstStyle/>
                    <a:p>
                      <a:endParaRPr lang="en-US" sz="1400" b="1">
                        <a:solidFill>
                          <a:schemeClr val="bg1"/>
                        </a:solidFill>
                      </a:endParaRP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tc>
                  <a:txBody>
                    <a:bodyPr/>
                    <a:lstStyle/>
                    <a:p>
                      <a:endParaRPr lang="en-US" sz="1400" b="1">
                        <a:solidFill>
                          <a:schemeClr val="bg1"/>
                        </a:solidFill>
                      </a:endParaRP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tc>
                  <a:txBody>
                    <a:bodyPr/>
                    <a:lstStyle/>
                    <a:p>
                      <a:endParaRPr lang="en-US" sz="1400" b="1">
                        <a:solidFill>
                          <a:schemeClr val="bg1"/>
                        </a:solidFill>
                      </a:endParaRP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430944557"/>
                  </a:ext>
                </a:extLst>
              </a:tr>
              <a:tr h="548640">
                <a:tc>
                  <a:txBody>
                    <a:bodyPr/>
                    <a:lstStyle/>
                    <a:p>
                      <a:r>
                        <a:rPr lang="en-US" sz="1400" b="1">
                          <a:solidFill>
                            <a:schemeClr val="bg1"/>
                          </a:solidFill>
                        </a:rPr>
                        <a:t>Treatment</a:t>
                      </a:r>
                    </a:p>
                  </a:txBody>
                  <a:tcPr anchor="ctr">
                    <a:lnL w="3810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4748A"/>
                    </a:solidFill>
                  </a:tcPr>
                </a:tc>
                <a:tc>
                  <a:txBody>
                    <a:bodyPr/>
                    <a:lstStyle/>
                    <a:p>
                      <a:pPr algn="ctr"/>
                      <a:r>
                        <a:rPr lang="en-US" sz="1400" b="1">
                          <a:solidFill>
                            <a:schemeClr val="tx1"/>
                          </a:solidFill>
                        </a:rPr>
                        <a:t>TULSA – PRO</a:t>
                      </a: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tc>
                  <a:txBody>
                    <a:bodyPr/>
                    <a:lstStyle/>
                    <a:p>
                      <a:pPr algn="ctr"/>
                      <a:r>
                        <a:rPr lang="en-US" sz="1400" b="1">
                          <a:solidFill>
                            <a:schemeClr val="tx1"/>
                          </a:solidFill>
                        </a:rPr>
                        <a:t>FOCAL ONE</a:t>
                      </a: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tc>
                  <a:txBody>
                    <a:bodyPr/>
                    <a:lstStyle/>
                    <a:p>
                      <a:pPr algn="ctr"/>
                      <a:r>
                        <a:rPr lang="en-US" sz="1400" b="1">
                          <a:solidFill>
                            <a:schemeClr val="tx1"/>
                          </a:solidFill>
                        </a:rPr>
                        <a:t>AQUABEAM</a:t>
                      </a: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tc>
                  <a:txBody>
                    <a:bodyPr/>
                    <a:lstStyle/>
                    <a:p>
                      <a:pPr algn="ctr"/>
                      <a:r>
                        <a:rPr lang="en-US" sz="1400" b="1">
                          <a:solidFill>
                            <a:schemeClr val="tx1"/>
                          </a:solidFill>
                        </a:rPr>
                        <a:t>DA VINCI</a:t>
                      </a: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tc>
                  <a:txBody>
                    <a:bodyPr/>
                    <a:lstStyle/>
                    <a:p>
                      <a:pPr algn="ctr"/>
                      <a:r>
                        <a:rPr lang="en-US" sz="1400" b="1">
                          <a:solidFill>
                            <a:schemeClr val="tx1"/>
                          </a:solidFill>
                        </a:rPr>
                        <a:t>REZUM</a:t>
                      </a:r>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20909518"/>
                  </a:ext>
                </a:extLst>
              </a:tr>
              <a:tr h="548640">
                <a:tc>
                  <a:txBody>
                    <a:bodyPr/>
                    <a:lstStyle/>
                    <a:p>
                      <a:r>
                        <a:rPr lang="en-US" sz="1400" b="1">
                          <a:solidFill>
                            <a:schemeClr val="bg1"/>
                          </a:solidFill>
                        </a:rPr>
                        <a:t>Primary Treatment Offered</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4748A"/>
                    </a:solidFill>
                  </a:tcPr>
                </a:tc>
                <a:tc>
                  <a:txBody>
                    <a:bodyPr/>
                    <a:lstStyle/>
                    <a:p>
                      <a:pPr algn="ctr"/>
                      <a:r>
                        <a:rPr lang="en-US" sz="1400" b="0">
                          <a:solidFill>
                            <a:sysClr val="windowText" lastClr="000000"/>
                          </a:solidFill>
                        </a:rPr>
                        <a:t>Prostate Cancer &amp; BPH</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Prostate Cancer</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Prostate Cancer and BPH</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Prostate Cancer and BPH</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BPH</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03467067"/>
                  </a:ext>
                </a:extLst>
              </a:tr>
              <a:tr h="548640">
                <a:tc>
                  <a:txBody>
                    <a:bodyPr/>
                    <a:lstStyle/>
                    <a:p>
                      <a:r>
                        <a:rPr lang="en-US" sz="1400" b="1">
                          <a:solidFill>
                            <a:schemeClr val="bg1"/>
                          </a:solidFill>
                        </a:rPr>
                        <a:t>Invasiveness</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4748A"/>
                    </a:solidFill>
                  </a:tcPr>
                </a:tc>
                <a:tc>
                  <a:txBody>
                    <a:bodyPr/>
                    <a:lstStyle/>
                    <a:p>
                      <a:pPr algn="ctr"/>
                      <a:r>
                        <a:rPr lang="en-US" sz="1400" b="0">
                          <a:solidFill>
                            <a:sysClr val="windowText" lastClr="000000"/>
                          </a:solidFill>
                        </a:rPr>
                        <a:t>Minimally Invasive</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Non-Invasive</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Minimally Invasive</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Minimally Invasive</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Minimally Invasive</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853414641"/>
                  </a:ext>
                </a:extLst>
              </a:tr>
              <a:tr h="548640">
                <a:tc>
                  <a:txBody>
                    <a:bodyPr/>
                    <a:lstStyle/>
                    <a:p>
                      <a:r>
                        <a:rPr lang="en-US" sz="1400" b="1">
                          <a:solidFill>
                            <a:schemeClr val="bg1"/>
                          </a:solidFill>
                        </a:rPr>
                        <a:t>Ablation Diameter</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4748A"/>
                    </a:solidFill>
                  </a:tcPr>
                </a:tc>
                <a:tc>
                  <a:txBody>
                    <a:bodyPr/>
                    <a:lstStyle/>
                    <a:p>
                      <a:pPr algn="ctr"/>
                      <a:r>
                        <a:rPr lang="en-US" sz="1400" b="0">
                          <a:solidFill>
                            <a:sysClr val="windowText" lastClr="000000"/>
                          </a:solidFill>
                        </a:rPr>
                        <a:t>Both whole and partial gland</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Partial</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Partial</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Whole</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Partial</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421074594"/>
                  </a:ext>
                </a:extLst>
              </a:tr>
              <a:tr h="548640">
                <a:tc>
                  <a:txBody>
                    <a:bodyPr/>
                    <a:lstStyle/>
                    <a:p>
                      <a:r>
                        <a:rPr lang="en-US" sz="1400" b="1">
                          <a:solidFill>
                            <a:schemeClr val="bg1"/>
                          </a:solidFill>
                        </a:rPr>
                        <a:t>Symptoms improvement (IPSS, %)</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4748A"/>
                    </a:solidFill>
                  </a:tcPr>
                </a:tc>
                <a:tc>
                  <a:txBody>
                    <a:bodyPr/>
                    <a:lstStyle/>
                    <a:p>
                      <a:pPr algn="ctr"/>
                      <a:r>
                        <a:rPr lang="en-US" sz="1400" b="0">
                          <a:solidFill>
                            <a:sysClr val="windowText" lastClr="000000"/>
                          </a:solidFill>
                        </a:rPr>
                        <a:t>76.0%</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NA</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66.0%</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NA</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52.0%</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85671448"/>
                  </a:ext>
                </a:extLst>
              </a:tr>
              <a:tr h="548640">
                <a:tc>
                  <a:txBody>
                    <a:bodyPr/>
                    <a:lstStyle/>
                    <a:p>
                      <a:r>
                        <a:rPr lang="en-US" sz="1400" b="1">
                          <a:solidFill>
                            <a:schemeClr val="bg1"/>
                          </a:solidFill>
                        </a:rPr>
                        <a:t>Overall Survival Rate </a:t>
                      </a:r>
                    </a:p>
                    <a:p>
                      <a:r>
                        <a:rPr lang="en-US" sz="1400" b="1">
                          <a:solidFill>
                            <a:schemeClr val="bg1"/>
                          </a:solidFill>
                        </a:rPr>
                        <a:t>(5 Year, %)</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4748A"/>
                    </a:solidFill>
                  </a:tcPr>
                </a:tc>
                <a:tc>
                  <a:txBody>
                    <a:bodyPr/>
                    <a:lstStyle/>
                    <a:p>
                      <a:pPr algn="ctr"/>
                      <a:r>
                        <a:rPr lang="en-US" sz="1400" b="0">
                          <a:solidFill>
                            <a:sysClr val="windowText" lastClr="000000"/>
                          </a:solidFill>
                        </a:rPr>
                        <a:t>99.0%</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96.4%</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NA</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NA</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400" b="0">
                          <a:solidFill>
                            <a:sysClr val="windowText" lastClr="000000"/>
                          </a:solidFill>
                        </a:rPr>
                        <a:t>100.0%</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314746455"/>
                  </a:ext>
                </a:extLst>
              </a:tr>
            </a:tbl>
          </a:graphicData>
        </a:graphic>
      </p:graphicFrame>
      <p:pic>
        <p:nvPicPr>
          <p:cNvPr id="1026" name="Picture 2" descr="Profound Medical wins FDA nod for AI in prostate cancer ...">
            <a:extLst>
              <a:ext uri="{FF2B5EF4-FFF2-40B4-BE49-F238E27FC236}">
                <a16:creationId xmlns:a16="http://schemas.microsoft.com/office/drawing/2014/main" id="{BFC9E5BC-DC19-8C88-5E5C-A65A2F5A1144}"/>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t="36838" b="38800"/>
          <a:stretch>
            <a:fillRect/>
          </a:stretch>
        </p:blipFill>
        <p:spPr bwMode="auto">
          <a:xfrm>
            <a:off x="2910657" y="1549540"/>
            <a:ext cx="1371600" cy="216973"/>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EDAP TMS | Radiance Medical Systems">
            <a:extLst>
              <a:ext uri="{FF2B5EF4-FFF2-40B4-BE49-F238E27FC236}">
                <a16:creationId xmlns:a16="http://schemas.microsoft.com/office/drawing/2014/main" id="{C3F6A9A2-71D4-8878-B8E4-CCEE76138A6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5848" t="38054" r="3569" b="38984"/>
          <a:stretch>
            <a:fillRect/>
          </a:stretch>
        </p:blipFill>
        <p:spPr bwMode="auto">
          <a:xfrm>
            <a:off x="4724400" y="1491061"/>
            <a:ext cx="1371600" cy="348393"/>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PROCEPT® BioRobotics Announces $85M Financing Led by ...">
            <a:extLst>
              <a:ext uri="{FF2B5EF4-FFF2-40B4-BE49-F238E27FC236}">
                <a16:creationId xmlns:a16="http://schemas.microsoft.com/office/drawing/2014/main" id="{7F4F542F-6589-B6BC-6A05-0832A4850C87}"/>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8711" t="23397" r="7044" b="23078"/>
          <a:stretch>
            <a:fillRect/>
          </a:stretch>
        </p:blipFill>
        <p:spPr bwMode="auto">
          <a:xfrm>
            <a:off x="6446703" y="1491061"/>
            <a:ext cx="1371600" cy="455393"/>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FAA9039B-040E-37DB-C623-D53E14F4F14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69006" y="1407913"/>
            <a:ext cx="1371600" cy="514687"/>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Boston Scientific - Online News Kits">
            <a:extLst>
              <a:ext uri="{FF2B5EF4-FFF2-40B4-BE49-F238E27FC236}">
                <a16:creationId xmlns:a16="http://schemas.microsoft.com/office/drawing/2014/main" id="{53FA3A4C-5BB5-4F30-3FD9-BCF101BF02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25926" y="1477483"/>
            <a:ext cx="1080533" cy="468971"/>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6BEAA229-D95B-9F2C-15CF-48B53456457A}"/>
              </a:ext>
            </a:extLst>
          </p:cNvPr>
          <p:cNvSpPr txBox="1"/>
          <p:nvPr/>
        </p:nvSpPr>
        <p:spPr>
          <a:xfrm>
            <a:off x="690563" y="5486116"/>
            <a:ext cx="10663237" cy="584775"/>
          </a:xfrm>
          <a:prstGeom prst="rect">
            <a:avLst/>
          </a:prstGeom>
          <a:solidFill>
            <a:schemeClr val="bg1">
              <a:lumMod val="95000"/>
            </a:schemeClr>
          </a:solidFill>
          <a:ln>
            <a:noFill/>
            <a:prstDash val="dash"/>
          </a:ln>
        </p:spPr>
        <p:txBody>
          <a:bodyPr wrap="square" rtlCol="0">
            <a:spAutoFit/>
          </a:bodyPr>
          <a:lstStyle/>
          <a:p>
            <a:pPr algn="ctr"/>
            <a:r>
              <a:rPr lang="en-US" sz="1600" b="1"/>
              <a:t>TULSA PRO </a:t>
            </a:r>
            <a:r>
              <a:rPr lang="en-US" sz="1600"/>
              <a:t>leads emerging minimally invasive prostate cancer care with lower risks and improved quality of life, aligned with </a:t>
            </a:r>
            <a:r>
              <a:rPr lang="en-US" sz="1600" b="1"/>
              <a:t>Vision 2030</a:t>
            </a:r>
          </a:p>
        </p:txBody>
      </p:sp>
      <p:grpSp>
        <p:nvGrpSpPr>
          <p:cNvPr id="9" name="Group 8">
            <a:extLst>
              <a:ext uri="{FF2B5EF4-FFF2-40B4-BE49-F238E27FC236}">
                <a16:creationId xmlns:a16="http://schemas.microsoft.com/office/drawing/2014/main" id="{0A680D61-903F-EC29-2B9D-FAB3165AFD0E}"/>
              </a:ext>
            </a:extLst>
          </p:cNvPr>
          <p:cNvGrpSpPr/>
          <p:nvPr/>
        </p:nvGrpSpPr>
        <p:grpSpPr>
          <a:xfrm>
            <a:off x="-599376" y="219353"/>
            <a:ext cx="338328" cy="3872943"/>
            <a:chOff x="-460920" y="279546"/>
            <a:chExt cx="338328" cy="3872943"/>
          </a:xfrm>
        </p:grpSpPr>
        <p:sp>
          <p:nvSpPr>
            <p:cNvPr id="3" name="Google Shape;139;p2">
              <a:extLst>
                <a:ext uri="{FF2B5EF4-FFF2-40B4-BE49-F238E27FC236}">
                  <a16:creationId xmlns:a16="http://schemas.microsoft.com/office/drawing/2014/main" id="{4B29AEF2-ADA1-3796-F985-8F26118502B2}"/>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1" name="Google Shape;140;p2">
              <a:extLst>
                <a:ext uri="{FF2B5EF4-FFF2-40B4-BE49-F238E27FC236}">
                  <a16:creationId xmlns:a16="http://schemas.microsoft.com/office/drawing/2014/main" id="{68475732-00A4-D1B8-CCDD-A707A7559274}"/>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 name="Google Shape;141;p2">
              <a:extLst>
                <a:ext uri="{FF2B5EF4-FFF2-40B4-BE49-F238E27FC236}">
                  <a16:creationId xmlns:a16="http://schemas.microsoft.com/office/drawing/2014/main" id="{36DE6FD9-B807-1847-1B41-103A2E796D60}"/>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4" name="Google Shape;142;p2">
              <a:extLst>
                <a:ext uri="{FF2B5EF4-FFF2-40B4-BE49-F238E27FC236}">
                  <a16:creationId xmlns:a16="http://schemas.microsoft.com/office/drawing/2014/main" id="{515FDE78-3213-402D-C1C2-E73C7E1FCAE5}"/>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5" name="Google Shape;143;p2">
              <a:extLst>
                <a:ext uri="{FF2B5EF4-FFF2-40B4-BE49-F238E27FC236}">
                  <a16:creationId xmlns:a16="http://schemas.microsoft.com/office/drawing/2014/main" id="{86EA48BC-BF26-7929-FC8C-B8EFDC5C32A9}"/>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6" name="Google Shape;147;p2">
              <a:extLst>
                <a:ext uri="{FF2B5EF4-FFF2-40B4-BE49-F238E27FC236}">
                  <a16:creationId xmlns:a16="http://schemas.microsoft.com/office/drawing/2014/main" id="{32A28466-B1DD-8942-D5A0-E68A7DD10076}"/>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7" name="Google Shape;151;p2">
              <a:extLst>
                <a:ext uri="{FF2B5EF4-FFF2-40B4-BE49-F238E27FC236}">
                  <a16:creationId xmlns:a16="http://schemas.microsoft.com/office/drawing/2014/main" id="{477EE8AE-1B1A-CE6C-71BF-9DE5AA41B6D6}"/>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8" name="Google Shape;147;p2">
              <a:extLst>
                <a:ext uri="{FF2B5EF4-FFF2-40B4-BE49-F238E27FC236}">
                  <a16:creationId xmlns:a16="http://schemas.microsoft.com/office/drawing/2014/main" id="{E99A7F81-34F7-A0C2-B4A2-6F349E86B273}"/>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grpSp>
        <p:nvGrpSpPr>
          <p:cNvPr id="4" name="Group 3">
            <a:extLst>
              <a:ext uri="{FF2B5EF4-FFF2-40B4-BE49-F238E27FC236}">
                <a16:creationId xmlns:a16="http://schemas.microsoft.com/office/drawing/2014/main" id="{F40289E1-6832-B2A8-3974-BD264DBFE3FA}"/>
              </a:ext>
            </a:extLst>
          </p:cNvPr>
          <p:cNvGrpSpPr/>
          <p:nvPr/>
        </p:nvGrpSpPr>
        <p:grpSpPr>
          <a:xfrm>
            <a:off x="15130" y="47516"/>
            <a:ext cx="171132" cy="228600"/>
            <a:chOff x="0" y="49329"/>
            <a:chExt cx="171132" cy="228600"/>
          </a:xfrm>
        </p:grpSpPr>
        <p:cxnSp>
          <p:nvCxnSpPr>
            <p:cNvPr id="12" name="Straight Connector 11">
              <a:extLst>
                <a:ext uri="{FF2B5EF4-FFF2-40B4-BE49-F238E27FC236}">
                  <a16:creationId xmlns:a16="http://schemas.microsoft.com/office/drawing/2014/main" id="{6B8081A1-BA40-B200-E929-AF12F35E3FA5}"/>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Rectangle: Rounded Corners 18">
              <a:extLst>
                <a:ext uri="{FF2B5EF4-FFF2-40B4-BE49-F238E27FC236}">
                  <a16:creationId xmlns:a16="http://schemas.microsoft.com/office/drawing/2014/main" id="{B59F19EF-B4DB-1555-991E-988A64A187C5}"/>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21" name="Line 15">
            <a:extLst>
              <a:ext uri="{FF2B5EF4-FFF2-40B4-BE49-F238E27FC236}">
                <a16:creationId xmlns:a16="http://schemas.microsoft.com/office/drawing/2014/main" id="{F4909E0B-C43F-AC1E-DF3C-FBB9BB4835B9}"/>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Google Shape;1129;p23">
            <a:extLst>
              <a:ext uri="{FF2B5EF4-FFF2-40B4-BE49-F238E27FC236}">
                <a16:creationId xmlns:a16="http://schemas.microsoft.com/office/drawing/2014/main" id="{9D9AF239-8244-FB74-1DEE-6DF957D0B402}"/>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Day Surgery - Profound</a:t>
            </a:r>
            <a:endParaRPr lang="en-US">
              <a:solidFill>
                <a:schemeClr val="bg1"/>
              </a:solidFill>
              <a:latin typeface="Calibri"/>
              <a:ea typeface="Calibri"/>
              <a:cs typeface="Calibri"/>
            </a:endParaRPr>
          </a:p>
        </p:txBody>
      </p:sp>
      <p:sp>
        <p:nvSpPr>
          <p:cNvPr id="8" name="Rectangle 7">
            <a:extLst>
              <a:ext uri="{FF2B5EF4-FFF2-40B4-BE49-F238E27FC236}">
                <a16:creationId xmlns:a16="http://schemas.microsoft.com/office/drawing/2014/main" id="{896BC823-0F96-7AB9-E8B3-DBE7590AD105}"/>
              </a:ext>
            </a:extLst>
          </p:cNvPr>
          <p:cNvSpPr/>
          <p:nvPr/>
        </p:nvSpPr>
        <p:spPr>
          <a:xfrm>
            <a:off x="509281" y="6543683"/>
            <a:ext cx="7346950" cy="20139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Slides extracted from Profound document, please see external Profound business case for latest in case changed</a:t>
            </a:r>
          </a:p>
        </p:txBody>
      </p:sp>
    </p:spTree>
    <p:extLst>
      <p:ext uri="{BB962C8B-B14F-4D97-AF65-F5344CB8AC3E}">
        <p14:creationId xmlns:p14="http://schemas.microsoft.com/office/powerpoint/2010/main" val="375021496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0A90C0-502F-4A16-AEE7-258D7289E49D}"/>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F1F79681-95FE-5074-8A40-72D5F450CEEA}"/>
              </a:ext>
            </a:extLst>
          </p:cNvPr>
          <p:cNvGraphicFramePr>
            <a:graphicFrameLocks/>
          </p:cNvGraphicFramePr>
          <p:nvPr>
            <p:custDataLst>
              <p:tags r:id="rId1"/>
            </p:custDataLst>
            <p:extLst>
              <p:ext uri="{D42A27DB-BD31-4B8C-83A1-F6EECF244321}">
                <p14:modId xmlns:p14="http://schemas.microsoft.com/office/powerpoint/2010/main" val="9277728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1" imgW="306" imgH="306" progId="TCLayout.ActiveDocument.1">
                  <p:embed/>
                </p:oleObj>
              </mc:Choice>
              <mc:Fallback>
                <p:oleObj name="think-cell Slide" r:id="rId51" imgW="306" imgH="306" progId="TCLayout.ActiveDocument.1">
                  <p:embed/>
                  <p:pic>
                    <p:nvPicPr>
                      <p:cNvPr id="9" name="Object 8" hidden="1">
                        <a:extLst>
                          <a:ext uri="{FF2B5EF4-FFF2-40B4-BE49-F238E27FC236}">
                            <a16:creationId xmlns:a16="http://schemas.microsoft.com/office/drawing/2014/main" id="{F1F79681-95FE-5074-8A40-72D5F450CEEA}"/>
                          </a:ext>
                        </a:extLst>
                      </p:cNvPr>
                      <p:cNvPicPr/>
                      <p:nvPr/>
                    </p:nvPicPr>
                    <p:blipFill>
                      <a:blip r:embed="rId52"/>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E17BBE62-9CE0-2460-03F3-0052DE45D7DE}"/>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Prostate cancer and BPH surgery market expected to grow at </a:t>
            </a:r>
            <a:r>
              <a:rPr kumimoji="0" lang="en-US" sz="260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5.2% </a:t>
            </a:r>
            <a:r>
              <a:rPr kumimoji="0" lang="en-US" sz="2600" b="0" i="0" u="none" strike="noStrike" kern="1200" cap="none" spc="0" normalizeH="0" baseline="0" noProof="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annually, driven by increasing patient uptake and cross-city spillover</a:t>
            </a:r>
          </a:p>
        </p:txBody>
      </p:sp>
      <p:sp>
        <p:nvSpPr>
          <p:cNvPr id="17" name="Rectangle 16">
            <a:extLst>
              <a:ext uri="{FF2B5EF4-FFF2-40B4-BE49-F238E27FC236}">
                <a16:creationId xmlns:a16="http://schemas.microsoft.com/office/drawing/2014/main" id="{A5016BFB-6601-0C6F-83A7-147FDDC7E8CB}"/>
              </a:ext>
            </a:extLst>
          </p:cNvPr>
          <p:cNvSpPr/>
          <p:nvPr>
            <p:custDataLst>
              <p:tags r:id="rId3"/>
            </p:custDataLst>
          </p:nvPr>
        </p:nvSpPr>
        <p:spPr>
          <a:xfrm>
            <a:off x="5587958" y="1335809"/>
            <a:ext cx="4138334" cy="306388"/>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Patient Volume*</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19" name="Straight Connector 18">
            <a:extLst>
              <a:ext uri="{FF2B5EF4-FFF2-40B4-BE49-F238E27FC236}">
                <a16:creationId xmlns:a16="http://schemas.microsoft.com/office/drawing/2014/main" id="{232656B3-6259-2FCD-9B60-8B470905AAC9}"/>
              </a:ext>
            </a:extLst>
          </p:cNvPr>
          <p:cNvCxnSpPr>
            <a:cxnSpLocks/>
          </p:cNvCxnSpPr>
          <p:nvPr/>
        </p:nvCxnSpPr>
        <p:spPr>
          <a:xfrm>
            <a:off x="5559106" y="1579255"/>
            <a:ext cx="356398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DE9EB739-0AAA-5DC1-C373-40F2FB3A74D7}"/>
              </a:ext>
            </a:extLst>
          </p:cNvPr>
          <p:cNvSpPr/>
          <p:nvPr>
            <p:custDataLst>
              <p:tags r:id="rId4"/>
            </p:custDataLst>
          </p:nvPr>
        </p:nvSpPr>
        <p:spPr>
          <a:xfrm>
            <a:off x="657225" y="4060989"/>
            <a:ext cx="1998663"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defTabSz="914400" rtl="0" eaLnBrk="1" fontAlgn="auto" latinLnBrk="0" hangingPunct="1">
              <a:lnSpc>
                <a:spcPct val="100000"/>
              </a:lnSpc>
              <a:spcBef>
                <a:spcPts val="300"/>
              </a:spcBef>
              <a:spcAft>
                <a:spcPts val="300"/>
              </a:spcAft>
              <a:buClrTx/>
              <a:buSzTx/>
              <a:buFontTx/>
              <a:buNone/>
              <a:tabLst/>
              <a:defRPr/>
            </a:pPr>
            <a:endParaRPr kumimoji="0" lang="en-US" sz="1400" b="1" u="none" strike="noStrike" kern="1200" cap="none" spc="0" normalizeH="0" baseline="0" noProof="0">
              <a:ln>
                <a:noFill/>
              </a:ln>
              <a:solidFill>
                <a:srgbClr val="39BFC3"/>
              </a:solidFill>
              <a:effectLst/>
              <a:uLnTx/>
              <a:uFillTx/>
              <a:latin typeface="Calibri" panose="020F0502020204030204"/>
              <a:ea typeface="Calibri" panose="020F0502020204030204" pitchFamily="34" charset="0"/>
              <a:cs typeface="Calibri" panose="020F0502020204030204" pitchFamily="34" charset="0"/>
            </a:endParaRPr>
          </a:p>
        </p:txBody>
      </p:sp>
      <p:sp>
        <p:nvSpPr>
          <p:cNvPr id="3" name="Slide Number Placeholder 2">
            <a:extLst>
              <a:ext uri="{FF2B5EF4-FFF2-40B4-BE49-F238E27FC236}">
                <a16:creationId xmlns:a16="http://schemas.microsoft.com/office/drawing/2014/main" id="{1C7EC44D-966A-C2BB-616C-C015AD10AEEE}"/>
              </a:ext>
            </a:extLst>
          </p:cNvPr>
          <p:cNvSpPr>
            <a:spLocks noGrp="1"/>
          </p:cNvSpPr>
          <p:nvPr>
            <p:ph type="sldNum" sz="quarter" idx="12"/>
          </p:nvPr>
        </p:nvSpPr>
        <p:spPr/>
        <p:txBody>
          <a:bodyPr/>
          <a:lstStyle/>
          <a:p>
            <a:fld id="{8E1CF2E5-4A16-4FBD-9713-265FD1DAAE65}" type="slidenum">
              <a:rPr lang="en-US" smtClean="0"/>
              <a:t>52</a:t>
            </a:fld>
            <a:endParaRPr lang="en-US"/>
          </a:p>
        </p:txBody>
      </p:sp>
      <p:graphicFrame>
        <p:nvGraphicFramePr>
          <p:cNvPr id="54" name="Chart 53">
            <a:extLst>
              <a:ext uri="{FF2B5EF4-FFF2-40B4-BE49-F238E27FC236}">
                <a16:creationId xmlns:a16="http://schemas.microsoft.com/office/drawing/2014/main" id="{254A70B4-0B12-2453-2EAB-764042BF9093}"/>
              </a:ext>
            </a:extLst>
          </p:cNvPr>
          <p:cNvGraphicFramePr/>
          <p:nvPr>
            <p:custDataLst>
              <p:tags r:id="rId5"/>
            </p:custDataLst>
            <p:extLst>
              <p:ext uri="{D42A27DB-BD31-4B8C-83A1-F6EECF244321}">
                <p14:modId xmlns:p14="http://schemas.microsoft.com/office/powerpoint/2010/main" val="1097590390"/>
              </p:ext>
            </p:extLst>
          </p:nvPr>
        </p:nvGraphicFramePr>
        <p:xfrm>
          <a:off x="574675" y="4598988"/>
          <a:ext cx="3625850" cy="1095375"/>
        </p:xfrm>
        <a:graphic>
          <a:graphicData uri="http://schemas.openxmlformats.org/drawingml/2006/chart">
            <c:chart xmlns:c="http://schemas.openxmlformats.org/drawingml/2006/chart" xmlns:r="http://schemas.openxmlformats.org/officeDocument/2006/relationships" r:id="rId53"/>
          </a:graphicData>
        </a:graphic>
      </p:graphicFrame>
      <p:cxnSp>
        <p:nvCxnSpPr>
          <p:cNvPr id="3137" name="Straight Connector 3136">
            <a:extLst>
              <a:ext uri="{FF2B5EF4-FFF2-40B4-BE49-F238E27FC236}">
                <a16:creationId xmlns:a16="http://schemas.microsoft.com/office/drawing/2014/main" id="{6953D6BC-8A65-8991-67F6-086ED389B3A5}"/>
              </a:ext>
            </a:extLst>
          </p:cNvPr>
          <p:cNvCxnSpPr/>
          <p:nvPr>
            <p:custDataLst>
              <p:tags r:id="rId6"/>
            </p:custDataLst>
          </p:nvPr>
        </p:nvCxnSpPr>
        <p:spPr bwMode="auto">
          <a:xfrm flipV="1">
            <a:off x="1233488" y="4287838"/>
            <a:ext cx="2306638" cy="5842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3" name="Text Placeholder 2">
            <a:extLst>
              <a:ext uri="{FF2B5EF4-FFF2-40B4-BE49-F238E27FC236}">
                <a16:creationId xmlns:a16="http://schemas.microsoft.com/office/drawing/2014/main" id="{87BB863F-9716-77B5-70B5-97E8A856AB8A}"/>
              </a:ext>
            </a:extLst>
          </p:cNvPr>
          <p:cNvSpPr>
            <a:spLocks/>
          </p:cNvSpPr>
          <p:nvPr>
            <p:custDataLst>
              <p:tags r:id="rId7"/>
            </p:custDataLst>
          </p:nvPr>
        </p:nvSpPr>
        <p:spPr bwMode="gray">
          <a:xfrm>
            <a:off x="954088" y="5243513"/>
            <a:ext cx="238125" cy="165100"/>
          </a:xfrm>
          <a:prstGeom prst="rect">
            <a:avLst/>
          </a:prstGeom>
          <a:solidFill>
            <a:srgbClr val="F0F0F0"/>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9F76F48-7858-41F0-BED0-B5AE26ABC78E}" type="datetime'''''''''''''0''''''''''''''''''''''''''''''.''''9'''''''''">
              <a:rPr lang="en-US" altLang="en-US" sz="1200" smtClean="0"/>
              <a:pPr marL="0" lvl="0" indent="0" algn="ctr">
                <a:spcBef>
                  <a:spcPct val="0"/>
                </a:spcBef>
                <a:spcAft>
                  <a:spcPct val="0"/>
                </a:spcAft>
                <a:buNone/>
              </a:pPr>
              <a:t>0.9</a:t>
            </a:fld>
            <a:endParaRPr lang="en-US" sz="1200"/>
          </a:p>
        </p:txBody>
      </p:sp>
      <p:sp>
        <p:nvSpPr>
          <p:cNvPr id="44" name="Text Placeholder 2">
            <a:extLst>
              <a:ext uri="{FF2B5EF4-FFF2-40B4-BE49-F238E27FC236}">
                <a16:creationId xmlns:a16="http://schemas.microsoft.com/office/drawing/2014/main" id="{87BB863F-9716-77B5-70B5-97E8A856AB8A}"/>
              </a:ext>
            </a:extLst>
          </p:cNvPr>
          <p:cNvSpPr>
            <a:spLocks/>
          </p:cNvSpPr>
          <p:nvPr>
            <p:custDataLst>
              <p:tags r:id="rId8"/>
            </p:custDataLst>
          </p:nvPr>
        </p:nvSpPr>
        <p:spPr bwMode="gray">
          <a:xfrm>
            <a:off x="1274763" y="5359400"/>
            <a:ext cx="238125" cy="165100"/>
          </a:xfrm>
          <a:prstGeom prst="rect">
            <a:avLst/>
          </a:prstGeom>
          <a:solidFill>
            <a:srgbClr val="17B2AF"/>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920EF47-8819-4934-BE73-BF6DFFCA76AC}" type="datetime'''''''''''''''0''''''''''.''8'''''''''''''''''">
              <a:rPr lang="en-US" altLang="en-US" sz="1200" smtClean="0">
                <a:solidFill>
                  <a:schemeClr val="bg1"/>
                </a:solidFill>
              </a:rPr>
              <a:pPr marL="0" lvl="0" indent="0" algn="ctr">
                <a:spcBef>
                  <a:spcPct val="0"/>
                </a:spcBef>
                <a:spcAft>
                  <a:spcPct val="0"/>
                </a:spcAft>
                <a:buNone/>
              </a:pPr>
              <a:t>0.8</a:t>
            </a:fld>
            <a:endParaRPr lang="en-US" sz="1200">
              <a:solidFill>
                <a:schemeClr val="bg1"/>
              </a:solidFill>
            </a:endParaRPr>
          </a:p>
        </p:txBody>
      </p:sp>
      <p:sp>
        <p:nvSpPr>
          <p:cNvPr id="45" name="Text Placeholder 2">
            <a:extLst>
              <a:ext uri="{FF2B5EF4-FFF2-40B4-BE49-F238E27FC236}">
                <a16:creationId xmlns:a16="http://schemas.microsoft.com/office/drawing/2014/main" id="{87BB863F-9716-77B5-70B5-97E8A856AB8A}"/>
              </a:ext>
            </a:extLst>
          </p:cNvPr>
          <p:cNvSpPr>
            <a:spLocks/>
          </p:cNvSpPr>
          <p:nvPr>
            <p:custDataLst>
              <p:tags r:id="rId9"/>
            </p:custDataLst>
          </p:nvPr>
        </p:nvSpPr>
        <p:spPr bwMode="gray">
          <a:xfrm>
            <a:off x="954088" y="5470525"/>
            <a:ext cx="238125" cy="165100"/>
          </a:xfrm>
          <a:prstGeom prst="rect">
            <a:avLst/>
          </a:prstGeom>
          <a:solidFill>
            <a:srgbClr val="04748A"/>
          </a:solidFill>
          <a:ln>
            <a:noFill/>
          </a:ln>
          <a:effec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D8C87EB-3896-458B-956D-FAEB739D3FCD}" type="datetime'''''''''''0''''''''''''''''''''''''''''''''''.8'">
              <a:rPr lang="en-US" altLang="en-US" sz="1200" smtClean="0">
                <a:solidFill>
                  <a:schemeClr val="bg1"/>
                </a:solidFill>
              </a:rPr>
              <a:pPr marL="0" lvl="0" indent="0" algn="ctr">
                <a:spcBef>
                  <a:spcPct val="0"/>
                </a:spcBef>
                <a:spcAft>
                  <a:spcPct val="0"/>
                </a:spcAft>
                <a:buNone/>
              </a:pPr>
              <a:t>0.8</a:t>
            </a:fld>
            <a:endParaRPr lang="en-US" sz="1200">
              <a:solidFill>
                <a:schemeClr val="bg1"/>
              </a:solidFill>
            </a:endParaRPr>
          </a:p>
        </p:txBody>
      </p:sp>
      <p:sp>
        <p:nvSpPr>
          <p:cNvPr id="11" name="Text Placeholder 2">
            <a:extLst>
              <a:ext uri="{FF2B5EF4-FFF2-40B4-BE49-F238E27FC236}">
                <a16:creationId xmlns:a16="http://schemas.microsoft.com/office/drawing/2014/main" id="{87BB863F-9716-77B5-70B5-97E8A856AB8A}"/>
              </a:ext>
            </a:extLst>
          </p:cNvPr>
          <p:cNvSpPr>
            <a:spLocks/>
          </p:cNvSpPr>
          <p:nvPr>
            <p:custDataLst>
              <p:tags r:id="rId10"/>
            </p:custDataLst>
          </p:nvPr>
        </p:nvSpPr>
        <p:spPr bwMode="auto">
          <a:xfrm>
            <a:off x="1036638" y="5686425"/>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B472D740-D982-4EA7-AEB2-2ECA7183DE1B}" type="datetime'2''''''''''''''''''''''02''''''''''''''''''''''''6''''''F'''">
              <a:rPr lang="en-US" altLang="en-US" sz="1200" b="1" smtClean="0"/>
              <a:pPr marL="0" lvl="0" indent="0" algn="ctr">
                <a:spcBef>
                  <a:spcPct val="0"/>
                </a:spcBef>
                <a:spcAft>
                  <a:spcPct val="0"/>
                </a:spcAft>
                <a:buNone/>
              </a:pPr>
              <a:t>2026F</a:t>
            </a:fld>
            <a:endParaRPr lang="en-US" sz="1200" b="1"/>
          </a:p>
        </p:txBody>
      </p:sp>
      <p:sp>
        <p:nvSpPr>
          <p:cNvPr id="46" name="Text Placeholder 2">
            <a:extLst>
              <a:ext uri="{FF2B5EF4-FFF2-40B4-BE49-F238E27FC236}">
                <a16:creationId xmlns:a16="http://schemas.microsoft.com/office/drawing/2014/main" id="{87BB863F-9716-77B5-70B5-97E8A856AB8A}"/>
              </a:ext>
            </a:extLst>
          </p:cNvPr>
          <p:cNvSpPr>
            <a:spLocks/>
          </p:cNvSpPr>
          <p:nvPr>
            <p:custDataLst>
              <p:tags r:id="rId11"/>
            </p:custDataLst>
          </p:nvPr>
        </p:nvSpPr>
        <p:spPr bwMode="gray">
          <a:xfrm>
            <a:off x="2268538" y="4987925"/>
            <a:ext cx="2381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C684211-DD40-4916-8473-DFB3452FAE71}" type="datetime'''''''''''''''''1.''''''''''2'''''''''''''''''''''''''">
              <a:rPr lang="en-US" altLang="en-US" sz="1200" smtClean="0"/>
              <a:pPr marL="0" lvl="0" indent="0" algn="ctr">
                <a:spcBef>
                  <a:spcPct val="0"/>
                </a:spcBef>
                <a:spcAft>
                  <a:spcPct val="0"/>
                </a:spcAft>
                <a:buNone/>
              </a:pPr>
              <a:t>1.2</a:t>
            </a:fld>
            <a:endParaRPr lang="en-US" sz="1200"/>
          </a:p>
        </p:txBody>
      </p:sp>
      <p:sp>
        <p:nvSpPr>
          <p:cNvPr id="47" name="Text Placeholder 2">
            <a:extLst>
              <a:ext uri="{FF2B5EF4-FFF2-40B4-BE49-F238E27FC236}">
                <a16:creationId xmlns:a16="http://schemas.microsoft.com/office/drawing/2014/main" id="{87BB863F-9716-77B5-70B5-97E8A856AB8A}"/>
              </a:ext>
            </a:extLst>
          </p:cNvPr>
          <p:cNvSpPr>
            <a:spLocks/>
          </p:cNvSpPr>
          <p:nvPr>
            <p:custDataLst>
              <p:tags r:id="rId12"/>
            </p:custDataLst>
          </p:nvPr>
        </p:nvSpPr>
        <p:spPr bwMode="gray">
          <a:xfrm>
            <a:off x="2268538" y="5187950"/>
            <a:ext cx="238125" cy="165100"/>
          </a:xfrm>
          <a:prstGeom prst="rect">
            <a:avLst/>
          </a:prstGeom>
          <a:noFill/>
          <a:ln>
            <a:noFill/>
          </a:ln>
          <a:effectLst/>
          <a:extLst>
            <a:ext uri="{909E8E84-426E-40DD-AFC4-6F175D3DCCD1}">
              <a14:hiddenFill xmlns:a14="http://schemas.microsoft.com/office/drawing/2010/main">
                <a:solidFill>
                  <a:schemeClr val="accent2"/>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E942BED-361B-48BA-9A5F-47612D3E7E41}" type="datetime'''''''''''''''''''''''''''''''''''''''''''1''''.7'">
              <a:rPr lang="en-US" altLang="en-US" sz="1200" smtClean="0">
                <a:solidFill>
                  <a:schemeClr val="bg1"/>
                </a:solidFill>
              </a:rPr>
              <a:pPr marL="0" lvl="0" indent="0" algn="ctr">
                <a:spcBef>
                  <a:spcPct val="0"/>
                </a:spcBef>
                <a:spcAft>
                  <a:spcPct val="0"/>
                </a:spcAft>
                <a:buNone/>
              </a:pPr>
              <a:t>1.7</a:t>
            </a:fld>
            <a:endParaRPr lang="en-US" sz="1200">
              <a:solidFill>
                <a:schemeClr val="bg1"/>
              </a:solidFill>
            </a:endParaRPr>
          </a:p>
        </p:txBody>
      </p:sp>
      <p:sp>
        <p:nvSpPr>
          <p:cNvPr id="49" name="Text Placeholder 2">
            <a:extLst>
              <a:ext uri="{FF2B5EF4-FFF2-40B4-BE49-F238E27FC236}">
                <a16:creationId xmlns:a16="http://schemas.microsoft.com/office/drawing/2014/main" id="{87BB863F-9716-77B5-70B5-97E8A856AB8A}"/>
              </a:ext>
            </a:extLst>
          </p:cNvPr>
          <p:cNvSpPr>
            <a:spLocks/>
          </p:cNvSpPr>
          <p:nvPr>
            <p:custDataLst>
              <p:tags r:id="rId13"/>
            </p:custDataLst>
          </p:nvPr>
        </p:nvSpPr>
        <p:spPr bwMode="gray">
          <a:xfrm>
            <a:off x="2268538" y="5418138"/>
            <a:ext cx="238125" cy="165100"/>
          </a:xfrm>
          <a:prstGeom prst="rect">
            <a:avLst/>
          </a:prstGeom>
          <a:noFill/>
          <a:ln>
            <a:noFill/>
          </a:ln>
          <a:effectLst/>
          <a:extLst>
            <a:ext uri="{909E8E84-426E-40DD-AFC4-6F175D3DCCD1}">
              <a14:hiddenFill xmlns:a14="http://schemas.microsoft.com/office/drawing/2010/main">
                <a:solidFill>
                  <a:schemeClr val="accent3"/>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E41984F-BD25-46B3-A2FC-332D50D52B86}" type="datetime'''''1''''''''''''''''''''''''''.''''''''''''''''''''6'''''''''">
              <a:rPr lang="en-US" altLang="en-US" sz="1200" smtClean="0">
                <a:solidFill>
                  <a:schemeClr val="bg1"/>
                </a:solidFill>
              </a:rPr>
              <a:pPr marL="0" lvl="0" indent="0" algn="ctr">
                <a:spcBef>
                  <a:spcPct val="0"/>
                </a:spcBef>
                <a:spcAft>
                  <a:spcPct val="0"/>
                </a:spcAft>
                <a:buNone/>
              </a:pPr>
              <a:t>1.6</a:t>
            </a:fld>
            <a:endParaRPr lang="en-US" sz="1200">
              <a:solidFill>
                <a:schemeClr val="bg1"/>
              </a:solidFill>
            </a:endParaRPr>
          </a:p>
        </p:txBody>
      </p:sp>
      <p:sp>
        <p:nvSpPr>
          <p:cNvPr id="32" name="Text Placeholder 2">
            <a:extLst>
              <a:ext uri="{FF2B5EF4-FFF2-40B4-BE49-F238E27FC236}">
                <a16:creationId xmlns:a16="http://schemas.microsoft.com/office/drawing/2014/main" id="{AD3FBF60-535F-FD0C-4916-4966AE2BE1E8}"/>
              </a:ext>
            </a:extLst>
          </p:cNvPr>
          <p:cNvSpPr>
            <a:spLocks/>
          </p:cNvSpPr>
          <p:nvPr>
            <p:custDataLst>
              <p:tags r:id="rId14"/>
            </p:custDataLst>
          </p:nvPr>
        </p:nvSpPr>
        <p:spPr bwMode="auto">
          <a:xfrm>
            <a:off x="2190750" y="5686425"/>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71AD5B7-F842-47CB-B5E9-BCFE961436A7}" type="datetime'''''''''''''''''''''''''''''2''''''''''''''''''''''0''27F'''">
              <a:rPr lang="en-US" altLang="en-US" sz="1200" b="1" smtClean="0"/>
              <a:pPr marL="0" lvl="0" indent="0" algn="ctr">
                <a:spcBef>
                  <a:spcPct val="0"/>
                </a:spcBef>
                <a:spcAft>
                  <a:spcPct val="0"/>
                </a:spcAft>
                <a:buNone/>
              </a:pPr>
              <a:t>2027F</a:t>
            </a:fld>
            <a:endParaRPr lang="en-US" sz="1200" b="1"/>
          </a:p>
        </p:txBody>
      </p:sp>
      <p:sp>
        <p:nvSpPr>
          <p:cNvPr id="50" name="Text Placeholder 2">
            <a:extLst>
              <a:ext uri="{FF2B5EF4-FFF2-40B4-BE49-F238E27FC236}">
                <a16:creationId xmlns:a16="http://schemas.microsoft.com/office/drawing/2014/main" id="{87BB863F-9716-77B5-70B5-97E8A856AB8A}"/>
              </a:ext>
            </a:extLst>
          </p:cNvPr>
          <p:cNvSpPr>
            <a:spLocks/>
          </p:cNvSpPr>
          <p:nvPr>
            <p:custDataLst>
              <p:tags r:id="rId15"/>
            </p:custDataLst>
          </p:nvPr>
        </p:nvSpPr>
        <p:spPr bwMode="gray">
          <a:xfrm>
            <a:off x="3421063" y="4702175"/>
            <a:ext cx="2381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56343F7-2100-490C-B274-90F819DBE22D}" type="datetime'''1''''''''''''''''''''''''''''''''''''''''''''''''''.5'''''">
              <a:rPr lang="en-US" altLang="en-US" sz="1200" smtClean="0"/>
              <a:pPr marL="0" lvl="0" indent="0" algn="ctr">
                <a:spcBef>
                  <a:spcPct val="0"/>
                </a:spcBef>
                <a:spcAft>
                  <a:spcPct val="0"/>
                </a:spcAft>
                <a:buNone/>
              </a:pPr>
              <a:t>1.5</a:t>
            </a:fld>
            <a:endParaRPr lang="en-US" sz="1200"/>
          </a:p>
        </p:txBody>
      </p:sp>
      <p:sp>
        <p:nvSpPr>
          <p:cNvPr id="51" name="Text Placeholder 2">
            <a:extLst>
              <a:ext uri="{FF2B5EF4-FFF2-40B4-BE49-F238E27FC236}">
                <a16:creationId xmlns:a16="http://schemas.microsoft.com/office/drawing/2014/main" id="{87BB863F-9716-77B5-70B5-97E8A856AB8A}"/>
              </a:ext>
            </a:extLst>
          </p:cNvPr>
          <p:cNvSpPr>
            <a:spLocks/>
          </p:cNvSpPr>
          <p:nvPr>
            <p:custDataLst>
              <p:tags r:id="rId16"/>
            </p:custDataLst>
          </p:nvPr>
        </p:nvSpPr>
        <p:spPr bwMode="gray">
          <a:xfrm>
            <a:off x="3421063" y="4995863"/>
            <a:ext cx="238125" cy="165100"/>
          </a:xfrm>
          <a:prstGeom prst="rect">
            <a:avLst/>
          </a:prstGeom>
          <a:noFill/>
          <a:ln>
            <a:noFill/>
          </a:ln>
          <a:effectLst/>
          <a:extLst>
            <a:ext uri="{909E8E84-426E-40DD-AFC4-6F175D3DCCD1}">
              <a14:hiddenFill xmlns:a14="http://schemas.microsoft.com/office/drawing/2010/main">
                <a:solidFill>
                  <a:schemeClr val="accent2"/>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EB2218EF-5F65-439C-90AD-CA79CB2ACCAB}" type="datetime'''''''''''''''''''2.''''7'''''''''''''''">
              <a:rPr lang="en-US" altLang="en-US" sz="1200" smtClean="0">
                <a:solidFill>
                  <a:schemeClr val="bg1"/>
                </a:solidFill>
              </a:rPr>
              <a:pPr marL="0" lvl="0" indent="0" algn="ctr">
                <a:spcBef>
                  <a:spcPct val="0"/>
                </a:spcBef>
                <a:spcAft>
                  <a:spcPct val="0"/>
                </a:spcAft>
                <a:buNone/>
              </a:pPr>
              <a:t>2.7</a:t>
            </a:fld>
            <a:endParaRPr lang="en-US" sz="1200">
              <a:solidFill>
                <a:schemeClr val="bg1"/>
              </a:solidFill>
            </a:endParaRPr>
          </a:p>
        </p:txBody>
      </p:sp>
      <p:sp>
        <p:nvSpPr>
          <p:cNvPr id="52" name="Text Placeholder 2">
            <a:extLst>
              <a:ext uri="{FF2B5EF4-FFF2-40B4-BE49-F238E27FC236}">
                <a16:creationId xmlns:a16="http://schemas.microsoft.com/office/drawing/2014/main" id="{87BB863F-9716-77B5-70B5-97E8A856AB8A}"/>
              </a:ext>
            </a:extLst>
          </p:cNvPr>
          <p:cNvSpPr>
            <a:spLocks/>
          </p:cNvSpPr>
          <p:nvPr>
            <p:custDataLst>
              <p:tags r:id="rId17"/>
            </p:custDataLst>
          </p:nvPr>
        </p:nvSpPr>
        <p:spPr bwMode="gray">
          <a:xfrm>
            <a:off x="3421063" y="5357813"/>
            <a:ext cx="238125" cy="165100"/>
          </a:xfrm>
          <a:prstGeom prst="rect">
            <a:avLst/>
          </a:prstGeom>
          <a:noFill/>
          <a:ln>
            <a:noFill/>
          </a:ln>
          <a:effectLst/>
          <a:extLst>
            <a:ext uri="{909E8E84-426E-40DD-AFC4-6F175D3DCCD1}">
              <a14:hiddenFill xmlns:a14="http://schemas.microsoft.com/office/drawing/2010/main">
                <a:solidFill>
                  <a:schemeClr val="accent3"/>
                </a:solidFill>
              </a14:hiddenFill>
            </a:ext>
          </a:extLst>
        </p:spPr>
        <p:txBody>
          <a:bodyPr vert="horz" wrap="none" lIns="22225" tIns="0" rIns="22225"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AE5704A-1168-45DB-9BB1-06E70BDF56C1}" type="datetime'''''''''''''''''''''''''''2''''''.''''''''''''''''''''4'''''''">
              <a:rPr lang="en-US" altLang="en-US" sz="1200" smtClean="0">
                <a:solidFill>
                  <a:schemeClr val="bg1"/>
                </a:solidFill>
              </a:rPr>
              <a:pPr marL="0" lvl="0" indent="0" algn="ctr">
                <a:spcBef>
                  <a:spcPct val="0"/>
                </a:spcBef>
                <a:spcAft>
                  <a:spcPct val="0"/>
                </a:spcAft>
                <a:buNone/>
              </a:pPr>
              <a:t>2.4</a:t>
            </a:fld>
            <a:endParaRPr lang="en-US" sz="1200">
              <a:solidFill>
                <a:schemeClr val="bg1"/>
              </a:solidFill>
            </a:endParaRPr>
          </a:p>
        </p:txBody>
      </p:sp>
      <p:sp>
        <p:nvSpPr>
          <p:cNvPr id="34" name="Text Placeholder 2">
            <a:extLst>
              <a:ext uri="{FF2B5EF4-FFF2-40B4-BE49-F238E27FC236}">
                <a16:creationId xmlns:a16="http://schemas.microsoft.com/office/drawing/2014/main" id="{E56F40AF-5AE7-64A2-953C-0B2BB26A9C94}"/>
              </a:ext>
            </a:extLst>
          </p:cNvPr>
          <p:cNvSpPr>
            <a:spLocks/>
          </p:cNvSpPr>
          <p:nvPr>
            <p:custDataLst>
              <p:tags r:id="rId18"/>
            </p:custDataLst>
          </p:nvPr>
        </p:nvSpPr>
        <p:spPr bwMode="auto">
          <a:xfrm>
            <a:off x="3343275" y="5686425"/>
            <a:ext cx="3937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98B8C37-3E28-4A90-B44B-4C0DC7414FC1}" type="datetime'''''''''''''''''''''''''''''''2''''''''''0''''''''''''''28F'''">
              <a:rPr lang="en-US" altLang="en-US" sz="1200" b="1" smtClean="0"/>
              <a:pPr marL="0" lvl="0" indent="0" algn="ctr">
                <a:spcBef>
                  <a:spcPct val="0"/>
                </a:spcBef>
                <a:spcAft>
                  <a:spcPct val="0"/>
                </a:spcAft>
                <a:buNone/>
              </a:pPr>
              <a:t>2028F</a:t>
            </a:fld>
            <a:endParaRPr lang="en-US" sz="1200" b="1"/>
          </a:p>
        </p:txBody>
      </p:sp>
      <p:sp>
        <p:nvSpPr>
          <p:cNvPr id="21" name="Text Placeholder 2">
            <a:extLst>
              <a:ext uri="{FF2B5EF4-FFF2-40B4-BE49-F238E27FC236}">
                <a16:creationId xmlns:a16="http://schemas.microsoft.com/office/drawing/2014/main" id="{87BB863F-9716-77B5-70B5-97E8A856AB8A}"/>
              </a:ext>
            </a:extLst>
          </p:cNvPr>
          <p:cNvSpPr>
            <a:spLocks/>
          </p:cNvSpPr>
          <p:nvPr>
            <p:custDataLst>
              <p:tags r:id="rId19"/>
            </p:custDataLst>
          </p:nvPr>
        </p:nvSpPr>
        <p:spPr bwMode="auto">
          <a:xfrm>
            <a:off x="3983038" y="4702175"/>
            <a:ext cx="8921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ED914E0C-ED3F-409D-A1E2-A7EF02391DEE}" type="datetime'''''P''C ''''''''Pro''''''''''c''''''edure''''''''s'''">
              <a:rPr lang="en-US" altLang="en-US" sz="1200" smtClean="0"/>
              <a:pPr marL="0" lvl="0" indent="0">
                <a:spcBef>
                  <a:spcPct val="0"/>
                </a:spcBef>
                <a:spcAft>
                  <a:spcPct val="0"/>
                </a:spcAft>
                <a:buNone/>
              </a:pPr>
              <a:t>PC Procedures</a:t>
            </a:fld>
            <a:endParaRPr lang="en-US" sz="1200"/>
          </a:p>
        </p:txBody>
      </p:sp>
      <p:sp>
        <p:nvSpPr>
          <p:cNvPr id="22" name="Text Placeholder 2">
            <a:extLst>
              <a:ext uri="{FF2B5EF4-FFF2-40B4-BE49-F238E27FC236}">
                <a16:creationId xmlns:a16="http://schemas.microsoft.com/office/drawing/2014/main" id="{87BB863F-9716-77B5-70B5-97E8A856AB8A}"/>
              </a:ext>
            </a:extLst>
          </p:cNvPr>
          <p:cNvSpPr>
            <a:spLocks/>
          </p:cNvSpPr>
          <p:nvPr>
            <p:custDataLst>
              <p:tags r:id="rId20"/>
            </p:custDataLst>
          </p:nvPr>
        </p:nvSpPr>
        <p:spPr bwMode="auto">
          <a:xfrm>
            <a:off x="3983038" y="4995863"/>
            <a:ext cx="9890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87E020E6-C3F0-4B87-BEE8-0DDAE6DB619A}" type="datetime'''BPH'''''' ''Pr''oc''''ed''''''''u''''''''r''''e''''''''s'">
              <a:rPr lang="en-US" altLang="en-US" sz="1200" smtClean="0"/>
              <a:pPr marL="0" lvl="0" indent="0">
                <a:spcBef>
                  <a:spcPct val="0"/>
                </a:spcBef>
                <a:spcAft>
                  <a:spcPct val="0"/>
                </a:spcAft>
                <a:buNone/>
              </a:pPr>
              <a:t>BPH Procedures</a:t>
            </a:fld>
            <a:endParaRPr lang="en-US" sz="1200"/>
          </a:p>
        </p:txBody>
      </p:sp>
      <p:sp>
        <p:nvSpPr>
          <p:cNvPr id="24" name="Text Placeholder 2">
            <a:extLst>
              <a:ext uri="{FF2B5EF4-FFF2-40B4-BE49-F238E27FC236}">
                <a16:creationId xmlns:a16="http://schemas.microsoft.com/office/drawing/2014/main" id="{87BB863F-9716-77B5-70B5-97E8A856AB8A}"/>
              </a:ext>
            </a:extLst>
          </p:cNvPr>
          <p:cNvSpPr>
            <a:spLocks/>
          </p:cNvSpPr>
          <p:nvPr>
            <p:custDataLst>
              <p:tags r:id="rId21"/>
            </p:custDataLst>
          </p:nvPr>
        </p:nvSpPr>
        <p:spPr bwMode="auto">
          <a:xfrm>
            <a:off x="3983038" y="5357813"/>
            <a:ext cx="10858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048F797A-9E0C-470F-AA98-3EE1D4CD66A0}" type="datetime'A''''''''d''j''''''ace''''n''''t'' St''re''am''s'''''''''">
              <a:rPr lang="en-US" altLang="en-US" sz="1200" smtClean="0"/>
              <a:pPr marL="0" lvl="0" indent="0">
                <a:spcBef>
                  <a:spcPct val="0"/>
                </a:spcBef>
                <a:spcAft>
                  <a:spcPct val="0"/>
                </a:spcAft>
                <a:buNone/>
              </a:pPr>
              <a:t>Adjacent Streams</a:t>
            </a:fld>
            <a:endParaRPr lang="en-US" sz="1200"/>
          </a:p>
        </p:txBody>
      </p:sp>
      <p:sp>
        <p:nvSpPr>
          <p:cNvPr id="25" name="Text Placeholder 2">
            <a:extLst>
              <a:ext uri="{FF2B5EF4-FFF2-40B4-BE49-F238E27FC236}">
                <a16:creationId xmlns:a16="http://schemas.microsoft.com/office/drawing/2014/main" id="{87BB863F-9716-77B5-70B5-97E8A856AB8A}"/>
              </a:ext>
            </a:extLst>
          </p:cNvPr>
          <p:cNvSpPr>
            <a:spLocks/>
          </p:cNvSpPr>
          <p:nvPr>
            <p:custDataLst>
              <p:tags r:id="rId22"/>
            </p:custDataLst>
          </p:nvPr>
        </p:nvSpPr>
        <p:spPr bwMode="gray">
          <a:xfrm>
            <a:off x="1112838" y="5075238"/>
            <a:ext cx="2413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522BA54-8EBB-4A4C-9EB9-E0E73978048A}" type="datetime'''''''''''''''''''''''2''''''''''''''''''''''.''''4'''''''">
              <a:rPr lang="en-US" altLang="en-US" sz="1200" b="1" smtClean="0"/>
              <a:pPr marL="0" lvl="0" indent="0" algn="ctr">
                <a:spcBef>
                  <a:spcPct val="0"/>
                </a:spcBef>
                <a:spcAft>
                  <a:spcPct val="0"/>
                </a:spcAft>
                <a:buNone/>
              </a:pPr>
              <a:t>2.4</a:t>
            </a:fld>
            <a:endParaRPr lang="en-US" sz="1200" b="1"/>
          </a:p>
        </p:txBody>
      </p:sp>
      <p:sp>
        <p:nvSpPr>
          <p:cNvPr id="28" name="Text Placeholder 2">
            <a:extLst>
              <a:ext uri="{FF2B5EF4-FFF2-40B4-BE49-F238E27FC236}">
                <a16:creationId xmlns:a16="http://schemas.microsoft.com/office/drawing/2014/main" id="{87BB863F-9716-77B5-70B5-97E8A856AB8A}"/>
              </a:ext>
            </a:extLst>
          </p:cNvPr>
          <p:cNvSpPr>
            <a:spLocks/>
          </p:cNvSpPr>
          <p:nvPr>
            <p:custDataLst>
              <p:tags r:id="rId23"/>
            </p:custDataLst>
          </p:nvPr>
        </p:nvSpPr>
        <p:spPr bwMode="gray">
          <a:xfrm>
            <a:off x="2266950" y="4799013"/>
            <a:ext cx="2413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F9D047F-26DF-4BAE-8DC9-82B60BFDC171}" type="datetime'''''''''''4''''''''''''''''''.''''''''''4'''''''''''''">
              <a:rPr lang="en-US" altLang="en-US" sz="1200" b="1" smtClean="0"/>
              <a:pPr marL="0" lvl="0" indent="0" algn="ctr">
                <a:spcBef>
                  <a:spcPct val="0"/>
                </a:spcBef>
                <a:spcAft>
                  <a:spcPct val="0"/>
                </a:spcAft>
                <a:buNone/>
              </a:pPr>
              <a:t>4.4</a:t>
            </a:fld>
            <a:endParaRPr lang="en-US" sz="1200" b="1"/>
          </a:p>
        </p:txBody>
      </p:sp>
      <p:sp>
        <p:nvSpPr>
          <p:cNvPr id="29" name="Text Placeholder 2">
            <a:extLst>
              <a:ext uri="{FF2B5EF4-FFF2-40B4-BE49-F238E27FC236}">
                <a16:creationId xmlns:a16="http://schemas.microsoft.com/office/drawing/2014/main" id="{87BB863F-9716-77B5-70B5-97E8A856AB8A}"/>
              </a:ext>
            </a:extLst>
          </p:cNvPr>
          <p:cNvSpPr>
            <a:spLocks/>
          </p:cNvSpPr>
          <p:nvPr>
            <p:custDataLst>
              <p:tags r:id="rId24"/>
            </p:custDataLst>
          </p:nvPr>
        </p:nvSpPr>
        <p:spPr bwMode="gray">
          <a:xfrm>
            <a:off x="3419475" y="4491038"/>
            <a:ext cx="2413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CAB487C-9A89-4338-83DC-F11CFB4DCA3A}" type="datetime'''6''''.''''''''''''''''6'''''''''''''''''''''">
              <a:rPr lang="en-US" altLang="en-US" sz="1200" b="1" smtClean="0"/>
              <a:pPr marL="0" lvl="0" indent="0" algn="ctr">
                <a:spcBef>
                  <a:spcPct val="0"/>
                </a:spcBef>
                <a:spcAft>
                  <a:spcPct val="0"/>
                </a:spcAft>
                <a:buNone/>
              </a:pPr>
              <a:t>6.6</a:t>
            </a:fld>
            <a:endParaRPr lang="en-US" sz="1200" b="1"/>
          </a:p>
        </p:txBody>
      </p:sp>
      <p:sp>
        <p:nvSpPr>
          <p:cNvPr id="56" name="Text Placeholder 2">
            <a:extLst>
              <a:ext uri="{FF2B5EF4-FFF2-40B4-BE49-F238E27FC236}">
                <a16:creationId xmlns:a16="http://schemas.microsoft.com/office/drawing/2014/main" id="{87BB863F-9716-77B5-70B5-97E8A856AB8A}"/>
              </a:ext>
            </a:extLst>
          </p:cNvPr>
          <p:cNvSpPr>
            <a:spLocks/>
          </p:cNvSpPr>
          <p:nvPr>
            <p:custDataLst>
              <p:tags r:id="rId25"/>
            </p:custDataLst>
          </p:nvPr>
        </p:nvSpPr>
        <p:spPr bwMode="auto">
          <a:xfrm>
            <a:off x="1949450" y="4462463"/>
            <a:ext cx="874713"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AFC2CF51-2151-41BD-BFDB-A962316D709C}" type="datetime'''''''''''''''''''+''''6''4''''''''''''''''%'''''''''">
              <a:rPr lang="en-US" altLang="en-US" sz="1200" b="1" smtClean="0">
                <a:solidFill>
                  <a:schemeClr val="bg1"/>
                </a:solidFill>
                <a:effectLst/>
              </a:rPr>
              <a:pPr marL="0" lvl="0" indent="0" algn="ctr">
                <a:spcBef>
                  <a:spcPct val="0"/>
                </a:spcBef>
                <a:spcAft>
                  <a:spcPct val="0"/>
                </a:spcAft>
                <a:buNone/>
              </a:pPr>
              <a:t>+64%</a:t>
            </a:fld>
            <a:r>
              <a:rPr lang="en-US" sz="1200" b="1">
                <a:solidFill>
                  <a:schemeClr val="bg1"/>
                </a:solidFill>
              </a:rPr>
              <a:t> p.a.</a:t>
            </a:r>
          </a:p>
        </p:txBody>
      </p:sp>
      <p:grpSp>
        <p:nvGrpSpPr>
          <p:cNvPr id="3192" name="Group 3191">
            <a:extLst>
              <a:ext uri="{FF2B5EF4-FFF2-40B4-BE49-F238E27FC236}">
                <a16:creationId xmlns:a16="http://schemas.microsoft.com/office/drawing/2014/main" id="{352A886A-CBAF-C58F-7523-4F65EBCC8E5E}"/>
              </a:ext>
            </a:extLst>
          </p:cNvPr>
          <p:cNvGrpSpPr/>
          <p:nvPr/>
        </p:nvGrpSpPr>
        <p:grpSpPr>
          <a:xfrm>
            <a:off x="600075" y="1312707"/>
            <a:ext cx="4454525" cy="266548"/>
            <a:chOff x="611665" y="1744663"/>
            <a:chExt cx="2693063" cy="266567"/>
          </a:xfrm>
        </p:grpSpPr>
        <p:sp>
          <p:nvSpPr>
            <p:cNvPr id="3193" name="Rectangle 3192">
              <a:extLst>
                <a:ext uri="{FF2B5EF4-FFF2-40B4-BE49-F238E27FC236}">
                  <a16:creationId xmlns:a16="http://schemas.microsoft.com/office/drawing/2014/main" id="{132F66E8-C53D-48B4-C8D2-C03D40352881}"/>
                </a:ext>
              </a:extLst>
            </p:cNvPr>
            <p:cNvSpPr/>
            <p:nvPr>
              <p:custDataLst>
                <p:tags r:id="rId48"/>
              </p:custDataLst>
            </p:nvPr>
          </p:nvSpPr>
          <p:spPr>
            <a:xfrm>
              <a:off x="640923"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rgbClr val="DDDDDD">
                      <a:lumMod val="10000"/>
                    </a:srgbClr>
                  </a:solidFill>
                  <a:latin typeface="Calibri" panose="020F0502020204030204"/>
                  <a:ea typeface="Calibri" panose="020F0502020204030204" pitchFamily="34" charset="0"/>
                  <a:cs typeface="Calibri" panose="020F0502020204030204" pitchFamily="34" charset="0"/>
                </a:rPr>
                <a:t>Prostate Cancer Surgery Market in KSA</a:t>
              </a:r>
              <a:endParaRPr kumimoji="0" lang="en-US" sz="16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3194" name="Straight Connector 3193">
              <a:extLst>
                <a:ext uri="{FF2B5EF4-FFF2-40B4-BE49-F238E27FC236}">
                  <a16:creationId xmlns:a16="http://schemas.microsoft.com/office/drawing/2014/main" id="{E8572EEE-872A-3709-C4FB-529E33FD5D88}"/>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3195" name="Rectangle 3194">
            <a:extLst>
              <a:ext uri="{FF2B5EF4-FFF2-40B4-BE49-F238E27FC236}">
                <a16:creationId xmlns:a16="http://schemas.microsoft.com/office/drawing/2014/main" id="{805E19A3-4AE5-90AD-B6F7-A0998B869E07}"/>
              </a:ext>
            </a:extLst>
          </p:cNvPr>
          <p:cNvSpPr/>
          <p:nvPr/>
        </p:nvSpPr>
        <p:spPr>
          <a:xfrm>
            <a:off x="657225" y="1618973"/>
            <a:ext cx="3460750" cy="22699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200" i="1" dirty="0">
                <a:solidFill>
                  <a:schemeClr val="tx1"/>
                </a:solidFill>
                <a:latin typeface="Calibri" panose="020F0502020204030204" pitchFamily="34" charset="0"/>
                <a:cs typeface="Calibri" panose="020F0502020204030204" pitchFamily="34" charset="0"/>
              </a:rPr>
              <a:t>SAR Mn</a:t>
            </a:r>
            <a:r>
              <a:rPr kumimoji="0" lang="en-US" sz="1200" b="0" i="1"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rPr>
              <a:t>, 202</a:t>
            </a:r>
            <a:r>
              <a:rPr lang="en-US" sz="1200" i="1" dirty="0">
                <a:solidFill>
                  <a:schemeClr val="tx1"/>
                </a:solidFill>
                <a:latin typeface="Calibri" panose="020F0502020204030204" pitchFamily="34" charset="0"/>
                <a:cs typeface="Calibri" panose="020F0502020204030204" pitchFamily="34" charset="0"/>
              </a:rPr>
              <a:t>6</a:t>
            </a:r>
            <a:r>
              <a:rPr kumimoji="0" lang="en-US" sz="1200" b="0" i="1"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rPr>
              <a:t>-2028F</a:t>
            </a:r>
          </a:p>
        </p:txBody>
      </p:sp>
      <p:graphicFrame>
        <p:nvGraphicFramePr>
          <p:cNvPr id="3185" name="Chart 3184">
            <a:extLst>
              <a:ext uri="{FF2B5EF4-FFF2-40B4-BE49-F238E27FC236}">
                <a16:creationId xmlns:a16="http://schemas.microsoft.com/office/drawing/2014/main" id="{265C8C75-9C7E-6AC9-A7E1-EAFC7B70177A}"/>
              </a:ext>
            </a:extLst>
          </p:cNvPr>
          <p:cNvGraphicFramePr/>
          <p:nvPr>
            <p:custDataLst>
              <p:tags r:id="rId26"/>
            </p:custDataLst>
            <p:extLst>
              <p:ext uri="{D42A27DB-BD31-4B8C-83A1-F6EECF244321}">
                <p14:modId xmlns:p14="http://schemas.microsoft.com/office/powerpoint/2010/main" val="3796693601"/>
              </p:ext>
            </p:extLst>
          </p:nvPr>
        </p:nvGraphicFramePr>
        <p:xfrm>
          <a:off x="5653088" y="2149475"/>
          <a:ext cx="3327400" cy="2400300"/>
        </p:xfrm>
        <a:graphic>
          <a:graphicData uri="http://schemas.openxmlformats.org/drawingml/2006/chart">
            <c:chart xmlns:c="http://schemas.openxmlformats.org/drawingml/2006/chart" xmlns:r="http://schemas.openxmlformats.org/officeDocument/2006/relationships" r:id="rId54"/>
          </a:graphicData>
        </a:graphic>
      </p:graphicFrame>
      <p:sp>
        <p:nvSpPr>
          <p:cNvPr id="86" name="Text Placeholder 2">
            <a:extLst>
              <a:ext uri="{FF2B5EF4-FFF2-40B4-BE49-F238E27FC236}">
                <a16:creationId xmlns:a16="http://schemas.microsoft.com/office/drawing/2014/main" id="{87BB863F-9716-77B5-70B5-97E8A856AB8A}"/>
              </a:ext>
            </a:extLst>
          </p:cNvPr>
          <p:cNvSpPr>
            <a:spLocks/>
          </p:cNvSpPr>
          <p:nvPr>
            <p:custDataLst>
              <p:tags r:id="rId27"/>
            </p:custDataLst>
          </p:nvPr>
        </p:nvSpPr>
        <p:spPr bwMode="auto">
          <a:xfrm>
            <a:off x="6034088" y="43021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AC62D3C-452D-4BBB-B83B-8B167753BFDC}" type="datetime'''''2''0''''''''''2''''''''''''''''6''''F'''''''''''''''''''''">
              <a:rPr lang="en-US" altLang="en-US" sz="1400" b="1" smtClean="0"/>
              <a:pPr marL="0" lvl="0" indent="0" algn="ctr">
                <a:spcBef>
                  <a:spcPct val="0"/>
                </a:spcBef>
                <a:spcAft>
                  <a:spcPct val="0"/>
                </a:spcAft>
                <a:buNone/>
              </a:pPr>
              <a:t>2026F</a:t>
            </a:fld>
            <a:endParaRPr lang="en-US" sz="1400" b="1"/>
          </a:p>
        </p:txBody>
      </p:sp>
      <p:sp>
        <p:nvSpPr>
          <p:cNvPr id="126" name="Text Placeholder 2">
            <a:extLst>
              <a:ext uri="{FF2B5EF4-FFF2-40B4-BE49-F238E27FC236}">
                <a16:creationId xmlns:a16="http://schemas.microsoft.com/office/drawing/2014/main" id="{0A214A63-B04F-DCAE-8AC0-1BACC5D1A0E7}"/>
              </a:ext>
            </a:extLst>
          </p:cNvPr>
          <p:cNvSpPr>
            <a:spLocks/>
          </p:cNvSpPr>
          <p:nvPr>
            <p:custDataLst>
              <p:tags r:id="rId28"/>
            </p:custDataLst>
          </p:nvPr>
        </p:nvSpPr>
        <p:spPr bwMode="auto">
          <a:xfrm>
            <a:off x="7088188" y="43021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2698AB2-784D-4924-BA69-22CA35E5EED8}" type="datetime'2''''0''''''''''2''''7''''''''''''''''''''''''''F'''''''">
              <a:rPr lang="en-US" altLang="en-US" sz="1400" b="1" smtClean="0"/>
              <a:pPr marL="0" lvl="0" indent="0" algn="ctr">
                <a:spcBef>
                  <a:spcPct val="0"/>
                </a:spcBef>
                <a:spcAft>
                  <a:spcPct val="0"/>
                </a:spcAft>
                <a:buNone/>
              </a:pPr>
              <a:t>2027F</a:t>
            </a:fld>
            <a:endParaRPr lang="en-US" sz="1400" b="1"/>
          </a:p>
        </p:txBody>
      </p:sp>
      <p:sp>
        <p:nvSpPr>
          <p:cNvPr id="127" name="Text Placeholder 2">
            <a:extLst>
              <a:ext uri="{FF2B5EF4-FFF2-40B4-BE49-F238E27FC236}">
                <a16:creationId xmlns:a16="http://schemas.microsoft.com/office/drawing/2014/main" id="{CD24AD04-2D1F-A103-AECC-0ECD5CE0DC83}"/>
              </a:ext>
            </a:extLst>
          </p:cNvPr>
          <p:cNvSpPr>
            <a:spLocks/>
          </p:cNvSpPr>
          <p:nvPr>
            <p:custDataLst>
              <p:tags r:id="rId29"/>
            </p:custDataLst>
          </p:nvPr>
        </p:nvSpPr>
        <p:spPr bwMode="auto">
          <a:xfrm>
            <a:off x="8142288" y="4302125"/>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8478082E-67E5-4DB0-889B-6C997917A15C}" type="datetime'''''''''''20''''''2''''''''''8''''''''''''''''''''''''F'''''''">
              <a:rPr lang="en-US" altLang="en-US" sz="1400" b="1" smtClean="0"/>
              <a:pPr marL="0" lvl="0" indent="0" algn="ctr">
                <a:spcBef>
                  <a:spcPct val="0"/>
                </a:spcBef>
                <a:spcAft>
                  <a:spcPct val="0"/>
                </a:spcAft>
                <a:buNone/>
              </a:pPr>
              <a:t>2028F</a:t>
            </a:fld>
            <a:endParaRPr lang="en-US" sz="1400" b="1"/>
          </a:p>
        </p:txBody>
      </p:sp>
      <p:sp>
        <p:nvSpPr>
          <p:cNvPr id="3087" name="Rectangle 3086">
            <a:extLst>
              <a:ext uri="{FF2B5EF4-FFF2-40B4-BE49-F238E27FC236}">
                <a16:creationId xmlns:a16="http://schemas.microsoft.com/office/drawing/2014/main" id="{9A188650-1435-6482-FC78-4981EE48B43B}"/>
              </a:ext>
            </a:extLst>
          </p:cNvPr>
          <p:cNvSpPr/>
          <p:nvPr>
            <p:custDataLst>
              <p:tags r:id="rId30"/>
            </p:custDataLst>
          </p:nvPr>
        </p:nvSpPr>
        <p:spPr bwMode="auto">
          <a:xfrm>
            <a:off x="5613400" y="1970088"/>
            <a:ext cx="250825" cy="187325"/>
          </a:xfrm>
          <a:prstGeom prst="rect">
            <a:avLst/>
          </a:prstGeom>
          <a:solidFill>
            <a:srgbClr val="17B2AF"/>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8" name="Rectangle 3087">
            <a:extLst>
              <a:ext uri="{FF2B5EF4-FFF2-40B4-BE49-F238E27FC236}">
                <a16:creationId xmlns:a16="http://schemas.microsoft.com/office/drawing/2014/main" id="{6F5F14EE-F0AA-53AA-1248-005E2865B24D}"/>
              </a:ext>
            </a:extLst>
          </p:cNvPr>
          <p:cNvSpPr/>
          <p:nvPr>
            <p:custDataLst>
              <p:tags r:id="rId31"/>
            </p:custDataLst>
          </p:nvPr>
        </p:nvSpPr>
        <p:spPr bwMode="auto">
          <a:xfrm>
            <a:off x="6618288" y="1970088"/>
            <a:ext cx="250825" cy="187325"/>
          </a:xfrm>
          <a:prstGeom prst="rect">
            <a:avLst/>
          </a:prstGeom>
          <a:solidFill>
            <a:srgbClr val="04748A"/>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15000"/>
                  </a:schemeClr>
                </a:solidFill>
                <a:prstDash val="solid"/>
                <a:miter lim="800000"/>
                <a:headEnd type="none" w="med" len="med"/>
                <a:tailEnd type="none" w="med" len="med"/>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5" name="Text Placeholder 2">
            <a:extLst>
              <a:ext uri="{FF2B5EF4-FFF2-40B4-BE49-F238E27FC236}">
                <a16:creationId xmlns:a16="http://schemas.microsoft.com/office/drawing/2014/main" id="{87BB863F-9716-77B5-70B5-97E8A856AB8A}"/>
              </a:ext>
            </a:extLst>
          </p:cNvPr>
          <p:cNvSpPr>
            <a:spLocks/>
          </p:cNvSpPr>
          <p:nvPr>
            <p:custDataLst>
              <p:tags r:id="rId32"/>
            </p:custDataLst>
          </p:nvPr>
        </p:nvSpPr>
        <p:spPr bwMode="auto">
          <a:xfrm>
            <a:off x="5915025" y="1981200"/>
            <a:ext cx="601663" cy="3841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894C702D-97BC-4089-85DF-D5189E8CAA93}" type="datetime'''Pr''''o''''''''s''t''ate''&#10;''''Ca''nc''''e''r'''''''">
              <a:rPr lang="en-US" altLang="en-US" sz="1400" smtClean="0"/>
              <a:pPr/>
              <a:t>Prostate
Cancer</a:t>
            </a:fld>
            <a:endParaRPr lang="en-US" sz="1400"/>
          </a:p>
        </p:txBody>
      </p:sp>
      <p:sp>
        <p:nvSpPr>
          <p:cNvPr id="3083" name="Text Placeholder 2">
            <a:extLst>
              <a:ext uri="{FF2B5EF4-FFF2-40B4-BE49-F238E27FC236}">
                <a16:creationId xmlns:a16="http://schemas.microsoft.com/office/drawing/2014/main" id="{87BB863F-9716-77B5-70B5-97E8A856AB8A}"/>
              </a:ext>
            </a:extLst>
          </p:cNvPr>
          <p:cNvSpPr>
            <a:spLocks/>
          </p:cNvSpPr>
          <p:nvPr>
            <p:custDataLst>
              <p:tags r:id="rId33"/>
            </p:custDataLst>
          </p:nvPr>
        </p:nvSpPr>
        <p:spPr bwMode="auto">
          <a:xfrm>
            <a:off x="6919913" y="1981200"/>
            <a:ext cx="1209675" cy="3841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4352865E-9579-4E83-8E86-F06AD98AA8D4}" type="datetime'''B''enign P''rostat''i''''''c'''' &#10;''''''''Hyp''erpla''''sia'">
              <a:rPr lang="en-US" altLang="en-US" sz="1400" smtClean="0"/>
              <a:pPr/>
              <a:t>Benign Prostatic 
Hyperplasia</a:t>
            </a:fld>
            <a:endParaRPr lang="en-US" sz="1400"/>
          </a:p>
        </p:txBody>
      </p:sp>
      <p:sp>
        <p:nvSpPr>
          <p:cNvPr id="3089" name="Rectangle 3088">
            <a:extLst>
              <a:ext uri="{FF2B5EF4-FFF2-40B4-BE49-F238E27FC236}">
                <a16:creationId xmlns:a16="http://schemas.microsoft.com/office/drawing/2014/main" id="{4BC1EC95-B4A8-372E-0C17-6F14382009B5}"/>
              </a:ext>
            </a:extLst>
          </p:cNvPr>
          <p:cNvSpPr/>
          <p:nvPr>
            <p:custDataLst>
              <p:tags r:id="rId34"/>
            </p:custDataLst>
          </p:nvPr>
        </p:nvSpPr>
        <p:spPr>
          <a:xfrm>
            <a:off x="5613432" y="1614669"/>
            <a:ext cx="3251200" cy="247650"/>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1200" b="0" i="1"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rPr>
              <a:t>Number of </a:t>
            </a:r>
            <a:r>
              <a:rPr lang="en-US" sz="1200" i="1" dirty="0">
                <a:solidFill>
                  <a:schemeClr val="tx1"/>
                </a:solidFill>
                <a:latin typeface="Calibri" panose="020F0502020204030204" pitchFamily="34" charset="0"/>
                <a:cs typeface="Calibri" panose="020F0502020204030204" pitchFamily="34" charset="0"/>
              </a:rPr>
              <a:t>patients</a:t>
            </a:r>
            <a:r>
              <a:rPr kumimoji="0" lang="en-US" sz="1200" b="0" i="1"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rPr>
              <a:t>, 202</a:t>
            </a:r>
            <a:r>
              <a:rPr lang="en-US" sz="1200" i="1" dirty="0">
                <a:solidFill>
                  <a:schemeClr val="tx1"/>
                </a:solidFill>
                <a:latin typeface="Calibri" panose="020F0502020204030204" pitchFamily="34" charset="0"/>
                <a:cs typeface="Calibri" panose="020F0502020204030204" pitchFamily="34" charset="0"/>
              </a:rPr>
              <a:t>6</a:t>
            </a:r>
            <a:r>
              <a:rPr kumimoji="0" lang="en-US" sz="1200" b="0" i="1"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rPr>
              <a:t>-2028F</a:t>
            </a:r>
          </a:p>
        </p:txBody>
      </p:sp>
      <p:grpSp>
        <p:nvGrpSpPr>
          <p:cNvPr id="20" name="Group 19">
            <a:extLst>
              <a:ext uri="{FF2B5EF4-FFF2-40B4-BE49-F238E27FC236}">
                <a16:creationId xmlns:a16="http://schemas.microsoft.com/office/drawing/2014/main" id="{A83983E4-86DE-0762-6F44-CBF5B7E26A3F}"/>
              </a:ext>
            </a:extLst>
          </p:cNvPr>
          <p:cNvGrpSpPr/>
          <p:nvPr/>
        </p:nvGrpSpPr>
        <p:grpSpPr>
          <a:xfrm>
            <a:off x="600075" y="3915084"/>
            <a:ext cx="4454525" cy="266548"/>
            <a:chOff x="611665" y="1744663"/>
            <a:chExt cx="2693063" cy="266567"/>
          </a:xfrm>
        </p:grpSpPr>
        <p:sp>
          <p:nvSpPr>
            <p:cNvPr id="23" name="Rectangle 22">
              <a:extLst>
                <a:ext uri="{FF2B5EF4-FFF2-40B4-BE49-F238E27FC236}">
                  <a16:creationId xmlns:a16="http://schemas.microsoft.com/office/drawing/2014/main" id="{79D2F012-9B41-2347-6796-8319FD52974A}"/>
                </a:ext>
              </a:extLst>
            </p:cNvPr>
            <p:cNvSpPr/>
            <p:nvPr>
              <p:custDataLst>
                <p:tags r:id="rId47"/>
              </p:custDataLst>
            </p:nvPr>
          </p:nvSpPr>
          <p:spPr>
            <a:xfrm>
              <a:off x="640923" y="1744663"/>
              <a:ext cx="2663805"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en-US" sz="1600" b="1" dirty="0">
                  <a:solidFill>
                    <a:srgbClr val="DDDDDD">
                      <a:lumMod val="10000"/>
                    </a:srgbClr>
                  </a:solidFill>
                  <a:latin typeface="Calibri" panose="020F0502020204030204"/>
                  <a:ea typeface="Calibri" panose="020F0502020204030204" pitchFamily="34" charset="0"/>
                  <a:cs typeface="Calibri" panose="020F0502020204030204" pitchFamily="34" charset="0"/>
                </a:rPr>
                <a:t>Total Revenue for OC*</a:t>
              </a:r>
              <a:endParaRPr kumimoji="0" lang="en-US" sz="1600" b="0" i="0" u="none" strike="noStrike" kern="1200" cap="none" spc="0" normalizeH="0" baseline="0" noProof="0" dirty="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26" name="Straight Connector 25">
              <a:extLst>
                <a:ext uri="{FF2B5EF4-FFF2-40B4-BE49-F238E27FC236}">
                  <a16:creationId xmlns:a16="http://schemas.microsoft.com/office/drawing/2014/main" id="{A65F9AF0-EFAA-AE3A-8BB6-5490FD1D244E}"/>
                </a:ext>
              </a:extLst>
            </p:cNvPr>
            <p:cNvCxnSpPr>
              <a:cxnSpLocks/>
            </p:cNvCxnSpPr>
            <p:nvPr/>
          </p:nvCxnSpPr>
          <p:spPr>
            <a:xfrm>
              <a:off x="611665" y="2011230"/>
              <a:ext cx="2682378"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DFD0C55D-E1C6-B5A3-8CF8-F1A9D2B2FFE5}"/>
              </a:ext>
            </a:extLst>
          </p:cNvPr>
          <p:cNvSpPr/>
          <p:nvPr/>
        </p:nvSpPr>
        <p:spPr>
          <a:xfrm>
            <a:off x="657225" y="4221350"/>
            <a:ext cx="3460750" cy="22699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sz="1400" i="1">
                <a:solidFill>
                  <a:schemeClr val="tx1"/>
                </a:solidFill>
                <a:latin typeface="Calibri" panose="020F0502020204030204" pitchFamily="34" charset="0"/>
                <a:cs typeface="Calibri" panose="020F0502020204030204" pitchFamily="34" charset="0"/>
              </a:rPr>
              <a:t>SAR Mn</a:t>
            </a:r>
            <a:r>
              <a:rPr kumimoji="0" lang="en-US" sz="1400" b="0" i="1" u="none" strike="noStrike" kern="120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 202</a:t>
            </a:r>
            <a:r>
              <a:rPr lang="en-US" sz="1400" i="1">
                <a:solidFill>
                  <a:schemeClr val="tx1"/>
                </a:solidFill>
                <a:latin typeface="Calibri" panose="020F0502020204030204" pitchFamily="34" charset="0"/>
                <a:cs typeface="Calibri" panose="020F0502020204030204" pitchFamily="34" charset="0"/>
              </a:rPr>
              <a:t>6</a:t>
            </a:r>
            <a:r>
              <a:rPr kumimoji="0" lang="en-US" sz="1400" b="0" i="1" u="none" strike="noStrike" kern="1200" cap="none" spc="0" normalizeH="0" baseline="0" noProof="0">
                <a:ln>
                  <a:noFill/>
                </a:ln>
                <a:solidFill>
                  <a:schemeClr val="tx1"/>
                </a:solidFill>
                <a:effectLst/>
                <a:uLnTx/>
                <a:uFillTx/>
                <a:latin typeface="Calibri" panose="020F0502020204030204" pitchFamily="34" charset="0"/>
                <a:ea typeface="+mn-ea"/>
                <a:cs typeface="Calibri" panose="020F0502020204030204" pitchFamily="34" charset="0"/>
              </a:rPr>
              <a:t>-2028F</a:t>
            </a:r>
          </a:p>
        </p:txBody>
      </p:sp>
      <p:graphicFrame>
        <p:nvGraphicFramePr>
          <p:cNvPr id="3143" name="Chart 3142">
            <a:extLst>
              <a:ext uri="{FF2B5EF4-FFF2-40B4-BE49-F238E27FC236}">
                <a16:creationId xmlns:a16="http://schemas.microsoft.com/office/drawing/2014/main" id="{58B47D47-A4C7-A5C0-3F76-8EFF54C4B20B}"/>
              </a:ext>
            </a:extLst>
          </p:cNvPr>
          <p:cNvGraphicFramePr/>
          <p:nvPr>
            <p:custDataLst>
              <p:tags r:id="rId35"/>
            </p:custDataLst>
            <p:extLst>
              <p:ext uri="{D42A27DB-BD31-4B8C-83A1-F6EECF244321}">
                <p14:modId xmlns:p14="http://schemas.microsoft.com/office/powerpoint/2010/main" val="3379193280"/>
              </p:ext>
            </p:extLst>
          </p:nvPr>
        </p:nvGraphicFramePr>
        <p:xfrm>
          <a:off x="806450" y="2322513"/>
          <a:ext cx="4114800" cy="1225550"/>
        </p:xfrm>
        <a:graphic>
          <a:graphicData uri="http://schemas.openxmlformats.org/drawingml/2006/chart">
            <c:chart xmlns:c="http://schemas.openxmlformats.org/drawingml/2006/chart" xmlns:r="http://schemas.openxmlformats.org/officeDocument/2006/relationships" r:id="rId55"/>
          </a:graphicData>
        </a:graphic>
      </p:graphicFrame>
      <p:cxnSp>
        <p:nvCxnSpPr>
          <p:cNvPr id="3155" name="Straight Connector 3154">
            <a:extLst>
              <a:ext uri="{FF2B5EF4-FFF2-40B4-BE49-F238E27FC236}">
                <a16:creationId xmlns:a16="http://schemas.microsoft.com/office/drawing/2014/main" id="{CA03B053-E1B1-B658-82AE-4F925CC9B55B}"/>
              </a:ext>
            </a:extLst>
          </p:cNvPr>
          <p:cNvCxnSpPr/>
          <p:nvPr>
            <p:custDataLst>
              <p:tags r:id="rId36"/>
            </p:custDataLst>
          </p:nvPr>
        </p:nvCxnSpPr>
        <p:spPr bwMode="auto">
          <a:xfrm flipV="1">
            <a:off x="1546225" y="1968500"/>
            <a:ext cx="2633663" cy="1016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7" name="Text Placeholder 2">
            <a:extLst>
              <a:ext uri="{FF2B5EF4-FFF2-40B4-BE49-F238E27FC236}">
                <a16:creationId xmlns:a16="http://schemas.microsoft.com/office/drawing/2014/main" id="{4DAB8332-9189-2795-C548-84FF33DCA0F7}"/>
              </a:ext>
            </a:extLst>
          </p:cNvPr>
          <p:cNvSpPr>
            <a:spLocks/>
          </p:cNvSpPr>
          <p:nvPr>
            <p:custDataLst>
              <p:tags r:id="rId37"/>
            </p:custDataLst>
          </p:nvPr>
        </p:nvSpPr>
        <p:spPr bwMode="auto">
          <a:xfrm>
            <a:off x="1319213" y="3524250"/>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9E4CCD6-4C93-4E25-9412-3A954C48BDD7}" type="datetime'''''''''''2''''''''''''''''02''''''''''''6''''''F'">
              <a:rPr lang="en-US" altLang="en-US" sz="1400" b="1" smtClean="0"/>
              <a:pPr marL="0" lvl="0" indent="0" algn="ctr">
                <a:spcBef>
                  <a:spcPct val="0"/>
                </a:spcBef>
                <a:spcAft>
                  <a:spcPct val="0"/>
                </a:spcAft>
                <a:buNone/>
              </a:pPr>
              <a:t>2026F</a:t>
            </a:fld>
            <a:endParaRPr lang="en-US" sz="1400" b="1"/>
          </a:p>
        </p:txBody>
      </p:sp>
      <p:sp>
        <p:nvSpPr>
          <p:cNvPr id="41" name="Text Placeholder 2">
            <a:extLst>
              <a:ext uri="{FF2B5EF4-FFF2-40B4-BE49-F238E27FC236}">
                <a16:creationId xmlns:a16="http://schemas.microsoft.com/office/drawing/2014/main" id="{0BC46278-4134-90E2-6A6A-56E9FBD49CC7}"/>
              </a:ext>
            </a:extLst>
          </p:cNvPr>
          <p:cNvSpPr>
            <a:spLocks/>
          </p:cNvSpPr>
          <p:nvPr>
            <p:custDataLst>
              <p:tags r:id="rId38"/>
            </p:custDataLst>
          </p:nvPr>
        </p:nvSpPr>
        <p:spPr bwMode="auto">
          <a:xfrm>
            <a:off x="2636838" y="3524250"/>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42792A55-AB12-4BF8-B126-2ABA80B2F891}" type="datetime'''''''''''''''''''''''2''''''02''''7''''''''''''''F'''">
              <a:rPr lang="en-US" altLang="en-US" sz="1400" b="1" smtClean="0"/>
              <a:pPr marL="0" lvl="0" indent="0" algn="ctr">
                <a:spcBef>
                  <a:spcPct val="0"/>
                </a:spcBef>
                <a:spcAft>
                  <a:spcPct val="0"/>
                </a:spcAft>
                <a:buNone/>
              </a:pPr>
              <a:t>2027F</a:t>
            </a:fld>
            <a:endParaRPr lang="en-US" sz="1400" b="1"/>
          </a:p>
        </p:txBody>
      </p:sp>
      <p:sp>
        <p:nvSpPr>
          <p:cNvPr id="55" name="Text Placeholder 2">
            <a:extLst>
              <a:ext uri="{FF2B5EF4-FFF2-40B4-BE49-F238E27FC236}">
                <a16:creationId xmlns:a16="http://schemas.microsoft.com/office/drawing/2014/main" id="{E845B2FE-0C73-507F-08E7-B1D064B540C5}"/>
              </a:ext>
            </a:extLst>
          </p:cNvPr>
          <p:cNvSpPr>
            <a:spLocks/>
          </p:cNvSpPr>
          <p:nvPr>
            <p:custDataLst>
              <p:tags r:id="rId39"/>
            </p:custDataLst>
          </p:nvPr>
        </p:nvSpPr>
        <p:spPr bwMode="auto">
          <a:xfrm>
            <a:off x="3952875" y="3524250"/>
            <a:ext cx="4556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0C3B194E-F4A1-4943-90F6-22AAE728B0A3}" type="datetime'''''''''''''''2''''''02''''''''''''''''''8''''''''''''''F'">
              <a:rPr lang="en-US" altLang="en-US" sz="1400" b="1" smtClean="0"/>
              <a:pPr marL="0" lvl="0" indent="0" algn="ctr">
                <a:spcBef>
                  <a:spcPct val="0"/>
                </a:spcBef>
                <a:spcAft>
                  <a:spcPct val="0"/>
                </a:spcAft>
                <a:buNone/>
              </a:pPr>
              <a:t>2028F</a:t>
            </a:fld>
            <a:endParaRPr lang="en-US" sz="1400" b="1"/>
          </a:p>
        </p:txBody>
      </p:sp>
      <p:sp>
        <p:nvSpPr>
          <p:cNvPr id="3140" name="Text Placeholder 2">
            <a:extLst>
              <a:ext uri="{FF2B5EF4-FFF2-40B4-BE49-F238E27FC236}">
                <a16:creationId xmlns:a16="http://schemas.microsoft.com/office/drawing/2014/main" id="{FF22CDF6-9BB8-B0C2-C6E4-7A2ECD06BD1B}"/>
              </a:ext>
            </a:extLst>
          </p:cNvPr>
          <p:cNvSpPr>
            <a:spLocks/>
          </p:cNvSpPr>
          <p:nvPr>
            <p:custDataLst>
              <p:tags r:id="rId40"/>
            </p:custDataLst>
          </p:nvPr>
        </p:nvSpPr>
        <p:spPr bwMode="gray">
          <a:xfrm>
            <a:off x="1316038" y="2289175"/>
            <a:ext cx="4603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D568E1F5-5DE5-44D3-BC8C-9A4F101E8420}" type="datetime'''''''''''''''''3''''''9''''''''''''''4''.''''''''''''''''3'">
              <a:rPr lang="en-US" altLang="en-US" sz="1400" b="1" smtClean="0"/>
              <a:pPr marL="0" lvl="0" indent="0" algn="ctr">
                <a:spcBef>
                  <a:spcPct val="0"/>
                </a:spcBef>
                <a:spcAft>
                  <a:spcPct val="0"/>
                </a:spcAft>
                <a:buNone/>
              </a:pPr>
              <a:t>394.3</a:t>
            </a:fld>
            <a:endParaRPr lang="en-US" sz="1400" b="1"/>
          </a:p>
        </p:txBody>
      </p:sp>
      <p:sp>
        <p:nvSpPr>
          <p:cNvPr id="3141" name="Text Placeholder 2">
            <a:extLst>
              <a:ext uri="{FF2B5EF4-FFF2-40B4-BE49-F238E27FC236}">
                <a16:creationId xmlns:a16="http://schemas.microsoft.com/office/drawing/2014/main" id="{DFC0575D-EB1A-CAB8-4494-194435F7F3BC}"/>
              </a:ext>
            </a:extLst>
          </p:cNvPr>
          <p:cNvSpPr>
            <a:spLocks/>
          </p:cNvSpPr>
          <p:nvPr>
            <p:custDataLst>
              <p:tags r:id="rId41"/>
            </p:custDataLst>
          </p:nvPr>
        </p:nvSpPr>
        <p:spPr bwMode="gray">
          <a:xfrm>
            <a:off x="2633663" y="2238375"/>
            <a:ext cx="4603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6D13E56-6111-4B99-9B23-75A3C4F496A5}" type="datetime'''''''4''''''''''1''5''''''.''0'">
              <a:rPr lang="en-US" altLang="en-US" sz="1400" b="1" smtClean="0"/>
              <a:pPr marL="0" lvl="0" indent="0" algn="ctr">
                <a:spcBef>
                  <a:spcPct val="0"/>
                </a:spcBef>
                <a:spcAft>
                  <a:spcPct val="0"/>
                </a:spcAft>
                <a:buNone/>
              </a:pPr>
              <a:t>415.0</a:t>
            </a:fld>
            <a:endParaRPr lang="en-US" sz="1400" b="1"/>
          </a:p>
        </p:txBody>
      </p:sp>
      <p:sp>
        <p:nvSpPr>
          <p:cNvPr id="3142" name="Text Placeholder 2">
            <a:extLst>
              <a:ext uri="{FF2B5EF4-FFF2-40B4-BE49-F238E27FC236}">
                <a16:creationId xmlns:a16="http://schemas.microsoft.com/office/drawing/2014/main" id="{E3BF7C91-5A73-889F-8045-4BFA4FC4D709}"/>
              </a:ext>
            </a:extLst>
          </p:cNvPr>
          <p:cNvSpPr>
            <a:spLocks/>
          </p:cNvSpPr>
          <p:nvPr>
            <p:custDataLst>
              <p:tags r:id="rId42"/>
            </p:custDataLst>
          </p:nvPr>
        </p:nvSpPr>
        <p:spPr bwMode="gray">
          <a:xfrm>
            <a:off x="3949700" y="2187575"/>
            <a:ext cx="4603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2A9AFD04-5B55-4690-8AC8-BCE7C255BD59}" type="datetime'''''''''''''4''''''3''''''''''5''''''''''.9'''''''''''''''">
              <a:rPr lang="en-US" altLang="en-US" sz="1400" b="1" smtClean="0"/>
              <a:pPr marL="0" lvl="0" indent="0" algn="ctr">
                <a:spcBef>
                  <a:spcPct val="0"/>
                </a:spcBef>
                <a:spcAft>
                  <a:spcPct val="0"/>
                </a:spcAft>
                <a:buNone/>
              </a:pPr>
              <a:t>435.9</a:t>
            </a:fld>
            <a:endParaRPr lang="en-US" sz="1400" b="1"/>
          </a:p>
        </p:txBody>
      </p:sp>
      <p:sp>
        <p:nvSpPr>
          <p:cNvPr id="3153" name="Text Placeholder 2">
            <a:extLst>
              <a:ext uri="{FF2B5EF4-FFF2-40B4-BE49-F238E27FC236}">
                <a16:creationId xmlns:a16="http://schemas.microsoft.com/office/drawing/2014/main" id="{87BB863F-9716-77B5-70B5-97E8A856AB8A}"/>
              </a:ext>
            </a:extLst>
          </p:cNvPr>
          <p:cNvSpPr>
            <a:spLocks/>
          </p:cNvSpPr>
          <p:nvPr>
            <p:custDataLst>
              <p:tags r:id="rId43"/>
            </p:custDataLst>
          </p:nvPr>
        </p:nvSpPr>
        <p:spPr bwMode="auto">
          <a:xfrm>
            <a:off x="2397125" y="1901825"/>
            <a:ext cx="931863"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C5D5E16-89FE-4C7B-A96B-3F8EE859A15C}" type="datetime'''+''''5''''''''''''''''''''''''''''.''''''''''2''%'''">
              <a:rPr lang="en-US" altLang="en-US" sz="1200" b="1" smtClean="0">
                <a:solidFill>
                  <a:schemeClr val="bg1"/>
                </a:solidFill>
                <a:effectLst/>
              </a:rPr>
              <a:pPr marL="0" lvl="0" indent="0" algn="ctr">
                <a:spcBef>
                  <a:spcPct val="0"/>
                </a:spcBef>
                <a:spcAft>
                  <a:spcPct val="0"/>
                </a:spcAft>
                <a:buNone/>
              </a:pPr>
              <a:t>+5.2%</a:t>
            </a:fld>
            <a:r>
              <a:rPr lang="en-US" sz="1200" b="1">
                <a:solidFill>
                  <a:schemeClr val="bg1"/>
                </a:solidFill>
              </a:rPr>
              <a:t> p.a.</a:t>
            </a:r>
          </a:p>
        </p:txBody>
      </p:sp>
      <p:grpSp>
        <p:nvGrpSpPr>
          <p:cNvPr id="10" name="Group 9">
            <a:extLst>
              <a:ext uri="{FF2B5EF4-FFF2-40B4-BE49-F238E27FC236}">
                <a16:creationId xmlns:a16="http://schemas.microsoft.com/office/drawing/2014/main" id="{17A2802F-304E-ABEB-9917-2274F85AA4DF}"/>
              </a:ext>
            </a:extLst>
          </p:cNvPr>
          <p:cNvGrpSpPr/>
          <p:nvPr/>
        </p:nvGrpSpPr>
        <p:grpSpPr>
          <a:xfrm>
            <a:off x="15130" y="47516"/>
            <a:ext cx="171132" cy="228600"/>
            <a:chOff x="0" y="49329"/>
            <a:chExt cx="171132" cy="228600"/>
          </a:xfrm>
        </p:grpSpPr>
        <p:cxnSp>
          <p:nvCxnSpPr>
            <p:cNvPr id="30" name="Straight Connector 29">
              <a:extLst>
                <a:ext uri="{FF2B5EF4-FFF2-40B4-BE49-F238E27FC236}">
                  <a16:creationId xmlns:a16="http://schemas.microsoft.com/office/drawing/2014/main" id="{5EE884ED-53F1-8748-C4C9-9E6DEC01E419}"/>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45" name="Rectangle: Rounded Corners 3144">
              <a:extLst>
                <a:ext uri="{FF2B5EF4-FFF2-40B4-BE49-F238E27FC236}">
                  <a16:creationId xmlns:a16="http://schemas.microsoft.com/office/drawing/2014/main" id="{4483A1C4-E49B-B2F7-45A0-2460CA1BBD64}"/>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4" name="Rectangle 3">
            <a:extLst>
              <a:ext uri="{FF2B5EF4-FFF2-40B4-BE49-F238E27FC236}">
                <a16:creationId xmlns:a16="http://schemas.microsoft.com/office/drawing/2014/main" id="{612E4673-DC19-E4F2-08CC-187AFC35DCC0}"/>
              </a:ext>
            </a:extLst>
          </p:cNvPr>
          <p:cNvSpPr/>
          <p:nvPr/>
        </p:nvSpPr>
        <p:spPr>
          <a:xfrm>
            <a:off x="536575" y="1286857"/>
            <a:ext cx="4594225"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9" name="TextBox 68">
            <a:extLst>
              <a:ext uri="{FF2B5EF4-FFF2-40B4-BE49-F238E27FC236}">
                <a16:creationId xmlns:a16="http://schemas.microsoft.com/office/drawing/2014/main" id="{7A7CB17B-6BE5-1884-13AA-15D8B7D58892}"/>
              </a:ext>
            </a:extLst>
          </p:cNvPr>
          <p:cNvSpPr txBox="1"/>
          <p:nvPr/>
        </p:nvSpPr>
        <p:spPr>
          <a:xfrm>
            <a:off x="9314136" y="1703917"/>
            <a:ext cx="2340659" cy="4550208"/>
          </a:xfrm>
          <a:prstGeom prst="rect">
            <a:avLst/>
          </a:prstGeom>
          <a:noFill/>
        </p:spPr>
        <p:txBody>
          <a:bodyPr wrap="square" rtlCol="0" anchor="t">
            <a:noAutofit/>
          </a:bodyPr>
          <a:lstStyle/>
          <a:p>
            <a:pPr marL="9525" lvl="0">
              <a:defRPr/>
            </a:pPr>
            <a:r>
              <a:rPr lang="en-US" sz="1200" b="1" dirty="0">
                <a:solidFill>
                  <a:srgbClr val="17B2AF"/>
                </a:solidFill>
                <a:latin typeface="Calibri" panose="020F0502020204030204"/>
              </a:rPr>
              <a:t>Prostate Cancer Uptake</a:t>
            </a:r>
          </a:p>
          <a:p>
            <a:pPr marL="9525" lvl="0">
              <a:defRPr/>
            </a:pPr>
            <a:r>
              <a:rPr lang="en-US" sz="1200">
                <a:solidFill>
                  <a:prstClr val="black"/>
                </a:solidFill>
                <a:latin typeface="Calibri" panose="020F0502020204030204"/>
              </a:rPr>
              <a:t>Uptake out of relevant patient base is </a:t>
            </a:r>
            <a:r>
              <a:rPr lang="en-US" sz="1200" b="1">
                <a:solidFill>
                  <a:prstClr val="black"/>
                </a:solidFill>
                <a:latin typeface="Calibri" panose="020F0502020204030204"/>
              </a:rPr>
              <a:t>20%.</a:t>
            </a:r>
            <a:endParaRPr lang="en-US" sz="1200" b="1" dirty="0">
              <a:solidFill>
                <a:prstClr val="black"/>
              </a:solidFill>
              <a:latin typeface="Calibri" panose="020F0502020204030204"/>
            </a:endParaRPr>
          </a:p>
          <a:p>
            <a:pPr marL="9525" lvl="0">
              <a:defRPr/>
            </a:pPr>
            <a:endParaRPr lang="en-US" sz="1200" b="1" dirty="0">
              <a:solidFill>
                <a:prstClr val="black"/>
              </a:solidFill>
              <a:latin typeface="Calibri" panose="020F0502020204030204"/>
            </a:endParaRPr>
          </a:p>
          <a:p>
            <a:pPr marL="9525" lvl="0">
              <a:defRPr/>
            </a:pPr>
            <a:r>
              <a:rPr lang="en-US" sz="1200" b="1" dirty="0">
                <a:solidFill>
                  <a:srgbClr val="17B2AF"/>
                </a:solidFill>
                <a:latin typeface="Calibri" panose="020F0502020204030204"/>
              </a:rPr>
              <a:t>Prostate Cancer Spillover </a:t>
            </a:r>
          </a:p>
          <a:p>
            <a:pPr marL="9525" lvl="0">
              <a:defRPr/>
            </a:pPr>
            <a:r>
              <a:rPr lang="en-US" sz="1200" b="1">
                <a:solidFill>
                  <a:prstClr val="black"/>
                </a:solidFill>
                <a:latin typeface="Calibri" panose="020F0502020204030204"/>
              </a:rPr>
              <a:t>7%</a:t>
            </a:r>
            <a:r>
              <a:rPr lang="en-US" sz="1200">
                <a:solidFill>
                  <a:prstClr val="black"/>
                </a:solidFill>
                <a:latin typeface="Calibri" panose="020F0502020204030204"/>
              </a:rPr>
              <a:t> in the first year</a:t>
            </a:r>
            <a:endParaRPr lang="en-US" sz="1200" dirty="0">
              <a:solidFill>
                <a:prstClr val="black"/>
              </a:solidFill>
              <a:latin typeface="Calibri" panose="020F0502020204030204"/>
            </a:endParaRPr>
          </a:p>
          <a:p>
            <a:pPr marL="9525" lvl="0">
              <a:defRPr/>
            </a:pPr>
            <a:endParaRPr lang="en-US" sz="1200" dirty="0">
              <a:solidFill>
                <a:prstClr val="black"/>
              </a:solidFill>
              <a:latin typeface="Calibri" panose="020F0502020204030204"/>
            </a:endParaRPr>
          </a:p>
          <a:p>
            <a:pPr marL="9525" lvl="0">
              <a:defRPr/>
            </a:pPr>
            <a:r>
              <a:rPr lang="en-US" sz="1200" b="1" dirty="0">
                <a:solidFill>
                  <a:srgbClr val="17B2AF"/>
                </a:solidFill>
                <a:latin typeface="Calibri" panose="020F0502020204030204"/>
              </a:rPr>
              <a:t>BPH uptake</a:t>
            </a:r>
          </a:p>
          <a:p>
            <a:pPr marL="9525" lvl="0">
              <a:defRPr/>
            </a:pPr>
            <a:r>
              <a:rPr lang="en-US" sz="1200" dirty="0">
                <a:solidFill>
                  <a:prstClr val="black"/>
                </a:solidFill>
                <a:latin typeface="Calibri" panose="020F0502020204030204"/>
              </a:rPr>
              <a:t>Uptake</a:t>
            </a:r>
            <a:r>
              <a:rPr lang="en-US" sz="1200">
                <a:solidFill>
                  <a:prstClr val="black"/>
                </a:solidFill>
                <a:latin typeface="Calibri" panose="020F0502020204030204"/>
              </a:rPr>
              <a:t> from relevant patient base is </a:t>
            </a:r>
            <a:r>
              <a:rPr lang="en-US" sz="1200" b="1">
                <a:solidFill>
                  <a:prstClr val="black"/>
                </a:solidFill>
                <a:latin typeface="Calibri" panose="020F0502020204030204"/>
              </a:rPr>
              <a:t>1% </a:t>
            </a:r>
            <a:br>
              <a:rPr lang="en-US" sz="1200" b="1" dirty="0">
                <a:solidFill>
                  <a:prstClr val="black"/>
                </a:solidFill>
                <a:latin typeface="Calibri" panose="020F0502020204030204"/>
              </a:rPr>
            </a:br>
            <a:br>
              <a:rPr lang="en-US" sz="1200" b="1" dirty="0">
                <a:solidFill>
                  <a:prstClr val="black"/>
                </a:solidFill>
                <a:latin typeface="Calibri" panose="020F0502020204030204"/>
              </a:rPr>
            </a:br>
            <a:r>
              <a:rPr lang="en-US" sz="1200" b="1" dirty="0">
                <a:solidFill>
                  <a:srgbClr val="17B2AF"/>
                </a:solidFill>
                <a:latin typeface="Calibri" panose="020F0502020204030204"/>
              </a:rPr>
              <a:t>BPH Spillover</a:t>
            </a:r>
            <a:br>
              <a:rPr lang="en-US" sz="1200" b="1" dirty="0">
                <a:solidFill>
                  <a:prstClr val="black"/>
                </a:solidFill>
                <a:latin typeface="Calibri" panose="020F0502020204030204"/>
              </a:rPr>
            </a:br>
            <a:r>
              <a:rPr lang="en-US" sz="1200" b="1">
                <a:solidFill>
                  <a:prstClr val="black"/>
                </a:solidFill>
                <a:latin typeface="Calibri" panose="020F0502020204030204"/>
              </a:rPr>
              <a:t>3%</a:t>
            </a:r>
            <a:r>
              <a:rPr lang="en-US" sz="1200">
                <a:solidFill>
                  <a:prstClr val="black"/>
                </a:solidFill>
                <a:latin typeface="Calibri" panose="020F0502020204030204"/>
              </a:rPr>
              <a:t> in the first year</a:t>
            </a:r>
            <a:endParaRPr lang="en-US" sz="1200" b="1" dirty="0">
              <a:solidFill>
                <a:prstClr val="black"/>
              </a:solidFill>
              <a:latin typeface="Calibri" panose="020F0502020204030204"/>
            </a:endParaRPr>
          </a:p>
          <a:p>
            <a:pPr marL="9525" lvl="0">
              <a:defRPr/>
            </a:pPr>
            <a:endParaRPr lang="en-US" sz="1200" dirty="0">
              <a:solidFill>
                <a:prstClr val="black"/>
              </a:solidFill>
              <a:latin typeface="Calibri" panose="020F0502020204030204"/>
            </a:endParaRPr>
          </a:p>
          <a:p>
            <a:pPr marL="9525" lvl="0">
              <a:defRPr/>
            </a:pPr>
            <a:r>
              <a:rPr lang="en-US" sz="1200" b="1" dirty="0">
                <a:solidFill>
                  <a:srgbClr val="17B2AF"/>
                </a:solidFill>
                <a:latin typeface="Calibri" panose="020F0502020204030204"/>
              </a:rPr>
              <a:t>Price per procedure (per patient)</a:t>
            </a:r>
          </a:p>
          <a:p>
            <a:pPr marL="9525" lvl="0">
              <a:defRPr/>
            </a:pPr>
            <a:r>
              <a:rPr lang="en-US" sz="1200" dirty="0">
                <a:solidFill>
                  <a:prstClr val="black"/>
                </a:solidFill>
                <a:latin typeface="Calibri" panose="020F0502020204030204"/>
              </a:rPr>
              <a:t>SAR 71,395</a:t>
            </a:r>
          </a:p>
          <a:p>
            <a:pPr marL="9525" lvl="0">
              <a:defRPr/>
            </a:pPr>
            <a:endParaRPr lang="en-US" sz="1200" dirty="0">
              <a:solidFill>
                <a:prstClr val="black"/>
              </a:solidFill>
              <a:latin typeface="Calibri" panose="020F0502020204030204"/>
            </a:endParaRPr>
          </a:p>
          <a:p>
            <a:pPr marL="9525" lvl="0">
              <a:defRPr/>
            </a:pPr>
            <a:r>
              <a:rPr lang="en-US" sz="1200" b="1" dirty="0">
                <a:solidFill>
                  <a:srgbClr val="17B2AF"/>
                </a:solidFill>
                <a:latin typeface="Calibri" panose="020F0502020204030204"/>
              </a:rPr>
              <a:t>Adjacent revenue streams </a:t>
            </a:r>
          </a:p>
          <a:p>
            <a:pPr marL="9525" lvl="0">
              <a:defRPr/>
            </a:pPr>
            <a:r>
              <a:rPr lang="en-US" sz="1200" dirty="0">
                <a:solidFill>
                  <a:prstClr val="black"/>
                </a:solidFill>
                <a:latin typeface="Calibri" panose="020F0502020204030204"/>
              </a:rPr>
              <a:t>Include</a:t>
            </a:r>
            <a:r>
              <a:rPr lang="en-US" sz="1200">
                <a:solidFill>
                  <a:prstClr val="black"/>
                </a:solidFill>
                <a:latin typeface="Calibri" panose="020F0502020204030204"/>
              </a:rPr>
              <a:t> procedure consultations, PSA tests, Biopsies, CT, and other diagnostic tests</a:t>
            </a:r>
            <a:endParaRPr lang="en-US" sz="1200" b="1" dirty="0">
              <a:solidFill>
                <a:prstClr val="black"/>
              </a:solidFill>
              <a:latin typeface="Calibri" panose="020F0502020204030204"/>
            </a:endParaRPr>
          </a:p>
        </p:txBody>
      </p:sp>
      <p:sp>
        <p:nvSpPr>
          <p:cNvPr id="65" name="Rectangle 64">
            <a:extLst>
              <a:ext uri="{FF2B5EF4-FFF2-40B4-BE49-F238E27FC236}">
                <a16:creationId xmlns:a16="http://schemas.microsoft.com/office/drawing/2014/main" id="{FF6122E7-6636-A788-9B54-11021FF9AFF4}"/>
              </a:ext>
            </a:extLst>
          </p:cNvPr>
          <p:cNvSpPr/>
          <p:nvPr>
            <p:custDataLst>
              <p:tags r:id="rId44"/>
            </p:custDataLst>
          </p:nvPr>
        </p:nvSpPr>
        <p:spPr>
          <a:xfrm>
            <a:off x="9381008" y="1331525"/>
            <a:ext cx="1873163" cy="317738"/>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Key </a:t>
            </a: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A</a:t>
            </a:r>
            <a:r>
              <a:rPr kumimoji="0" lang="en-US" sz="1600" b="1" i="0" u="none" strike="noStrike" kern="1200" cap="none" spc="0" normalizeH="0" baseline="0" noProof="0" err="1">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ssumptions</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84" name="Straight Connector 83">
            <a:extLst>
              <a:ext uri="{FF2B5EF4-FFF2-40B4-BE49-F238E27FC236}">
                <a16:creationId xmlns:a16="http://schemas.microsoft.com/office/drawing/2014/main" id="{13334716-5D78-4D36-E8A6-165FDFAB6070}"/>
              </a:ext>
            </a:extLst>
          </p:cNvPr>
          <p:cNvCxnSpPr>
            <a:cxnSpLocks/>
          </p:cNvCxnSpPr>
          <p:nvPr/>
        </p:nvCxnSpPr>
        <p:spPr>
          <a:xfrm>
            <a:off x="9353718" y="1579255"/>
            <a:ext cx="1886224"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D659C970-BD02-BA91-878F-858FA007C472}"/>
              </a:ext>
            </a:extLst>
          </p:cNvPr>
          <p:cNvSpPr/>
          <p:nvPr>
            <p:custDataLst>
              <p:tags r:id="rId45"/>
            </p:custDataLst>
          </p:nvPr>
        </p:nvSpPr>
        <p:spPr>
          <a:xfrm>
            <a:off x="5506693" y="1312862"/>
            <a:ext cx="6358736" cy="5043488"/>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18E0C8B4-7764-B9C2-7400-C3B0ABC1BA5A}"/>
              </a:ext>
            </a:extLst>
          </p:cNvPr>
          <p:cNvSpPr/>
          <p:nvPr/>
        </p:nvSpPr>
        <p:spPr>
          <a:xfrm>
            <a:off x="537204" y="3864114"/>
            <a:ext cx="4594225" cy="2463697"/>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147" name="Oval 3146">
            <a:extLst>
              <a:ext uri="{FF2B5EF4-FFF2-40B4-BE49-F238E27FC236}">
                <a16:creationId xmlns:a16="http://schemas.microsoft.com/office/drawing/2014/main" id="{023CA0A6-1900-BEBA-B6D4-EBA6B52EA578}"/>
              </a:ext>
            </a:extLst>
          </p:cNvPr>
          <p:cNvSpPr/>
          <p:nvPr/>
        </p:nvSpPr>
        <p:spPr>
          <a:xfrm>
            <a:off x="930527" y="5970587"/>
            <a:ext cx="624975" cy="283538"/>
          </a:xfrm>
          <a:prstGeom prst="ellipse">
            <a:avLst/>
          </a:prstGeom>
          <a:solidFill>
            <a:schemeClr val="bg1"/>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0.04</a:t>
            </a:r>
          </a:p>
        </p:txBody>
      </p:sp>
      <p:sp>
        <p:nvSpPr>
          <p:cNvPr id="3148" name="Oval 3147">
            <a:extLst>
              <a:ext uri="{FF2B5EF4-FFF2-40B4-BE49-F238E27FC236}">
                <a16:creationId xmlns:a16="http://schemas.microsoft.com/office/drawing/2014/main" id="{7177BDB2-8718-9B80-90EE-0C9DBC7CABDF}"/>
              </a:ext>
            </a:extLst>
          </p:cNvPr>
          <p:cNvSpPr/>
          <p:nvPr/>
        </p:nvSpPr>
        <p:spPr>
          <a:xfrm>
            <a:off x="2077505" y="5970587"/>
            <a:ext cx="624975" cy="283538"/>
          </a:xfrm>
          <a:prstGeom prst="ellipse">
            <a:avLst/>
          </a:prstGeom>
          <a:solidFill>
            <a:schemeClr val="bg1"/>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0.37</a:t>
            </a:r>
          </a:p>
        </p:txBody>
      </p:sp>
      <p:sp>
        <p:nvSpPr>
          <p:cNvPr id="3149" name="Oval 3148">
            <a:extLst>
              <a:ext uri="{FF2B5EF4-FFF2-40B4-BE49-F238E27FC236}">
                <a16:creationId xmlns:a16="http://schemas.microsoft.com/office/drawing/2014/main" id="{9B6AA7E3-5D68-D362-0973-24C2733C598E}"/>
              </a:ext>
            </a:extLst>
          </p:cNvPr>
          <p:cNvSpPr/>
          <p:nvPr/>
        </p:nvSpPr>
        <p:spPr>
          <a:xfrm>
            <a:off x="3224482" y="5970587"/>
            <a:ext cx="624975" cy="283538"/>
          </a:xfrm>
          <a:prstGeom prst="ellipse">
            <a:avLst/>
          </a:prstGeom>
          <a:solidFill>
            <a:schemeClr val="bg1"/>
          </a:solidFill>
          <a:ln>
            <a:noFill/>
            <a:prstDash val="solid"/>
          </a:ln>
          <a:effectLst>
            <a:outerShdw blurRad="635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0.88</a:t>
            </a:r>
          </a:p>
        </p:txBody>
      </p:sp>
      <p:sp>
        <p:nvSpPr>
          <p:cNvPr id="3167" name="Line 15">
            <a:extLst>
              <a:ext uri="{FF2B5EF4-FFF2-40B4-BE49-F238E27FC236}">
                <a16:creationId xmlns:a16="http://schemas.microsoft.com/office/drawing/2014/main" id="{1BECBFEA-6B64-2890-EB5C-017C5720218D}"/>
              </a:ext>
            </a:extLst>
          </p:cNvPr>
          <p:cNvSpPr>
            <a:spLocks noChangeShapeType="1"/>
          </p:cNvSpPr>
          <p:nvPr>
            <p:custDataLst>
              <p:tags r:id="rId46"/>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A1F4691E-F3DC-08CB-29C1-876574C3D029}"/>
              </a:ext>
            </a:extLst>
          </p:cNvPr>
          <p:cNvSpPr txBox="1"/>
          <p:nvPr/>
        </p:nvSpPr>
        <p:spPr>
          <a:xfrm>
            <a:off x="4014422" y="6001030"/>
            <a:ext cx="1057641" cy="246221"/>
          </a:xfrm>
          <a:prstGeom prst="rect">
            <a:avLst/>
          </a:prstGeom>
          <a:noFill/>
        </p:spPr>
        <p:txBody>
          <a:bodyPr wrap="square" rtlCol="0">
            <a:spAutoFit/>
          </a:bodyPr>
          <a:lstStyle/>
          <a:p>
            <a:r>
              <a:rPr lang="en-US" sz="1000" b="1" dirty="0"/>
              <a:t>Net Income</a:t>
            </a:r>
          </a:p>
        </p:txBody>
      </p:sp>
      <p:sp>
        <p:nvSpPr>
          <p:cNvPr id="13" name="Google Shape;1129;p23">
            <a:extLst>
              <a:ext uri="{FF2B5EF4-FFF2-40B4-BE49-F238E27FC236}">
                <a16:creationId xmlns:a16="http://schemas.microsoft.com/office/drawing/2014/main" id="{F24FC320-918D-435B-54F9-B958ADA72996}"/>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Day Surgery - Profound</a:t>
            </a:r>
            <a:endParaRPr lang="en-US">
              <a:solidFill>
                <a:schemeClr val="bg1"/>
              </a:solidFill>
              <a:latin typeface="Calibri"/>
              <a:ea typeface="Calibri"/>
              <a:cs typeface="Calibri"/>
            </a:endParaRPr>
          </a:p>
        </p:txBody>
      </p:sp>
      <p:grpSp>
        <p:nvGrpSpPr>
          <p:cNvPr id="15" name="Group 14">
            <a:extLst>
              <a:ext uri="{FF2B5EF4-FFF2-40B4-BE49-F238E27FC236}">
                <a16:creationId xmlns:a16="http://schemas.microsoft.com/office/drawing/2014/main" id="{5F51FC51-4A24-7A8D-6482-D3E4226B8A93}"/>
              </a:ext>
            </a:extLst>
          </p:cNvPr>
          <p:cNvGrpSpPr/>
          <p:nvPr/>
        </p:nvGrpSpPr>
        <p:grpSpPr>
          <a:xfrm>
            <a:off x="-439952" y="431946"/>
            <a:ext cx="338328" cy="3872943"/>
            <a:chOff x="-460920" y="279546"/>
            <a:chExt cx="338328" cy="3872943"/>
          </a:xfrm>
        </p:grpSpPr>
        <p:sp>
          <p:nvSpPr>
            <p:cNvPr id="16" name="Google Shape;139;p2">
              <a:extLst>
                <a:ext uri="{FF2B5EF4-FFF2-40B4-BE49-F238E27FC236}">
                  <a16:creationId xmlns:a16="http://schemas.microsoft.com/office/drawing/2014/main" id="{CD7AD8D4-10D2-6468-CF5B-F87D36EBC934}"/>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8" name="Google Shape;140;p2">
              <a:extLst>
                <a:ext uri="{FF2B5EF4-FFF2-40B4-BE49-F238E27FC236}">
                  <a16:creationId xmlns:a16="http://schemas.microsoft.com/office/drawing/2014/main" id="{C9D4B980-849B-72D5-BD03-CDBEB9751E7F}"/>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 name="Google Shape;141;p2">
              <a:extLst>
                <a:ext uri="{FF2B5EF4-FFF2-40B4-BE49-F238E27FC236}">
                  <a16:creationId xmlns:a16="http://schemas.microsoft.com/office/drawing/2014/main" id="{0E6FBA11-EDA8-55CE-E2F3-A654DCA4AC48}"/>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3" name="Google Shape;142;p2">
              <a:extLst>
                <a:ext uri="{FF2B5EF4-FFF2-40B4-BE49-F238E27FC236}">
                  <a16:creationId xmlns:a16="http://schemas.microsoft.com/office/drawing/2014/main" id="{57BB9A74-ACC4-DE12-DFC3-B522E51FDE12}"/>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5" name="Google Shape;143;p2">
              <a:extLst>
                <a:ext uri="{FF2B5EF4-FFF2-40B4-BE49-F238E27FC236}">
                  <a16:creationId xmlns:a16="http://schemas.microsoft.com/office/drawing/2014/main" id="{75CE688D-0FB5-73E9-EC5F-047ED7435182}"/>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6" name="Google Shape;147;p2">
              <a:extLst>
                <a:ext uri="{FF2B5EF4-FFF2-40B4-BE49-F238E27FC236}">
                  <a16:creationId xmlns:a16="http://schemas.microsoft.com/office/drawing/2014/main" id="{2D33A949-037A-CC3F-88C3-286916B91EEA}"/>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8" name="Google Shape;151;p2">
              <a:extLst>
                <a:ext uri="{FF2B5EF4-FFF2-40B4-BE49-F238E27FC236}">
                  <a16:creationId xmlns:a16="http://schemas.microsoft.com/office/drawing/2014/main" id="{E1E98A20-D8D1-85B9-941C-5C514970E133}"/>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9" name="Google Shape;147;p2">
              <a:extLst>
                <a:ext uri="{FF2B5EF4-FFF2-40B4-BE49-F238E27FC236}">
                  <a16:creationId xmlns:a16="http://schemas.microsoft.com/office/drawing/2014/main" id="{A1F2FF8C-5E24-C686-CE42-D95AF1B0704B}"/>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3154" name="TextBox 3153">
            <a:extLst>
              <a:ext uri="{FF2B5EF4-FFF2-40B4-BE49-F238E27FC236}">
                <a16:creationId xmlns:a16="http://schemas.microsoft.com/office/drawing/2014/main" id="{3557CB77-AD57-898A-F391-4BA589BA24CB}"/>
              </a:ext>
            </a:extLst>
          </p:cNvPr>
          <p:cNvSpPr txBox="1"/>
          <p:nvPr/>
        </p:nvSpPr>
        <p:spPr>
          <a:xfrm>
            <a:off x="5619065" y="5391884"/>
            <a:ext cx="1327783" cy="307777"/>
          </a:xfrm>
          <a:prstGeom prst="rect">
            <a:avLst/>
          </a:prstGeom>
          <a:noFill/>
        </p:spPr>
        <p:txBody>
          <a:bodyPr wrap="square" rtlCol="0">
            <a:spAutoFit/>
          </a:bodyPr>
          <a:lstStyle/>
          <a:p>
            <a:r>
              <a:rPr lang="en-US" sz="1400" b="1"/>
              <a:t>Spillover</a:t>
            </a:r>
          </a:p>
        </p:txBody>
      </p:sp>
      <p:sp>
        <p:nvSpPr>
          <p:cNvPr id="3159" name="TextBox 3158">
            <a:extLst>
              <a:ext uri="{FF2B5EF4-FFF2-40B4-BE49-F238E27FC236}">
                <a16:creationId xmlns:a16="http://schemas.microsoft.com/office/drawing/2014/main" id="{37965641-986C-C8FD-4E59-487EEB89531C}"/>
              </a:ext>
            </a:extLst>
          </p:cNvPr>
          <p:cNvSpPr txBox="1"/>
          <p:nvPr/>
        </p:nvSpPr>
        <p:spPr>
          <a:xfrm>
            <a:off x="5619065" y="4579938"/>
            <a:ext cx="1327783" cy="307777"/>
          </a:xfrm>
          <a:prstGeom prst="rect">
            <a:avLst/>
          </a:prstGeom>
          <a:noFill/>
        </p:spPr>
        <p:txBody>
          <a:bodyPr wrap="square" rtlCol="0">
            <a:spAutoFit/>
          </a:bodyPr>
          <a:lstStyle/>
          <a:p>
            <a:r>
              <a:rPr lang="en-US" sz="1400" b="1"/>
              <a:t>Riyadh</a:t>
            </a:r>
          </a:p>
        </p:txBody>
      </p:sp>
      <p:sp>
        <p:nvSpPr>
          <p:cNvPr id="3160" name="Rectangle 3159">
            <a:extLst>
              <a:ext uri="{FF2B5EF4-FFF2-40B4-BE49-F238E27FC236}">
                <a16:creationId xmlns:a16="http://schemas.microsoft.com/office/drawing/2014/main" id="{6231B090-1ABC-6F83-71E2-FE6E603073C2}"/>
              </a:ext>
            </a:extLst>
          </p:cNvPr>
          <p:cNvSpPr/>
          <p:nvPr/>
        </p:nvSpPr>
        <p:spPr>
          <a:xfrm>
            <a:off x="5898140" y="4954390"/>
            <a:ext cx="334217" cy="274320"/>
          </a:xfrm>
          <a:prstGeom prst="rect">
            <a:avLst/>
          </a:prstGeom>
          <a:solidFill>
            <a:srgbClr val="17B2AF"/>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9</a:t>
            </a:r>
          </a:p>
        </p:txBody>
      </p:sp>
      <p:sp>
        <p:nvSpPr>
          <p:cNvPr id="3164" name="Rectangle 3163">
            <a:extLst>
              <a:ext uri="{FF2B5EF4-FFF2-40B4-BE49-F238E27FC236}">
                <a16:creationId xmlns:a16="http://schemas.microsoft.com/office/drawing/2014/main" id="{B2D467C9-EFFA-7EDB-6001-46F56A0BA01A}"/>
              </a:ext>
            </a:extLst>
          </p:cNvPr>
          <p:cNvSpPr/>
          <p:nvPr/>
        </p:nvSpPr>
        <p:spPr>
          <a:xfrm>
            <a:off x="6317171" y="4954390"/>
            <a:ext cx="334217" cy="274320"/>
          </a:xfrm>
          <a:prstGeom prst="rect">
            <a:avLst/>
          </a:prstGeom>
          <a:solidFill>
            <a:srgbClr val="04748A"/>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19</a:t>
            </a:r>
          </a:p>
        </p:txBody>
      </p:sp>
      <p:sp>
        <p:nvSpPr>
          <p:cNvPr id="3165" name="Rectangle 3164">
            <a:extLst>
              <a:ext uri="{FF2B5EF4-FFF2-40B4-BE49-F238E27FC236}">
                <a16:creationId xmlns:a16="http://schemas.microsoft.com/office/drawing/2014/main" id="{871A92FE-3B59-1BAB-82A3-55AC7BF09FBC}"/>
              </a:ext>
            </a:extLst>
          </p:cNvPr>
          <p:cNvSpPr/>
          <p:nvPr/>
        </p:nvSpPr>
        <p:spPr>
          <a:xfrm>
            <a:off x="6957662" y="4954390"/>
            <a:ext cx="334217" cy="274320"/>
          </a:xfrm>
          <a:prstGeom prst="rect">
            <a:avLst/>
          </a:prstGeom>
          <a:solidFill>
            <a:srgbClr val="17B2AF"/>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11</a:t>
            </a:r>
          </a:p>
        </p:txBody>
      </p:sp>
      <p:sp>
        <p:nvSpPr>
          <p:cNvPr id="3166" name="Rectangle 3165">
            <a:extLst>
              <a:ext uri="{FF2B5EF4-FFF2-40B4-BE49-F238E27FC236}">
                <a16:creationId xmlns:a16="http://schemas.microsoft.com/office/drawing/2014/main" id="{7E4D1017-9FDC-81C4-2DF7-EC0593940AD6}"/>
              </a:ext>
            </a:extLst>
          </p:cNvPr>
          <p:cNvSpPr/>
          <p:nvPr/>
        </p:nvSpPr>
        <p:spPr>
          <a:xfrm>
            <a:off x="7376693" y="4954390"/>
            <a:ext cx="334217" cy="274320"/>
          </a:xfrm>
          <a:prstGeom prst="rect">
            <a:avLst/>
          </a:prstGeom>
          <a:solidFill>
            <a:srgbClr val="04748A"/>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38</a:t>
            </a:r>
          </a:p>
        </p:txBody>
      </p:sp>
      <p:sp>
        <p:nvSpPr>
          <p:cNvPr id="3168" name="Rectangle 3167">
            <a:extLst>
              <a:ext uri="{FF2B5EF4-FFF2-40B4-BE49-F238E27FC236}">
                <a16:creationId xmlns:a16="http://schemas.microsoft.com/office/drawing/2014/main" id="{A7AF27E9-3300-41AF-09FC-8C3A327A53AE}"/>
              </a:ext>
            </a:extLst>
          </p:cNvPr>
          <p:cNvSpPr/>
          <p:nvPr/>
        </p:nvSpPr>
        <p:spPr>
          <a:xfrm>
            <a:off x="8011762" y="4954390"/>
            <a:ext cx="334217" cy="274320"/>
          </a:xfrm>
          <a:prstGeom prst="rect">
            <a:avLst/>
          </a:prstGeom>
          <a:solidFill>
            <a:srgbClr val="17B2AF"/>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13</a:t>
            </a:r>
          </a:p>
        </p:txBody>
      </p:sp>
      <p:sp>
        <p:nvSpPr>
          <p:cNvPr id="3169" name="Rectangle 3168">
            <a:extLst>
              <a:ext uri="{FF2B5EF4-FFF2-40B4-BE49-F238E27FC236}">
                <a16:creationId xmlns:a16="http://schemas.microsoft.com/office/drawing/2014/main" id="{E168CCF4-5C20-5DA5-FA8A-62E7FA6B0C09}"/>
              </a:ext>
            </a:extLst>
          </p:cNvPr>
          <p:cNvSpPr/>
          <p:nvPr/>
        </p:nvSpPr>
        <p:spPr>
          <a:xfrm>
            <a:off x="8430793" y="4954390"/>
            <a:ext cx="334217" cy="274320"/>
          </a:xfrm>
          <a:prstGeom prst="rect">
            <a:avLst/>
          </a:prstGeom>
          <a:solidFill>
            <a:srgbClr val="04748A"/>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57</a:t>
            </a:r>
          </a:p>
        </p:txBody>
      </p:sp>
      <p:sp>
        <p:nvSpPr>
          <p:cNvPr id="3170" name="Rectangle 3169">
            <a:extLst>
              <a:ext uri="{FF2B5EF4-FFF2-40B4-BE49-F238E27FC236}">
                <a16:creationId xmlns:a16="http://schemas.microsoft.com/office/drawing/2014/main" id="{E6076EF5-A2A0-8992-0B6D-B5734AC2041B}"/>
              </a:ext>
            </a:extLst>
          </p:cNvPr>
          <p:cNvSpPr/>
          <p:nvPr/>
        </p:nvSpPr>
        <p:spPr>
          <a:xfrm>
            <a:off x="5898140" y="5775129"/>
            <a:ext cx="334217" cy="274320"/>
          </a:xfrm>
          <a:prstGeom prst="rect">
            <a:avLst/>
          </a:prstGeom>
          <a:solidFill>
            <a:srgbClr val="17B2AF"/>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3</a:t>
            </a:r>
          </a:p>
        </p:txBody>
      </p:sp>
      <p:sp>
        <p:nvSpPr>
          <p:cNvPr id="3171" name="Rectangle 3170">
            <a:extLst>
              <a:ext uri="{FF2B5EF4-FFF2-40B4-BE49-F238E27FC236}">
                <a16:creationId xmlns:a16="http://schemas.microsoft.com/office/drawing/2014/main" id="{BB0BB9D3-A672-2FF6-7B53-6345A78B2419}"/>
              </a:ext>
            </a:extLst>
          </p:cNvPr>
          <p:cNvSpPr/>
          <p:nvPr/>
        </p:nvSpPr>
        <p:spPr>
          <a:xfrm>
            <a:off x="6317171" y="5775129"/>
            <a:ext cx="334217" cy="274320"/>
          </a:xfrm>
          <a:prstGeom prst="rect">
            <a:avLst/>
          </a:prstGeom>
          <a:solidFill>
            <a:srgbClr val="04748A"/>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2</a:t>
            </a:r>
          </a:p>
        </p:txBody>
      </p:sp>
      <p:sp>
        <p:nvSpPr>
          <p:cNvPr id="3172" name="Rectangle 3171">
            <a:extLst>
              <a:ext uri="{FF2B5EF4-FFF2-40B4-BE49-F238E27FC236}">
                <a16:creationId xmlns:a16="http://schemas.microsoft.com/office/drawing/2014/main" id="{1CB5F239-706B-B15C-C0C1-E61406CC74D4}"/>
              </a:ext>
            </a:extLst>
          </p:cNvPr>
          <p:cNvSpPr/>
          <p:nvPr/>
        </p:nvSpPr>
        <p:spPr>
          <a:xfrm>
            <a:off x="6957662" y="5775129"/>
            <a:ext cx="334217" cy="274320"/>
          </a:xfrm>
          <a:prstGeom prst="rect">
            <a:avLst/>
          </a:prstGeom>
          <a:solidFill>
            <a:srgbClr val="17B2AF"/>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5</a:t>
            </a:r>
          </a:p>
        </p:txBody>
      </p:sp>
      <p:sp>
        <p:nvSpPr>
          <p:cNvPr id="3175" name="Rectangle 3174">
            <a:extLst>
              <a:ext uri="{FF2B5EF4-FFF2-40B4-BE49-F238E27FC236}">
                <a16:creationId xmlns:a16="http://schemas.microsoft.com/office/drawing/2014/main" id="{8D8E90DF-5F84-123F-3833-EE2B4BBC20BF}"/>
              </a:ext>
            </a:extLst>
          </p:cNvPr>
          <p:cNvSpPr/>
          <p:nvPr/>
        </p:nvSpPr>
        <p:spPr>
          <a:xfrm>
            <a:off x="7376693" y="5775129"/>
            <a:ext cx="334217" cy="274320"/>
          </a:xfrm>
          <a:prstGeom prst="rect">
            <a:avLst/>
          </a:prstGeom>
          <a:solidFill>
            <a:srgbClr val="04748A"/>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7</a:t>
            </a:r>
          </a:p>
        </p:txBody>
      </p:sp>
      <p:sp>
        <p:nvSpPr>
          <p:cNvPr id="3176" name="Rectangle 3175">
            <a:extLst>
              <a:ext uri="{FF2B5EF4-FFF2-40B4-BE49-F238E27FC236}">
                <a16:creationId xmlns:a16="http://schemas.microsoft.com/office/drawing/2014/main" id="{8C41355B-91C7-4BC4-3BB2-767BEA7D4033}"/>
              </a:ext>
            </a:extLst>
          </p:cNvPr>
          <p:cNvSpPr/>
          <p:nvPr/>
        </p:nvSpPr>
        <p:spPr>
          <a:xfrm>
            <a:off x="8011762" y="5775129"/>
            <a:ext cx="334217" cy="274320"/>
          </a:xfrm>
          <a:prstGeom prst="rect">
            <a:avLst/>
          </a:prstGeom>
          <a:solidFill>
            <a:srgbClr val="17B2AF"/>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7</a:t>
            </a:r>
          </a:p>
        </p:txBody>
      </p:sp>
      <p:sp>
        <p:nvSpPr>
          <p:cNvPr id="3177" name="Rectangle 3176">
            <a:extLst>
              <a:ext uri="{FF2B5EF4-FFF2-40B4-BE49-F238E27FC236}">
                <a16:creationId xmlns:a16="http://schemas.microsoft.com/office/drawing/2014/main" id="{1F50AED7-1FCB-5D61-8E3D-699C3651970C}"/>
              </a:ext>
            </a:extLst>
          </p:cNvPr>
          <p:cNvSpPr/>
          <p:nvPr/>
        </p:nvSpPr>
        <p:spPr>
          <a:xfrm>
            <a:off x="8430793" y="5775129"/>
            <a:ext cx="334217" cy="274320"/>
          </a:xfrm>
          <a:prstGeom prst="rect">
            <a:avLst/>
          </a:prstGeom>
          <a:solidFill>
            <a:srgbClr val="04748A"/>
          </a:solidFill>
          <a:ln>
            <a:no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rPr>
              <a:t>14</a:t>
            </a:r>
          </a:p>
        </p:txBody>
      </p:sp>
      <p:sp>
        <p:nvSpPr>
          <p:cNvPr id="5" name="TextBox 4">
            <a:extLst>
              <a:ext uri="{FF2B5EF4-FFF2-40B4-BE49-F238E27FC236}">
                <a16:creationId xmlns:a16="http://schemas.microsoft.com/office/drawing/2014/main" id="{FAE5A78D-6AC5-A4DA-D388-FA19483DE2AB}"/>
              </a:ext>
            </a:extLst>
          </p:cNvPr>
          <p:cNvSpPr txBox="1"/>
          <p:nvPr/>
        </p:nvSpPr>
        <p:spPr>
          <a:xfrm>
            <a:off x="9391871" y="5665972"/>
            <a:ext cx="2489168" cy="577081"/>
          </a:xfrm>
          <a:prstGeom prst="rect">
            <a:avLst/>
          </a:prstGeom>
          <a:noFill/>
        </p:spPr>
        <p:txBody>
          <a:bodyPr wrap="square" rtlCol="0">
            <a:spAutoFit/>
          </a:bodyPr>
          <a:lstStyle/>
          <a:p>
            <a:r>
              <a:rPr lang="en-US" sz="1050" dirty="0"/>
              <a:t>*For VCP, the initiative begins Q’3 2026, hence only half yearly revenue and patient volume is to be realized in 2026</a:t>
            </a:r>
          </a:p>
        </p:txBody>
      </p:sp>
      <p:sp>
        <p:nvSpPr>
          <p:cNvPr id="48" name="TextBox 47">
            <a:extLst>
              <a:ext uri="{FF2B5EF4-FFF2-40B4-BE49-F238E27FC236}">
                <a16:creationId xmlns:a16="http://schemas.microsoft.com/office/drawing/2014/main" id="{8FA466EA-3C26-C819-5F95-9AB058D7046D}"/>
              </a:ext>
            </a:extLst>
          </p:cNvPr>
          <p:cNvSpPr txBox="1"/>
          <p:nvPr/>
        </p:nvSpPr>
        <p:spPr>
          <a:xfrm>
            <a:off x="8686061" y="6582944"/>
            <a:ext cx="3502274" cy="267547"/>
          </a:xfrm>
          <a:prstGeom prst="rect">
            <a:avLst/>
          </a:prstGeom>
          <a:noFill/>
        </p:spPr>
        <p:txBody>
          <a:bodyPr wrap="square" rtlCol="0">
            <a:spAutoFit/>
          </a:bodyPr>
          <a:lstStyle/>
          <a:p>
            <a:r>
              <a:rPr lang="en-GB" sz="1100" i="1"/>
              <a:t>Note: Estimated revenue through sizing can be found </a:t>
            </a:r>
            <a:r>
              <a:rPr lang="en-GB" sz="1100" i="1">
                <a:hlinkClick r:id="rId56"/>
              </a:rPr>
              <a:t>here</a:t>
            </a:r>
            <a:endParaRPr lang="en-GB" sz="1100" i="1"/>
          </a:p>
        </p:txBody>
      </p:sp>
      <p:sp>
        <p:nvSpPr>
          <p:cNvPr id="40" name="Rectangle 39">
            <a:extLst>
              <a:ext uri="{FF2B5EF4-FFF2-40B4-BE49-F238E27FC236}">
                <a16:creationId xmlns:a16="http://schemas.microsoft.com/office/drawing/2014/main" id="{BC239887-56CE-54F7-BFC7-428FF82877B5}"/>
              </a:ext>
            </a:extLst>
          </p:cNvPr>
          <p:cNvSpPr/>
          <p:nvPr/>
        </p:nvSpPr>
        <p:spPr>
          <a:xfrm>
            <a:off x="509281" y="6543683"/>
            <a:ext cx="7346950" cy="20139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Slides extracted from Profound document, please see external Profound business case for latest in case changed</a:t>
            </a:r>
          </a:p>
        </p:txBody>
      </p:sp>
    </p:spTree>
    <p:extLst>
      <p:ext uri="{BB962C8B-B14F-4D97-AF65-F5344CB8AC3E}">
        <p14:creationId xmlns:p14="http://schemas.microsoft.com/office/powerpoint/2010/main" val="217160830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951233-3F8F-7364-3B1F-759E174F033E}"/>
            </a:ext>
          </a:extLst>
        </p:cNvPr>
        <p:cNvGrpSpPr/>
        <p:nvPr/>
      </p:nvGrpSpPr>
      <p:grpSpPr>
        <a:xfrm>
          <a:off x="0" y="0"/>
          <a:ext cx="0" cy="0"/>
          <a:chOff x="0" y="0"/>
          <a:chExt cx="0" cy="0"/>
        </a:xfrm>
      </p:grpSpPr>
      <p:graphicFrame>
        <p:nvGraphicFramePr>
          <p:cNvPr id="55" name="think-cell data - do not delete" hidden="1">
            <a:extLst>
              <a:ext uri="{FF2B5EF4-FFF2-40B4-BE49-F238E27FC236}">
                <a16:creationId xmlns:a16="http://schemas.microsoft.com/office/drawing/2014/main" id="{009103A9-3B12-BCE2-1493-23E43EA059AC}"/>
              </a:ext>
            </a:extLst>
          </p:cNvPr>
          <p:cNvGraphicFramePr>
            <a:graphicFrameLocks/>
          </p:cNvGraphicFramePr>
          <p:nvPr>
            <p:custDataLst>
              <p:tags r:id="rId1"/>
            </p:custDataLst>
            <p:extLst>
              <p:ext uri="{D42A27DB-BD31-4B8C-83A1-F6EECF244321}">
                <p14:modId xmlns:p14="http://schemas.microsoft.com/office/powerpoint/2010/main" val="83844464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2" imgW="395" imgH="396" progId="TCLayout.ActiveDocument.1">
                  <p:embed/>
                </p:oleObj>
              </mc:Choice>
              <mc:Fallback>
                <p:oleObj name="think-cell Slide" r:id="rId32" imgW="395" imgH="396" progId="TCLayout.ActiveDocument.1">
                  <p:embed/>
                  <p:pic>
                    <p:nvPicPr>
                      <p:cNvPr id="55" name="think-cell data - do not delete" hidden="1">
                        <a:extLst>
                          <a:ext uri="{FF2B5EF4-FFF2-40B4-BE49-F238E27FC236}">
                            <a16:creationId xmlns:a16="http://schemas.microsoft.com/office/drawing/2014/main" id="{009103A9-3B12-BCE2-1493-23E43EA059AC}"/>
                          </a:ext>
                        </a:extLst>
                      </p:cNvPr>
                      <p:cNvPicPr/>
                      <p:nvPr/>
                    </p:nvPicPr>
                    <p:blipFill>
                      <a:blip r:embed="rId33"/>
                      <a:stretch>
                        <a:fillRect/>
                      </a:stretch>
                    </p:blipFill>
                    <p:spPr>
                      <a:xfrm>
                        <a:off x="1588" y="1588"/>
                        <a:ext cx="1588" cy="1588"/>
                      </a:xfrm>
                      <a:prstGeom prst="rect">
                        <a:avLst/>
                      </a:prstGeom>
                    </p:spPr>
                  </p:pic>
                </p:oleObj>
              </mc:Fallback>
            </mc:AlternateContent>
          </a:graphicData>
        </a:graphic>
      </p:graphicFrame>
      <p:grpSp>
        <p:nvGrpSpPr>
          <p:cNvPr id="45" name="Group 44">
            <a:extLst>
              <a:ext uri="{FF2B5EF4-FFF2-40B4-BE49-F238E27FC236}">
                <a16:creationId xmlns:a16="http://schemas.microsoft.com/office/drawing/2014/main" id="{8D8B7876-FA6F-D310-FC87-DF939F269111}"/>
              </a:ext>
            </a:extLst>
          </p:cNvPr>
          <p:cNvGrpSpPr/>
          <p:nvPr/>
        </p:nvGrpSpPr>
        <p:grpSpPr>
          <a:xfrm>
            <a:off x="2400966" y="4961234"/>
            <a:ext cx="839755" cy="1457610"/>
            <a:chOff x="3600955" y="4658917"/>
            <a:chExt cx="839755" cy="1759932"/>
          </a:xfrm>
        </p:grpSpPr>
        <p:sp>
          <p:nvSpPr>
            <p:cNvPr id="225" name="Rectangle: Rounded Corners 224">
              <a:extLst>
                <a:ext uri="{FF2B5EF4-FFF2-40B4-BE49-F238E27FC236}">
                  <a16:creationId xmlns:a16="http://schemas.microsoft.com/office/drawing/2014/main" id="{4DD34B5B-0972-CED6-0171-E5AC78E14F23}"/>
                </a:ext>
              </a:extLst>
            </p:cNvPr>
            <p:cNvSpPr/>
            <p:nvPr/>
          </p:nvSpPr>
          <p:spPr>
            <a:xfrm>
              <a:off x="3600955" y="4658917"/>
              <a:ext cx="839755" cy="396000"/>
            </a:xfrm>
            <a:prstGeom prst="roundRect">
              <a:avLst/>
            </a:prstGeom>
            <a:no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Lato" panose="020F0502020204030203" pitchFamily="34" charset="0"/>
                  <a:cs typeface="Lato" panose="020F0502020204030203" pitchFamily="34" charset="0"/>
                </a:rPr>
                <a:t>19%</a:t>
              </a:r>
            </a:p>
          </p:txBody>
        </p:sp>
        <p:sp>
          <p:nvSpPr>
            <p:cNvPr id="231" name="Rectangle: Rounded Corners 230">
              <a:extLst>
                <a:ext uri="{FF2B5EF4-FFF2-40B4-BE49-F238E27FC236}">
                  <a16:creationId xmlns:a16="http://schemas.microsoft.com/office/drawing/2014/main" id="{7B7F78F7-965E-68A2-01A3-255F4A9B958C}"/>
                </a:ext>
              </a:extLst>
            </p:cNvPr>
            <p:cNvSpPr/>
            <p:nvPr/>
          </p:nvSpPr>
          <p:spPr>
            <a:xfrm>
              <a:off x="3600955" y="5344705"/>
              <a:ext cx="839755" cy="396000"/>
            </a:xfrm>
            <a:prstGeom prst="roundRect">
              <a:avLst/>
            </a:prstGeom>
            <a:no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Lato" panose="020F0502020204030203" pitchFamily="34" charset="0"/>
                  <a:cs typeface="Lato" panose="020F0502020204030203" pitchFamily="34" charset="0"/>
                </a:rPr>
                <a:t>5%</a:t>
              </a:r>
            </a:p>
          </p:txBody>
        </p:sp>
        <p:sp>
          <p:nvSpPr>
            <p:cNvPr id="237" name="Rectangle: Rounded Corners 236">
              <a:extLst>
                <a:ext uri="{FF2B5EF4-FFF2-40B4-BE49-F238E27FC236}">
                  <a16:creationId xmlns:a16="http://schemas.microsoft.com/office/drawing/2014/main" id="{51D5C1E4-D64D-4378-E254-8E687B78A0B8}"/>
                </a:ext>
              </a:extLst>
            </p:cNvPr>
            <p:cNvSpPr/>
            <p:nvPr/>
          </p:nvSpPr>
          <p:spPr>
            <a:xfrm>
              <a:off x="3600955" y="6022849"/>
              <a:ext cx="839755" cy="396000"/>
            </a:xfrm>
            <a:prstGeom prst="roundRect">
              <a:avLst/>
            </a:prstGeom>
            <a:no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Lato" panose="020F0502020204030203" pitchFamily="34" charset="0"/>
                  <a:cs typeface="Lato" panose="020F0502020204030203" pitchFamily="34" charset="0"/>
                </a:rPr>
                <a:t>0%</a:t>
              </a:r>
            </a:p>
          </p:txBody>
        </p:sp>
      </p:grpSp>
      <p:grpSp>
        <p:nvGrpSpPr>
          <p:cNvPr id="44" name="Group 43">
            <a:extLst>
              <a:ext uri="{FF2B5EF4-FFF2-40B4-BE49-F238E27FC236}">
                <a16:creationId xmlns:a16="http://schemas.microsoft.com/office/drawing/2014/main" id="{B42F2D6E-DC74-8C7F-4F9F-93A37A56BB88}"/>
              </a:ext>
            </a:extLst>
          </p:cNvPr>
          <p:cNvGrpSpPr/>
          <p:nvPr/>
        </p:nvGrpSpPr>
        <p:grpSpPr>
          <a:xfrm>
            <a:off x="4183584" y="4961234"/>
            <a:ext cx="839755" cy="1457610"/>
            <a:chOff x="5009428" y="4658917"/>
            <a:chExt cx="839755" cy="1759932"/>
          </a:xfrm>
        </p:grpSpPr>
        <p:sp>
          <p:nvSpPr>
            <p:cNvPr id="226" name="Rectangle: Rounded Corners 225">
              <a:extLst>
                <a:ext uri="{FF2B5EF4-FFF2-40B4-BE49-F238E27FC236}">
                  <a16:creationId xmlns:a16="http://schemas.microsoft.com/office/drawing/2014/main" id="{695E858C-543C-148C-7289-576011514182}"/>
                </a:ext>
              </a:extLst>
            </p:cNvPr>
            <p:cNvSpPr/>
            <p:nvPr/>
          </p:nvSpPr>
          <p:spPr>
            <a:xfrm>
              <a:off x="5009428" y="4658917"/>
              <a:ext cx="839755" cy="396000"/>
            </a:xfrm>
            <a:prstGeom prst="roundRect">
              <a:avLst/>
            </a:prstGeom>
            <a:no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Lato" panose="020F0502020204030203" pitchFamily="34" charset="0"/>
                  <a:cs typeface="Lato" panose="020F0502020204030203" pitchFamily="34" charset="0"/>
                </a:rPr>
                <a:t>27%</a:t>
              </a:r>
            </a:p>
          </p:txBody>
        </p:sp>
        <p:sp>
          <p:nvSpPr>
            <p:cNvPr id="232" name="Rectangle: Rounded Corners 231">
              <a:extLst>
                <a:ext uri="{FF2B5EF4-FFF2-40B4-BE49-F238E27FC236}">
                  <a16:creationId xmlns:a16="http://schemas.microsoft.com/office/drawing/2014/main" id="{89444C85-D08A-04F4-E216-E4FEC5E977A9}"/>
                </a:ext>
              </a:extLst>
            </p:cNvPr>
            <p:cNvSpPr/>
            <p:nvPr/>
          </p:nvSpPr>
          <p:spPr>
            <a:xfrm>
              <a:off x="5009428" y="5344705"/>
              <a:ext cx="839755" cy="396000"/>
            </a:xfrm>
            <a:prstGeom prst="roundRect">
              <a:avLst/>
            </a:prstGeom>
            <a:no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Lato" panose="020F0502020204030203" pitchFamily="34" charset="0"/>
                  <a:cs typeface="Lato" panose="020F0502020204030203" pitchFamily="34" charset="0"/>
                </a:rPr>
                <a:t>18%</a:t>
              </a:r>
            </a:p>
          </p:txBody>
        </p:sp>
        <p:sp>
          <p:nvSpPr>
            <p:cNvPr id="238" name="Rectangle: Rounded Corners 237">
              <a:extLst>
                <a:ext uri="{FF2B5EF4-FFF2-40B4-BE49-F238E27FC236}">
                  <a16:creationId xmlns:a16="http://schemas.microsoft.com/office/drawing/2014/main" id="{E7A211FC-61DA-8D95-3FF8-C36F206ACF30}"/>
                </a:ext>
              </a:extLst>
            </p:cNvPr>
            <p:cNvSpPr/>
            <p:nvPr/>
          </p:nvSpPr>
          <p:spPr>
            <a:xfrm>
              <a:off x="5009428" y="6022849"/>
              <a:ext cx="839755" cy="396000"/>
            </a:xfrm>
            <a:prstGeom prst="roundRect">
              <a:avLst/>
            </a:prstGeom>
            <a:no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Lato" panose="020F0502020204030203" pitchFamily="34" charset="0"/>
                  <a:cs typeface="Lato" panose="020F0502020204030203" pitchFamily="34" charset="0"/>
                </a:rPr>
                <a:t>13%</a:t>
              </a:r>
            </a:p>
          </p:txBody>
        </p:sp>
      </p:grpSp>
      <p:grpSp>
        <p:nvGrpSpPr>
          <p:cNvPr id="43" name="Group 42">
            <a:extLst>
              <a:ext uri="{FF2B5EF4-FFF2-40B4-BE49-F238E27FC236}">
                <a16:creationId xmlns:a16="http://schemas.microsoft.com/office/drawing/2014/main" id="{B3206C8E-C214-E13F-C942-2BFAEBED7E07}"/>
              </a:ext>
            </a:extLst>
          </p:cNvPr>
          <p:cNvGrpSpPr/>
          <p:nvPr/>
        </p:nvGrpSpPr>
        <p:grpSpPr>
          <a:xfrm>
            <a:off x="5966203" y="4961234"/>
            <a:ext cx="839755" cy="1457610"/>
            <a:chOff x="6417901" y="4658917"/>
            <a:chExt cx="839755" cy="1759932"/>
          </a:xfrm>
        </p:grpSpPr>
        <p:sp>
          <p:nvSpPr>
            <p:cNvPr id="227" name="Rectangle: Rounded Corners 226">
              <a:extLst>
                <a:ext uri="{FF2B5EF4-FFF2-40B4-BE49-F238E27FC236}">
                  <a16:creationId xmlns:a16="http://schemas.microsoft.com/office/drawing/2014/main" id="{158BB5A2-884E-B128-C322-A063DE15B4F8}"/>
                </a:ext>
              </a:extLst>
            </p:cNvPr>
            <p:cNvSpPr/>
            <p:nvPr/>
          </p:nvSpPr>
          <p:spPr>
            <a:xfrm>
              <a:off x="6417901" y="4658917"/>
              <a:ext cx="839755" cy="396000"/>
            </a:xfrm>
            <a:prstGeom prst="roundRect">
              <a:avLst/>
            </a:prstGeom>
            <a:no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Lato" panose="020F0502020204030203" pitchFamily="34" charset="0"/>
                  <a:cs typeface="Lato" panose="020F0502020204030203" pitchFamily="34" charset="0"/>
                </a:rPr>
                <a:t>28%</a:t>
              </a:r>
            </a:p>
          </p:txBody>
        </p:sp>
        <p:sp>
          <p:nvSpPr>
            <p:cNvPr id="233" name="Rectangle: Rounded Corners 232">
              <a:extLst>
                <a:ext uri="{FF2B5EF4-FFF2-40B4-BE49-F238E27FC236}">
                  <a16:creationId xmlns:a16="http://schemas.microsoft.com/office/drawing/2014/main" id="{234955F8-28BF-6143-E045-2F5EFECCCACF}"/>
                </a:ext>
              </a:extLst>
            </p:cNvPr>
            <p:cNvSpPr/>
            <p:nvPr/>
          </p:nvSpPr>
          <p:spPr>
            <a:xfrm>
              <a:off x="6417901" y="5344705"/>
              <a:ext cx="839755" cy="396000"/>
            </a:xfrm>
            <a:prstGeom prst="roundRect">
              <a:avLst/>
            </a:prstGeom>
            <a:no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Lato" panose="020F0502020204030203" pitchFamily="34" charset="0"/>
                  <a:cs typeface="Lato" panose="020F0502020204030203" pitchFamily="34" charset="0"/>
                </a:rPr>
                <a:t>21%</a:t>
              </a:r>
            </a:p>
          </p:txBody>
        </p:sp>
        <p:sp>
          <p:nvSpPr>
            <p:cNvPr id="239" name="Rectangle: Rounded Corners 238">
              <a:extLst>
                <a:ext uri="{FF2B5EF4-FFF2-40B4-BE49-F238E27FC236}">
                  <a16:creationId xmlns:a16="http://schemas.microsoft.com/office/drawing/2014/main" id="{A73D282C-D14D-2000-0F21-A7D648212351}"/>
                </a:ext>
              </a:extLst>
            </p:cNvPr>
            <p:cNvSpPr/>
            <p:nvPr/>
          </p:nvSpPr>
          <p:spPr>
            <a:xfrm>
              <a:off x="6417901" y="6022849"/>
              <a:ext cx="839755" cy="396000"/>
            </a:xfrm>
            <a:prstGeom prst="roundRect">
              <a:avLst/>
            </a:prstGeom>
            <a:no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Lato" panose="020F0502020204030203" pitchFamily="34" charset="0"/>
                  <a:cs typeface="Lato" panose="020F0502020204030203" pitchFamily="34" charset="0"/>
                </a:rPr>
                <a:t>16%</a:t>
              </a:r>
            </a:p>
          </p:txBody>
        </p:sp>
      </p:grpSp>
      <p:sp>
        <p:nvSpPr>
          <p:cNvPr id="241" name="TextBox 240">
            <a:extLst>
              <a:ext uri="{FF2B5EF4-FFF2-40B4-BE49-F238E27FC236}">
                <a16:creationId xmlns:a16="http://schemas.microsoft.com/office/drawing/2014/main" id="{3F41ED4C-6D88-2840-3E7B-1C64A5A38AA2}"/>
              </a:ext>
            </a:extLst>
          </p:cNvPr>
          <p:cNvSpPr txBox="1"/>
          <p:nvPr/>
        </p:nvSpPr>
        <p:spPr>
          <a:xfrm>
            <a:off x="516642" y="5054395"/>
            <a:ext cx="1743075" cy="184666"/>
          </a:xfrm>
          <a:prstGeom prst="homePlate">
            <a:avLst/>
          </a:prstGeom>
          <a:solidFill>
            <a:srgbClr val="36BAB9"/>
          </a:solidFill>
        </p:spPr>
        <p:txBody>
          <a:bodyPr vert="horz" wrap="square" lIns="72000" tIns="0" rIns="0" bIns="0" rtlCol="0" anchor="ctr">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lvl1pPr>
            <a:lvl2pPr marL="228600" lvl="1" indent="-228600">
              <a:lnSpc>
                <a:spcPct val="100000"/>
              </a:lnSpc>
              <a:spcBef>
                <a:spcPts val="0"/>
              </a:spcBef>
              <a:spcAft>
                <a:spcPts val="300"/>
              </a:spcAft>
              <a:buClr>
                <a:schemeClr val="tx1"/>
              </a:buClr>
              <a:buSzPct val="110000"/>
              <a:buFont typeface="Wingdings" panose="05000000000000000000" pitchFamily="2" charset="2"/>
              <a:buChar char=""/>
              <a:defRPr lang="en-US" sz="1600" dirty="0"/>
            </a:lvl2pPr>
            <a:lvl3pPr marL="438912" lvl="2" indent="-210312">
              <a:lnSpc>
                <a:spcPct val="100000"/>
              </a:lnSpc>
              <a:spcBef>
                <a:spcPts val="0"/>
              </a:spcBef>
              <a:spcAft>
                <a:spcPts val="300"/>
              </a:spcAft>
              <a:buClr>
                <a:schemeClr val="tx1"/>
              </a:buClr>
              <a:buSzPct val="110000"/>
              <a:buFont typeface="Arial" panose="020B0604020202020204" pitchFamily="34" charset="0"/>
              <a:buChar char="‒"/>
              <a:defRPr lang="en-US" sz="1600" dirty="0"/>
            </a:lvl3pPr>
            <a:lvl4pPr marL="594360" lvl="3" indent="-155448">
              <a:lnSpc>
                <a:spcPct val="100000"/>
              </a:lnSpc>
              <a:spcBef>
                <a:spcPts val="0"/>
              </a:spcBef>
              <a:spcAft>
                <a:spcPts val="300"/>
              </a:spcAft>
              <a:buClr>
                <a:schemeClr val="tx1"/>
              </a:buClr>
              <a:buSzPct val="100000"/>
              <a:buFont typeface="Arial" panose="020B0604020202020204" pitchFamily="34" charset="0"/>
              <a:buChar char="•"/>
              <a:defRPr lang="en-US" sz="1600" dirty="0"/>
            </a:lvl4pPr>
            <a:lvl5pPr marL="813816" lvl="4" indent="-146304">
              <a:lnSpc>
                <a:spcPct val="100000"/>
              </a:lnSpc>
              <a:spcBef>
                <a:spcPts val="0"/>
              </a:spcBef>
              <a:spcAft>
                <a:spcPts val="300"/>
              </a:spcAft>
              <a:buClr>
                <a:schemeClr val="tx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E"/>
              </a:buClr>
              <a:buSzPct val="100000"/>
              <a:buFont typeface="Segoe UI" panose="020B0502040204020203" pitchFamily="34" charset="0"/>
              <a:buChar char="​"/>
              <a:tabLst/>
              <a:defRPr/>
            </a:pPr>
            <a:r>
              <a:rPr kumimoji="0" lang="en-US" sz="1200" b="0" i="0" u="none" strike="noStrike" kern="1200" cap="none" spc="0" normalizeH="0" baseline="0" noProof="0">
                <a:ln>
                  <a:noFill/>
                </a:ln>
                <a:solidFill>
                  <a:prstClr val="white"/>
                </a:solidFill>
                <a:effectLst/>
                <a:uLnTx/>
                <a:uFillTx/>
                <a:latin typeface="Calibri" panose="020F0502020204030204"/>
                <a:ea typeface="Lato" panose="020F0502020204030203" pitchFamily="34" charset="0"/>
                <a:cs typeface="Lato" panose="020F0502020204030203" pitchFamily="34" charset="0"/>
              </a:rPr>
              <a:t>Gross Profit Margin (%)</a:t>
            </a:r>
          </a:p>
        </p:txBody>
      </p:sp>
      <p:sp>
        <p:nvSpPr>
          <p:cNvPr id="242" name="TextBox 241">
            <a:extLst>
              <a:ext uri="{FF2B5EF4-FFF2-40B4-BE49-F238E27FC236}">
                <a16:creationId xmlns:a16="http://schemas.microsoft.com/office/drawing/2014/main" id="{5B8419C5-69F0-E46F-47B7-093447316FAC}"/>
              </a:ext>
            </a:extLst>
          </p:cNvPr>
          <p:cNvSpPr txBox="1"/>
          <p:nvPr/>
        </p:nvSpPr>
        <p:spPr>
          <a:xfrm>
            <a:off x="510716" y="5614342"/>
            <a:ext cx="1743075" cy="184666"/>
          </a:xfrm>
          <a:prstGeom prst="homePlate">
            <a:avLst/>
          </a:prstGeom>
          <a:solidFill>
            <a:srgbClr val="36BAB9"/>
          </a:solidFill>
        </p:spPr>
        <p:txBody>
          <a:bodyPr vert="horz" wrap="square" lIns="72000" tIns="0" rIns="0" bIns="0" rtlCol="0" anchor="ctr">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lvl1pPr>
            <a:lvl2pPr marL="228600" lvl="1" indent="-228600">
              <a:lnSpc>
                <a:spcPct val="100000"/>
              </a:lnSpc>
              <a:spcBef>
                <a:spcPts val="0"/>
              </a:spcBef>
              <a:spcAft>
                <a:spcPts val="300"/>
              </a:spcAft>
              <a:buClr>
                <a:schemeClr val="tx1"/>
              </a:buClr>
              <a:buSzPct val="110000"/>
              <a:buFont typeface="Wingdings" panose="05000000000000000000" pitchFamily="2" charset="2"/>
              <a:buChar char=""/>
              <a:defRPr lang="en-US" sz="1600" dirty="0"/>
            </a:lvl2pPr>
            <a:lvl3pPr marL="438912" lvl="2" indent="-210312">
              <a:lnSpc>
                <a:spcPct val="100000"/>
              </a:lnSpc>
              <a:spcBef>
                <a:spcPts val="0"/>
              </a:spcBef>
              <a:spcAft>
                <a:spcPts val="300"/>
              </a:spcAft>
              <a:buClr>
                <a:schemeClr val="tx1"/>
              </a:buClr>
              <a:buSzPct val="110000"/>
              <a:buFont typeface="Arial" panose="020B0604020202020204" pitchFamily="34" charset="0"/>
              <a:buChar char="‒"/>
              <a:defRPr lang="en-US" sz="1600" dirty="0"/>
            </a:lvl3pPr>
            <a:lvl4pPr marL="594360" lvl="3" indent="-155448">
              <a:lnSpc>
                <a:spcPct val="100000"/>
              </a:lnSpc>
              <a:spcBef>
                <a:spcPts val="0"/>
              </a:spcBef>
              <a:spcAft>
                <a:spcPts val="300"/>
              </a:spcAft>
              <a:buClr>
                <a:schemeClr val="tx1"/>
              </a:buClr>
              <a:buSzPct val="100000"/>
              <a:buFont typeface="Arial" panose="020B0604020202020204" pitchFamily="34" charset="0"/>
              <a:buChar char="•"/>
              <a:defRPr lang="en-US" sz="1600" dirty="0"/>
            </a:lvl4pPr>
            <a:lvl5pPr marL="813816" lvl="4" indent="-146304">
              <a:lnSpc>
                <a:spcPct val="100000"/>
              </a:lnSpc>
              <a:spcBef>
                <a:spcPts val="0"/>
              </a:spcBef>
              <a:spcAft>
                <a:spcPts val="300"/>
              </a:spcAft>
              <a:buClr>
                <a:schemeClr val="tx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E"/>
              </a:buClr>
              <a:buSzPct val="100000"/>
              <a:buFont typeface="Segoe UI" panose="020B0502040204020203" pitchFamily="34" charset="0"/>
              <a:buChar char="​"/>
              <a:tabLst/>
              <a:defRPr/>
            </a:pPr>
            <a:r>
              <a:rPr kumimoji="0" lang="en-US" sz="1200" b="0" i="0" u="none" strike="noStrike" kern="1200" cap="none" spc="0" normalizeH="0" baseline="0" noProof="0">
                <a:ln>
                  <a:noFill/>
                </a:ln>
                <a:solidFill>
                  <a:prstClr val="white"/>
                </a:solidFill>
                <a:effectLst/>
                <a:uLnTx/>
                <a:uFillTx/>
                <a:latin typeface="Calibri" panose="020F0502020204030204"/>
                <a:ea typeface="Lato" panose="020F0502020204030203" pitchFamily="34" charset="0"/>
                <a:cs typeface="Lato" panose="020F0502020204030203" pitchFamily="34" charset="0"/>
              </a:rPr>
              <a:t>EBITDA Margin %)</a:t>
            </a:r>
          </a:p>
        </p:txBody>
      </p:sp>
      <p:sp>
        <p:nvSpPr>
          <p:cNvPr id="243" name="TextBox 242">
            <a:extLst>
              <a:ext uri="{FF2B5EF4-FFF2-40B4-BE49-F238E27FC236}">
                <a16:creationId xmlns:a16="http://schemas.microsoft.com/office/drawing/2014/main" id="{6A29E62A-0063-4EC6-8B98-F7EB01CC25ED}"/>
              </a:ext>
            </a:extLst>
          </p:cNvPr>
          <p:cNvSpPr txBox="1"/>
          <p:nvPr/>
        </p:nvSpPr>
        <p:spPr>
          <a:xfrm>
            <a:off x="510716" y="6168048"/>
            <a:ext cx="1743075" cy="184666"/>
          </a:xfrm>
          <a:prstGeom prst="homePlate">
            <a:avLst/>
          </a:prstGeom>
          <a:solidFill>
            <a:srgbClr val="36BAB9"/>
          </a:solidFill>
        </p:spPr>
        <p:txBody>
          <a:bodyPr vert="horz" wrap="square" lIns="72000" tIns="0" rIns="0" bIns="0" rtlCol="0" anchor="ctr">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lvl1pPr>
            <a:lvl2pPr marL="228600" lvl="1" indent="-228600">
              <a:lnSpc>
                <a:spcPct val="100000"/>
              </a:lnSpc>
              <a:spcBef>
                <a:spcPts val="0"/>
              </a:spcBef>
              <a:spcAft>
                <a:spcPts val="300"/>
              </a:spcAft>
              <a:buClr>
                <a:schemeClr val="tx1"/>
              </a:buClr>
              <a:buSzPct val="110000"/>
              <a:buFont typeface="Wingdings" panose="05000000000000000000" pitchFamily="2" charset="2"/>
              <a:buChar char=""/>
              <a:defRPr lang="en-US" sz="1600" dirty="0"/>
            </a:lvl2pPr>
            <a:lvl3pPr marL="438912" lvl="2" indent="-210312">
              <a:lnSpc>
                <a:spcPct val="100000"/>
              </a:lnSpc>
              <a:spcBef>
                <a:spcPts val="0"/>
              </a:spcBef>
              <a:spcAft>
                <a:spcPts val="300"/>
              </a:spcAft>
              <a:buClr>
                <a:schemeClr val="tx1"/>
              </a:buClr>
              <a:buSzPct val="110000"/>
              <a:buFont typeface="Arial" panose="020B0604020202020204" pitchFamily="34" charset="0"/>
              <a:buChar char="‒"/>
              <a:defRPr lang="en-US" sz="1600" dirty="0"/>
            </a:lvl3pPr>
            <a:lvl4pPr marL="594360" lvl="3" indent="-155448">
              <a:lnSpc>
                <a:spcPct val="100000"/>
              </a:lnSpc>
              <a:spcBef>
                <a:spcPts val="0"/>
              </a:spcBef>
              <a:spcAft>
                <a:spcPts val="300"/>
              </a:spcAft>
              <a:buClr>
                <a:schemeClr val="tx1"/>
              </a:buClr>
              <a:buSzPct val="100000"/>
              <a:buFont typeface="Arial" panose="020B0604020202020204" pitchFamily="34" charset="0"/>
              <a:buChar char="•"/>
              <a:defRPr lang="en-US" sz="1600" dirty="0"/>
            </a:lvl4pPr>
            <a:lvl5pPr marL="813816" lvl="4" indent="-146304">
              <a:lnSpc>
                <a:spcPct val="100000"/>
              </a:lnSpc>
              <a:spcBef>
                <a:spcPts val="0"/>
              </a:spcBef>
              <a:spcAft>
                <a:spcPts val="300"/>
              </a:spcAft>
              <a:buClr>
                <a:schemeClr val="tx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E"/>
              </a:buClr>
              <a:buSzPct val="100000"/>
              <a:buFont typeface="Segoe UI" panose="020B0502040204020203" pitchFamily="34" charset="0"/>
              <a:buChar char="​"/>
              <a:tabLst/>
              <a:defRPr/>
            </a:pPr>
            <a:r>
              <a:rPr kumimoji="0" lang="en-US" sz="1200" b="0" i="0" u="none" strike="noStrike" kern="1200" cap="none" spc="0" normalizeH="0" baseline="0" noProof="0">
                <a:ln>
                  <a:noFill/>
                </a:ln>
                <a:solidFill>
                  <a:prstClr val="white"/>
                </a:solidFill>
                <a:effectLst/>
                <a:uLnTx/>
                <a:uFillTx/>
                <a:latin typeface="Calibri" panose="020F0502020204030204"/>
                <a:ea typeface="Lato" panose="020F0502020204030203" pitchFamily="34" charset="0"/>
                <a:cs typeface="Lato" panose="020F0502020204030203" pitchFamily="34" charset="0"/>
              </a:rPr>
              <a:t>Net Income Margin (%)</a:t>
            </a:r>
          </a:p>
        </p:txBody>
      </p:sp>
      <p:sp>
        <p:nvSpPr>
          <p:cNvPr id="7" name="Title 3">
            <a:extLst>
              <a:ext uri="{FF2B5EF4-FFF2-40B4-BE49-F238E27FC236}">
                <a16:creationId xmlns:a16="http://schemas.microsoft.com/office/drawing/2014/main" id="{13E4A2CA-D14A-F1DE-28C4-737FAE35F788}"/>
              </a:ext>
            </a:extLst>
          </p:cNvPr>
          <p:cNvSpPr txBox="1">
            <a:spLocks/>
          </p:cNvSpPr>
          <p:nvPr/>
        </p:nvSpPr>
        <p:spPr>
          <a:xfrm>
            <a:off x="569580" y="369679"/>
            <a:ext cx="10563018" cy="368452"/>
          </a:xfrm>
          <a:prstGeom prst="rect">
            <a:avLst/>
          </a:prstGeom>
        </p:spPr>
        <p:txBody>
          <a:bodyPr vert="horz" wrap="square" lIns="0" tIns="0" rIns="0" bIns="0" rtlCol="0" anchor="t"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sz="2600" b="0" i="0" u="none" strike="noStrike" kern="1200" cap="none" spc="-10" normalizeH="0" baseline="0" noProof="0" dirty="0">
                <a:ln w="6350" cap="flat">
                  <a:noFill/>
                  <a:miter lim="800000"/>
                </a:ln>
                <a:solidFill>
                  <a:srgbClr val="2C3846"/>
                </a:solidFill>
                <a:effectLst/>
                <a:uLnTx/>
                <a:uFillTx/>
                <a:latin typeface="Georgia" panose="02040502050405020303" pitchFamily="18" charset="0"/>
                <a:ea typeface="Calibri"/>
                <a:cs typeface="Calibri"/>
              </a:rPr>
              <a:t>Managing DSFH’s oncology wing in Madinah presents as upside of SAR 130 Mn in net revenue by 2030 for OC</a:t>
            </a:r>
          </a:p>
        </p:txBody>
      </p:sp>
      <p:sp>
        <p:nvSpPr>
          <p:cNvPr id="28" name="Rectangle 27">
            <a:extLst>
              <a:ext uri="{FF2B5EF4-FFF2-40B4-BE49-F238E27FC236}">
                <a16:creationId xmlns:a16="http://schemas.microsoft.com/office/drawing/2014/main" id="{EC7FA08F-135E-386C-99AB-BAD5513EB2FF}"/>
              </a:ext>
            </a:extLst>
          </p:cNvPr>
          <p:cNvSpPr/>
          <p:nvPr/>
        </p:nvSpPr>
        <p:spPr>
          <a:xfrm>
            <a:off x="8024447" y="1764204"/>
            <a:ext cx="3642901" cy="463246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marR="0" lvl="0" indent="-285750" algn="l" defTabSz="914400" rtl="0" eaLnBrk="1" fontAlgn="auto" latinLnBrk="0" hangingPunct="1">
              <a:lnSpc>
                <a:spcPct val="100000"/>
              </a:lnSpc>
              <a:spcBef>
                <a:spcPts val="400"/>
              </a:spcBef>
              <a:spcAft>
                <a:spcPts val="400"/>
              </a:spcAft>
              <a:buClrTx/>
              <a:buSzTx/>
              <a:buFont typeface="Arial" panose="020B0604020202020204" pitchFamily="34" charset="0"/>
              <a:buChar char="•"/>
              <a:tabLst/>
              <a:defRPr/>
            </a:pPr>
            <a:r>
              <a:rPr kumimoji="0" lang="pt-BR" sz="1200" b="0" i="0" u="none" strike="noStrike" kern="1200" cap="none" spc="0" normalizeH="0" baseline="0" noProof="0" dirty="0">
                <a:ln>
                  <a:noFill/>
                </a:ln>
                <a:solidFill>
                  <a:prstClr val="black"/>
                </a:solidFill>
                <a:effectLst/>
                <a:uLnTx/>
                <a:uFillTx/>
                <a:latin typeface="Calibri" panose="020F0502020204030204"/>
                <a:ea typeface="Lato" panose="020F0502020204030203" pitchFamily="34" charset="0"/>
                <a:cs typeface="Lato" panose="020F0502020204030203" pitchFamily="34" charset="0"/>
              </a:rPr>
              <a:t>Weighted average price for chemotherapy assumed at SAR 12,652 (markup included); immunotherapy session assumed at SAR 25,305</a:t>
            </a:r>
          </a:p>
          <a:p>
            <a:pPr marL="285750" marR="0" lvl="0" indent="-285750" algn="l" defTabSz="914400" rtl="0" eaLnBrk="1" fontAlgn="auto" latinLnBrk="0" hangingPunct="1">
              <a:lnSpc>
                <a:spcPct val="100000"/>
              </a:lnSpc>
              <a:spcBef>
                <a:spcPts val="400"/>
              </a:spcBef>
              <a:spcAft>
                <a:spcPts val="400"/>
              </a:spcAft>
              <a:buClrTx/>
              <a:buSzTx/>
              <a:buFont typeface="Arial" panose="020B0604020202020204" pitchFamily="34" charset="0"/>
              <a:buChar char="•"/>
              <a:tabLst/>
              <a:defRPr/>
            </a:pPr>
            <a:r>
              <a:rPr kumimoji="0" lang="pt-BR" sz="1200" b="0" i="0" u="none" strike="noStrike" kern="1200" cap="none" spc="0" normalizeH="0" baseline="0" noProof="0" dirty="0">
                <a:ln>
                  <a:noFill/>
                </a:ln>
                <a:solidFill>
                  <a:prstClr val="black"/>
                </a:solidFill>
                <a:effectLst/>
                <a:uLnTx/>
                <a:uFillTx/>
                <a:latin typeface="Calibri" panose="020F0502020204030204"/>
                <a:ea typeface="Lato" panose="020F0502020204030203" pitchFamily="34" charset="0"/>
                <a:cs typeface="Lato" panose="020F0502020204030203" pitchFamily="34" charset="0"/>
              </a:rPr>
              <a:t>Radiotherapy price assumed at SAR 3,000</a:t>
            </a:r>
          </a:p>
          <a:p>
            <a:pPr marL="285750" marR="0" lvl="0" indent="-285750" algn="l" defTabSz="914400" rtl="0" eaLnBrk="1" fontAlgn="auto" latinLnBrk="0" hangingPunct="1">
              <a:lnSpc>
                <a:spcPct val="100000"/>
              </a:lnSpc>
              <a:spcBef>
                <a:spcPts val="400"/>
              </a:spcBef>
              <a:spcAft>
                <a:spcPts val="400"/>
              </a:spcAft>
              <a:buClrTx/>
              <a:buSzTx/>
              <a:buFont typeface="Arial" panose="020B0604020202020204" pitchFamily="34" charset="0"/>
              <a:buChar char="•"/>
              <a:tabLst/>
              <a:defRPr/>
            </a:pPr>
            <a:r>
              <a:rPr kumimoji="0" lang="pt-BR" sz="1200" b="0" i="0" u="none" strike="noStrike" kern="1200" cap="none" spc="0" normalizeH="0" baseline="0" noProof="0" dirty="0">
                <a:ln>
                  <a:noFill/>
                </a:ln>
                <a:solidFill>
                  <a:prstClr val="black"/>
                </a:solidFill>
                <a:effectLst/>
                <a:uLnTx/>
                <a:uFillTx/>
                <a:latin typeface="Calibri" panose="020F0502020204030204"/>
                <a:ea typeface="Lato" panose="020F0502020204030203" pitchFamily="34" charset="0"/>
                <a:cs typeface="Lato" panose="020F0502020204030203" pitchFamily="34" charset="0"/>
              </a:rPr>
              <a:t>Default rate of 10% applied on revenues from private insurance along with prompt payment discount of 2%, volume discount of 6%, NPHIES deduction of 1% and RCM Deduction at 4%</a:t>
            </a:r>
          </a:p>
          <a:p>
            <a:pPr marL="285750" marR="0" lvl="0" indent="-285750" algn="l" defTabSz="914400" rtl="0" eaLnBrk="1" fontAlgn="auto" latinLnBrk="0" hangingPunct="1">
              <a:lnSpc>
                <a:spcPct val="100000"/>
              </a:lnSpc>
              <a:spcBef>
                <a:spcPts val="400"/>
              </a:spcBef>
              <a:spcAft>
                <a:spcPts val="400"/>
              </a:spcAft>
              <a:buClrTx/>
              <a:buSzTx/>
              <a:buFont typeface="Arial" panose="020B0604020202020204" pitchFamily="34" charset="0"/>
              <a:buChar char="•"/>
              <a:tabLst/>
              <a:defRPr/>
            </a:pPr>
            <a:r>
              <a:rPr kumimoji="0" lang="pt-BR" sz="1200" b="0" i="0" u="none" strike="noStrike" kern="1200" cap="none" spc="0" normalizeH="0" baseline="0" noProof="0" dirty="0">
                <a:ln>
                  <a:noFill/>
                </a:ln>
                <a:solidFill>
                  <a:prstClr val="black"/>
                </a:solidFill>
                <a:effectLst/>
                <a:uLnTx/>
                <a:uFillTx/>
                <a:latin typeface="Calibri" panose="020F0502020204030204"/>
                <a:ea typeface="Lato" panose="020F0502020204030203" pitchFamily="34" charset="0"/>
                <a:cs typeface="Lato" panose="020F0502020204030203" pitchFamily="34" charset="0"/>
              </a:rPr>
              <a:t>1/3rd of DSFH’s NI Margin used to calculate referral revenue share from DSFH</a:t>
            </a:r>
          </a:p>
          <a:p>
            <a:pPr marL="285750" lvl="0" indent="-285750">
              <a:spcBef>
                <a:spcPts val="400"/>
              </a:spcBef>
              <a:spcAft>
                <a:spcPts val="400"/>
              </a:spcAft>
              <a:buFont typeface="Arial" panose="020B0604020202020204" pitchFamily="34" charset="0"/>
              <a:buChar char="•"/>
              <a:defRPr/>
            </a:pPr>
            <a:r>
              <a:rPr lang="pt-BR" sz="1200" dirty="0">
                <a:solidFill>
                  <a:prstClr val="black"/>
                </a:solidFill>
                <a:ea typeface="Lato" panose="020F0502020204030203" pitchFamily="34" charset="0"/>
                <a:cs typeface="Lato" panose="020F0502020204030203" pitchFamily="34" charset="0"/>
              </a:rPr>
              <a:t>Drug discount assumed at 15.7% on conservative end; consumables cost for radiotherapy at 5%</a:t>
            </a:r>
          </a:p>
          <a:p>
            <a:pPr marL="285750" lvl="0" indent="-285750">
              <a:spcBef>
                <a:spcPts val="400"/>
              </a:spcBef>
              <a:spcAft>
                <a:spcPts val="400"/>
              </a:spcAft>
              <a:buFont typeface="Arial" panose="020B0604020202020204" pitchFamily="34" charset="0"/>
              <a:buChar char="•"/>
              <a:defRPr/>
            </a:pPr>
            <a:r>
              <a:rPr lang="pt-BR" sz="1200" dirty="0">
                <a:solidFill>
                  <a:prstClr val="black"/>
                </a:solidFill>
                <a:ea typeface="Lato" panose="020F0502020204030203" pitchFamily="34" charset="0"/>
                <a:cs typeface="Lato" panose="020F0502020204030203" pitchFamily="34" charset="0"/>
              </a:rPr>
              <a:t>23 assistance personnel &amp; 7 administrative personnel by 2030</a:t>
            </a:r>
          </a:p>
          <a:p>
            <a:pPr marL="285750" lvl="0" indent="-285750">
              <a:spcBef>
                <a:spcPts val="400"/>
              </a:spcBef>
              <a:spcAft>
                <a:spcPts val="400"/>
              </a:spcAft>
              <a:buFont typeface="Arial" panose="020B0604020202020204" pitchFamily="34" charset="0"/>
              <a:buChar char="•"/>
              <a:defRPr/>
            </a:pPr>
            <a:r>
              <a:rPr lang="pt-BR" sz="1200" dirty="0">
                <a:solidFill>
                  <a:prstClr val="black"/>
                </a:solidFill>
                <a:ea typeface="Lato" panose="020F0502020204030203" pitchFamily="34" charset="0"/>
                <a:cs typeface="Lato" panose="020F0502020204030203" pitchFamily="34" charset="0"/>
              </a:rPr>
              <a:t>Marketing budget kept within SAR 1.5 Mn to SAR 2.0 Mn per year between duration of project </a:t>
            </a:r>
          </a:p>
          <a:p>
            <a:pPr marL="285750" lvl="0" indent="-285750">
              <a:spcBef>
                <a:spcPts val="400"/>
              </a:spcBef>
              <a:spcAft>
                <a:spcPts val="400"/>
              </a:spcAft>
              <a:buFont typeface="Arial" panose="020B0604020202020204" pitchFamily="34" charset="0"/>
              <a:buChar char="•"/>
              <a:defRPr/>
            </a:pPr>
            <a:r>
              <a:rPr lang="pt-BR" sz="1200" dirty="0">
                <a:solidFill>
                  <a:prstClr val="black"/>
                </a:solidFill>
                <a:ea typeface="Lato" panose="020F0502020204030203" pitchFamily="34" charset="0"/>
                <a:cs typeface="Lato" panose="020F0502020204030203" pitchFamily="34" charset="0"/>
              </a:rPr>
              <a:t>General &amp; running expenses kept at 0.5% of net revenue</a:t>
            </a:r>
          </a:p>
        </p:txBody>
      </p:sp>
      <p:grpSp>
        <p:nvGrpSpPr>
          <p:cNvPr id="17" name="Group 16">
            <a:extLst>
              <a:ext uri="{FF2B5EF4-FFF2-40B4-BE49-F238E27FC236}">
                <a16:creationId xmlns:a16="http://schemas.microsoft.com/office/drawing/2014/main" id="{B30F6EBB-AB5A-F8DD-A309-7029971E3075}"/>
              </a:ext>
            </a:extLst>
          </p:cNvPr>
          <p:cNvGrpSpPr>
            <a:grpSpLocks/>
          </p:cNvGrpSpPr>
          <p:nvPr/>
        </p:nvGrpSpPr>
        <p:grpSpPr>
          <a:xfrm>
            <a:off x="7200900" y="3780238"/>
            <a:ext cx="311245" cy="252802"/>
            <a:chOff x="4200525" y="3314700"/>
            <a:chExt cx="2959227" cy="2359152"/>
          </a:xfrm>
          <a:solidFill>
            <a:srgbClr val="39BFC3"/>
          </a:solidFill>
        </p:grpSpPr>
        <p:sp>
          <p:nvSpPr>
            <p:cNvPr id="18" name="Half Frame 17">
              <a:extLst>
                <a:ext uri="{FF2B5EF4-FFF2-40B4-BE49-F238E27FC236}">
                  <a16:creationId xmlns:a16="http://schemas.microsoft.com/office/drawing/2014/main" id="{CAA6404B-C715-3073-32EB-E9C33A1CEBFD}"/>
                </a:ext>
              </a:extLst>
            </p:cNvPr>
            <p:cNvSpPr/>
            <p:nvPr/>
          </p:nvSpPr>
          <p:spPr>
            <a:xfrm rot="8342851">
              <a:off x="4800600" y="3314700"/>
              <a:ext cx="2359152" cy="2359152"/>
            </a:xfrm>
            <a:prstGeom prst="halfFrame">
              <a:avLst>
                <a:gd name="adj1" fmla="val 12338"/>
                <a:gd name="adj2" fmla="val 14402"/>
              </a:avLst>
            </a:prstGeom>
            <a:solidFill>
              <a:srgbClr val="1F4762"/>
            </a:solidFill>
            <a:ln w="6350" cap="sq" cmpd="sng" algn="ctr">
              <a:solidFill>
                <a:srgbClr val="39BFC3"/>
              </a:solid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a:ln>
                  <a:noFill/>
                </a:ln>
                <a:solidFill>
                  <a:srgbClr val="F2F2F2"/>
                </a:solidFill>
                <a:effectLst/>
                <a:uLnTx/>
                <a:uFillTx/>
                <a:latin typeface="Calibri" panose="020F0502020204030204"/>
                <a:ea typeface="Lato" panose="020F0502020204030203" pitchFamily="34" charset="0"/>
                <a:cs typeface="Lato" panose="020F0502020204030203" pitchFamily="34" charset="0"/>
              </a:endParaRPr>
            </a:p>
          </p:txBody>
        </p:sp>
        <p:sp>
          <p:nvSpPr>
            <p:cNvPr id="19" name="Half Frame 18">
              <a:extLst>
                <a:ext uri="{FF2B5EF4-FFF2-40B4-BE49-F238E27FC236}">
                  <a16:creationId xmlns:a16="http://schemas.microsoft.com/office/drawing/2014/main" id="{73090344-21F6-CA83-E7D8-53328CE040F7}"/>
                </a:ext>
              </a:extLst>
            </p:cNvPr>
            <p:cNvSpPr/>
            <p:nvPr/>
          </p:nvSpPr>
          <p:spPr>
            <a:xfrm rot="8342851">
              <a:off x="4200525" y="3314700"/>
              <a:ext cx="2359152" cy="2359152"/>
            </a:xfrm>
            <a:prstGeom prst="halfFrame">
              <a:avLst>
                <a:gd name="adj1" fmla="val 12338"/>
                <a:gd name="adj2" fmla="val 14402"/>
              </a:avLst>
            </a:prstGeom>
            <a:solidFill>
              <a:srgbClr val="17B2AF"/>
            </a:solidFill>
            <a:ln w="6350" cap="sq" cmpd="sng" algn="ctr">
              <a:solidFill>
                <a:srgbClr val="39BFC3"/>
              </a:solid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a:ln>
                  <a:noFill/>
                </a:ln>
                <a:solidFill>
                  <a:srgbClr val="F2F2F2"/>
                </a:solidFill>
                <a:effectLst/>
                <a:uLnTx/>
                <a:uFillTx/>
                <a:latin typeface="Calibri" panose="020F0502020204030204"/>
                <a:ea typeface="Lato" panose="020F0502020204030203" pitchFamily="34" charset="0"/>
                <a:cs typeface="Lato" panose="020F0502020204030203" pitchFamily="34" charset="0"/>
              </a:endParaRPr>
            </a:p>
          </p:txBody>
        </p:sp>
      </p:grpSp>
      <p:sp>
        <p:nvSpPr>
          <p:cNvPr id="2" name="Line 15">
            <a:extLst>
              <a:ext uri="{FF2B5EF4-FFF2-40B4-BE49-F238E27FC236}">
                <a16:creationId xmlns:a16="http://schemas.microsoft.com/office/drawing/2014/main" id="{2C2F07B6-DB83-E6E1-CD2E-B9110CB68A4D}"/>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56" name="Chart 55">
            <a:extLst>
              <a:ext uri="{FF2B5EF4-FFF2-40B4-BE49-F238E27FC236}">
                <a16:creationId xmlns:a16="http://schemas.microsoft.com/office/drawing/2014/main" id="{B86D0DBD-5EAB-6EC0-4E55-DB07E1EC592F}"/>
              </a:ext>
            </a:extLst>
          </p:cNvPr>
          <p:cNvGraphicFramePr/>
          <p:nvPr>
            <p:custDataLst>
              <p:tags r:id="rId3"/>
            </p:custDataLst>
            <p:extLst>
              <p:ext uri="{D42A27DB-BD31-4B8C-83A1-F6EECF244321}">
                <p14:modId xmlns:p14="http://schemas.microsoft.com/office/powerpoint/2010/main" val="4226954318"/>
              </p:ext>
            </p:extLst>
          </p:nvPr>
        </p:nvGraphicFramePr>
        <p:xfrm>
          <a:off x="1895475" y="2254250"/>
          <a:ext cx="5387975" cy="2606675"/>
        </p:xfrm>
        <a:graphic>
          <a:graphicData uri="http://schemas.openxmlformats.org/drawingml/2006/chart">
            <c:chart xmlns:c="http://schemas.openxmlformats.org/drawingml/2006/chart" xmlns:r="http://schemas.openxmlformats.org/officeDocument/2006/relationships" r:id="rId34"/>
          </a:graphicData>
        </a:graphic>
      </p:graphicFrame>
      <p:cxnSp>
        <p:nvCxnSpPr>
          <p:cNvPr id="37" name="Straight Connector 36">
            <a:extLst>
              <a:ext uri="{FF2B5EF4-FFF2-40B4-BE49-F238E27FC236}">
                <a16:creationId xmlns:a16="http://schemas.microsoft.com/office/drawing/2014/main" id="{47700A09-63BA-EB14-7388-57914B6976F6}"/>
              </a:ext>
            </a:extLst>
          </p:cNvPr>
          <p:cNvCxnSpPr/>
          <p:nvPr>
            <p:custDataLst>
              <p:tags r:id="rId4"/>
            </p:custDataLst>
          </p:nvPr>
        </p:nvCxnSpPr>
        <p:spPr bwMode="auto">
          <a:xfrm flipV="1">
            <a:off x="2847975" y="2073275"/>
            <a:ext cx="3481388" cy="120808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299" name="Straight Connector 298">
            <a:extLst>
              <a:ext uri="{FF2B5EF4-FFF2-40B4-BE49-F238E27FC236}">
                <a16:creationId xmlns:a16="http://schemas.microsoft.com/office/drawing/2014/main" id="{B54F1F79-ECA0-D8DB-0521-41F0261EC016}"/>
              </a:ext>
            </a:extLst>
          </p:cNvPr>
          <p:cNvCxnSpPr/>
          <p:nvPr>
            <p:custDataLst>
              <p:tags r:id="rId5"/>
            </p:custDataLst>
          </p:nvPr>
        </p:nvCxnSpPr>
        <p:spPr bwMode="auto">
          <a:xfrm flipH="1">
            <a:off x="4995863" y="3076575"/>
            <a:ext cx="98425" cy="7302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00" name="Straight Connector 299">
            <a:extLst>
              <a:ext uri="{FF2B5EF4-FFF2-40B4-BE49-F238E27FC236}">
                <a16:creationId xmlns:a16="http://schemas.microsoft.com/office/drawing/2014/main" id="{413B4197-47FE-D262-557C-CB4FBD00EFE4}"/>
              </a:ext>
            </a:extLst>
          </p:cNvPr>
          <p:cNvCxnSpPr>
            <a:cxnSpLocks/>
          </p:cNvCxnSpPr>
          <p:nvPr>
            <p:custDataLst>
              <p:tags r:id="rId6"/>
            </p:custDataLst>
          </p:nvPr>
        </p:nvCxnSpPr>
        <p:spPr bwMode="auto">
          <a:xfrm flipH="1" flipV="1">
            <a:off x="6737350" y="2587625"/>
            <a:ext cx="98425" cy="68263"/>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A9545BEA-0C1C-DB5C-1C18-6BF1AD19A3F7}"/>
              </a:ext>
            </a:extLst>
          </p:cNvPr>
          <p:cNvCxnSpPr/>
          <p:nvPr>
            <p:custDataLst>
              <p:tags r:id="rId7"/>
            </p:custDataLst>
          </p:nvPr>
        </p:nvCxnSpPr>
        <p:spPr bwMode="auto">
          <a:xfrm flipH="1" flipV="1">
            <a:off x="4995863" y="3194050"/>
            <a:ext cx="98425" cy="74613"/>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07" name="Text Placeholder 2">
            <a:extLst>
              <a:ext uri="{FF2B5EF4-FFF2-40B4-BE49-F238E27FC236}">
                <a16:creationId xmlns:a16="http://schemas.microsoft.com/office/drawing/2014/main" id="{64FD8078-4B15-5CDA-A225-09C5EE4739F1}"/>
              </a:ext>
            </a:extLst>
          </p:cNvPr>
          <p:cNvSpPr>
            <a:spLocks/>
          </p:cNvSpPr>
          <p:nvPr>
            <p:custDataLst>
              <p:tags r:id="rId8"/>
            </p:custDataLst>
          </p:nvPr>
        </p:nvSpPr>
        <p:spPr bwMode="gray">
          <a:xfrm>
            <a:off x="4760913" y="3155950"/>
            <a:ext cx="141288" cy="192088"/>
          </a:xfrm>
          <a:prstGeom prst="rect">
            <a:avLst/>
          </a:prstGeom>
          <a:solidFill>
            <a:srgbClr val="8BF1ED"/>
          </a:solidFill>
          <a:ln>
            <a:noFill/>
          </a:ln>
          <a:effectLst/>
        </p:spPr>
        <p:txBody>
          <a:bodyPr vert="horz" wrap="none" lIns="25400" tIns="0" rIns="2540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7E49375B-0CE0-4A4A-B02A-186B42821ED2}" type="datetime'''''''''''''''''''''''''''3'''">
              <a:rPr kumimoji="0" lang="en-US" altLang="en-US" sz="14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3</a:t>
            </a:fld>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sym typeface="Calibri (Body)"/>
            </a:endParaRPr>
          </a:p>
        </p:txBody>
      </p:sp>
      <p:sp>
        <p:nvSpPr>
          <p:cNvPr id="60" name="Text Placeholder 2">
            <a:extLst>
              <a:ext uri="{FF2B5EF4-FFF2-40B4-BE49-F238E27FC236}">
                <a16:creationId xmlns:a16="http://schemas.microsoft.com/office/drawing/2014/main" id="{87BB863F-9716-77B5-70B5-97E8A856AB8A}"/>
              </a:ext>
            </a:extLst>
          </p:cNvPr>
          <p:cNvSpPr>
            <a:spLocks/>
          </p:cNvSpPr>
          <p:nvPr>
            <p:custDataLst>
              <p:tags r:id="rId9"/>
            </p:custDataLst>
          </p:nvPr>
        </p:nvSpPr>
        <p:spPr bwMode="gray">
          <a:xfrm>
            <a:off x="6018213" y="2552700"/>
            <a:ext cx="141288" cy="192088"/>
          </a:xfrm>
          <a:prstGeom prst="rect">
            <a:avLst/>
          </a:prstGeom>
          <a:solidFill>
            <a:srgbClr val="969696"/>
          </a:solidFill>
          <a:ln>
            <a:noFill/>
          </a:ln>
          <a:effectLst/>
        </p:spPr>
        <p:txBody>
          <a:bodyPr vert="horz" wrap="none" lIns="25400" tIns="0" rIns="2540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CF06ACF-8D9A-4EB7-A4C4-FDE454BEBDA0}" type="datetime'''3'''''''''''''''''''''''''''''''''''''''''''''''''''''">
              <a:rPr lang="en-US" altLang="en-US" sz="1400" smtClean="0">
                <a:solidFill>
                  <a:srgbClr val="000000"/>
                </a:solidFill>
                <a:effectLst/>
                <a:sym typeface="Calibri (Body)"/>
              </a:rPr>
              <a:pPr marL="0" lvl="0" indent="0" algn="ctr">
                <a:spcBef>
                  <a:spcPct val="0"/>
                </a:spcBef>
                <a:spcAft>
                  <a:spcPct val="0"/>
                </a:spcAft>
                <a:buNone/>
              </a:pPr>
              <a:t>3</a:t>
            </a:fld>
            <a:endParaRPr lang="en-US" sz="1400">
              <a:solidFill>
                <a:srgbClr val="000000"/>
              </a:solidFill>
              <a:sym typeface="Calibri (Body)"/>
            </a:endParaRPr>
          </a:p>
        </p:txBody>
      </p:sp>
      <p:sp>
        <p:nvSpPr>
          <p:cNvPr id="321" name="Text Placeholder 2">
            <a:extLst>
              <a:ext uri="{FF2B5EF4-FFF2-40B4-BE49-F238E27FC236}">
                <a16:creationId xmlns:a16="http://schemas.microsoft.com/office/drawing/2014/main" id="{F9EBC750-1DF3-1183-6FFB-22A8708B7789}"/>
              </a:ext>
            </a:extLst>
          </p:cNvPr>
          <p:cNvSpPr>
            <a:spLocks/>
          </p:cNvSpPr>
          <p:nvPr>
            <p:custDataLst>
              <p:tags r:id="rId10"/>
            </p:custDataLst>
          </p:nvPr>
        </p:nvSpPr>
        <p:spPr bwMode="gray">
          <a:xfrm>
            <a:off x="6502400" y="2630488"/>
            <a:ext cx="141288" cy="192088"/>
          </a:xfrm>
          <a:prstGeom prst="rect">
            <a:avLst/>
          </a:prstGeom>
          <a:solidFill>
            <a:srgbClr val="8BF1ED"/>
          </a:solidFill>
          <a:ln>
            <a:noFill/>
          </a:ln>
          <a:effectLst/>
        </p:spPr>
        <p:txBody>
          <a:bodyPr vert="horz" wrap="none" lIns="25400" tIns="0" rIns="2540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4A933D34-0EE9-40BF-A747-72BF2F0A7E31}" type="datetime'''4'''''''''''''''">
              <a:rPr kumimoji="0" lang="en-US" altLang="en-US" sz="14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4</a:t>
            </a:fld>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sym typeface="Calibri (Body)"/>
            </a:endParaRPr>
          </a:p>
        </p:txBody>
      </p:sp>
      <p:sp>
        <p:nvSpPr>
          <p:cNvPr id="314" name="Text Placeholder 2">
            <a:extLst>
              <a:ext uri="{FF2B5EF4-FFF2-40B4-BE49-F238E27FC236}">
                <a16:creationId xmlns:a16="http://schemas.microsoft.com/office/drawing/2014/main" id="{4B6DA8BF-1705-6FBD-9F29-181029ADDA6B}"/>
              </a:ext>
            </a:extLst>
          </p:cNvPr>
          <p:cNvSpPr>
            <a:spLocks/>
          </p:cNvSpPr>
          <p:nvPr>
            <p:custDataLst>
              <p:tags r:id="rId11"/>
            </p:custDataLst>
          </p:nvPr>
        </p:nvSpPr>
        <p:spPr bwMode="gray">
          <a:xfrm>
            <a:off x="4471988" y="2914650"/>
            <a:ext cx="2317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7B9D51FC-E7CB-4B61-A1E0-D096784990A9}" type="datetime'''''''''''''''''''''''''''''''''''7''''''''2'''''''''">
              <a:rPr kumimoji="0" lang="en-US" altLang="en-US" sz="1400" b="1"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72</a:t>
            </a:fld>
            <a:endParaRPr kumimoji="0" lang="en-US" sz="1400" b="1" i="0" u="none" strike="noStrike" kern="1200" cap="none" spc="0" normalizeH="0" baseline="0" noProof="0">
              <a:ln>
                <a:noFill/>
              </a:ln>
              <a:solidFill>
                <a:prstClr val="black"/>
              </a:solidFill>
              <a:effectLst/>
              <a:uLnTx/>
              <a:uFillTx/>
              <a:latin typeface="Calibri" panose="020F0502020204030204"/>
              <a:ea typeface="+mn-ea"/>
              <a:cs typeface="+mn-cs"/>
              <a:sym typeface="Calibri (Body)"/>
            </a:endParaRPr>
          </a:p>
        </p:txBody>
      </p:sp>
      <p:sp>
        <p:nvSpPr>
          <p:cNvPr id="315" name="Text Placeholder 2">
            <a:extLst>
              <a:ext uri="{FF2B5EF4-FFF2-40B4-BE49-F238E27FC236}">
                <a16:creationId xmlns:a16="http://schemas.microsoft.com/office/drawing/2014/main" id="{0D7204E1-5E64-5347-1E27-A4F9F77C5560}"/>
              </a:ext>
            </a:extLst>
          </p:cNvPr>
          <p:cNvSpPr>
            <a:spLocks/>
          </p:cNvSpPr>
          <p:nvPr>
            <p:custDataLst>
              <p:tags r:id="rId12"/>
            </p:custDataLst>
          </p:nvPr>
        </p:nvSpPr>
        <p:spPr bwMode="gray">
          <a:xfrm>
            <a:off x="6169025" y="2343150"/>
            <a:ext cx="3222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9A966D64-8B47-4C60-9A04-AA91B9A928C0}" type="datetime'1''''''''01'''''''''''''''''">
              <a:rPr kumimoji="0" lang="en-US" altLang="en-US" sz="1400" b="1"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101</a:t>
            </a:fld>
            <a:endParaRPr kumimoji="0" lang="en-US" sz="1400" b="1" i="0" u="none" strike="noStrike" kern="1200" cap="none" spc="0" normalizeH="0" baseline="0" noProof="0">
              <a:ln>
                <a:noFill/>
              </a:ln>
              <a:solidFill>
                <a:prstClr val="black"/>
              </a:solidFill>
              <a:effectLst/>
              <a:uLnTx/>
              <a:uFillTx/>
              <a:latin typeface="Calibri" panose="020F0502020204030204"/>
              <a:ea typeface="+mn-ea"/>
              <a:cs typeface="+mn-cs"/>
              <a:sym typeface="Calibri (Body)"/>
            </a:endParaRPr>
          </a:p>
        </p:txBody>
      </p:sp>
      <p:sp>
        <p:nvSpPr>
          <p:cNvPr id="24" name="Text Placeholder 2">
            <a:extLst>
              <a:ext uri="{FF2B5EF4-FFF2-40B4-BE49-F238E27FC236}">
                <a16:creationId xmlns:a16="http://schemas.microsoft.com/office/drawing/2014/main" id="{F5796101-188F-E972-6689-F8352239E34E}"/>
              </a:ext>
            </a:extLst>
          </p:cNvPr>
          <p:cNvSpPr>
            <a:spLocks/>
          </p:cNvSpPr>
          <p:nvPr>
            <p:custDataLst>
              <p:tags r:id="rId13"/>
            </p:custDataLst>
          </p:nvPr>
        </p:nvSpPr>
        <p:spPr bwMode="gray">
          <a:xfrm>
            <a:off x="2732088" y="3551238"/>
            <a:ext cx="2317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defRPr/>
            </a:pPr>
            <a:fld id="{A2C32FD0-8194-4A3B-92C4-6EA3387599DA}" type="datetime'''''''''''''''''''4''''''0'''''''">
              <a:rPr lang="en-US" altLang="en-US" sz="1400" b="1" smtClean="0">
                <a:solidFill>
                  <a:srgbClr val="000000"/>
                </a:solidFill>
                <a:sym typeface="Calibri (Body)"/>
              </a:rPr>
              <a:pPr marL="0" lvl="0" indent="0" algn="ctr">
                <a:spcBef>
                  <a:spcPct val="0"/>
                </a:spcBef>
                <a:spcAft>
                  <a:spcPct val="0"/>
                </a:spcAft>
                <a:buNone/>
                <a:defRPr/>
              </a:pPr>
              <a:t>40</a:t>
            </a:fld>
            <a:endParaRPr kumimoji="0" lang="en-US" sz="1400" b="1" i="0" strike="noStrike" kern="1200" cap="none" spc="0" normalizeH="0" baseline="0" noProof="0">
              <a:ln>
                <a:noFill/>
              </a:ln>
              <a:solidFill>
                <a:srgbClr val="000000"/>
              </a:solidFill>
              <a:effectLst/>
              <a:uLnTx/>
              <a:uFillTx/>
              <a:sym typeface="Calibri (Body)"/>
            </a:endParaRPr>
          </a:p>
        </p:txBody>
      </p:sp>
      <p:sp>
        <p:nvSpPr>
          <p:cNvPr id="29" name="Text Placeholder 2">
            <a:extLst>
              <a:ext uri="{FF2B5EF4-FFF2-40B4-BE49-F238E27FC236}">
                <a16:creationId xmlns:a16="http://schemas.microsoft.com/office/drawing/2014/main" id="{87BB863F-9716-77B5-70B5-97E8A856AB8A}"/>
              </a:ext>
            </a:extLst>
          </p:cNvPr>
          <p:cNvSpPr>
            <a:spLocks/>
          </p:cNvSpPr>
          <p:nvPr>
            <p:custDataLst>
              <p:tags r:id="rId14"/>
            </p:custDataLst>
          </p:nvPr>
        </p:nvSpPr>
        <p:spPr bwMode="auto">
          <a:xfrm>
            <a:off x="2660650" y="4613275"/>
            <a:ext cx="3746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5C3197E-FCD7-44D9-9A43-968A16AB8459}" type="datetime'''''''20''''''''''''''2''''''''''''''''''''''''''''''''''''6'">
              <a:rPr lang="en-US" altLang="en-US" sz="1400" smtClean="0">
                <a:effectLst/>
                <a:sym typeface="Calibri (Body)"/>
              </a:rPr>
              <a:pPr marL="0" lvl="0" indent="0" algn="ctr">
                <a:spcBef>
                  <a:spcPct val="0"/>
                </a:spcBef>
                <a:spcAft>
                  <a:spcPct val="0"/>
                </a:spcAft>
                <a:buNone/>
              </a:pPr>
              <a:t>2026</a:t>
            </a:fld>
            <a:endParaRPr lang="en-US" sz="1400" dirty="0">
              <a:sym typeface="Calibri (Body)"/>
            </a:endParaRPr>
          </a:p>
        </p:txBody>
      </p:sp>
      <p:sp>
        <p:nvSpPr>
          <p:cNvPr id="30" name="Text Placeholder 2">
            <a:extLst>
              <a:ext uri="{FF2B5EF4-FFF2-40B4-BE49-F238E27FC236}">
                <a16:creationId xmlns:a16="http://schemas.microsoft.com/office/drawing/2014/main" id="{87BB863F-9716-77B5-70B5-97E8A856AB8A}"/>
              </a:ext>
            </a:extLst>
          </p:cNvPr>
          <p:cNvSpPr>
            <a:spLocks/>
          </p:cNvSpPr>
          <p:nvPr>
            <p:custDataLst>
              <p:tags r:id="rId15"/>
            </p:custDataLst>
          </p:nvPr>
        </p:nvSpPr>
        <p:spPr bwMode="auto">
          <a:xfrm>
            <a:off x="4400550" y="4613275"/>
            <a:ext cx="3746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3F61A64-6857-4712-A639-77A63FD3DC19}" type="datetime'2''''''''''''0''''''''''''''''''''''''''2''''''''''''''7'''''">
              <a:rPr lang="en-US" altLang="en-US" sz="1400" smtClean="0">
                <a:effectLst/>
                <a:sym typeface="Calibri (Body)"/>
              </a:rPr>
              <a:pPr marL="0" lvl="0" indent="0" algn="ctr">
                <a:spcBef>
                  <a:spcPct val="0"/>
                </a:spcBef>
                <a:spcAft>
                  <a:spcPct val="0"/>
                </a:spcAft>
                <a:buNone/>
              </a:pPr>
              <a:t>2027</a:t>
            </a:fld>
            <a:endParaRPr lang="en-US" sz="1400" dirty="0">
              <a:sym typeface="Calibri (Body)"/>
            </a:endParaRPr>
          </a:p>
        </p:txBody>
      </p:sp>
      <p:sp>
        <p:nvSpPr>
          <p:cNvPr id="31" name="Text Placeholder 2">
            <a:extLst>
              <a:ext uri="{FF2B5EF4-FFF2-40B4-BE49-F238E27FC236}">
                <a16:creationId xmlns:a16="http://schemas.microsoft.com/office/drawing/2014/main" id="{87BB863F-9716-77B5-70B5-97E8A856AB8A}"/>
              </a:ext>
            </a:extLst>
          </p:cNvPr>
          <p:cNvSpPr>
            <a:spLocks/>
          </p:cNvSpPr>
          <p:nvPr>
            <p:custDataLst>
              <p:tags r:id="rId16"/>
            </p:custDataLst>
          </p:nvPr>
        </p:nvSpPr>
        <p:spPr bwMode="auto">
          <a:xfrm>
            <a:off x="6142038" y="4613275"/>
            <a:ext cx="3746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A77012B-DAD3-412C-9B17-BEB84346BE2D}" type="datetime'''''''2''''''''''''''0''''''''''''''''''''''''''2''''8'''">
              <a:rPr lang="en-US" altLang="en-US" sz="1400" smtClean="0">
                <a:effectLst/>
                <a:sym typeface="Calibri (Body)"/>
              </a:rPr>
              <a:pPr marL="0" lvl="0" indent="0" algn="ctr">
                <a:spcBef>
                  <a:spcPct val="0"/>
                </a:spcBef>
                <a:spcAft>
                  <a:spcPct val="0"/>
                </a:spcAft>
                <a:buNone/>
              </a:pPr>
              <a:t>2028</a:t>
            </a:fld>
            <a:endParaRPr lang="en-US" sz="1400" dirty="0">
              <a:sym typeface="Calibri (Body)"/>
            </a:endParaRPr>
          </a:p>
        </p:txBody>
      </p:sp>
      <p:sp>
        <p:nvSpPr>
          <p:cNvPr id="52" name="Text Placeholder 2">
            <a:extLst>
              <a:ext uri="{FF2B5EF4-FFF2-40B4-BE49-F238E27FC236}">
                <a16:creationId xmlns:a16="http://schemas.microsoft.com/office/drawing/2014/main" id="{87BB863F-9716-77B5-70B5-97E8A856AB8A}"/>
              </a:ext>
            </a:extLst>
          </p:cNvPr>
          <p:cNvSpPr>
            <a:spLocks/>
          </p:cNvSpPr>
          <p:nvPr>
            <p:custDataLst>
              <p:tags r:id="rId17"/>
            </p:custDataLst>
          </p:nvPr>
        </p:nvSpPr>
        <p:spPr bwMode="gray">
          <a:xfrm>
            <a:off x="4276725" y="3248025"/>
            <a:ext cx="141288" cy="192088"/>
          </a:xfrm>
          <a:prstGeom prst="rect">
            <a:avLst/>
          </a:prstGeom>
          <a:solidFill>
            <a:srgbClr val="17B2AF"/>
          </a:solidFill>
          <a:ln>
            <a:noFill/>
          </a:ln>
          <a:effectLst/>
        </p:spPr>
        <p:txBody>
          <a:bodyPr vert="horz" wrap="none" lIns="25400" tIns="0" rIns="2540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3A7E6E03-AF81-44F0-AC65-F7EB8C5B19A5}" type="datetime'''''''''6'''''''''''''''''''''''''''''''">
              <a:rPr lang="en-US" altLang="en-US" sz="1400" smtClean="0">
                <a:solidFill>
                  <a:schemeClr val="bg1"/>
                </a:solidFill>
                <a:effectLst/>
                <a:sym typeface="Calibri (Body)"/>
              </a:rPr>
              <a:pPr marL="0" lvl="0" indent="0" algn="ctr">
                <a:spcBef>
                  <a:spcPct val="0"/>
                </a:spcBef>
                <a:spcAft>
                  <a:spcPct val="0"/>
                </a:spcAft>
                <a:buNone/>
              </a:pPr>
              <a:t>6</a:t>
            </a:fld>
            <a:endParaRPr lang="en-US" sz="1400" dirty="0">
              <a:solidFill>
                <a:schemeClr val="bg1"/>
              </a:solidFill>
              <a:sym typeface="Calibri (Body)"/>
            </a:endParaRPr>
          </a:p>
        </p:txBody>
      </p:sp>
      <p:sp>
        <p:nvSpPr>
          <p:cNvPr id="35" name="Text Placeholder 2">
            <a:extLst>
              <a:ext uri="{FF2B5EF4-FFF2-40B4-BE49-F238E27FC236}">
                <a16:creationId xmlns:a16="http://schemas.microsoft.com/office/drawing/2014/main" id="{87BB863F-9716-77B5-70B5-97E8A856AB8A}"/>
              </a:ext>
            </a:extLst>
          </p:cNvPr>
          <p:cNvSpPr>
            <a:spLocks/>
          </p:cNvSpPr>
          <p:nvPr>
            <p:custDataLst>
              <p:tags r:id="rId18"/>
            </p:custDataLst>
          </p:nvPr>
        </p:nvSpPr>
        <p:spPr bwMode="auto">
          <a:xfrm>
            <a:off x="3983038" y="2540000"/>
            <a:ext cx="1211263" cy="2730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955BBF81-5C2C-4382-93D7-E4C4662C9356}" type="datetime'+5''''''''''''''''''9''''.''''''''''3''''''''''''''''''''%'">
              <a:rPr lang="en-US" altLang="en-US" sz="1400" b="1" smtClean="0">
                <a:solidFill>
                  <a:schemeClr val="bg1"/>
                </a:solidFill>
                <a:effectLst/>
              </a:rPr>
              <a:pPr marL="0" lvl="0" indent="0" algn="ctr">
                <a:spcBef>
                  <a:spcPct val="0"/>
                </a:spcBef>
                <a:spcAft>
                  <a:spcPct val="0"/>
                </a:spcAft>
                <a:buNone/>
              </a:pPr>
              <a:t>+59.3%</a:t>
            </a:fld>
            <a:r>
              <a:rPr lang="en-US" sz="1400" b="1">
                <a:solidFill>
                  <a:schemeClr val="bg1"/>
                </a:solidFill>
                <a:sym typeface="Calibri (Body)"/>
              </a:rPr>
              <a:t> p.a.</a:t>
            </a:r>
          </a:p>
        </p:txBody>
      </p:sp>
      <p:sp>
        <p:nvSpPr>
          <p:cNvPr id="334" name="Rectangle 333">
            <a:extLst>
              <a:ext uri="{FF2B5EF4-FFF2-40B4-BE49-F238E27FC236}">
                <a16:creationId xmlns:a16="http://schemas.microsoft.com/office/drawing/2014/main" id="{4496C979-ED8F-D8DC-7DF6-0B449684209D}"/>
              </a:ext>
            </a:extLst>
          </p:cNvPr>
          <p:cNvSpPr/>
          <p:nvPr>
            <p:custDataLst>
              <p:tags r:id="rId19"/>
            </p:custDataLst>
          </p:nvPr>
        </p:nvSpPr>
        <p:spPr bwMode="auto">
          <a:xfrm>
            <a:off x="509588" y="1873250"/>
            <a:ext cx="250825" cy="187325"/>
          </a:xfrm>
          <a:prstGeom prst="rect">
            <a:avLst/>
          </a:prstGeom>
          <a:solidFill>
            <a:srgbClr val="C0C0C0"/>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Rectangle 328">
            <a:extLst>
              <a:ext uri="{FF2B5EF4-FFF2-40B4-BE49-F238E27FC236}">
                <a16:creationId xmlns:a16="http://schemas.microsoft.com/office/drawing/2014/main" id="{B4576812-193D-3E60-3C63-D4F43323280C}"/>
              </a:ext>
            </a:extLst>
          </p:cNvPr>
          <p:cNvSpPr/>
          <p:nvPr>
            <p:custDataLst>
              <p:tags r:id="rId20"/>
            </p:custDataLst>
          </p:nvPr>
        </p:nvSpPr>
        <p:spPr bwMode="auto">
          <a:xfrm>
            <a:off x="509588" y="2127250"/>
            <a:ext cx="250825" cy="187325"/>
          </a:xfrm>
          <a:prstGeom prst="rect">
            <a:avLst/>
          </a:prstGeom>
          <a:solidFill>
            <a:srgbClr val="969696"/>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Rectangle 329">
            <a:extLst>
              <a:ext uri="{FF2B5EF4-FFF2-40B4-BE49-F238E27FC236}">
                <a16:creationId xmlns:a16="http://schemas.microsoft.com/office/drawing/2014/main" id="{52114A5E-5F0D-6B96-DA0F-D6DDE56CE147}"/>
              </a:ext>
            </a:extLst>
          </p:cNvPr>
          <p:cNvSpPr/>
          <p:nvPr>
            <p:custDataLst>
              <p:tags r:id="rId21"/>
            </p:custDataLst>
          </p:nvPr>
        </p:nvSpPr>
        <p:spPr bwMode="auto">
          <a:xfrm>
            <a:off x="509588" y="2381250"/>
            <a:ext cx="250825" cy="187325"/>
          </a:xfrm>
          <a:prstGeom prst="rect">
            <a:avLst/>
          </a:prstGeom>
          <a:solidFill>
            <a:srgbClr val="8BF1ED"/>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2" name="Rectangle 331">
            <a:extLst>
              <a:ext uri="{FF2B5EF4-FFF2-40B4-BE49-F238E27FC236}">
                <a16:creationId xmlns:a16="http://schemas.microsoft.com/office/drawing/2014/main" id="{7DEC525A-7271-67D7-1404-3938A365F880}"/>
              </a:ext>
            </a:extLst>
          </p:cNvPr>
          <p:cNvSpPr/>
          <p:nvPr>
            <p:custDataLst>
              <p:tags r:id="rId22"/>
            </p:custDataLst>
          </p:nvPr>
        </p:nvSpPr>
        <p:spPr bwMode="auto">
          <a:xfrm>
            <a:off x="509588" y="2635250"/>
            <a:ext cx="250825" cy="187325"/>
          </a:xfrm>
          <a:prstGeom prst="rect">
            <a:avLst/>
          </a:prstGeom>
          <a:solidFill>
            <a:srgbClr val="17B2AF"/>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3" name="Rectangle 332">
            <a:extLst>
              <a:ext uri="{FF2B5EF4-FFF2-40B4-BE49-F238E27FC236}">
                <a16:creationId xmlns:a16="http://schemas.microsoft.com/office/drawing/2014/main" id="{21489419-4D8D-8F2A-5413-194C8A785158}"/>
              </a:ext>
            </a:extLst>
          </p:cNvPr>
          <p:cNvSpPr/>
          <p:nvPr>
            <p:custDataLst>
              <p:tags r:id="rId23"/>
            </p:custDataLst>
          </p:nvPr>
        </p:nvSpPr>
        <p:spPr bwMode="auto">
          <a:xfrm>
            <a:off x="509588" y="2889250"/>
            <a:ext cx="250825" cy="187325"/>
          </a:xfrm>
          <a:prstGeom prst="rect">
            <a:avLst/>
          </a:prstGeom>
          <a:solidFill>
            <a:srgbClr val="0590A6"/>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Rectangle 330">
            <a:extLst>
              <a:ext uri="{FF2B5EF4-FFF2-40B4-BE49-F238E27FC236}">
                <a16:creationId xmlns:a16="http://schemas.microsoft.com/office/drawing/2014/main" id="{6F3BE6BC-8884-0F56-EA94-0CD870BF59A8}"/>
              </a:ext>
            </a:extLst>
          </p:cNvPr>
          <p:cNvSpPr/>
          <p:nvPr>
            <p:custDataLst>
              <p:tags r:id="rId24"/>
            </p:custDataLst>
          </p:nvPr>
        </p:nvSpPr>
        <p:spPr bwMode="auto">
          <a:xfrm>
            <a:off x="509588" y="3143250"/>
            <a:ext cx="250825" cy="187325"/>
          </a:xfrm>
          <a:prstGeom prst="rect">
            <a:avLst/>
          </a:prstGeom>
          <a:solidFill>
            <a:srgbClr val="206971"/>
          </a:solidFill>
          <a:ln w="12700" cap="flat" cmpd="sng" algn="ctr">
            <a:noFill/>
            <a:prstDash val="solid"/>
            <a:miter lim="800000"/>
            <a:headEnd type="none" w="med" len="med"/>
            <a:tailEnd type="none" w="med" len="med"/>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 name="Text Placeholder 2">
            <a:extLst>
              <a:ext uri="{FF2B5EF4-FFF2-40B4-BE49-F238E27FC236}">
                <a16:creationId xmlns:a16="http://schemas.microsoft.com/office/drawing/2014/main" id="{FFA1D245-8DCB-F3F0-2985-3D70BE5BC8E6}"/>
              </a:ext>
            </a:extLst>
          </p:cNvPr>
          <p:cNvSpPr>
            <a:spLocks/>
          </p:cNvSpPr>
          <p:nvPr>
            <p:custDataLst>
              <p:tags r:id="rId25"/>
            </p:custDataLst>
          </p:nvPr>
        </p:nvSpPr>
        <p:spPr bwMode="auto">
          <a:xfrm>
            <a:off x="811213" y="1884363"/>
            <a:ext cx="9890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A2CA2AA7-4D43-42C1-970E-283421EC398A}" type="datetime'C''''''''o''''''''n''''''s''ult''''''''''''''at''''ion''''s'">
              <a:rPr kumimoji="0" lang="en-US" altLang="en-US" sz="1400" b="0" i="0" u="none" strike="noStrike" kern="1200" cap="none" spc="0" normalizeH="0" baseline="0" noProof="0" smtClean="0">
                <a:ln>
                  <a:noFill/>
                </a:ln>
                <a:solidFill>
                  <a:prstClr val="black"/>
                </a:solidFill>
                <a:effectLst/>
                <a:uLnTx/>
                <a:uFillTx/>
                <a:latin typeface="Calibri (Body)"/>
                <a:ea typeface="+mn-ea"/>
                <a:cs typeface="+mn-cs"/>
              </a:rPr>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t>Consultations</a:t>
            </a:fld>
            <a:endParaRPr kumimoji="0" lang="en-US" sz="1400" b="0" i="0" u="none" strike="noStrike" kern="1200" cap="none" spc="0" normalizeH="0" baseline="0" noProof="0">
              <a:ln>
                <a:noFill/>
              </a:ln>
              <a:solidFill>
                <a:prstClr val="black"/>
              </a:solidFill>
              <a:effectLst/>
              <a:uLnTx/>
              <a:uFillTx/>
              <a:latin typeface="Calibri (Body)"/>
              <a:ea typeface="+mn-ea"/>
              <a:cs typeface="+mn-cs"/>
              <a:sym typeface="Calibri (Body)"/>
            </a:endParaRPr>
          </a:p>
        </p:txBody>
      </p:sp>
      <p:sp>
        <p:nvSpPr>
          <p:cNvPr id="335" name="Text Placeholder 2">
            <a:extLst>
              <a:ext uri="{FF2B5EF4-FFF2-40B4-BE49-F238E27FC236}">
                <a16:creationId xmlns:a16="http://schemas.microsoft.com/office/drawing/2014/main" id="{FDCE48D8-9551-A644-14DE-A633ED6E1287}"/>
              </a:ext>
            </a:extLst>
          </p:cNvPr>
          <p:cNvSpPr>
            <a:spLocks/>
          </p:cNvSpPr>
          <p:nvPr>
            <p:custDataLst>
              <p:tags r:id="rId26"/>
            </p:custDataLst>
          </p:nvPr>
        </p:nvSpPr>
        <p:spPr bwMode="auto">
          <a:xfrm>
            <a:off x="811213" y="2138363"/>
            <a:ext cx="18049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CAB6C40D-5F2B-4409-A3AA-8776B3EBE9B2}" type="datetime'''R''ev. ''''Sh''a''''re'''''' from ''R''e''''f''''errals'''''">
              <a:rPr kumimoji="0" lang="en-US" altLang="en-US" sz="1400" b="0" i="0" u="none" strike="noStrike" kern="1200" cap="none" spc="0" normalizeH="0" baseline="0" noProof="0" smtClean="0">
                <a:ln>
                  <a:noFill/>
                </a:ln>
                <a:solidFill>
                  <a:prstClr val="black"/>
                </a:solidFill>
                <a:effectLst/>
                <a:uLnTx/>
                <a:uFillTx/>
                <a:latin typeface="Calibri (Body)"/>
                <a:ea typeface="+mn-ea"/>
                <a:cs typeface="+mn-cs"/>
              </a:rPr>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t>Rev. Share from Referrals</a:t>
            </a:fld>
            <a:endParaRPr kumimoji="0" lang="en-US" sz="1400" b="0" i="0" u="none" strike="noStrike" kern="1200" cap="none" spc="0" normalizeH="0" baseline="0" noProof="0">
              <a:ln>
                <a:noFill/>
              </a:ln>
              <a:solidFill>
                <a:prstClr val="black"/>
              </a:solidFill>
              <a:effectLst/>
              <a:uLnTx/>
              <a:uFillTx/>
              <a:latin typeface="Calibri (Body)"/>
              <a:ea typeface="+mn-ea"/>
              <a:cs typeface="+mn-cs"/>
              <a:sym typeface="Calibri (Body)"/>
            </a:endParaRPr>
          </a:p>
        </p:txBody>
      </p:sp>
      <p:sp>
        <p:nvSpPr>
          <p:cNvPr id="336" name="Text Placeholder 2">
            <a:extLst>
              <a:ext uri="{FF2B5EF4-FFF2-40B4-BE49-F238E27FC236}">
                <a16:creationId xmlns:a16="http://schemas.microsoft.com/office/drawing/2014/main" id="{E7AC8C2E-CC6B-EFFB-F78B-F9AE081C6929}"/>
              </a:ext>
            </a:extLst>
          </p:cNvPr>
          <p:cNvSpPr>
            <a:spLocks/>
          </p:cNvSpPr>
          <p:nvPr>
            <p:custDataLst>
              <p:tags r:id="rId27"/>
            </p:custDataLst>
          </p:nvPr>
        </p:nvSpPr>
        <p:spPr bwMode="auto">
          <a:xfrm>
            <a:off x="811213" y="2392363"/>
            <a:ext cx="20335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5964AC96-7587-4098-9DD6-769CEA562C48}" type="datetime'''P''''harma''c''''''''y S''a''''l''es'' &amp; ''R''ev'' Sh''are'">
              <a:rPr kumimoji="0" lang="en-US" altLang="en-US" sz="1400" b="0" i="0" u="none" strike="noStrike" kern="1200" cap="none" spc="0" normalizeH="0" baseline="0" noProof="0" smtClean="0">
                <a:ln>
                  <a:noFill/>
                </a:ln>
                <a:solidFill>
                  <a:prstClr val="black"/>
                </a:solidFill>
                <a:effectLst/>
                <a:uLnTx/>
                <a:uFillTx/>
                <a:latin typeface="Calibri (Body)"/>
                <a:ea typeface="+mn-ea"/>
                <a:cs typeface="+mn-cs"/>
              </a:rPr>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t>Pharmacy Sales &amp; Rev Share</a:t>
            </a:fld>
            <a:endParaRPr kumimoji="0" lang="en-US" sz="1400" b="0" i="0" u="none" strike="noStrike" kern="1200" cap="none" spc="0" normalizeH="0" baseline="0" noProof="0">
              <a:ln>
                <a:noFill/>
              </a:ln>
              <a:solidFill>
                <a:prstClr val="black"/>
              </a:solidFill>
              <a:effectLst/>
              <a:uLnTx/>
              <a:uFillTx/>
              <a:latin typeface="Calibri (Body)"/>
              <a:ea typeface="+mn-ea"/>
              <a:cs typeface="+mn-cs"/>
              <a:sym typeface="Calibri (Body)"/>
            </a:endParaRPr>
          </a:p>
        </p:txBody>
      </p:sp>
      <p:sp>
        <p:nvSpPr>
          <p:cNvPr id="338" name="Text Placeholder 2">
            <a:extLst>
              <a:ext uri="{FF2B5EF4-FFF2-40B4-BE49-F238E27FC236}">
                <a16:creationId xmlns:a16="http://schemas.microsoft.com/office/drawing/2014/main" id="{563B6A26-EF56-9686-4A33-86B623BE3126}"/>
              </a:ext>
            </a:extLst>
          </p:cNvPr>
          <p:cNvSpPr>
            <a:spLocks/>
          </p:cNvSpPr>
          <p:nvPr>
            <p:custDataLst>
              <p:tags r:id="rId28"/>
            </p:custDataLst>
          </p:nvPr>
        </p:nvSpPr>
        <p:spPr bwMode="auto">
          <a:xfrm>
            <a:off x="811213" y="2646363"/>
            <a:ext cx="1168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E8ADE340-952C-4FA2-87FB-FA3679625D04}" type="datetime'''''''''I''''m''''m''''''''u''not''''h''''e''''''r''a''py'">
              <a:rPr kumimoji="0" lang="en-US" altLang="en-US" sz="1400" b="0" i="0" u="none" strike="noStrike" kern="1200" cap="none" spc="0" normalizeH="0" baseline="0" noProof="0" smtClean="0">
                <a:ln>
                  <a:noFill/>
                </a:ln>
                <a:solidFill>
                  <a:prstClr val="black"/>
                </a:solidFill>
                <a:effectLst/>
                <a:uLnTx/>
                <a:uFillTx/>
                <a:latin typeface="Calibri (Body)"/>
                <a:ea typeface="+mn-ea"/>
                <a:cs typeface="+mn-cs"/>
              </a:rPr>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t>Immunotherapy</a:t>
            </a:fld>
            <a:endParaRPr kumimoji="0" lang="en-US" sz="1400" b="0" i="0" u="none" strike="noStrike" kern="1200" cap="none" spc="0" normalizeH="0" baseline="0" noProof="0">
              <a:ln>
                <a:noFill/>
              </a:ln>
              <a:solidFill>
                <a:prstClr val="black"/>
              </a:solidFill>
              <a:effectLst/>
              <a:uLnTx/>
              <a:uFillTx/>
              <a:latin typeface="Calibri (Body)"/>
              <a:ea typeface="+mn-ea"/>
              <a:cs typeface="+mn-cs"/>
              <a:sym typeface="Calibri (Body)"/>
            </a:endParaRPr>
          </a:p>
        </p:txBody>
      </p:sp>
      <p:sp>
        <p:nvSpPr>
          <p:cNvPr id="339" name="Text Placeholder 2">
            <a:extLst>
              <a:ext uri="{FF2B5EF4-FFF2-40B4-BE49-F238E27FC236}">
                <a16:creationId xmlns:a16="http://schemas.microsoft.com/office/drawing/2014/main" id="{1BCACE02-37F7-F5AE-9702-F6DE62FCA698}"/>
              </a:ext>
            </a:extLst>
          </p:cNvPr>
          <p:cNvSpPr>
            <a:spLocks/>
          </p:cNvSpPr>
          <p:nvPr>
            <p:custDataLst>
              <p:tags r:id="rId29"/>
            </p:custDataLst>
          </p:nvPr>
        </p:nvSpPr>
        <p:spPr bwMode="auto">
          <a:xfrm>
            <a:off x="811213" y="2900363"/>
            <a:ext cx="9715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72B0BE37-89A3-4535-B99B-165B32F24530}" type="datetime'''Ra''''''''di''''''''''''''''''other''''a''''''''''''py'">
              <a:rPr kumimoji="0" lang="en-US" altLang="en-US" sz="1400" b="0" i="0" u="none" strike="noStrike" kern="1200" cap="none" spc="0" normalizeH="0" baseline="0" noProof="0" smtClean="0">
                <a:ln>
                  <a:noFill/>
                </a:ln>
                <a:solidFill>
                  <a:prstClr val="black"/>
                </a:solidFill>
                <a:effectLst/>
                <a:uLnTx/>
                <a:uFillTx/>
                <a:latin typeface="Calibri (Body)"/>
                <a:ea typeface="+mn-ea"/>
                <a:cs typeface="+mn-cs"/>
              </a:rPr>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t>Radiotherapy</a:t>
            </a:fld>
            <a:endParaRPr kumimoji="0" lang="en-US" sz="1400" b="0" i="0" u="none" strike="noStrike" kern="1200" cap="none" spc="0" normalizeH="0" baseline="0" noProof="0">
              <a:ln>
                <a:noFill/>
              </a:ln>
              <a:solidFill>
                <a:prstClr val="black"/>
              </a:solidFill>
              <a:effectLst/>
              <a:uLnTx/>
              <a:uFillTx/>
              <a:latin typeface="Calibri (Body)"/>
              <a:ea typeface="+mn-ea"/>
              <a:cs typeface="+mn-cs"/>
              <a:sym typeface="Calibri (Body)"/>
            </a:endParaRPr>
          </a:p>
        </p:txBody>
      </p:sp>
      <p:sp>
        <p:nvSpPr>
          <p:cNvPr id="337" name="Text Placeholder 2">
            <a:extLst>
              <a:ext uri="{FF2B5EF4-FFF2-40B4-BE49-F238E27FC236}">
                <a16:creationId xmlns:a16="http://schemas.microsoft.com/office/drawing/2014/main" id="{9AC68B5F-E8CD-8783-8FC2-10B5C49F8073}"/>
              </a:ext>
            </a:extLst>
          </p:cNvPr>
          <p:cNvSpPr>
            <a:spLocks/>
          </p:cNvSpPr>
          <p:nvPr>
            <p:custDataLst>
              <p:tags r:id="rId30"/>
            </p:custDataLst>
          </p:nvPr>
        </p:nvSpPr>
        <p:spPr bwMode="auto">
          <a:xfrm>
            <a:off x="811213" y="3154363"/>
            <a:ext cx="10731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2EBA4CE9-6520-4877-9731-996A5C8FC7F3}" type="datetime'Ch''em''ot''''''''''''''''he''''''''ra''py'''''">
              <a:rPr kumimoji="0" lang="en-US" altLang="en-US" sz="1400" b="0" i="0" u="none" strike="noStrike" kern="1200" cap="none" spc="0" normalizeH="0" baseline="0" noProof="0" smtClean="0">
                <a:ln>
                  <a:noFill/>
                </a:ln>
                <a:solidFill>
                  <a:prstClr val="black"/>
                </a:solidFill>
                <a:effectLst/>
                <a:uLnTx/>
                <a:uFillTx/>
                <a:latin typeface="Calibri (Body)"/>
                <a:ea typeface="+mn-ea"/>
                <a:cs typeface="+mn-cs"/>
              </a:rPr>
              <a:pPr marL="0" marR="0" lvl="0" indent="0" algn="l" defTabSz="914400" rtl="0" eaLnBrk="1" fontAlgn="auto" latinLnBrk="0" hangingPunct="1">
                <a:lnSpc>
                  <a:spcPct val="90000"/>
                </a:lnSpc>
                <a:spcBef>
                  <a:spcPct val="0"/>
                </a:spcBef>
                <a:spcAft>
                  <a:spcPct val="0"/>
                </a:spcAft>
                <a:buClrTx/>
                <a:buSzTx/>
                <a:buFont typeface="Arial" panose="020B0604020202020204" pitchFamily="34" charset="0"/>
                <a:buNone/>
                <a:tabLst/>
                <a:defRPr/>
              </a:pPr>
              <a:t>Chemotherapy</a:t>
            </a:fld>
            <a:endParaRPr kumimoji="0" lang="en-US" sz="1400" b="0" i="0" u="none" strike="noStrike" kern="1200" cap="none" spc="0" normalizeH="0" baseline="0" noProof="0">
              <a:ln>
                <a:noFill/>
              </a:ln>
              <a:solidFill>
                <a:prstClr val="black"/>
              </a:solidFill>
              <a:effectLst/>
              <a:uLnTx/>
              <a:uFillTx/>
              <a:latin typeface="Calibri (Body)"/>
              <a:ea typeface="+mn-ea"/>
              <a:cs typeface="+mn-cs"/>
              <a:sym typeface="Calibri (Body)"/>
            </a:endParaRPr>
          </a:p>
        </p:txBody>
      </p:sp>
      <p:sp>
        <p:nvSpPr>
          <p:cNvPr id="396" name="Speech Bubble: Rectangle 395">
            <a:extLst>
              <a:ext uri="{FF2B5EF4-FFF2-40B4-BE49-F238E27FC236}">
                <a16:creationId xmlns:a16="http://schemas.microsoft.com/office/drawing/2014/main" id="{78233EF3-EA27-2E9C-ABB7-310A15E5C20F}"/>
              </a:ext>
            </a:extLst>
          </p:cNvPr>
          <p:cNvSpPr/>
          <p:nvPr/>
        </p:nvSpPr>
        <p:spPr>
          <a:xfrm>
            <a:off x="2764349" y="1653025"/>
            <a:ext cx="5412864" cy="395999"/>
          </a:xfrm>
          <a:prstGeom prst="wedgeRectCallout">
            <a:avLst>
              <a:gd name="adj1" fmla="val 14171"/>
              <a:gd name="adj2" fmla="val 461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Note: This excludes revenue shares given to DSFH</a:t>
            </a:r>
          </a:p>
        </p:txBody>
      </p:sp>
      <p:grpSp>
        <p:nvGrpSpPr>
          <p:cNvPr id="6" name="Group 5">
            <a:extLst>
              <a:ext uri="{FF2B5EF4-FFF2-40B4-BE49-F238E27FC236}">
                <a16:creationId xmlns:a16="http://schemas.microsoft.com/office/drawing/2014/main" id="{D564B18A-F479-6EBB-D398-370DA9223281}"/>
              </a:ext>
            </a:extLst>
          </p:cNvPr>
          <p:cNvGrpSpPr/>
          <p:nvPr/>
        </p:nvGrpSpPr>
        <p:grpSpPr>
          <a:xfrm>
            <a:off x="15130" y="47516"/>
            <a:ext cx="171132" cy="228600"/>
            <a:chOff x="0" y="49329"/>
            <a:chExt cx="171132" cy="228600"/>
          </a:xfrm>
        </p:grpSpPr>
        <p:cxnSp>
          <p:nvCxnSpPr>
            <p:cNvPr id="9" name="Straight Connector 8">
              <a:extLst>
                <a:ext uri="{FF2B5EF4-FFF2-40B4-BE49-F238E27FC236}">
                  <a16:creationId xmlns:a16="http://schemas.microsoft.com/office/drawing/2014/main" id="{AC7C46FB-8B96-5B94-EA8E-E32DC62F5D39}"/>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89FDD72C-B4F6-2844-8101-B958AEF7D5E5}"/>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12" name="Rectangle 11">
            <a:extLst>
              <a:ext uri="{FF2B5EF4-FFF2-40B4-BE49-F238E27FC236}">
                <a16:creationId xmlns:a16="http://schemas.microsoft.com/office/drawing/2014/main" id="{29260E71-0DD2-EFF0-CFFA-BA7D37AB9631}"/>
              </a:ext>
            </a:extLst>
          </p:cNvPr>
          <p:cNvSpPr/>
          <p:nvPr/>
        </p:nvSpPr>
        <p:spPr>
          <a:xfrm>
            <a:off x="7991477" y="1764204"/>
            <a:ext cx="3679518"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lvl="2">
              <a:spcBef>
                <a:spcPts val="300"/>
              </a:spcBef>
              <a:spcAft>
                <a:spcPts val="300"/>
              </a:spcAft>
              <a:defRPr/>
            </a:pPr>
            <a:endParaRPr lang="en-US" sz="1050" b="1">
              <a:solidFill>
                <a:schemeClr val="tx1"/>
              </a:solidFill>
              <a:latin typeface="Calibri" panose="020F0502020204030204"/>
            </a:endParaRPr>
          </a:p>
        </p:txBody>
      </p:sp>
      <p:sp>
        <p:nvSpPr>
          <p:cNvPr id="13" name="Rectangle 12">
            <a:extLst>
              <a:ext uri="{FF2B5EF4-FFF2-40B4-BE49-F238E27FC236}">
                <a16:creationId xmlns:a16="http://schemas.microsoft.com/office/drawing/2014/main" id="{ADBFA174-7A4E-94BC-8A4E-E44DD959416A}"/>
              </a:ext>
            </a:extLst>
          </p:cNvPr>
          <p:cNvSpPr/>
          <p:nvPr/>
        </p:nvSpPr>
        <p:spPr>
          <a:xfrm>
            <a:off x="7991476" y="1312479"/>
            <a:ext cx="3691244"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bg1"/>
                </a:solidFill>
              </a:rPr>
              <a:t>Key Rev. Assumptions</a:t>
            </a:r>
          </a:p>
        </p:txBody>
      </p:sp>
      <p:sp>
        <p:nvSpPr>
          <p:cNvPr id="22" name="Rectangle 21">
            <a:extLst>
              <a:ext uri="{FF2B5EF4-FFF2-40B4-BE49-F238E27FC236}">
                <a16:creationId xmlns:a16="http://schemas.microsoft.com/office/drawing/2014/main" id="{2248A8E4-0B6E-DD1D-971F-0E8EFA4AF410}"/>
              </a:ext>
            </a:extLst>
          </p:cNvPr>
          <p:cNvSpPr/>
          <p:nvPr/>
        </p:nvSpPr>
        <p:spPr>
          <a:xfrm>
            <a:off x="509281" y="1312479"/>
            <a:ext cx="6691619"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Projected Net Revenue for the </a:t>
            </a:r>
            <a:r>
              <a:rPr lang="en-US" sz="1400" b="1" dirty="0" err="1">
                <a:solidFill>
                  <a:schemeClr val="bg1"/>
                </a:solidFill>
              </a:rPr>
              <a:t>Oncoclinics</a:t>
            </a:r>
            <a:r>
              <a:rPr lang="en-US" sz="1400" b="1" dirty="0">
                <a:solidFill>
                  <a:schemeClr val="bg1"/>
                </a:solidFill>
              </a:rPr>
              <a:t> – SAR Mn, 2026 – 2028F</a:t>
            </a:r>
          </a:p>
        </p:txBody>
      </p:sp>
      <p:sp>
        <p:nvSpPr>
          <p:cNvPr id="3" name="Google Shape;1129;p23">
            <a:extLst>
              <a:ext uri="{FF2B5EF4-FFF2-40B4-BE49-F238E27FC236}">
                <a16:creationId xmlns:a16="http://schemas.microsoft.com/office/drawing/2014/main" id="{FD71FFC1-7534-3827-D7AE-59033B128463}"/>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Operations </a:t>
            </a:r>
            <a:r>
              <a:rPr lang="en-US" sz="1200" b="1" err="1">
                <a:solidFill>
                  <a:schemeClr val="bg1"/>
                </a:solidFill>
                <a:latin typeface="Calibri"/>
                <a:ea typeface="Calibri"/>
                <a:cs typeface="Calibri"/>
              </a:rPr>
              <a:t>Mgmt</a:t>
            </a:r>
            <a:endParaRPr lang="en-US">
              <a:solidFill>
                <a:schemeClr val="bg1"/>
              </a:solidFill>
              <a:latin typeface="Calibri"/>
              <a:ea typeface="Calibri"/>
              <a:cs typeface="Calibri"/>
            </a:endParaRPr>
          </a:p>
        </p:txBody>
      </p:sp>
      <p:sp>
        <p:nvSpPr>
          <p:cNvPr id="11" name="Rectangle 10">
            <a:extLst>
              <a:ext uri="{FF2B5EF4-FFF2-40B4-BE49-F238E27FC236}">
                <a16:creationId xmlns:a16="http://schemas.microsoft.com/office/drawing/2014/main" id="{F9A30A68-D995-B2CC-0716-1A82D8F74551}"/>
              </a:ext>
            </a:extLst>
          </p:cNvPr>
          <p:cNvSpPr/>
          <p:nvPr/>
        </p:nvSpPr>
        <p:spPr>
          <a:xfrm>
            <a:off x="509281" y="6543683"/>
            <a:ext cx="7346950" cy="20139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Slides extracted from DSFH document, please see external DSFH business case for latest in case changed</a:t>
            </a:r>
          </a:p>
        </p:txBody>
      </p:sp>
    </p:spTree>
    <p:extLst>
      <p:ext uri="{BB962C8B-B14F-4D97-AF65-F5344CB8AC3E}">
        <p14:creationId xmlns:p14="http://schemas.microsoft.com/office/powerpoint/2010/main" val="261253681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D5C624-5769-D400-7C2F-D9ADF40DDEC0}"/>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DFC0B988-99D0-75C7-8773-182CCFC43DD5}"/>
              </a:ext>
            </a:extLst>
          </p:cNvPr>
          <p:cNvGraphicFramePr>
            <a:graphicFrameLocks/>
          </p:cNvGraphicFramePr>
          <p:nvPr>
            <p:custDataLst>
              <p:tags r:id="rId1"/>
            </p:custDataLst>
            <p:extLst>
              <p:ext uri="{D42A27DB-BD31-4B8C-83A1-F6EECF244321}">
                <p14:modId xmlns:p14="http://schemas.microsoft.com/office/powerpoint/2010/main" val="5668960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8" imgW="306" imgH="306" progId="TCLayout.ActiveDocument.1">
                  <p:embed/>
                </p:oleObj>
              </mc:Choice>
              <mc:Fallback>
                <p:oleObj name="think-cell Slide" r:id="rId18" imgW="306" imgH="306" progId="TCLayout.ActiveDocument.1">
                  <p:embed/>
                  <p:pic>
                    <p:nvPicPr>
                      <p:cNvPr id="9" name="Object 8" hidden="1">
                        <a:extLst>
                          <a:ext uri="{FF2B5EF4-FFF2-40B4-BE49-F238E27FC236}">
                            <a16:creationId xmlns:a16="http://schemas.microsoft.com/office/drawing/2014/main" id="{DFC0B988-99D0-75C7-8773-182CCFC43DD5}"/>
                          </a:ext>
                        </a:extLst>
                      </p:cNvPr>
                      <p:cNvPicPr/>
                      <p:nvPr/>
                    </p:nvPicPr>
                    <p:blipFill>
                      <a:blip r:embed="rId19"/>
                      <a:stretch>
                        <a:fillRect/>
                      </a:stretch>
                    </p:blipFill>
                    <p:spPr>
                      <a:xfrm>
                        <a:off x="1588" y="1588"/>
                        <a:ext cx="1588" cy="1588"/>
                      </a:xfrm>
                      <a:prstGeom prst="rect">
                        <a:avLst/>
                      </a:prstGeom>
                    </p:spPr>
                  </p:pic>
                </p:oleObj>
              </mc:Fallback>
            </mc:AlternateContent>
          </a:graphicData>
        </a:graphic>
      </p:graphicFrame>
      <p:cxnSp>
        <p:nvCxnSpPr>
          <p:cNvPr id="19" name="Straight Connector 18">
            <a:extLst>
              <a:ext uri="{FF2B5EF4-FFF2-40B4-BE49-F238E27FC236}">
                <a16:creationId xmlns:a16="http://schemas.microsoft.com/office/drawing/2014/main" id="{A104664C-151A-ED99-ABE8-32A50D265336}"/>
              </a:ext>
            </a:extLst>
          </p:cNvPr>
          <p:cNvCxnSpPr>
            <a:cxnSpLocks/>
          </p:cNvCxnSpPr>
          <p:nvPr/>
        </p:nvCxnSpPr>
        <p:spPr>
          <a:xfrm>
            <a:off x="614363" y="1636450"/>
            <a:ext cx="527526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70" name="Rectangle 3169">
            <a:extLst>
              <a:ext uri="{FF2B5EF4-FFF2-40B4-BE49-F238E27FC236}">
                <a16:creationId xmlns:a16="http://schemas.microsoft.com/office/drawing/2014/main" id="{1C0258E6-CA9B-F5C6-69BB-169FCF6A9E22}"/>
              </a:ext>
            </a:extLst>
          </p:cNvPr>
          <p:cNvSpPr/>
          <p:nvPr>
            <p:custDataLst>
              <p:tags r:id="rId2"/>
            </p:custDataLst>
          </p:nvPr>
        </p:nvSpPr>
        <p:spPr>
          <a:xfrm>
            <a:off x="650898" y="1366873"/>
            <a:ext cx="5240313" cy="227126"/>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Medical Tourism - KSA</a:t>
            </a:r>
            <a:endParaRPr kumimoji="0" lang="en-US" sz="1600" b="0"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3171" name="Straight Connector 3170">
            <a:extLst>
              <a:ext uri="{FF2B5EF4-FFF2-40B4-BE49-F238E27FC236}">
                <a16:creationId xmlns:a16="http://schemas.microsoft.com/office/drawing/2014/main" id="{A64652BE-4357-0C36-BC0D-71637A17C287}"/>
              </a:ext>
            </a:extLst>
          </p:cNvPr>
          <p:cNvCxnSpPr>
            <a:cxnSpLocks/>
          </p:cNvCxnSpPr>
          <p:nvPr/>
        </p:nvCxnSpPr>
        <p:spPr>
          <a:xfrm>
            <a:off x="614363" y="1627188"/>
            <a:ext cx="5276850"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72" name="Rectangle 3171">
            <a:extLst>
              <a:ext uri="{FF2B5EF4-FFF2-40B4-BE49-F238E27FC236}">
                <a16:creationId xmlns:a16="http://schemas.microsoft.com/office/drawing/2014/main" id="{4CEB4DD1-E14B-EDDF-2982-013FA4A674B5}"/>
              </a:ext>
            </a:extLst>
          </p:cNvPr>
          <p:cNvSpPr/>
          <p:nvPr>
            <p:custDataLst>
              <p:tags r:id="rId3"/>
            </p:custDataLst>
          </p:nvPr>
        </p:nvSpPr>
        <p:spPr>
          <a:xfrm>
            <a:off x="650875" y="1635125"/>
            <a:ext cx="3182938" cy="227013"/>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lvl="0">
              <a:spcBef>
                <a:spcPts val="300"/>
              </a:spcBef>
              <a:spcAft>
                <a:spcPts val="300"/>
              </a:spcAft>
              <a:defRPr/>
            </a:pPr>
            <a:r>
              <a:rPr lang="en-US" sz="1400" b="1">
                <a:solidFill>
                  <a:srgbClr val="DDDDDD">
                    <a:lumMod val="10000"/>
                  </a:srgbClr>
                </a:solidFill>
                <a:ea typeface="Calibri" panose="020F0502020204030204" pitchFamily="34" charset="0"/>
                <a:cs typeface="Calibri" panose="020F0502020204030204" pitchFamily="34" charset="0"/>
              </a:rPr>
              <a:t>Market size, </a:t>
            </a:r>
            <a:r>
              <a:rPr lang="en-US" sz="1400">
                <a:solidFill>
                  <a:srgbClr val="DDDDDD">
                    <a:lumMod val="10000"/>
                  </a:srgbClr>
                </a:solidFill>
                <a:ea typeface="Calibri" panose="020F0502020204030204" pitchFamily="34" charset="0"/>
                <a:cs typeface="Calibri" panose="020F0502020204030204" pitchFamily="34" charset="0"/>
              </a:rPr>
              <a:t>SAR Bn, 2026-2028F</a:t>
            </a:r>
          </a:p>
        </p:txBody>
      </p:sp>
      <p:graphicFrame>
        <p:nvGraphicFramePr>
          <p:cNvPr id="63" name="Chart 62">
            <a:extLst>
              <a:ext uri="{FF2B5EF4-FFF2-40B4-BE49-F238E27FC236}">
                <a16:creationId xmlns:a16="http://schemas.microsoft.com/office/drawing/2014/main" id="{15DC24E3-7B0C-698C-DC65-33F207495F9B}"/>
              </a:ext>
            </a:extLst>
          </p:cNvPr>
          <p:cNvGraphicFramePr/>
          <p:nvPr>
            <p:custDataLst>
              <p:tags r:id="rId4"/>
            </p:custDataLst>
            <p:extLst>
              <p:ext uri="{D42A27DB-BD31-4B8C-83A1-F6EECF244321}">
                <p14:modId xmlns:p14="http://schemas.microsoft.com/office/powerpoint/2010/main" val="2148457616"/>
              </p:ext>
            </p:extLst>
          </p:nvPr>
        </p:nvGraphicFramePr>
        <p:xfrm>
          <a:off x="568325" y="2344738"/>
          <a:ext cx="2906713" cy="1219200"/>
        </p:xfrm>
        <a:graphic>
          <a:graphicData uri="http://schemas.openxmlformats.org/drawingml/2006/chart">
            <c:chart xmlns:c="http://schemas.openxmlformats.org/drawingml/2006/chart" xmlns:r="http://schemas.openxmlformats.org/officeDocument/2006/relationships" r:id="rId20"/>
          </a:graphicData>
        </a:graphic>
      </p:graphicFrame>
      <p:cxnSp>
        <p:nvCxnSpPr>
          <p:cNvPr id="3174" name="Straight Connector 3173">
            <a:extLst>
              <a:ext uri="{FF2B5EF4-FFF2-40B4-BE49-F238E27FC236}">
                <a16:creationId xmlns:a16="http://schemas.microsoft.com/office/drawing/2014/main" id="{634F076D-815D-3C8C-E8E2-91933ADEBCA6}"/>
              </a:ext>
            </a:extLst>
          </p:cNvPr>
          <p:cNvCxnSpPr>
            <a:cxnSpLocks/>
          </p:cNvCxnSpPr>
          <p:nvPr>
            <p:custDataLst>
              <p:tags r:id="rId5"/>
            </p:custDataLst>
          </p:nvPr>
        </p:nvCxnSpPr>
        <p:spPr bwMode="auto">
          <a:xfrm flipV="1">
            <a:off x="1108075" y="2020888"/>
            <a:ext cx="1827213" cy="15557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175" name="Text Placeholder 4">
            <a:extLst>
              <a:ext uri="{FF2B5EF4-FFF2-40B4-BE49-F238E27FC236}">
                <a16:creationId xmlns:a16="http://schemas.microsoft.com/office/drawing/2014/main" id="{15762C54-5428-40DB-7C05-169E123CE536}"/>
              </a:ext>
            </a:extLst>
          </p:cNvPr>
          <p:cNvSpPr>
            <a:spLocks/>
          </p:cNvSpPr>
          <p:nvPr>
            <p:custDataLst>
              <p:tags r:id="rId6"/>
            </p:custDataLst>
          </p:nvPr>
        </p:nvSpPr>
        <p:spPr bwMode="auto">
          <a:xfrm>
            <a:off x="911225" y="35321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67310B9B-DFDC-4E46-BD0C-2D7B7F14E4D0}" type="datetime'''2''''''''''''02''''''''''''''''''''''''''''6''''''''''''''F'">
              <a:rPr lang="en-US" altLang="en-US" sz="1200" b="1" smtClean="0">
                <a:solidFill>
                  <a:srgbClr val="70AD47">
                    <a:lumMod val="10000"/>
                  </a:srgbClr>
                </a:solidFill>
              </a:rPr>
              <a:pPr lvl="0" algn="ctr">
                <a:spcBef>
                  <a:spcPct val="0"/>
                </a:spcBef>
                <a:spcAft>
                  <a:spcPct val="0"/>
                </a:spcAft>
                <a:buClr>
                  <a:prstClr val="black"/>
                </a:buClr>
                <a:defRPr/>
              </a:pPr>
              <a:t>2026F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76" name="Text Placeholder 4">
            <a:extLst>
              <a:ext uri="{FF2B5EF4-FFF2-40B4-BE49-F238E27FC236}">
                <a16:creationId xmlns:a16="http://schemas.microsoft.com/office/drawing/2014/main" id="{2394CB61-8218-A51C-CE6E-7C533FB2301D}"/>
              </a:ext>
            </a:extLst>
          </p:cNvPr>
          <p:cNvSpPr>
            <a:spLocks/>
          </p:cNvSpPr>
          <p:nvPr>
            <p:custDataLst>
              <p:tags r:id="rId7"/>
            </p:custDataLst>
          </p:nvPr>
        </p:nvSpPr>
        <p:spPr bwMode="auto">
          <a:xfrm>
            <a:off x="1824038" y="35321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28AF99DC-5FEE-419F-AB9D-54AF1A9504F8}" type="datetime'2''''02''7F'''''''''''''''''''''''''''''''''''''''''''''''">
              <a:rPr lang="en-US" altLang="en-US" sz="1200" b="1" smtClean="0">
                <a:solidFill>
                  <a:srgbClr val="70AD47">
                    <a:lumMod val="10000"/>
                  </a:srgbClr>
                </a:solidFill>
              </a:rPr>
              <a:pPr lvl="0" algn="ctr">
                <a:spcBef>
                  <a:spcPct val="0"/>
                </a:spcBef>
                <a:spcAft>
                  <a:spcPct val="0"/>
                </a:spcAft>
                <a:buClr>
                  <a:prstClr val="black"/>
                </a:buClr>
                <a:defRPr/>
              </a:pPr>
              <a:t>2027F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3177" name="Text Placeholder 4">
            <a:extLst>
              <a:ext uri="{FF2B5EF4-FFF2-40B4-BE49-F238E27FC236}">
                <a16:creationId xmlns:a16="http://schemas.microsoft.com/office/drawing/2014/main" id="{92E03CAE-B376-11B9-7EE3-91F9ABE7B381}"/>
              </a:ext>
            </a:extLst>
          </p:cNvPr>
          <p:cNvSpPr>
            <a:spLocks/>
          </p:cNvSpPr>
          <p:nvPr>
            <p:custDataLst>
              <p:tags r:id="rId8"/>
            </p:custDataLst>
          </p:nvPr>
        </p:nvSpPr>
        <p:spPr bwMode="auto">
          <a:xfrm>
            <a:off x="2738438" y="3532188"/>
            <a:ext cx="393700" cy="1825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mn-cs"/>
              </a:defRPr>
            </a:lvl1pPr>
            <a:lvl2pPr marL="228600" indent="-228600" algn="l" defTabSz="914400" rtl="0" eaLnBrk="1" latinLnBrk="0" hangingPunct="1">
              <a:lnSpc>
                <a:spcPct val="100000"/>
              </a:lnSpc>
              <a:spcBef>
                <a:spcPts val="0"/>
              </a:spcBef>
              <a:spcAft>
                <a:spcPts val="300"/>
              </a:spcAft>
              <a:buClr>
                <a:schemeClr val="tx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38912" indent="-210312" algn="l" defTabSz="914400" rtl="0" eaLnBrk="1" latinLnBrk="0" hangingPunct="1">
              <a:lnSpc>
                <a:spcPct val="100000"/>
              </a:lnSpc>
              <a:spcBef>
                <a:spcPts val="0"/>
              </a:spcBef>
              <a:spcAft>
                <a:spcPts val="300"/>
              </a:spcAft>
              <a:buClr>
                <a:schemeClr val="tx1"/>
              </a:buClr>
              <a:buSzPct val="110000"/>
              <a:buFont typeface="Arial" panose="020B0604020202020204" pitchFamily="34" charset="0"/>
              <a:buChar char="‒"/>
              <a:defRPr lang="en-US" sz="1600" kern="1200" dirty="0">
                <a:solidFill>
                  <a:schemeClr val="tx1"/>
                </a:solidFill>
                <a:latin typeface="+mn-lt"/>
                <a:ea typeface="+mn-ea"/>
                <a:cs typeface="+mn-cs"/>
              </a:defRPr>
            </a:lvl3pPr>
            <a:lvl4pPr marL="594360" indent="-155448"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4pPr>
            <a:lvl5pPr marL="813816" indent="-146304" algn="l" defTabSz="914400" rtl="0" eaLnBrk="1" latinLnBrk="0" hangingPunct="1">
              <a:lnSpc>
                <a:spcPct val="100000"/>
              </a:lnSpc>
              <a:spcBef>
                <a:spcPts val="0"/>
              </a:spcBef>
              <a:spcAft>
                <a:spcPts val="300"/>
              </a:spcAft>
              <a:buClr>
                <a:schemeClr val="tx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buClr>
                <a:prstClr val="black"/>
              </a:buClr>
              <a:defRPr/>
            </a:pPr>
            <a:fld id="{0E74D608-3A07-4CD3-8423-16FA8CBCD7FC}" type="datetime'''''''''''''2''''''''0''''''''''2''8F'''''''''''''">
              <a:rPr lang="en-US" altLang="en-US" sz="1200" b="1" smtClean="0">
                <a:solidFill>
                  <a:srgbClr val="70AD47">
                    <a:lumMod val="10000"/>
                  </a:srgbClr>
                </a:solidFill>
              </a:rPr>
              <a:pPr lvl="0" algn="ctr">
                <a:spcBef>
                  <a:spcPct val="0"/>
                </a:spcBef>
                <a:spcAft>
                  <a:spcPct val="0"/>
                </a:spcAft>
                <a:buClr>
                  <a:prstClr val="black"/>
                </a:buClr>
                <a:defRPr/>
              </a:pPr>
              <a:t>2028F</a:t>
            </a:fld>
            <a:endParaRPr kumimoji="0" lang="en-US" sz="1200" b="1" i="0" strike="noStrike" kern="1200" cap="none" spc="0" normalizeH="0" baseline="0" noProof="0">
              <a:ln>
                <a:noFill/>
              </a:ln>
              <a:solidFill>
                <a:srgbClr val="70AD47">
                  <a:lumMod val="10000"/>
                </a:srgbClr>
              </a:solidFill>
              <a:effectLst/>
              <a:uLnTx/>
              <a:uFillTx/>
              <a:sym typeface="Arial\"/>
            </a:endParaRPr>
          </a:p>
        </p:txBody>
      </p:sp>
      <p:sp>
        <p:nvSpPr>
          <p:cNvPr id="24" name="Text Placeholder 2">
            <a:extLst>
              <a:ext uri="{FF2B5EF4-FFF2-40B4-BE49-F238E27FC236}">
                <a16:creationId xmlns:a16="http://schemas.microsoft.com/office/drawing/2014/main" id="{87BB863F-9716-77B5-70B5-97E8A856AB8A}"/>
              </a:ext>
            </a:extLst>
          </p:cNvPr>
          <p:cNvSpPr>
            <a:spLocks/>
          </p:cNvSpPr>
          <p:nvPr>
            <p:custDataLst>
              <p:tags r:id="rId9"/>
            </p:custDataLst>
          </p:nvPr>
        </p:nvSpPr>
        <p:spPr bwMode="gray">
          <a:xfrm>
            <a:off x="987425" y="2392363"/>
            <a:ext cx="2413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1D8A4EB2-4E97-49E0-B512-912F366943EB}" type="datetime'''''''''''''''1''''.''''6'''''''''''''">
              <a:rPr lang="en-US" altLang="en-US" sz="1200" b="1" smtClean="0">
                <a:solidFill>
                  <a:srgbClr val="000000"/>
                </a:solidFill>
              </a:rPr>
              <a:pPr marL="0" lvl="0" indent="0" algn="ctr">
                <a:spcBef>
                  <a:spcPct val="0"/>
                </a:spcBef>
                <a:spcAft>
                  <a:spcPct val="0"/>
                </a:spcAft>
                <a:buNone/>
              </a:pPr>
              <a:t>1.6</a:t>
            </a:fld>
            <a:endParaRPr lang="en-US" sz="1200" b="1">
              <a:solidFill>
                <a:srgbClr val="000000"/>
              </a:solidFill>
              <a:sym typeface="Arial\"/>
            </a:endParaRPr>
          </a:p>
        </p:txBody>
      </p:sp>
      <p:sp>
        <p:nvSpPr>
          <p:cNvPr id="25" name="Text Placeholder 2">
            <a:extLst>
              <a:ext uri="{FF2B5EF4-FFF2-40B4-BE49-F238E27FC236}">
                <a16:creationId xmlns:a16="http://schemas.microsoft.com/office/drawing/2014/main" id="{87BB863F-9716-77B5-70B5-97E8A856AB8A}"/>
              </a:ext>
            </a:extLst>
          </p:cNvPr>
          <p:cNvSpPr>
            <a:spLocks/>
          </p:cNvSpPr>
          <p:nvPr>
            <p:custDataLst>
              <p:tags r:id="rId10"/>
            </p:custDataLst>
          </p:nvPr>
        </p:nvSpPr>
        <p:spPr bwMode="gray">
          <a:xfrm>
            <a:off x="1900238" y="2317750"/>
            <a:ext cx="2413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5FAAD2D1-C581-4659-8BE0-B2C3E1C89153}" type="datetime'''''''''''''1.''''''''''''''''''''''''''''''''''''''''''''7'">
              <a:rPr lang="en-US" altLang="en-US" sz="1200" b="1" smtClean="0">
                <a:solidFill>
                  <a:srgbClr val="000000"/>
                </a:solidFill>
              </a:rPr>
              <a:pPr marL="0" lvl="0" indent="0" algn="ctr">
                <a:spcBef>
                  <a:spcPct val="0"/>
                </a:spcBef>
                <a:spcAft>
                  <a:spcPct val="0"/>
                </a:spcAft>
                <a:buNone/>
              </a:pPr>
              <a:t>1.7</a:t>
            </a:fld>
            <a:endParaRPr lang="en-US" sz="1200" b="1">
              <a:solidFill>
                <a:srgbClr val="000000"/>
              </a:solidFill>
              <a:sym typeface="Arial\"/>
            </a:endParaRPr>
          </a:p>
        </p:txBody>
      </p:sp>
      <p:sp>
        <p:nvSpPr>
          <p:cNvPr id="26" name="Text Placeholder 2">
            <a:extLst>
              <a:ext uri="{FF2B5EF4-FFF2-40B4-BE49-F238E27FC236}">
                <a16:creationId xmlns:a16="http://schemas.microsoft.com/office/drawing/2014/main" id="{87BB863F-9716-77B5-70B5-97E8A856AB8A}"/>
              </a:ext>
            </a:extLst>
          </p:cNvPr>
          <p:cNvSpPr>
            <a:spLocks/>
          </p:cNvSpPr>
          <p:nvPr>
            <p:custDataLst>
              <p:tags r:id="rId11"/>
            </p:custDataLst>
          </p:nvPr>
        </p:nvSpPr>
        <p:spPr bwMode="gray">
          <a:xfrm>
            <a:off x="2814638" y="2236788"/>
            <a:ext cx="2413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FCA259CC-017B-46CF-90AE-38888764B671}" type="datetime'''''''''''''''''''''''''''''''''1''''''.''''8'''''''''">
              <a:rPr lang="en-US" altLang="en-US" sz="1200" b="1" smtClean="0">
                <a:solidFill>
                  <a:srgbClr val="000000"/>
                </a:solidFill>
              </a:rPr>
              <a:pPr marL="0" lvl="0" indent="0" algn="ctr">
                <a:spcBef>
                  <a:spcPct val="0"/>
                </a:spcBef>
                <a:spcAft>
                  <a:spcPct val="0"/>
                </a:spcAft>
                <a:buNone/>
              </a:pPr>
              <a:t>1.8</a:t>
            </a:fld>
            <a:endParaRPr lang="en-US" sz="1200" b="1">
              <a:solidFill>
                <a:srgbClr val="000000"/>
              </a:solidFill>
              <a:sym typeface="Arial\"/>
            </a:endParaRPr>
          </a:p>
        </p:txBody>
      </p:sp>
      <p:sp>
        <p:nvSpPr>
          <p:cNvPr id="3178" name="Text Placeholder 2">
            <a:extLst>
              <a:ext uri="{FF2B5EF4-FFF2-40B4-BE49-F238E27FC236}">
                <a16:creationId xmlns:a16="http://schemas.microsoft.com/office/drawing/2014/main" id="{CD060B73-2869-D0BB-9636-453091823CFD}"/>
              </a:ext>
            </a:extLst>
          </p:cNvPr>
          <p:cNvSpPr>
            <a:spLocks/>
          </p:cNvSpPr>
          <p:nvPr>
            <p:custDataLst>
              <p:tags r:id="rId12"/>
            </p:custDataLst>
          </p:nvPr>
        </p:nvSpPr>
        <p:spPr bwMode="auto">
          <a:xfrm>
            <a:off x="1747838" y="1981200"/>
            <a:ext cx="546100" cy="234950"/>
          </a:xfrm>
          <a:prstGeom prst="ellipse">
            <a:avLst/>
          </a:prstGeom>
          <a:solidFill>
            <a:schemeClr val="accent6"/>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fld id="{CE8CAD1F-21D8-484D-8203-963760C36245}" type="datetime'''''''''''8''''''''''''''''.''''3''5''''%'">
              <a:rPr lang="en-US" altLang="en-US" sz="1200" b="1" smtClean="0">
                <a:solidFill>
                  <a:schemeClr val="bg1"/>
                </a:solidFill>
                <a:effectLst/>
              </a:rPr>
              <a:pPr marL="0" lvl="0" indent="0" algn="ctr">
                <a:spcBef>
                  <a:spcPct val="0"/>
                </a:spcBef>
                <a:spcAft>
                  <a:spcPct val="0"/>
                </a:spcAft>
                <a:buNone/>
              </a:pPr>
              <a:t>8.35%</a:t>
            </a:fld>
            <a:endParaRPr lang="en-US" sz="1200" b="1">
              <a:solidFill>
                <a:schemeClr val="bg1"/>
              </a:solidFill>
              <a:sym typeface="Arial\"/>
            </a:endParaRPr>
          </a:p>
        </p:txBody>
      </p:sp>
      <p:grpSp>
        <p:nvGrpSpPr>
          <p:cNvPr id="3145" name="Group 3144">
            <a:extLst>
              <a:ext uri="{FF2B5EF4-FFF2-40B4-BE49-F238E27FC236}">
                <a16:creationId xmlns:a16="http://schemas.microsoft.com/office/drawing/2014/main" id="{D61AE7C2-141B-9B95-53FE-20BD42FA3C73}"/>
              </a:ext>
            </a:extLst>
          </p:cNvPr>
          <p:cNvGrpSpPr/>
          <p:nvPr/>
        </p:nvGrpSpPr>
        <p:grpSpPr>
          <a:xfrm>
            <a:off x="609600" y="3938044"/>
            <a:ext cx="5280025" cy="266548"/>
            <a:chOff x="609600" y="4029484"/>
            <a:chExt cx="5280025" cy="266548"/>
          </a:xfrm>
        </p:grpSpPr>
        <p:sp>
          <p:nvSpPr>
            <p:cNvPr id="98" name="Rectangle 97">
              <a:extLst>
                <a:ext uri="{FF2B5EF4-FFF2-40B4-BE49-F238E27FC236}">
                  <a16:creationId xmlns:a16="http://schemas.microsoft.com/office/drawing/2014/main" id="{17841874-4E4A-B7F6-C396-FD274CB1B817}"/>
                </a:ext>
              </a:extLst>
            </p:cNvPr>
            <p:cNvSpPr/>
            <p:nvPr>
              <p:custDataLst>
                <p:tags r:id="rId15"/>
              </p:custDataLst>
            </p:nvPr>
          </p:nvSpPr>
          <p:spPr>
            <a:xfrm>
              <a:off x="650875" y="4029484"/>
              <a:ext cx="5238750" cy="226997"/>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chemeClr val="tx1"/>
                  </a:solidFill>
                  <a:effectLst/>
                  <a:uLnTx/>
                  <a:uFillTx/>
                  <a:latin typeface="Calibri" panose="020F0502020204030204"/>
                  <a:ea typeface="Calibri" panose="020F0502020204030204" pitchFamily="34" charset="0"/>
                  <a:cs typeface="Calibri" panose="020F0502020204030204" pitchFamily="34" charset="0"/>
                </a:rPr>
                <a:t>Key Trends</a:t>
              </a:r>
            </a:p>
          </p:txBody>
        </p:sp>
        <p:cxnSp>
          <p:nvCxnSpPr>
            <p:cNvPr id="107" name="Straight Connector 106">
              <a:extLst>
                <a:ext uri="{FF2B5EF4-FFF2-40B4-BE49-F238E27FC236}">
                  <a16:creationId xmlns:a16="http://schemas.microsoft.com/office/drawing/2014/main" id="{140EA4A3-4C9E-7D27-59AA-F4AFDA97D119}"/>
                </a:ext>
              </a:extLst>
            </p:cNvPr>
            <p:cNvCxnSpPr>
              <a:cxnSpLocks/>
            </p:cNvCxnSpPr>
            <p:nvPr/>
          </p:nvCxnSpPr>
          <p:spPr>
            <a:xfrm>
              <a:off x="609600" y="4296032"/>
              <a:ext cx="5275263" cy="0"/>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114" name="Rectangle 113">
            <a:extLst>
              <a:ext uri="{FF2B5EF4-FFF2-40B4-BE49-F238E27FC236}">
                <a16:creationId xmlns:a16="http://schemas.microsoft.com/office/drawing/2014/main" id="{4147B3AC-BE5F-CDDA-7707-4B781B4C83D4}"/>
              </a:ext>
            </a:extLst>
          </p:cNvPr>
          <p:cNvSpPr/>
          <p:nvPr/>
        </p:nvSpPr>
        <p:spPr>
          <a:xfrm>
            <a:off x="3549651" y="1835150"/>
            <a:ext cx="2290762" cy="1843088"/>
          </a:xfrm>
          <a:prstGeom prst="rect">
            <a:avLst/>
          </a:prstGeom>
          <a:noFill/>
        </p:spPr>
        <p:txBody>
          <a:bodyPr wrap="square" lIns="36000" tIns="36000" rIns="36000" bIns="36000" rtlCol="0" anchor="t">
            <a:noAutofit/>
          </a:bodyPr>
          <a:lstStyle/>
          <a:p>
            <a:pPr marL="9525">
              <a:spcBef>
                <a:spcPts val="400"/>
              </a:spcBef>
              <a:spcAft>
                <a:spcPts val="400"/>
              </a:spcAft>
            </a:pPr>
            <a:r>
              <a:rPr lang="en-US" sz="1200" b="1" i="1">
                <a:solidFill>
                  <a:prstClr val="black"/>
                </a:solidFill>
                <a:latin typeface="Calibri" panose="020F0502020204030204"/>
              </a:rPr>
              <a:t>Key Drivers</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Advanced healthcare treatments like Proton therapy being offered. Participation in IARC, other international affiliations</a:t>
            </a:r>
          </a:p>
          <a:p>
            <a:pPr marL="180975" indent="-171450">
              <a:spcBef>
                <a:spcPts val="400"/>
              </a:spcBef>
              <a:spcAft>
                <a:spcPts val="400"/>
              </a:spcAft>
              <a:buFont typeface="Arial" panose="020B0604020202020204" pitchFamily="34" charset="0"/>
              <a:buChar char="•"/>
            </a:pPr>
            <a:r>
              <a:rPr lang="en-US" sz="1200" i="1">
                <a:solidFill>
                  <a:prstClr val="black"/>
                </a:solidFill>
                <a:latin typeface="Calibri" panose="020F0502020204030204"/>
              </a:rPr>
              <a:t>Private hospitals offering all-inclusive packages that manage the entire patient journey</a:t>
            </a:r>
          </a:p>
        </p:txBody>
      </p:sp>
      <p:sp>
        <p:nvSpPr>
          <p:cNvPr id="28" name="TextBox 27">
            <a:extLst>
              <a:ext uri="{FF2B5EF4-FFF2-40B4-BE49-F238E27FC236}">
                <a16:creationId xmlns:a16="http://schemas.microsoft.com/office/drawing/2014/main" id="{43B34241-D568-A7F5-58D4-B9F51F203793}"/>
              </a:ext>
            </a:extLst>
          </p:cNvPr>
          <p:cNvSpPr txBox="1"/>
          <p:nvPr/>
        </p:nvSpPr>
        <p:spPr>
          <a:xfrm>
            <a:off x="1342742" y="4318568"/>
            <a:ext cx="4546884" cy="1822352"/>
          </a:xfrm>
          <a:prstGeom prst="rect">
            <a:avLst/>
          </a:prstGeom>
          <a:noFill/>
        </p:spPr>
        <p:txBody>
          <a:bodyPr wrap="square" rtlCol="0">
            <a:noAutofit/>
          </a:bodyPr>
          <a:lstStyle/>
          <a:p>
            <a:pPr marL="9525" lvl="0">
              <a:spcBef>
                <a:spcPts val="1200"/>
              </a:spcBef>
              <a:spcAft>
                <a:spcPts val="1200"/>
              </a:spcAft>
              <a:defRPr/>
            </a:pPr>
            <a:r>
              <a:rPr lang="en-US" sz="1400" b="1">
                <a:solidFill>
                  <a:srgbClr val="17B2AF"/>
                </a:solidFill>
              </a:rPr>
              <a:t>International Patients</a:t>
            </a:r>
            <a:br>
              <a:rPr lang="en-US" sz="1400" b="1">
                <a:solidFill>
                  <a:prstClr val="black"/>
                </a:solidFill>
              </a:rPr>
            </a:br>
            <a:r>
              <a:rPr lang="en-US" sz="1400">
                <a:solidFill>
                  <a:prstClr val="black"/>
                </a:solidFill>
              </a:rPr>
              <a:t>400K foreign patients sought treatment in KSA in 2024</a:t>
            </a:r>
          </a:p>
          <a:p>
            <a:pPr marL="9525" lvl="0">
              <a:spcBef>
                <a:spcPts val="1200"/>
              </a:spcBef>
              <a:spcAft>
                <a:spcPts val="1200"/>
              </a:spcAft>
              <a:defRPr/>
            </a:pPr>
            <a:r>
              <a:rPr lang="en-US" sz="1400" b="1">
                <a:solidFill>
                  <a:srgbClr val="17B2AF"/>
                </a:solidFill>
              </a:rPr>
              <a:t>Government support </a:t>
            </a:r>
            <a:br>
              <a:rPr lang="en-US" sz="1400" b="1">
                <a:solidFill>
                  <a:prstClr val="black"/>
                </a:solidFill>
              </a:rPr>
            </a:br>
            <a:r>
              <a:rPr lang="en-US" sz="1400">
                <a:solidFill>
                  <a:prstClr val="black"/>
                </a:solidFill>
              </a:rPr>
              <a:t>Vision 2030 aims to attract 5% of foreign patients</a:t>
            </a:r>
            <a:endParaRPr kumimoji="0" lang="en-US" sz="1400" b="1" i="0" u="none" strike="noStrike" kern="1200" cap="none" spc="0" normalizeH="0" baseline="0" noProof="0">
              <a:ln>
                <a:noFill/>
              </a:ln>
              <a:solidFill>
                <a:prstClr val="black"/>
              </a:solidFill>
              <a:effectLst/>
              <a:uLnTx/>
              <a:uFillTx/>
              <a:latin typeface="Calibri" panose="020F0502020204030204"/>
              <a:ea typeface="+mn-ea"/>
              <a:cs typeface="+mn-cs"/>
            </a:endParaRPr>
          </a:p>
          <a:p>
            <a:pPr marL="9525">
              <a:spcBef>
                <a:spcPts val="1200"/>
              </a:spcBef>
              <a:spcAft>
                <a:spcPts val="1200"/>
              </a:spcAft>
              <a:defRPr/>
            </a:pPr>
            <a:r>
              <a:rPr lang="en-US" sz="1400" b="1">
                <a:solidFill>
                  <a:srgbClr val="17B2AF"/>
                </a:solidFill>
              </a:rPr>
              <a:t>Improving Domestic Healthcare </a:t>
            </a:r>
            <a:br>
              <a:rPr lang="en-US" sz="1400" b="1">
                <a:solidFill>
                  <a:prstClr val="black"/>
                </a:solidFill>
              </a:rPr>
            </a:br>
            <a:r>
              <a:rPr lang="en-US" sz="1400">
                <a:solidFill>
                  <a:prstClr val="black"/>
                </a:solidFill>
              </a:rPr>
              <a:t>Patient outflow down by 69% (1,041 in 2023 to 321 in 2024)</a:t>
            </a:r>
            <a:endParaRPr lang="en-US" sz="1400"/>
          </a:p>
        </p:txBody>
      </p:sp>
      <p:sp>
        <p:nvSpPr>
          <p:cNvPr id="3" name="Slide Number Placeholder 2">
            <a:extLst>
              <a:ext uri="{FF2B5EF4-FFF2-40B4-BE49-F238E27FC236}">
                <a16:creationId xmlns:a16="http://schemas.microsoft.com/office/drawing/2014/main" id="{9BFB0F96-7A09-D72B-CA51-8B18E10190D4}"/>
              </a:ext>
            </a:extLst>
          </p:cNvPr>
          <p:cNvSpPr>
            <a:spLocks noGrp="1"/>
          </p:cNvSpPr>
          <p:nvPr>
            <p:ph type="sldNum" sz="quarter" idx="12"/>
          </p:nvPr>
        </p:nvSpPr>
        <p:spPr/>
        <p:txBody>
          <a:bodyPr/>
          <a:lstStyle/>
          <a:p>
            <a:fld id="{8E1CF2E5-4A16-4FBD-9713-265FD1DAAE65}" type="slidenum">
              <a:rPr lang="en-US" smtClean="0"/>
              <a:t>54</a:t>
            </a:fld>
            <a:endParaRPr lang="en-US"/>
          </a:p>
        </p:txBody>
      </p:sp>
      <p:sp>
        <p:nvSpPr>
          <p:cNvPr id="3140" name="2. Slide Title">
            <a:extLst>
              <a:ext uri="{FF2B5EF4-FFF2-40B4-BE49-F238E27FC236}">
                <a16:creationId xmlns:a16="http://schemas.microsoft.com/office/drawing/2014/main" id="{D4E418A7-5AA7-0A52-5FF4-3965D411DBDF}"/>
              </a:ext>
            </a:extLst>
          </p:cNvPr>
          <p:cNvSpPr txBox="1">
            <a:spLocks/>
          </p:cNvSpPr>
          <p:nvPr>
            <p:custDataLst>
              <p:tags r:id="rId13"/>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a:defRPr/>
            </a:pPr>
            <a:r>
              <a:rPr lang="en-US" sz="2600" b="0" dirty="0">
                <a:solidFill>
                  <a:srgbClr val="0A0A0A"/>
                </a:solidFill>
                <a:latin typeface="Georgia" panose="02040502050405020303" pitchFamily="18" charset="0"/>
                <a:cs typeface="Arial" panose="020B0604020202020204" pitchFamily="34" charset="0"/>
              </a:rPr>
              <a:t>Medical tourism in KSA growing at </a:t>
            </a:r>
            <a:r>
              <a:rPr lang="en-US" sz="2600" dirty="0">
                <a:solidFill>
                  <a:srgbClr val="0A0A0A"/>
                </a:solidFill>
                <a:latin typeface="Georgia" panose="02040502050405020303" pitchFamily="18" charset="0"/>
                <a:cs typeface="Arial" panose="020B0604020202020204" pitchFamily="34" charset="0"/>
              </a:rPr>
              <a:t>8.35% CAGR</a:t>
            </a:r>
            <a:r>
              <a:rPr lang="en-US" sz="2600" b="0" dirty="0">
                <a:solidFill>
                  <a:srgbClr val="0A0A0A"/>
                </a:solidFill>
                <a:latin typeface="Georgia" panose="02040502050405020303" pitchFamily="18" charset="0"/>
                <a:cs typeface="Arial" panose="020B0604020202020204" pitchFamily="34" charset="0"/>
              </a:rPr>
              <a:t>; access to market can be established through </a:t>
            </a:r>
            <a:r>
              <a:rPr lang="en-US" sz="2600" dirty="0">
                <a:solidFill>
                  <a:srgbClr val="0A0A0A"/>
                </a:solidFill>
                <a:latin typeface="Georgia" panose="02040502050405020303" pitchFamily="18" charset="0"/>
                <a:cs typeface="Arial" panose="020B0604020202020204" pitchFamily="34" charset="0"/>
              </a:rPr>
              <a:t>embassy partnerships</a:t>
            </a:r>
          </a:p>
        </p:txBody>
      </p:sp>
      <p:grpSp>
        <p:nvGrpSpPr>
          <p:cNvPr id="6" name="Group 5">
            <a:extLst>
              <a:ext uri="{FF2B5EF4-FFF2-40B4-BE49-F238E27FC236}">
                <a16:creationId xmlns:a16="http://schemas.microsoft.com/office/drawing/2014/main" id="{18170771-BC57-FC1F-4478-0E98A52556CA}"/>
              </a:ext>
            </a:extLst>
          </p:cNvPr>
          <p:cNvGrpSpPr/>
          <p:nvPr/>
        </p:nvGrpSpPr>
        <p:grpSpPr>
          <a:xfrm>
            <a:off x="15130" y="47516"/>
            <a:ext cx="171132" cy="228600"/>
            <a:chOff x="0" y="49329"/>
            <a:chExt cx="171132" cy="228600"/>
          </a:xfrm>
        </p:grpSpPr>
        <p:cxnSp>
          <p:nvCxnSpPr>
            <p:cNvPr id="15" name="Straight Connector 14">
              <a:extLst>
                <a:ext uri="{FF2B5EF4-FFF2-40B4-BE49-F238E27FC236}">
                  <a16:creationId xmlns:a16="http://schemas.microsoft.com/office/drawing/2014/main" id="{265A3B00-E392-341E-F05C-DCE3360E457B}"/>
                </a:ext>
              </a:extLst>
            </p:cNvPr>
            <p:cNvCxnSpPr>
              <a:cxnSpLocks/>
            </p:cNvCxnSpPr>
            <p:nvPr/>
          </p:nvCxnSpPr>
          <p:spPr>
            <a:xfrm>
              <a:off x="0" y="163629"/>
              <a:ext cx="125413" cy="0"/>
            </a:xfrm>
            <a:prstGeom prst="line">
              <a:avLst/>
            </a:prstGeom>
            <a:ln w="38100" cap="flat">
              <a:solidFill>
                <a:srgbClr val="1B5B7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Rounded Corners 16">
              <a:extLst>
                <a:ext uri="{FF2B5EF4-FFF2-40B4-BE49-F238E27FC236}">
                  <a16:creationId xmlns:a16="http://schemas.microsoft.com/office/drawing/2014/main" id="{1160F1DA-10DA-93E0-911F-4E7130D645D3}"/>
                </a:ext>
              </a:extLst>
            </p:cNvPr>
            <p:cNvSpPr/>
            <p:nvPr/>
          </p:nvSpPr>
          <p:spPr>
            <a:xfrm>
              <a:off x="125413" y="49329"/>
              <a:ext cx="45719" cy="228600"/>
            </a:xfrm>
            <a:prstGeom prst="roundRect">
              <a:avLst/>
            </a:prstGeom>
            <a:solidFill>
              <a:srgbClr val="1B5B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grpSp>
      <p:sp>
        <p:nvSpPr>
          <p:cNvPr id="20" name="Google Shape;1129;p23">
            <a:extLst>
              <a:ext uri="{FF2B5EF4-FFF2-40B4-BE49-F238E27FC236}">
                <a16:creationId xmlns:a16="http://schemas.microsoft.com/office/drawing/2014/main" id="{E9F6FADC-DE17-ED23-4199-49467DF33F84}"/>
              </a:ext>
            </a:extLst>
          </p:cNvPr>
          <p:cNvSpPr/>
          <p:nvPr/>
        </p:nvSpPr>
        <p:spPr>
          <a:xfrm>
            <a:off x="225913" y="59661"/>
            <a:ext cx="2223383" cy="204311"/>
          </a:xfrm>
          <a:prstGeom prst="roundRect">
            <a:avLst/>
          </a:prstGeom>
          <a:solidFill>
            <a:srgbClr val="17B2AF"/>
          </a:solidFill>
          <a:ln w="9525" cap="flat" cmpd="sng">
            <a:noFill/>
            <a:prstDash val="solid"/>
            <a:miter lim="800000"/>
            <a:headEnd type="none" w="sm" len="sm"/>
            <a:tailEnd type="none" w="sm" len="sm"/>
          </a:ln>
        </p:spPr>
        <p:txBody>
          <a:bodyPr spcFirstLastPara="1" wrap="square" lIns="45720" tIns="0" rIns="45720" bIns="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200" b="1">
                <a:solidFill>
                  <a:schemeClr val="bg1"/>
                </a:solidFill>
                <a:latin typeface="Calibri"/>
                <a:ea typeface="Calibri"/>
                <a:cs typeface="Calibri"/>
              </a:rPr>
              <a:t>Initiative: Medical Tourism</a:t>
            </a:r>
            <a:endParaRPr lang="en-US">
              <a:solidFill>
                <a:schemeClr val="bg1"/>
              </a:solidFill>
              <a:latin typeface="Calibri"/>
              <a:ea typeface="Calibri"/>
              <a:cs typeface="Calibri"/>
            </a:endParaRPr>
          </a:p>
        </p:txBody>
      </p:sp>
      <p:sp>
        <p:nvSpPr>
          <p:cNvPr id="4" name="Rectangle 3">
            <a:extLst>
              <a:ext uri="{FF2B5EF4-FFF2-40B4-BE49-F238E27FC236}">
                <a16:creationId xmlns:a16="http://schemas.microsoft.com/office/drawing/2014/main" id="{6AF611BB-E2CD-E57C-EFC9-C45C58B52047}"/>
              </a:ext>
            </a:extLst>
          </p:cNvPr>
          <p:cNvSpPr/>
          <p:nvPr/>
        </p:nvSpPr>
        <p:spPr>
          <a:xfrm>
            <a:off x="538770" y="1286857"/>
            <a:ext cx="5461397" cy="244694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8522BB89-4BBB-9EE9-1F81-7100D9B8D372}"/>
              </a:ext>
            </a:extLst>
          </p:cNvPr>
          <p:cNvSpPr/>
          <p:nvPr/>
        </p:nvSpPr>
        <p:spPr>
          <a:xfrm>
            <a:off x="537204" y="3864114"/>
            <a:ext cx="5461397" cy="2529268"/>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3182" name="Group 3181">
            <a:extLst>
              <a:ext uri="{FF2B5EF4-FFF2-40B4-BE49-F238E27FC236}">
                <a16:creationId xmlns:a16="http://schemas.microsoft.com/office/drawing/2014/main" id="{3B7A6974-BBEB-4BE1-616A-D7E91069938A}"/>
              </a:ext>
            </a:extLst>
          </p:cNvPr>
          <p:cNvGrpSpPr/>
          <p:nvPr/>
        </p:nvGrpSpPr>
        <p:grpSpPr>
          <a:xfrm>
            <a:off x="-460920" y="279546"/>
            <a:ext cx="338328" cy="6397662"/>
            <a:chOff x="-460920" y="279546"/>
            <a:chExt cx="338328" cy="6397662"/>
          </a:xfrm>
        </p:grpSpPr>
        <p:sp>
          <p:nvSpPr>
            <p:cNvPr id="3183" name="Google Shape;139;p2">
              <a:extLst>
                <a:ext uri="{FF2B5EF4-FFF2-40B4-BE49-F238E27FC236}">
                  <a16:creationId xmlns:a16="http://schemas.microsoft.com/office/drawing/2014/main" id="{755D6797-0230-0D76-D1E1-42A18BC2E8E4}"/>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4" name="Google Shape;140;p2">
              <a:extLst>
                <a:ext uri="{FF2B5EF4-FFF2-40B4-BE49-F238E27FC236}">
                  <a16:creationId xmlns:a16="http://schemas.microsoft.com/office/drawing/2014/main" id="{3DDF64EB-BBCA-6F24-0216-FAF9E1368382}"/>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5" name="Google Shape;141;p2">
              <a:extLst>
                <a:ext uri="{FF2B5EF4-FFF2-40B4-BE49-F238E27FC236}">
                  <a16:creationId xmlns:a16="http://schemas.microsoft.com/office/drawing/2014/main" id="{7753D334-4DAC-59CE-FBAE-12A974C647C2}"/>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6" name="Google Shape;142;p2">
              <a:extLst>
                <a:ext uri="{FF2B5EF4-FFF2-40B4-BE49-F238E27FC236}">
                  <a16:creationId xmlns:a16="http://schemas.microsoft.com/office/drawing/2014/main" id="{0F7C5F4E-871D-9BC0-06DE-3D3342A6DE09}"/>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7" name="Google Shape;143;p2">
              <a:extLst>
                <a:ext uri="{FF2B5EF4-FFF2-40B4-BE49-F238E27FC236}">
                  <a16:creationId xmlns:a16="http://schemas.microsoft.com/office/drawing/2014/main" id="{892674E9-B303-5F12-67A3-F39D379946E9}"/>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8" name="Google Shape;144;p2">
              <a:extLst>
                <a:ext uri="{FF2B5EF4-FFF2-40B4-BE49-F238E27FC236}">
                  <a16:creationId xmlns:a16="http://schemas.microsoft.com/office/drawing/2014/main" id="{22A6CDE0-796F-E2EF-DE3B-8E9819508768}"/>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89" name="Google Shape;145;p2">
              <a:extLst>
                <a:ext uri="{FF2B5EF4-FFF2-40B4-BE49-F238E27FC236}">
                  <a16:creationId xmlns:a16="http://schemas.microsoft.com/office/drawing/2014/main" id="{F4B8CA20-4761-7112-172E-CA40FA1CBB99}"/>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0" name="Google Shape;146;p2">
              <a:extLst>
                <a:ext uri="{FF2B5EF4-FFF2-40B4-BE49-F238E27FC236}">
                  <a16:creationId xmlns:a16="http://schemas.microsoft.com/office/drawing/2014/main" id="{969FC13E-8687-C0D1-690D-EACCB2EE4A14}"/>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1" name="Google Shape;147;p2">
              <a:extLst>
                <a:ext uri="{FF2B5EF4-FFF2-40B4-BE49-F238E27FC236}">
                  <a16:creationId xmlns:a16="http://schemas.microsoft.com/office/drawing/2014/main" id="{CEC02E0E-C05F-6C8B-6D15-525014BDD9DD}"/>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2" name="Google Shape;148;p2">
              <a:extLst>
                <a:ext uri="{FF2B5EF4-FFF2-40B4-BE49-F238E27FC236}">
                  <a16:creationId xmlns:a16="http://schemas.microsoft.com/office/drawing/2014/main" id="{53FA7165-4B41-F7DF-B6DF-A9804A8AACB9}"/>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3" name="Google Shape;149;p2">
              <a:extLst>
                <a:ext uri="{FF2B5EF4-FFF2-40B4-BE49-F238E27FC236}">
                  <a16:creationId xmlns:a16="http://schemas.microsoft.com/office/drawing/2014/main" id="{DA4B2951-6354-058D-F783-4C5EC2D8B401}"/>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4" name="Google Shape;151;p2">
              <a:extLst>
                <a:ext uri="{FF2B5EF4-FFF2-40B4-BE49-F238E27FC236}">
                  <a16:creationId xmlns:a16="http://schemas.microsoft.com/office/drawing/2014/main" id="{D63CE0A7-9A8D-7E4E-41E2-44EB944020F7}"/>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5" name="Google Shape;147;p2">
              <a:extLst>
                <a:ext uri="{FF2B5EF4-FFF2-40B4-BE49-F238E27FC236}">
                  <a16:creationId xmlns:a16="http://schemas.microsoft.com/office/drawing/2014/main" id="{A03A4494-4D97-A90E-04F2-390D15CCB353}"/>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grpSp>
        <p:nvGrpSpPr>
          <p:cNvPr id="3196" name="Group 3195">
            <a:extLst>
              <a:ext uri="{FF2B5EF4-FFF2-40B4-BE49-F238E27FC236}">
                <a16:creationId xmlns:a16="http://schemas.microsoft.com/office/drawing/2014/main" id="{0ABCE43F-2420-6728-E1DB-E501B29818B9}"/>
              </a:ext>
            </a:extLst>
          </p:cNvPr>
          <p:cNvGrpSpPr/>
          <p:nvPr/>
        </p:nvGrpSpPr>
        <p:grpSpPr>
          <a:xfrm>
            <a:off x="-898926" y="279546"/>
            <a:ext cx="338328" cy="3872943"/>
            <a:chOff x="-460920" y="279546"/>
            <a:chExt cx="338328" cy="3872943"/>
          </a:xfrm>
        </p:grpSpPr>
        <p:sp>
          <p:nvSpPr>
            <p:cNvPr id="3197" name="Google Shape;139;p2">
              <a:extLst>
                <a:ext uri="{FF2B5EF4-FFF2-40B4-BE49-F238E27FC236}">
                  <a16:creationId xmlns:a16="http://schemas.microsoft.com/office/drawing/2014/main" id="{5483230B-4628-C46E-4B4C-42BA6FC11F09}"/>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8" name="Google Shape;140;p2">
              <a:extLst>
                <a:ext uri="{FF2B5EF4-FFF2-40B4-BE49-F238E27FC236}">
                  <a16:creationId xmlns:a16="http://schemas.microsoft.com/office/drawing/2014/main" id="{DB2FDBAB-3272-0A51-0D70-87079CB65E7A}"/>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99" name="Google Shape;141;p2">
              <a:extLst>
                <a:ext uri="{FF2B5EF4-FFF2-40B4-BE49-F238E27FC236}">
                  <a16:creationId xmlns:a16="http://schemas.microsoft.com/office/drawing/2014/main" id="{80F43160-36A0-A382-344F-FED0C0DA37D5}"/>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4" name="Google Shape;142;p2">
              <a:extLst>
                <a:ext uri="{FF2B5EF4-FFF2-40B4-BE49-F238E27FC236}">
                  <a16:creationId xmlns:a16="http://schemas.microsoft.com/office/drawing/2014/main" id="{57FA488D-3EC1-43F1-4A68-36835F177396}"/>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5" name="Google Shape;143;p2">
              <a:extLst>
                <a:ext uri="{FF2B5EF4-FFF2-40B4-BE49-F238E27FC236}">
                  <a16:creationId xmlns:a16="http://schemas.microsoft.com/office/drawing/2014/main" id="{98308B28-5B55-3904-D233-9F536FDCA2A7}"/>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6" name="Google Shape;147;p2">
              <a:extLst>
                <a:ext uri="{FF2B5EF4-FFF2-40B4-BE49-F238E27FC236}">
                  <a16:creationId xmlns:a16="http://schemas.microsoft.com/office/drawing/2014/main" id="{D5BE1790-4772-3BA0-9FB3-18FC1E0576E0}"/>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7" name="Google Shape;151;p2">
              <a:extLst>
                <a:ext uri="{FF2B5EF4-FFF2-40B4-BE49-F238E27FC236}">
                  <a16:creationId xmlns:a16="http://schemas.microsoft.com/office/drawing/2014/main" id="{73C3F83E-8113-19B4-9AC0-72687744F8FF}"/>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8" name="Google Shape;147;p2">
              <a:extLst>
                <a:ext uri="{FF2B5EF4-FFF2-40B4-BE49-F238E27FC236}">
                  <a16:creationId xmlns:a16="http://schemas.microsoft.com/office/drawing/2014/main" id="{1F78D998-C7CC-3EA3-5043-F5BBE7713E9D}"/>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sp>
        <p:nvSpPr>
          <p:cNvPr id="2" name="Line 15">
            <a:extLst>
              <a:ext uri="{FF2B5EF4-FFF2-40B4-BE49-F238E27FC236}">
                <a16:creationId xmlns:a16="http://schemas.microsoft.com/office/drawing/2014/main" id="{86649D32-62CB-69AC-8B64-CBA4EF9B8AAF}"/>
              </a:ext>
            </a:extLst>
          </p:cNvPr>
          <p:cNvSpPr>
            <a:spLocks noChangeShapeType="1"/>
          </p:cNvSpPr>
          <p:nvPr>
            <p:custDataLst>
              <p:tags r:id="rId14"/>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1" name="Graphic 60" descr="Earth globe: Asia and Australia with solid fill">
            <a:extLst>
              <a:ext uri="{FF2B5EF4-FFF2-40B4-BE49-F238E27FC236}">
                <a16:creationId xmlns:a16="http://schemas.microsoft.com/office/drawing/2014/main" id="{5C458630-2386-2856-B50D-BCC3DC91CB85}"/>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873486" y="4341720"/>
            <a:ext cx="478897" cy="478897"/>
          </a:xfrm>
          <a:prstGeom prst="rect">
            <a:avLst/>
          </a:prstGeom>
        </p:spPr>
      </p:pic>
      <p:pic>
        <p:nvPicPr>
          <p:cNvPr id="3136" name="Graphic 3135" descr="Bank outline">
            <a:extLst>
              <a:ext uri="{FF2B5EF4-FFF2-40B4-BE49-F238E27FC236}">
                <a16:creationId xmlns:a16="http://schemas.microsoft.com/office/drawing/2014/main" id="{6C40F9CA-ABFE-C4ED-53FF-84E8D720F89F}"/>
              </a:ext>
            </a:extLst>
          </p:cNvPr>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838742" y="5029273"/>
            <a:ext cx="533400" cy="533400"/>
          </a:xfrm>
          <a:prstGeom prst="rect">
            <a:avLst/>
          </a:prstGeom>
        </p:spPr>
      </p:pic>
      <p:pic>
        <p:nvPicPr>
          <p:cNvPr id="3138" name="Graphic 3137" descr="Medical outline">
            <a:extLst>
              <a:ext uri="{FF2B5EF4-FFF2-40B4-BE49-F238E27FC236}">
                <a16:creationId xmlns:a16="http://schemas.microsoft.com/office/drawing/2014/main" id="{6C0567E3-30A6-AC9C-DAA3-E709E002653D}"/>
              </a:ext>
            </a:extLst>
          </p:cNvPr>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824728" y="5803315"/>
            <a:ext cx="553035" cy="553035"/>
          </a:xfrm>
          <a:prstGeom prst="rect">
            <a:avLst/>
          </a:prstGeom>
        </p:spPr>
      </p:pic>
      <p:sp>
        <p:nvSpPr>
          <p:cNvPr id="14" name="TextBox 13">
            <a:extLst>
              <a:ext uri="{FF2B5EF4-FFF2-40B4-BE49-F238E27FC236}">
                <a16:creationId xmlns:a16="http://schemas.microsoft.com/office/drawing/2014/main" id="{9B3CCC86-864C-EA9B-B652-DA9149E3F2F6}"/>
              </a:ext>
            </a:extLst>
          </p:cNvPr>
          <p:cNvSpPr txBox="1"/>
          <p:nvPr/>
        </p:nvSpPr>
        <p:spPr>
          <a:xfrm>
            <a:off x="517712" y="6471029"/>
            <a:ext cx="3502274" cy="267547"/>
          </a:xfrm>
          <a:prstGeom prst="rect">
            <a:avLst/>
          </a:prstGeom>
          <a:noFill/>
        </p:spPr>
        <p:txBody>
          <a:bodyPr wrap="square" rtlCol="0">
            <a:spAutoFit/>
          </a:bodyPr>
          <a:lstStyle/>
          <a:p>
            <a:r>
              <a:rPr lang="en-GB" sz="1100" i="1"/>
              <a:t>Note: Estimated revenue through sizing can be found </a:t>
            </a:r>
            <a:r>
              <a:rPr lang="en-GB" sz="1100" i="1">
                <a:hlinkClick r:id="rId27"/>
              </a:rPr>
              <a:t>here</a:t>
            </a:r>
            <a:endParaRPr lang="en-GB" sz="1100" i="1"/>
          </a:p>
        </p:txBody>
      </p:sp>
      <p:sp>
        <p:nvSpPr>
          <p:cNvPr id="21" name="Rectangle: Rounded Corners 20">
            <a:extLst>
              <a:ext uri="{FF2B5EF4-FFF2-40B4-BE49-F238E27FC236}">
                <a16:creationId xmlns:a16="http://schemas.microsoft.com/office/drawing/2014/main" id="{EBD639FE-0C6E-90B7-A8B2-B39B4405CCF2}"/>
              </a:ext>
            </a:extLst>
          </p:cNvPr>
          <p:cNvSpPr/>
          <p:nvPr/>
        </p:nvSpPr>
        <p:spPr>
          <a:xfrm>
            <a:off x="7039642" y="1409700"/>
            <a:ext cx="3075908" cy="701036"/>
          </a:xfrm>
          <a:prstGeom prst="roundRect">
            <a:avLst>
              <a:gd name="adj" fmla="val 11231"/>
            </a:avLst>
          </a:prstGeom>
          <a:solidFill>
            <a:srgbClr val="17B2A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274320" marR="0" lvl="0" indent="0"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Global Outreach &amp; </a:t>
            </a:r>
          </a:p>
          <a:p>
            <a:pPr marL="274320" marR="0" lvl="0" indent="0"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rPr>
              <a:t>Strategic Partnerships</a:t>
            </a:r>
          </a:p>
        </p:txBody>
      </p:sp>
      <p:sp>
        <p:nvSpPr>
          <p:cNvPr id="22" name="Rectangle: Rounded Corners 21">
            <a:extLst>
              <a:ext uri="{FF2B5EF4-FFF2-40B4-BE49-F238E27FC236}">
                <a16:creationId xmlns:a16="http://schemas.microsoft.com/office/drawing/2014/main" id="{05BD357C-0D9D-1AC7-E9A1-2AF01DF43B7A}"/>
              </a:ext>
            </a:extLst>
          </p:cNvPr>
          <p:cNvSpPr/>
          <p:nvPr/>
        </p:nvSpPr>
        <p:spPr>
          <a:xfrm>
            <a:off x="7039642" y="2267713"/>
            <a:ext cx="3075908" cy="701036"/>
          </a:xfrm>
          <a:prstGeom prst="roundRect">
            <a:avLst>
              <a:gd name="adj" fmla="val 11231"/>
            </a:avLst>
          </a:prstGeom>
          <a:solidFill>
            <a:srgbClr val="17B2A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274320" marR="0" lvl="0" indent="0" defTabSz="914400" rtl="0" eaLnBrk="1" fontAlgn="auto" latinLnBrk="0" hangingPunct="1">
              <a:lnSpc>
                <a:spcPct val="100000"/>
              </a:lnSpc>
              <a:spcBef>
                <a:spcPts val="0"/>
              </a:spcBef>
              <a:spcAft>
                <a:spcPts val="0"/>
              </a:spcAft>
              <a:buClrTx/>
              <a:buSzTx/>
              <a:buFontTx/>
              <a:buNone/>
              <a:tabLst/>
              <a:defRPr/>
            </a:pPr>
            <a:r>
              <a:rPr lang="en-GB" sz="1400" b="1" kern="0">
                <a:solidFill>
                  <a:prstClr val="white"/>
                </a:solidFill>
                <a:latin typeface="Calibri" panose="020F0502020204030204"/>
                <a:cs typeface="Arial" panose="020B0604020202020204" pitchFamily="34" charset="0"/>
              </a:rPr>
              <a:t>Regional leadership, </a:t>
            </a:r>
          </a:p>
          <a:p>
            <a:pPr marL="274320" marR="0" lvl="0" indent="0" defTabSz="914400" rtl="0" eaLnBrk="1" fontAlgn="auto" latinLnBrk="0" hangingPunct="1">
              <a:lnSpc>
                <a:spcPct val="100000"/>
              </a:lnSpc>
              <a:spcBef>
                <a:spcPts val="0"/>
              </a:spcBef>
              <a:spcAft>
                <a:spcPts val="0"/>
              </a:spcAft>
              <a:buClrTx/>
              <a:buSzTx/>
              <a:buFontTx/>
              <a:buNone/>
              <a:tabLst/>
              <a:defRPr/>
            </a:pPr>
            <a:r>
              <a:rPr lang="en-GB" sz="1400" b="1" kern="0">
                <a:solidFill>
                  <a:prstClr val="white"/>
                </a:solidFill>
                <a:latin typeface="Calibri" panose="020F0502020204030204"/>
                <a:cs typeface="Arial" panose="020B0604020202020204" pitchFamily="34" charset="0"/>
              </a:rPr>
              <a:t>Global Accreditations</a:t>
            </a:r>
            <a:endPar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23" name="Rectangle: Rounded Corners 22">
            <a:extLst>
              <a:ext uri="{FF2B5EF4-FFF2-40B4-BE49-F238E27FC236}">
                <a16:creationId xmlns:a16="http://schemas.microsoft.com/office/drawing/2014/main" id="{9C2DD63A-6E81-929F-39C9-2C2F752D9D16}"/>
              </a:ext>
            </a:extLst>
          </p:cNvPr>
          <p:cNvSpPr/>
          <p:nvPr/>
        </p:nvSpPr>
        <p:spPr>
          <a:xfrm>
            <a:off x="7039642" y="3125726"/>
            <a:ext cx="3075908" cy="701036"/>
          </a:xfrm>
          <a:prstGeom prst="roundRect">
            <a:avLst>
              <a:gd name="adj" fmla="val 11231"/>
            </a:avLst>
          </a:prstGeom>
          <a:solidFill>
            <a:srgbClr val="17B2A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274320" marR="0" lvl="0" indent="0" defTabSz="914400" rtl="0" eaLnBrk="1" fontAlgn="auto" latinLnBrk="0" hangingPunct="1">
              <a:lnSpc>
                <a:spcPct val="100000"/>
              </a:lnSpc>
              <a:spcBef>
                <a:spcPts val="0"/>
              </a:spcBef>
              <a:spcAft>
                <a:spcPts val="0"/>
              </a:spcAft>
              <a:buClrTx/>
              <a:buSzTx/>
              <a:buFontTx/>
              <a:buNone/>
              <a:tabLst/>
              <a:defRPr/>
            </a:pPr>
            <a:r>
              <a:rPr lang="en-GB" sz="1400" b="1" kern="0">
                <a:solidFill>
                  <a:prstClr val="white"/>
                </a:solidFill>
                <a:latin typeface="Calibri" panose="020F0502020204030204"/>
                <a:cs typeface="Arial" panose="020B0604020202020204" pitchFamily="34" charset="0"/>
              </a:rPr>
              <a:t>Digital Initiatives</a:t>
            </a:r>
            <a:endPar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43" name="Rectangle: Rounded Corners 42">
            <a:extLst>
              <a:ext uri="{FF2B5EF4-FFF2-40B4-BE49-F238E27FC236}">
                <a16:creationId xmlns:a16="http://schemas.microsoft.com/office/drawing/2014/main" id="{70F9CCF3-3827-AC57-5EBB-D109B7FE4819}"/>
              </a:ext>
            </a:extLst>
          </p:cNvPr>
          <p:cNvSpPr/>
          <p:nvPr/>
        </p:nvSpPr>
        <p:spPr>
          <a:xfrm>
            <a:off x="7039642" y="3983739"/>
            <a:ext cx="3075908" cy="701036"/>
          </a:xfrm>
          <a:prstGeom prst="roundRect">
            <a:avLst>
              <a:gd name="adj" fmla="val 11231"/>
            </a:avLst>
          </a:prstGeom>
          <a:solidFill>
            <a:srgbClr val="17B2A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274320" marR="0" lvl="0" indent="0" defTabSz="914400" rtl="0" eaLnBrk="1" fontAlgn="auto" latinLnBrk="0" hangingPunct="1">
              <a:lnSpc>
                <a:spcPct val="100000"/>
              </a:lnSpc>
              <a:spcBef>
                <a:spcPts val="0"/>
              </a:spcBef>
              <a:spcAft>
                <a:spcPts val="0"/>
              </a:spcAft>
              <a:buClrTx/>
              <a:buSzTx/>
              <a:buFontTx/>
              <a:buNone/>
              <a:tabLst/>
              <a:defRPr/>
            </a:pPr>
            <a:r>
              <a:rPr lang="en-GB" sz="1400" b="1" kern="0">
                <a:solidFill>
                  <a:prstClr val="white"/>
                </a:solidFill>
                <a:latin typeface="Calibri" panose="020F0502020204030204"/>
                <a:cs typeface="Arial" panose="020B0604020202020204" pitchFamily="34" charset="0"/>
              </a:rPr>
              <a:t>SEO Strategies</a:t>
            </a:r>
            <a:endPar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46" name="Rectangle: Rounded Corners 45">
            <a:extLst>
              <a:ext uri="{FF2B5EF4-FFF2-40B4-BE49-F238E27FC236}">
                <a16:creationId xmlns:a16="http://schemas.microsoft.com/office/drawing/2014/main" id="{46E6249D-6990-C01F-8C54-269C3031D1C9}"/>
              </a:ext>
            </a:extLst>
          </p:cNvPr>
          <p:cNvSpPr/>
          <p:nvPr/>
        </p:nvSpPr>
        <p:spPr>
          <a:xfrm>
            <a:off x="7039642" y="4841752"/>
            <a:ext cx="3075908" cy="701036"/>
          </a:xfrm>
          <a:prstGeom prst="roundRect">
            <a:avLst>
              <a:gd name="adj" fmla="val 11231"/>
            </a:avLst>
          </a:prstGeom>
          <a:solidFill>
            <a:srgbClr val="17B2A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274320" marR="0" lvl="0" indent="0" defTabSz="914400" rtl="0" eaLnBrk="1" fontAlgn="auto" latinLnBrk="0" hangingPunct="1">
              <a:lnSpc>
                <a:spcPct val="100000"/>
              </a:lnSpc>
              <a:spcBef>
                <a:spcPts val="0"/>
              </a:spcBef>
              <a:spcAft>
                <a:spcPts val="0"/>
              </a:spcAft>
              <a:buClrTx/>
              <a:buSzTx/>
              <a:buFontTx/>
              <a:buNone/>
              <a:tabLst/>
              <a:defRPr/>
            </a:pPr>
            <a:r>
              <a:rPr lang="en-GB" sz="1400" b="1" kern="0">
                <a:solidFill>
                  <a:prstClr val="white"/>
                </a:solidFill>
                <a:latin typeface="Calibri" panose="020F0502020204030204"/>
                <a:cs typeface="Arial" panose="020B0604020202020204" pitchFamily="34" charset="0"/>
              </a:rPr>
              <a:t>International Patient Services Team</a:t>
            </a:r>
            <a:endPar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47" name="Rectangle: Rounded Corners 46">
            <a:extLst>
              <a:ext uri="{FF2B5EF4-FFF2-40B4-BE49-F238E27FC236}">
                <a16:creationId xmlns:a16="http://schemas.microsoft.com/office/drawing/2014/main" id="{7ED8D194-52AC-4C18-3C33-84C03CC4F5F3}"/>
              </a:ext>
            </a:extLst>
          </p:cNvPr>
          <p:cNvSpPr/>
          <p:nvPr/>
        </p:nvSpPr>
        <p:spPr>
          <a:xfrm>
            <a:off x="7039642" y="5699764"/>
            <a:ext cx="3075908" cy="701036"/>
          </a:xfrm>
          <a:prstGeom prst="roundRect">
            <a:avLst>
              <a:gd name="adj" fmla="val 11231"/>
            </a:avLst>
          </a:prstGeom>
          <a:solidFill>
            <a:srgbClr val="17B2AF"/>
          </a:solidFill>
          <a:ln>
            <a:noFill/>
            <a:prstDash val="dash"/>
          </a:ln>
          <a:effectLst>
            <a:outerShdw blurRad="50800" dist="38100" dir="5400000" algn="t" rotWithShape="0">
              <a:prstClr val="black">
                <a:alpha val="40000"/>
              </a:prstClr>
            </a:outerShdw>
          </a:effectLst>
        </p:spPr>
        <p:txBody>
          <a:bodyPr wrap="square" rtlCol="0" anchor="ctr">
            <a:noAutofit/>
          </a:bodyPr>
          <a:lstStyle/>
          <a:p>
            <a:pPr marL="274320" marR="0" lvl="0" indent="0" defTabSz="914400" rtl="0" eaLnBrk="1" fontAlgn="auto" latinLnBrk="0" hangingPunct="1">
              <a:lnSpc>
                <a:spcPct val="100000"/>
              </a:lnSpc>
              <a:spcBef>
                <a:spcPts val="0"/>
              </a:spcBef>
              <a:spcAft>
                <a:spcPts val="0"/>
              </a:spcAft>
              <a:buClrTx/>
              <a:buSzTx/>
              <a:buFontTx/>
              <a:buNone/>
              <a:tabLst/>
              <a:defRPr/>
            </a:pPr>
            <a:r>
              <a:rPr lang="en-GB" sz="1400" b="1" kern="0">
                <a:solidFill>
                  <a:prstClr val="white"/>
                </a:solidFill>
                <a:latin typeface="Calibri" panose="020F0502020204030204"/>
                <a:cs typeface="Arial" panose="020B0604020202020204" pitchFamily="34" charset="0"/>
              </a:rPr>
              <a:t>Post-treatment follow up</a:t>
            </a:r>
            <a:endParaRPr kumimoji="0" lang="en-GB" sz="1400" b="1"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48" name="Oval 47">
            <a:extLst>
              <a:ext uri="{FF2B5EF4-FFF2-40B4-BE49-F238E27FC236}">
                <a16:creationId xmlns:a16="http://schemas.microsoft.com/office/drawing/2014/main" id="{97BDB3A1-7612-79AF-4AEB-9CD03C3F9B41}"/>
              </a:ext>
            </a:extLst>
          </p:cNvPr>
          <p:cNvSpPr/>
          <p:nvPr/>
        </p:nvSpPr>
        <p:spPr>
          <a:xfrm>
            <a:off x="6796811" y="1315212"/>
            <a:ext cx="418384" cy="420068"/>
          </a:xfrm>
          <a:prstGeom prst="ellipse">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a:t>1</a:t>
            </a:r>
          </a:p>
        </p:txBody>
      </p:sp>
      <p:sp>
        <p:nvSpPr>
          <p:cNvPr id="49" name="Oval 48">
            <a:extLst>
              <a:ext uri="{FF2B5EF4-FFF2-40B4-BE49-F238E27FC236}">
                <a16:creationId xmlns:a16="http://schemas.microsoft.com/office/drawing/2014/main" id="{E63207E6-978B-BEAE-A1D9-A5A8C8754C6E}"/>
              </a:ext>
            </a:extLst>
          </p:cNvPr>
          <p:cNvSpPr/>
          <p:nvPr/>
        </p:nvSpPr>
        <p:spPr>
          <a:xfrm>
            <a:off x="6796811" y="2176951"/>
            <a:ext cx="418384" cy="420068"/>
          </a:xfrm>
          <a:prstGeom prst="ellipse">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a:t>2</a:t>
            </a:r>
          </a:p>
        </p:txBody>
      </p:sp>
      <p:sp>
        <p:nvSpPr>
          <p:cNvPr id="51" name="Oval 50">
            <a:extLst>
              <a:ext uri="{FF2B5EF4-FFF2-40B4-BE49-F238E27FC236}">
                <a16:creationId xmlns:a16="http://schemas.microsoft.com/office/drawing/2014/main" id="{F9C8BB12-2DEF-34B3-1D7D-2AB83923B2E2}"/>
              </a:ext>
            </a:extLst>
          </p:cNvPr>
          <p:cNvSpPr/>
          <p:nvPr/>
        </p:nvSpPr>
        <p:spPr>
          <a:xfrm>
            <a:off x="6796811" y="3038690"/>
            <a:ext cx="418384" cy="420068"/>
          </a:xfrm>
          <a:prstGeom prst="ellipse">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a:t>3</a:t>
            </a:r>
          </a:p>
        </p:txBody>
      </p:sp>
      <p:sp>
        <p:nvSpPr>
          <p:cNvPr id="53" name="Oval 52">
            <a:extLst>
              <a:ext uri="{FF2B5EF4-FFF2-40B4-BE49-F238E27FC236}">
                <a16:creationId xmlns:a16="http://schemas.microsoft.com/office/drawing/2014/main" id="{281949D6-6890-C982-3B00-78A60049F0BD}"/>
              </a:ext>
            </a:extLst>
          </p:cNvPr>
          <p:cNvSpPr/>
          <p:nvPr/>
        </p:nvSpPr>
        <p:spPr>
          <a:xfrm>
            <a:off x="6796811" y="4762168"/>
            <a:ext cx="418384" cy="420068"/>
          </a:xfrm>
          <a:prstGeom prst="ellipse">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a:t>5</a:t>
            </a:r>
          </a:p>
        </p:txBody>
      </p:sp>
      <p:sp>
        <p:nvSpPr>
          <p:cNvPr id="56" name="Oval 55">
            <a:extLst>
              <a:ext uri="{FF2B5EF4-FFF2-40B4-BE49-F238E27FC236}">
                <a16:creationId xmlns:a16="http://schemas.microsoft.com/office/drawing/2014/main" id="{61A97793-F96C-142E-1F84-D237AAD2F63E}"/>
              </a:ext>
            </a:extLst>
          </p:cNvPr>
          <p:cNvSpPr/>
          <p:nvPr/>
        </p:nvSpPr>
        <p:spPr>
          <a:xfrm>
            <a:off x="6796811" y="3900429"/>
            <a:ext cx="418384" cy="420068"/>
          </a:xfrm>
          <a:prstGeom prst="ellipse">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a:t>4</a:t>
            </a:r>
          </a:p>
        </p:txBody>
      </p:sp>
      <p:sp>
        <p:nvSpPr>
          <p:cNvPr id="60" name="Oval 59">
            <a:extLst>
              <a:ext uri="{FF2B5EF4-FFF2-40B4-BE49-F238E27FC236}">
                <a16:creationId xmlns:a16="http://schemas.microsoft.com/office/drawing/2014/main" id="{1B2C51AD-62D9-DC40-BD85-8D7C70AA6C6A}"/>
              </a:ext>
            </a:extLst>
          </p:cNvPr>
          <p:cNvSpPr/>
          <p:nvPr/>
        </p:nvSpPr>
        <p:spPr>
          <a:xfrm>
            <a:off x="6796811" y="5623907"/>
            <a:ext cx="418384" cy="420068"/>
          </a:xfrm>
          <a:prstGeom prst="ellipse">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a:t>6</a:t>
            </a:r>
          </a:p>
        </p:txBody>
      </p:sp>
      <p:sp>
        <p:nvSpPr>
          <p:cNvPr id="62" name="Isosceles Triangle 61">
            <a:extLst>
              <a:ext uri="{FF2B5EF4-FFF2-40B4-BE49-F238E27FC236}">
                <a16:creationId xmlns:a16="http://schemas.microsoft.com/office/drawing/2014/main" id="{5DD52301-4DD8-F0FD-17F6-18C5C7712F93}"/>
              </a:ext>
            </a:extLst>
          </p:cNvPr>
          <p:cNvSpPr/>
          <p:nvPr/>
        </p:nvSpPr>
        <p:spPr>
          <a:xfrm rot="16200000" flipV="1">
            <a:off x="9268270" y="3701843"/>
            <a:ext cx="2364058" cy="249838"/>
          </a:xfrm>
          <a:prstGeom prst="triangle">
            <a:avLst/>
          </a:prstGeom>
          <a:solidFill>
            <a:srgbClr val="DDDDD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7" name="Rectangle 3136">
            <a:extLst>
              <a:ext uri="{FF2B5EF4-FFF2-40B4-BE49-F238E27FC236}">
                <a16:creationId xmlns:a16="http://schemas.microsoft.com/office/drawing/2014/main" id="{E29CA5BA-6BBD-1A77-4D28-11806664BFFF}"/>
              </a:ext>
            </a:extLst>
          </p:cNvPr>
          <p:cNvSpPr/>
          <p:nvPr/>
        </p:nvSpPr>
        <p:spPr>
          <a:xfrm>
            <a:off x="10677525" y="1409700"/>
            <a:ext cx="1187806" cy="4991100"/>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9525" lvl="0">
              <a:spcBef>
                <a:spcPts val="1000"/>
              </a:spcBef>
              <a:spcAft>
                <a:spcPts val="1000"/>
              </a:spcAft>
              <a:defRPr/>
            </a:pPr>
            <a:r>
              <a:rPr lang="en-US" sz="1400" b="1" dirty="0">
                <a:solidFill>
                  <a:prstClr val="black"/>
                </a:solidFill>
              </a:rPr>
              <a:t>Access through agreements with GCC embassies, marketing, global conferences </a:t>
            </a:r>
          </a:p>
        </p:txBody>
      </p:sp>
      <p:grpSp>
        <p:nvGrpSpPr>
          <p:cNvPr id="3141" name="Group 3140">
            <a:extLst>
              <a:ext uri="{FF2B5EF4-FFF2-40B4-BE49-F238E27FC236}">
                <a16:creationId xmlns:a16="http://schemas.microsoft.com/office/drawing/2014/main" id="{1E474759-DC5D-9B27-AD2C-170B5FA84C68}"/>
              </a:ext>
            </a:extLst>
          </p:cNvPr>
          <p:cNvGrpSpPr>
            <a:grpSpLocks/>
          </p:cNvGrpSpPr>
          <p:nvPr/>
        </p:nvGrpSpPr>
        <p:grpSpPr>
          <a:xfrm>
            <a:off x="6067425" y="3780238"/>
            <a:ext cx="311245" cy="252802"/>
            <a:chOff x="4200525" y="3314700"/>
            <a:chExt cx="2959227" cy="2359152"/>
          </a:xfrm>
          <a:solidFill>
            <a:srgbClr val="39BFC3"/>
          </a:solidFill>
        </p:grpSpPr>
        <p:sp>
          <p:nvSpPr>
            <p:cNvPr id="3142" name="Half Frame 3141">
              <a:extLst>
                <a:ext uri="{FF2B5EF4-FFF2-40B4-BE49-F238E27FC236}">
                  <a16:creationId xmlns:a16="http://schemas.microsoft.com/office/drawing/2014/main" id="{D68FF1C9-B942-AC2B-901E-E160CB1B0CDE}"/>
                </a:ext>
              </a:extLst>
            </p:cNvPr>
            <p:cNvSpPr/>
            <p:nvPr/>
          </p:nvSpPr>
          <p:spPr>
            <a:xfrm rot="8342851">
              <a:off x="4800600" y="3314700"/>
              <a:ext cx="2359152" cy="2359152"/>
            </a:xfrm>
            <a:prstGeom prst="halfFrame">
              <a:avLst>
                <a:gd name="adj1" fmla="val 12338"/>
                <a:gd name="adj2" fmla="val 14402"/>
              </a:avLst>
            </a:prstGeom>
            <a:solidFill>
              <a:srgbClr val="1F4762"/>
            </a:solidFill>
            <a:ln w="6350" cap="sq" cmpd="sng" algn="ctr">
              <a:solidFill>
                <a:srgbClr val="39BFC3"/>
              </a:solid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a:ln>
                  <a:noFill/>
                </a:ln>
                <a:solidFill>
                  <a:srgbClr val="F2F2F2"/>
                </a:solidFill>
                <a:effectLst/>
                <a:uLnTx/>
                <a:uFillTx/>
                <a:latin typeface="Calibri" panose="020F0502020204030204"/>
                <a:ea typeface="Lato" panose="020F0502020204030203" pitchFamily="34" charset="0"/>
                <a:cs typeface="Lato" panose="020F0502020204030203" pitchFamily="34" charset="0"/>
              </a:endParaRPr>
            </a:p>
          </p:txBody>
        </p:sp>
        <p:sp>
          <p:nvSpPr>
            <p:cNvPr id="3143" name="Half Frame 3142">
              <a:extLst>
                <a:ext uri="{FF2B5EF4-FFF2-40B4-BE49-F238E27FC236}">
                  <a16:creationId xmlns:a16="http://schemas.microsoft.com/office/drawing/2014/main" id="{85DBA1AA-CC84-0FBB-BEF8-CC3E0AEA0EF7}"/>
                </a:ext>
              </a:extLst>
            </p:cNvPr>
            <p:cNvSpPr/>
            <p:nvPr/>
          </p:nvSpPr>
          <p:spPr>
            <a:xfrm rot="8342851">
              <a:off x="4200525" y="3314700"/>
              <a:ext cx="2359152" cy="2359152"/>
            </a:xfrm>
            <a:prstGeom prst="halfFrame">
              <a:avLst>
                <a:gd name="adj1" fmla="val 12338"/>
                <a:gd name="adj2" fmla="val 14402"/>
              </a:avLst>
            </a:prstGeom>
            <a:solidFill>
              <a:srgbClr val="17B2AF"/>
            </a:solidFill>
            <a:ln w="6350" cap="sq" cmpd="sng" algn="ctr">
              <a:solidFill>
                <a:srgbClr val="39BFC3"/>
              </a:solid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0" cap="none" spc="0" normalizeH="0" baseline="0" noProof="0">
                <a:ln>
                  <a:noFill/>
                </a:ln>
                <a:solidFill>
                  <a:srgbClr val="F2F2F2"/>
                </a:solidFill>
                <a:effectLst/>
                <a:uLnTx/>
                <a:uFillTx/>
                <a:latin typeface="Calibri" panose="020F0502020204030204"/>
                <a:ea typeface="Lato" panose="020F0502020204030203" pitchFamily="34" charset="0"/>
                <a:cs typeface="Lato" panose="020F0502020204030203" pitchFamily="34" charset="0"/>
              </a:endParaRPr>
            </a:p>
          </p:txBody>
        </p:sp>
      </p:grpSp>
    </p:spTree>
    <p:extLst>
      <p:ext uri="{BB962C8B-B14F-4D97-AF65-F5344CB8AC3E}">
        <p14:creationId xmlns:p14="http://schemas.microsoft.com/office/powerpoint/2010/main" val="299800879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E2DD51-601C-BAC2-1793-9511708358CC}"/>
            </a:ext>
          </a:extLst>
        </p:cNvPr>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9A8797D0-A389-8735-D8D3-DFF3FE29107B}"/>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84" imgH="486" progId="TCLayout.ActiveDocument.1">
                  <p:embed/>
                </p:oleObj>
              </mc:Choice>
              <mc:Fallback>
                <p:oleObj name="think-cell Slide" r:id="rId4" imgW="484" imgH="486" progId="TCLayout.ActiveDocument.1">
                  <p:embed/>
                  <p:pic>
                    <p:nvPicPr>
                      <p:cNvPr id="4" name="think-cell data - do not delete" hidden="1">
                        <a:extLst>
                          <a:ext uri="{FF2B5EF4-FFF2-40B4-BE49-F238E27FC236}">
                            <a16:creationId xmlns:a16="http://schemas.microsoft.com/office/drawing/2014/main" id="{9A8797D0-A389-8735-D8D3-DFF3FE29107B}"/>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0" name="Rectangle 9">
            <a:extLst>
              <a:ext uri="{FF2B5EF4-FFF2-40B4-BE49-F238E27FC236}">
                <a16:creationId xmlns:a16="http://schemas.microsoft.com/office/drawing/2014/main" id="{13A9EDB2-DD60-2C68-2597-553F0E35CBBB}"/>
              </a:ext>
            </a:extLst>
          </p:cNvPr>
          <p:cNvSpPr/>
          <p:nvPr/>
        </p:nvSpPr>
        <p:spPr>
          <a:xfrm>
            <a:off x="3788229" y="0"/>
            <a:ext cx="8403771" cy="6858000"/>
          </a:xfrm>
          <a:prstGeom prst="rect">
            <a:avLst/>
          </a:prstGeom>
          <a:solidFill>
            <a:srgbClr val="D8EAEA"/>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8" name="Table 18">
            <a:extLst>
              <a:ext uri="{FF2B5EF4-FFF2-40B4-BE49-F238E27FC236}">
                <a16:creationId xmlns:a16="http://schemas.microsoft.com/office/drawing/2014/main" id="{A82E3EDA-6706-5158-CD3D-CE512BA8809A}"/>
              </a:ext>
            </a:extLst>
          </p:cNvPr>
          <p:cNvGraphicFramePr>
            <a:graphicFrameLocks noGrp="1"/>
          </p:cNvGraphicFramePr>
          <p:nvPr>
            <p:extLst>
              <p:ext uri="{D42A27DB-BD31-4B8C-83A1-F6EECF244321}">
                <p14:modId xmlns:p14="http://schemas.microsoft.com/office/powerpoint/2010/main" val="18423925"/>
              </p:ext>
            </p:extLst>
          </p:nvPr>
        </p:nvGraphicFramePr>
        <p:xfrm>
          <a:off x="4259210" y="2129960"/>
          <a:ext cx="7088060" cy="3188959"/>
        </p:xfrm>
        <a:graphic>
          <a:graphicData uri="http://schemas.openxmlformats.org/drawingml/2006/table">
            <a:tbl>
              <a:tblPr firstRow="1" bandRow="1">
                <a:tableStyleId>{5C22544A-7EE6-4342-B048-85BDC9FD1C3A}</a:tableStyleId>
              </a:tblPr>
              <a:tblGrid>
                <a:gridCol w="609851">
                  <a:extLst>
                    <a:ext uri="{9D8B030D-6E8A-4147-A177-3AD203B41FA5}">
                      <a16:colId xmlns:a16="http://schemas.microsoft.com/office/drawing/2014/main" val="2119018486"/>
                    </a:ext>
                  </a:extLst>
                </a:gridCol>
                <a:gridCol w="6478209">
                  <a:extLst>
                    <a:ext uri="{9D8B030D-6E8A-4147-A177-3AD203B41FA5}">
                      <a16:colId xmlns:a16="http://schemas.microsoft.com/office/drawing/2014/main" val="1725796595"/>
                    </a:ext>
                  </a:extLst>
                </a:gridCol>
              </a:tblGrid>
              <a:tr h="599364">
                <a:tc gridSpan="2">
                  <a:txBody>
                    <a:bodyPr/>
                    <a:lstStyle/>
                    <a:p>
                      <a:pPr rtl="0"/>
                      <a:r>
                        <a:rPr lang="en-US" sz="1600">
                          <a:solidFill>
                            <a:srgbClr val="39BFC3"/>
                          </a:solidFill>
                          <a:latin typeface="Calibri"/>
                          <a:cs typeface="Calibri"/>
                        </a:rPr>
                        <a:t>Topic</a:t>
                      </a:r>
                    </a:p>
                  </a:txBody>
                  <a:tcPr anchor="b">
                    <a:lnL w="12700" cmpd="sng">
                      <a:noFill/>
                    </a:lnL>
                    <a:lnR w="12700" cmpd="sng">
                      <a:noFill/>
                    </a:lnR>
                    <a:lnT w="12700" cmpd="sng">
                      <a:noFill/>
                    </a:lnT>
                    <a:lnB w="28575" cap="flat" cmpd="sng" algn="ctr">
                      <a:solidFill>
                        <a:srgbClr val="39BFC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075572317"/>
                  </a:ext>
                </a:extLst>
              </a:tr>
              <a:tr h="517919">
                <a:tc>
                  <a:txBody>
                    <a:bodyPr/>
                    <a:lstStyle/>
                    <a:p>
                      <a:pPr marL="0" indent="0" algn="ctr" rtl="0">
                        <a:buFont typeface="+mj-lt"/>
                        <a:buNone/>
                      </a:pPr>
                      <a:r>
                        <a:rPr lang="en-US" sz="1600" b="0">
                          <a:solidFill>
                            <a:schemeClr val="accent6">
                              <a:lumMod val="10000"/>
                            </a:schemeClr>
                          </a:solidFill>
                          <a:latin typeface="Calibri"/>
                          <a:cs typeface="Calibri"/>
                        </a:rPr>
                        <a:t>I.</a:t>
                      </a:r>
                    </a:p>
                  </a:txBody>
                  <a:tcPr anchor="ctr">
                    <a:lnL w="12700" cmpd="sng">
                      <a:noFill/>
                    </a:lnL>
                    <a:lnR w="12700" cmpd="sng">
                      <a:noFill/>
                    </a:lnR>
                    <a:lnT w="28575" cap="flat" cmpd="sng" algn="ctr">
                      <a:solidFill>
                        <a:srgbClr val="39BFC3"/>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b="0">
                          <a:solidFill>
                            <a:schemeClr val="accent6">
                              <a:lumMod val="10000"/>
                            </a:schemeClr>
                          </a:solidFill>
                          <a:latin typeface="Calibri"/>
                          <a:cs typeface="Calibri"/>
                        </a:rPr>
                        <a:t>Market and Business Context</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8857473"/>
                  </a:ext>
                </a:extLst>
              </a:tr>
              <a:tr h="517919">
                <a:tc>
                  <a:txBody>
                    <a:bodyPr/>
                    <a:lstStyle/>
                    <a:p>
                      <a:pPr marL="0" indent="0" algn="ctr" rtl="0">
                        <a:buFont typeface="+mj-lt"/>
                        <a:buNone/>
                      </a:pPr>
                      <a:r>
                        <a:rPr lang="en-US" sz="1600" b="0">
                          <a:solidFill>
                            <a:schemeClr val="accent6">
                              <a:lumMod val="10000"/>
                            </a:schemeClr>
                          </a:solidFill>
                          <a:latin typeface="Calibri"/>
                          <a:cs typeface="Calibri"/>
                        </a:rPr>
                        <a:t>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b="0">
                          <a:solidFill>
                            <a:schemeClr val="accent6">
                              <a:lumMod val="10000"/>
                            </a:schemeClr>
                          </a:solidFill>
                          <a:latin typeface="+mn-lt"/>
                          <a:cs typeface="Calibri"/>
                        </a:rPr>
                        <a:t>Current Operating Co – Business Case</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9563607"/>
                  </a:ext>
                </a:extLst>
              </a:tr>
              <a:tr h="517919">
                <a:tc>
                  <a:txBody>
                    <a:bodyPr/>
                    <a:lstStyle/>
                    <a:p>
                      <a:pPr marL="0" marR="0" lvl="0" indent="0" algn="ctr"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Calibri"/>
                          <a:ea typeface="+mn-ea"/>
                          <a:cs typeface="Calibri"/>
                          <a:sym typeface="Calibri" panose="020F0502020204030204" pitchFamily="34" charset="0"/>
                        </a:rPr>
                        <a:t>III.</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rtl="0" eaLnBrk="1" fontAlgn="auto" latinLnBrk="0" hangingPunct="1">
                        <a:lnSpc>
                          <a:spcPct val="100000"/>
                        </a:lnSpc>
                        <a:spcBef>
                          <a:spcPts val="0"/>
                        </a:spcBef>
                        <a:spcAft>
                          <a:spcPts val="0"/>
                        </a:spcAft>
                        <a:buClrTx/>
                        <a:buSzTx/>
                        <a:buFont typeface="+mj-lt"/>
                        <a:buNone/>
                      </a:pPr>
                      <a:r>
                        <a:rPr lang="en-US" sz="1600" kern="1200">
                          <a:solidFill>
                            <a:schemeClr val="accent6">
                              <a:lumMod val="10000"/>
                            </a:schemeClr>
                          </a:solidFill>
                          <a:latin typeface="+mn-lt"/>
                          <a:ea typeface="+mn-ea"/>
                          <a:cs typeface="Calibri"/>
                        </a:rPr>
                        <a:t>Value Creation Plan</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70638839"/>
                  </a:ext>
                </a:extLst>
              </a:tr>
              <a:tr h="517919">
                <a:tc>
                  <a:txBody>
                    <a:bodyPr/>
                    <a:lstStyle/>
                    <a:p>
                      <a:pPr marL="0" indent="0" algn="ctr" rtl="0">
                        <a:buFont typeface="+mj-lt"/>
                        <a:buNone/>
                      </a:pPr>
                      <a:r>
                        <a:rPr lang="en-US" sz="1600">
                          <a:solidFill>
                            <a:schemeClr val="accent6">
                              <a:lumMod val="10000"/>
                            </a:schemeClr>
                          </a:solidFill>
                          <a:latin typeface="Calibri"/>
                          <a:cs typeface="Calibri"/>
                        </a:rPr>
                        <a:t>IV.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rtl="0">
                        <a:buFont typeface="+mj-lt"/>
                        <a:buNone/>
                      </a:pPr>
                      <a:r>
                        <a:rPr lang="en-US" sz="1600">
                          <a:solidFill>
                            <a:schemeClr val="accent6">
                              <a:lumMod val="10000"/>
                            </a:schemeClr>
                          </a:solidFill>
                          <a:latin typeface="+mn-lt"/>
                          <a:cs typeface="Calibri"/>
                        </a:rPr>
                        <a:t>Initiatives – Deep Dives</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3471669"/>
                  </a:ext>
                </a:extLst>
              </a:tr>
              <a:tr h="517919">
                <a:tc>
                  <a:txBody>
                    <a:bodyPr/>
                    <a:lstStyle/>
                    <a:p>
                      <a:pPr marL="0" indent="0" algn="ctr" rtl="0">
                        <a:buFont typeface="+mj-lt"/>
                        <a:buNone/>
                      </a:pPr>
                      <a:r>
                        <a:rPr lang="en-US" sz="1600">
                          <a:solidFill>
                            <a:schemeClr val="accent6">
                              <a:lumMod val="10000"/>
                            </a:schemeClr>
                          </a:solidFill>
                          <a:latin typeface="Calibri"/>
                          <a:cs typeface="Calibri"/>
                        </a:rPr>
                        <a:t>V.</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0" indent="0" rtl="0">
                        <a:buFont typeface="+mj-lt"/>
                        <a:buNone/>
                      </a:pPr>
                      <a:r>
                        <a:rPr lang="en-US" sz="1600" dirty="0">
                          <a:solidFill>
                            <a:schemeClr val="accent6">
                              <a:lumMod val="10000"/>
                            </a:schemeClr>
                          </a:solidFill>
                          <a:latin typeface="+mn-lt"/>
                          <a:cs typeface="Calibri"/>
                        </a:rPr>
                        <a:t>Supplementary Material</a:t>
                      </a:r>
                    </a:p>
                  </a:txBody>
                  <a:tcPr anchor="ctr">
                    <a:lnL w="12700" cmpd="sng">
                      <a:noFill/>
                    </a:lnL>
                    <a:lnR w="12700" cmpd="sng">
                      <a:noFill/>
                    </a:lnR>
                    <a:lnT w="12700" cap="flat" cmpd="sng" algn="ctr">
                      <a:solidFill>
                        <a:srgbClr val="548235"/>
                      </a:solidFill>
                      <a:prstDash val="solid"/>
                      <a:round/>
                      <a:headEnd type="none" w="med" len="med"/>
                      <a:tailEnd type="none" w="med" len="med"/>
                    </a:lnT>
                    <a:lnB w="12700" cap="flat" cmpd="sng" algn="ctr">
                      <a:solidFill>
                        <a:srgbClr val="548235"/>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2272242176"/>
                  </a:ext>
                </a:extLst>
              </a:tr>
            </a:tbl>
          </a:graphicData>
        </a:graphic>
      </p:graphicFrame>
      <p:sp>
        <p:nvSpPr>
          <p:cNvPr id="5" name="Rectangle 4">
            <a:extLst>
              <a:ext uri="{FF2B5EF4-FFF2-40B4-BE49-F238E27FC236}">
                <a16:creationId xmlns:a16="http://schemas.microsoft.com/office/drawing/2014/main" id="{E49B0CE7-9C46-9762-B5A8-5231DB1CA894}"/>
              </a:ext>
            </a:extLst>
          </p:cNvPr>
          <p:cNvSpPr/>
          <p:nvPr/>
        </p:nvSpPr>
        <p:spPr>
          <a:xfrm>
            <a:off x="547688" y="1539082"/>
            <a:ext cx="3033712" cy="3779837"/>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200"/>
              </a:spcBef>
              <a:spcAft>
                <a:spcPts val="200"/>
              </a:spcAft>
              <a:buClrTx/>
              <a:buSzTx/>
              <a:buFontTx/>
              <a:buNone/>
              <a:tabLst/>
              <a:defRPr/>
            </a:pPr>
            <a:r>
              <a:rPr kumimoji="0" lang="en-US" sz="5400" b="1" i="0" u="none" strike="noStrike" kern="1200" cap="none" spc="0" normalizeH="0" baseline="0" noProof="0">
                <a:ln>
                  <a:noFill/>
                </a:ln>
                <a:solidFill>
                  <a:srgbClr val="39BFC3"/>
                </a:solidFill>
                <a:effectLst/>
                <a:uLnTx/>
                <a:uFillTx/>
                <a:latin typeface="Calibri"/>
                <a:ea typeface="Calibri"/>
                <a:cs typeface="Calibri"/>
              </a:rPr>
              <a:t>Agenda</a:t>
            </a:r>
            <a:endParaRPr lang="en-US" sz="5400" b="1" i="0" u="none" strike="noStrike" kern="1200" cap="none" spc="0" normalizeH="0" baseline="0" noProof="0">
              <a:ln>
                <a:noFill/>
              </a:ln>
              <a:solidFill>
                <a:srgbClr val="DDDDDD">
                  <a:lumMod val="10000"/>
                </a:srgbClr>
              </a:solidFill>
              <a:effectLst/>
              <a:uLnTx/>
              <a:uFillTx/>
              <a:latin typeface="Calibri"/>
              <a:ea typeface="Calibri"/>
              <a:cs typeface="Calibri"/>
            </a:endParaRPr>
          </a:p>
        </p:txBody>
      </p:sp>
      <p:pic>
        <p:nvPicPr>
          <p:cNvPr id="6" name="Picture 5" descr="A black background with white text&#10;&#10;AI-generated content may be incorrect.">
            <a:extLst>
              <a:ext uri="{FF2B5EF4-FFF2-40B4-BE49-F238E27FC236}">
                <a16:creationId xmlns:a16="http://schemas.microsoft.com/office/drawing/2014/main" id="{0E60ABFE-0556-47C6-766D-ED3592D3423B}"/>
              </a:ext>
            </a:extLst>
          </p:cNvPr>
          <p:cNvPicPr>
            <a:picLocks noChangeAspect="1"/>
          </p:cNvPicPr>
          <p:nvPr/>
        </p:nvPicPr>
        <p:blipFill>
          <a:blip r:embed="rId6">
            <a:extLst>
              <a:ext uri="{28A0092B-C50C-407E-A947-70E740481C1C}">
                <a14:useLocalDpi xmlns:a14="http://schemas.microsoft.com/office/drawing/2010/main" val="0"/>
              </a:ext>
            </a:extLst>
          </a:blip>
          <a:srcRect b="17751"/>
          <a:stretch>
            <a:fillRect/>
          </a:stretch>
        </p:blipFill>
        <p:spPr>
          <a:xfrm>
            <a:off x="844731" y="4303059"/>
            <a:ext cx="2340263" cy="594742"/>
          </a:xfrm>
          <a:prstGeom prst="rect">
            <a:avLst/>
          </a:prstGeom>
        </p:spPr>
      </p:pic>
    </p:spTree>
    <p:extLst>
      <p:ext uri="{BB962C8B-B14F-4D97-AF65-F5344CB8AC3E}">
        <p14:creationId xmlns:p14="http://schemas.microsoft.com/office/powerpoint/2010/main" val="310994071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860C25-D9D0-C1EB-3516-6DC89D41A344}"/>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AC8E28EE-B5DC-9F12-5808-E25AC69F4FEE}"/>
              </a:ext>
            </a:extLst>
          </p:cNvPr>
          <p:cNvGraphicFramePr>
            <a:graphicFrameLocks/>
          </p:cNvGraphicFramePr>
          <p:nvPr>
            <p:custDataLst>
              <p:tags r:id="rId1"/>
            </p:custDataLst>
            <p:extLst>
              <p:ext uri="{D42A27DB-BD31-4B8C-83A1-F6EECF244321}">
                <p14:modId xmlns:p14="http://schemas.microsoft.com/office/powerpoint/2010/main" val="38271245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AC8E28EE-B5DC-9F12-5808-E25AC69F4FEE}"/>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665DC6F5-EA56-9043-B2D6-2D8EAC67EF25}"/>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Oncofertility</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 Methodology to size revenue from referral-based model, with the key assumption of </a:t>
            </a:r>
            <a:r>
              <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15% revenue share</a:t>
            </a:r>
          </a:p>
        </p:txBody>
      </p:sp>
      <p:sp>
        <p:nvSpPr>
          <p:cNvPr id="3" name="Slide Number Placeholder 2">
            <a:extLst>
              <a:ext uri="{FF2B5EF4-FFF2-40B4-BE49-F238E27FC236}">
                <a16:creationId xmlns:a16="http://schemas.microsoft.com/office/drawing/2014/main" id="{E11199A4-3209-4DD0-0CCF-6296295FD88F}"/>
              </a:ext>
            </a:extLst>
          </p:cNvPr>
          <p:cNvSpPr>
            <a:spLocks noGrp="1"/>
          </p:cNvSpPr>
          <p:nvPr>
            <p:ph type="sldNum" sz="quarter" idx="12"/>
          </p:nvPr>
        </p:nvSpPr>
        <p:spPr/>
        <p:txBody>
          <a:bodyPr/>
          <a:lstStyle/>
          <a:p>
            <a:fld id="{8E1CF2E5-4A16-4FBD-9713-265FD1DAAE65}" type="slidenum">
              <a:rPr lang="en-US" smtClean="0"/>
              <a:t>56</a:t>
            </a:fld>
            <a:endParaRPr lang="en-US"/>
          </a:p>
        </p:txBody>
      </p:sp>
      <p:grpSp>
        <p:nvGrpSpPr>
          <p:cNvPr id="3171" name="Group 3170">
            <a:extLst>
              <a:ext uri="{FF2B5EF4-FFF2-40B4-BE49-F238E27FC236}">
                <a16:creationId xmlns:a16="http://schemas.microsoft.com/office/drawing/2014/main" id="{06214CBD-994C-782D-DB5C-6836E764FFDE}"/>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67486E2A-F024-D49F-C548-64E78A42E632}"/>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52A7A400-84D0-B643-CDB3-8CE5E5E97DFC}"/>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EA72569F-468A-5585-EC92-D43B729117AA}"/>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80A3C4A3-57DA-FBAA-7282-952E1D6F7614}"/>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C550EA03-4D4D-68C0-3985-636195E1100E}"/>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ABDDFF34-59DE-9C93-5EED-C5A9021EDFBC}"/>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00A2BD96-1D8D-72DD-B87E-82E5FEE6F7EA}"/>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F5E8900E-9473-21BA-3ACE-C2C7CB73B903}"/>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7D998A07-42D9-2C67-E6EB-31CF2DA14CD3}"/>
              </a:ext>
            </a:extLst>
          </p:cNvPr>
          <p:cNvSpPr/>
          <p:nvPr/>
        </p:nvSpPr>
        <p:spPr>
          <a:xfrm>
            <a:off x="9504132" y="1764204"/>
            <a:ext cx="2176885"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Percentage of patients in reproductive age</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55%</a:t>
            </a:r>
          </a:p>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Percentage of patients in reproductive age that opt for fertility preservation </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12.6%</a:t>
            </a:r>
          </a:p>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Percentage of referral share</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15%</a:t>
            </a:r>
          </a:p>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Price for female extraction</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20,665 SAR</a:t>
            </a:r>
          </a:p>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Price for male extraction</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3,825 SAR</a:t>
            </a:r>
          </a:p>
          <a:p>
            <a:pPr marL="628650" lvl="1" indent="-171450">
              <a:spcBef>
                <a:spcPts val="300"/>
              </a:spcBef>
              <a:spcAft>
                <a:spcPts val="300"/>
              </a:spcAft>
              <a:buFont typeface="Courier New" panose="02070309020205020404" pitchFamily="49" charset="0"/>
              <a:buChar char="o"/>
              <a:defRPr/>
            </a:pPr>
            <a:endParaRPr kumimoji="0" lang="en-US" sz="1050" b="0" i="0" u="none" strike="noStrike" kern="1200" cap="none" spc="0" normalizeH="0" baseline="0" noProof="0">
              <a:ln>
                <a:noFill/>
              </a:ln>
              <a:solidFill>
                <a:schemeClr val="tx1"/>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D0F4F091-D02F-2836-A53F-DE21A8F88C80}"/>
              </a:ext>
            </a:extLst>
          </p:cNvPr>
          <p:cNvSpPr/>
          <p:nvPr/>
        </p:nvSpPr>
        <p:spPr>
          <a:xfrm>
            <a:off x="509288" y="1825038"/>
            <a:ext cx="8812147" cy="271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new cancer patients at </a:t>
            </a:r>
            <a:r>
              <a:rPr lang="en-US" sz="1200" err="1">
                <a:solidFill>
                  <a:schemeClr val="tx1"/>
                </a:solidFill>
              </a:rPr>
              <a:t>Onco</a:t>
            </a:r>
            <a:r>
              <a:rPr lang="en-US" sz="1200">
                <a:solidFill>
                  <a:schemeClr val="tx1"/>
                </a:solidFill>
              </a:rPr>
              <a:t> Clinic</a:t>
            </a:r>
          </a:p>
        </p:txBody>
      </p:sp>
      <p:sp>
        <p:nvSpPr>
          <p:cNvPr id="7" name="Rectangle 6">
            <a:extLst>
              <a:ext uri="{FF2B5EF4-FFF2-40B4-BE49-F238E27FC236}">
                <a16:creationId xmlns:a16="http://schemas.microsoft.com/office/drawing/2014/main" id="{49984640-46AB-98EE-D369-B569D4DA80EB}"/>
              </a:ext>
            </a:extLst>
          </p:cNvPr>
          <p:cNvSpPr/>
          <p:nvPr/>
        </p:nvSpPr>
        <p:spPr>
          <a:xfrm>
            <a:off x="509288" y="2329435"/>
            <a:ext cx="8812147"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patient in reproductive age (18-40)</a:t>
            </a:r>
          </a:p>
        </p:txBody>
      </p:sp>
      <p:sp>
        <p:nvSpPr>
          <p:cNvPr id="10" name="Rectangle 9">
            <a:extLst>
              <a:ext uri="{FF2B5EF4-FFF2-40B4-BE49-F238E27FC236}">
                <a16:creationId xmlns:a16="http://schemas.microsoft.com/office/drawing/2014/main" id="{FFC6C0A6-4B0D-FF0D-FAD0-9C25A741FD30}"/>
              </a:ext>
            </a:extLst>
          </p:cNvPr>
          <p:cNvSpPr/>
          <p:nvPr/>
        </p:nvSpPr>
        <p:spPr>
          <a:xfrm>
            <a:off x="4752143" y="2122449"/>
            <a:ext cx="326437" cy="1808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6" name="Rectangle 15">
            <a:extLst>
              <a:ext uri="{FF2B5EF4-FFF2-40B4-BE49-F238E27FC236}">
                <a16:creationId xmlns:a16="http://schemas.microsoft.com/office/drawing/2014/main" id="{E43B2D8F-4991-A1AF-ED47-362319054FDC}"/>
              </a:ext>
            </a:extLst>
          </p:cNvPr>
          <p:cNvSpPr/>
          <p:nvPr/>
        </p:nvSpPr>
        <p:spPr>
          <a:xfrm>
            <a:off x="4752143" y="2626846"/>
            <a:ext cx="326437" cy="1808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0" name="Rectangle 29">
            <a:extLst>
              <a:ext uri="{FF2B5EF4-FFF2-40B4-BE49-F238E27FC236}">
                <a16:creationId xmlns:a16="http://schemas.microsoft.com/office/drawing/2014/main" id="{26C7F0C5-AF36-1FE4-4AD5-B28B5515DA11}"/>
              </a:ext>
            </a:extLst>
          </p:cNvPr>
          <p:cNvSpPr/>
          <p:nvPr/>
        </p:nvSpPr>
        <p:spPr>
          <a:xfrm>
            <a:off x="509288" y="2833832"/>
            <a:ext cx="8812147" cy="27127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number of new cancer patients in reproductive age</a:t>
            </a:r>
          </a:p>
        </p:txBody>
      </p:sp>
      <p:sp>
        <p:nvSpPr>
          <p:cNvPr id="31" name="Rectangle 30">
            <a:extLst>
              <a:ext uri="{FF2B5EF4-FFF2-40B4-BE49-F238E27FC236}">
                <a16:creationId xmlns:a16="http://schemas.microsoft.com/office/drawing/2014/main" id="{2660F632-DDB4-A5DB-4985-81013314E191}"/>
              </a:ext>
            </a:extLst>
          </p:cNvPr>
          <p:cNvSpPr/>
          <p:nvPr/>
        </p:nvSpPr>
        <p:spPr>
          <a:xfrm>
            <a:off x="509288" y="3842622"/>
            <a:ext cx="8812141" cy="271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number of new cancer patients of reproductive age that opt for fertility preservation</a:t>
            </a:r>
          </a:p>
        </p:txBody>
      </p:sp>
      <p:sp>
        <p:nvSpPr>
          <p:cNvPr id="39" name="Rectangle 38">
            <a:extLst>
              <a:ext uri="{FF2B5EF4-FFF2-40B4-BE49-F238E27FC236}">
                <a16:creationId xmlns:a16="http://schemas.microsoft.com/office/drawing/2014/main" id="{C5F355A4-8C5A-65EF-0AC7-5679ACA306F8}"/>
              </a:ext>
            </a:extLst>
          </p:cNvPr>
          <p:cNvSpPr/>
          <p:nvPr/>
        </p:nvSpPr>
        <p:spPr>
          <a:xfrm>
            <a:off x="509289" y="3338229"/>
            <a:ext cx="8812146"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patients in reproductive age that opt for fertility preservation</a:t>
            </a:r>
          </a:p>
        </p:txBody>
      </p:sp>
      <p:sp>
        <p:nvSpPr>
          <p:cNvPr id="48" name="Rectangle 47">
            <a:extLst>
              <a:ext uri="{FF2B5EF4-FFF2-40B4-BE49-F238E27FC236}">
                <a16:creationId xmlns:a16="http://schemas.microsoft.com/office/drawing/2014/main" id="{B55B3934-9D32-D7DF-44E9-5D99EEEB0F5F}"/>
              </a:ext>
            </a:extLst>
          </p:cNvPr>
          <p:cNvSpPr/>
          <p:nvPr/>
        </p:nvSpPr>
        <p:spPr>
          <a:xfrm>
            <a:off x="4752143" y="3131243"/>
            <a:ext cx="326437" cy="1808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6" name="Rectangle 55">
            <a:extLst>
              <a:ext uri="{FF2B5EF4-FFF2-40B4-BE49-F238E27FC236}">
                <a16:creationId xmlns:a16="http://schemas.microsoft.com/office/drawing/2014/main" id="{0F572295-DEB1-2392-50E8-206F82ED8987}"/>
              </a:ext>
            </a:extLst>
          </p:cNvPr>
          <p:cNvSpPr/>
          <p:nvPr/>
        </p:nvSpPr>
        <p:spPr>
          <a:xfrm>
            <a:off x="4752144" y="3635640"/>
            <a:ext cx="326437" cy="1808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54" name="Rectangle 3153">
            <a:extLst>
              <a:ext uri="{FF2B5EF4-FFF2-40B4-BE49-F238E27FC236}">
                <a16:creationId xmlns:a16="http://schemas.microsoft.com/office/drawing/2014/main" id="{B8C45D7A-33AC-F806-752F-7DA59DCA07E1}"/>
              </a:ext>
            </a:extLst>
          </p:cNvPr>
          <p:cNvSpPr/>
          <p:nvPr/>
        </p:nvSpPr>
        <p:spPr>
          <a:xfrm>
            <a:off x="509289" y="4291550"/>
            <a:ext cx="4020494"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female fertility preservation patients</a:t>
            </a:r>
          </a:p>
        </p:txBody>
      </p:sp>
      <p:sp>
        <p:nvSpPr>
          <p:cNvPr id="123" name="Rectangle 122">
            <a:extLst>
              <a:ext uri="{FF2B5EF4-FFF2-40B4-BE49-F238E27FC236}">
                <a16:creationId xmlns:a16="http://schemas.microsoft.com/office/drawing/2014/main" id="{4285FAFA-5F44-6859-30D9-5282B35552FE}"/>
              </a:ext>
            </a:extLst>
          </p:cNvPr>
          <p:cNvSpPr/>
          <p:nvPr/>
        </p:nvSpPr>
        <p:spPr>
          <a:xfrm>
            <a:off x="509281" y="1312479"/>
            <a:ext cx="8812147"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Revenue from Referrals of Onco-fertility</a:t>
            </a:r>
          </a:p>
        </p:txBody>
      </p:sp>
      <p:sp>
        <p:nvSpPr>
          <p:cNvPr id="125" name="Rectangle 124">
            <a:extLst>
              <a:ext uri="{FF2B5EF4-FFF2-40B4-BE49-F238E27FC236}">
                <a16:creationId xmlns:a16="http://schemas.microsoft.com/office/drawing/2014/main" id="{E8B0A9B9-7077-7E94-398E-87B582740D47}"/>
              </a:ext>
            </a:extLst>
          </p:cNvPr>
          <p:cNvSpPr/>
          <p:nvPr/>
        </p:nvSpPr>
        <p:spPr>
          <a:xfrm>
            <a:off x="9504132" y="1312479"/>
            <a:ext cx="2166862"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81" name="Line 15">
            <a:extLst>
              <a:ext uri="{FF2B5EF4-FFF2-40B4-BE49-F238E27FC236}">
                <a16:creationId xmlns:a16="http://schemas.microsoft.com/office/drawing/2014/main" id="{A4719C0F-4025-9047-BE45-19A8C475FAFC}"/>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6C78B44D-EE54-E7E5-2B52-74490E018DF7}"/>
              </a:ext>
            </a:extLst>
          </p:cNvPr>
          <p:cNvSpPr/>
          <p:nvPr/>
        </p:nvSpPr>
        <p:spPr>
          <a:xfrm>
            <a:off x="5300935" y="4291550"/>
            <a:ext cx="4020494"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male fertility preservation patients</a:t>
            </a:r>
          </a:p>
        </p:txBody>
      </p:sp>
      <p:sp>
        <p:nvSpPr>
          <p:cNvPr id="6" name="Rectangle 5">
            <a:extLst>
              <a:ext uri="{FF2B5EF4-FFF2-40B4-BE49-F238E27FC236}">
                <a16:creationId xmlns:a16="http://schemas.microsoft.com/office/drawing/2014/main" id="{EEDCC896-237A-83F1-8FB8-5A8DBDBF0275}"/>
              </a:ext>
            </a:extLst>
          </p:cNvPr>
          <p:cNvSpPr/>
          <p:nvPr/>
        </p:nvSpPr>
        <p:spPr>
          <a:xfrm>
            <a:off x="509289" y="4740478"/>
            <a:ext cx="4020494" cy="27127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female cancer patients opting for preservation</a:t>
            </a:r>
          </a:p>
        </p:txBody>
      </p:sp>
      <p:sp>
        <p:nvSpPr>
          <p:cNvPr id="8" name="Rectangle 7">
            <a:extLst>
              <a:ext uri="{FF2B5EF4-FFF2-40B4-BE49-F238E27FC236}">
                <a16:creationId xmlns:a16="http://schemas.microsoft.com/office/drawing/2014/main" id="{3CB6CE4B-5F98-6595-BAFC-93E65278A46E}"/>
              </a:ext>
            </a:extLst>
          </p:cNvPr>
          <p:cNvSpPr/>
          <p:nvPr/>
        </p:nvSpPr>
        <p:spPr>
          <a:xfrm>
            <a:off x="5300935" y="4740478"/>
            <a:ext cx="4020494" cy="27127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male cancer patients opting for preservation</a:t>
            </a:r>
          </a:p>
        </p:txBody>
      </p:sp>
      <p:sp>
        <p:nvSpPr>
          <p:cNvPr id="11" name="Rectangle 10">
            <a:extLst>
              <a:ext uri="{FF2B5EF4-FFF2-40B4-BE49-F238E27FC236}">
                <a16:creationId xmlns:a16="http://schemas.microsoft.com/office/drawing/2014/main" id="{260945B8-E997-E3CC-F831-6A1B0C20DC7E}"/>
              </a:ext>
            </a:extLst>
          </p:cNvPr>
          <p:cNvSpPr/>
          <p:nvPr/>
        </p:nvSpPr>
        <p:spPr>
          <a:xfrm>
            <a:off x="3156069" y="5188100"/>
            <a:ext cx="1358227"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 of referral share</a:t>
            </a:r>
          </a:p>
        </p:txBody>
      </p:sp>
      <p:sp>
        <p:nvSpPr>
          <p:cNvPr id="14" name="Rectangle 13">
            <a:extLst>
              <a:ext uri="{FF2B5EF4-FFF2-40B4-BE49-F238E27FC236}">
                <a16:creationId xmlns:a16="http://schemas.microsoft.com/office/drawing/2014/main" id="{88C7ADF6-AC35-767F-6698-16BDBF9E74DA}"/>
              </a:ext>
            </a:extLst>
          </p:cNvPr>
          <p:cNvSpPr/>
          <p:nvPr/>
        </p:nvSpPr>
        <p:spPr>
          <a:xfrm>
            <a:off x="1664034" y="5188100"/>
            <a:ext cx="1234752"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Price per extraction </a:t>
            </a:r>
          </a:p>
        </p:txBody>
      </p:sp>
      <p:sp>
        <p:nvSpPr>
          <p:cNvPr id="17" name="Rectangle 16">
            <a:extLst>
              <a:ext uri="{FF2B5EF4-FFF2-40B4-BE49-F238E27FC236}">
                <a16:creationId xmlns:a16="http://schemas.microsoft.com/office/drawing/2014/main" id="{A6C4673C-4DF0-284D-207C-51475086DCB9}"/>
              </a:ext>
            </a:extLst>
          </p:cNvPr>
          <p:cNvSpPr/>
          <p:nvPr/>
        </p:nvSpPr>
        <p:spPr>
          <a:xfrm>
            <a:off x="7947715" y="5188100"/>
            <a:ext cx="1358227"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 of referral share</a:t>
            </a:r>
          </a:p>
        </p:txBody>
      </p:sp>
      <p:sp>
        <p:nvSpPr>
          <p:cNvPr id="19" name="Rectangle 18">
            <a:extLst>
              <a:ext uri="{FF2B5EF4-FFF2-40B4-BE49-F238E27FC236}">
                <a16:creationId xmlns:a16="http://schemas.microsoft.com/office/drawing/2014/main" id="{89471821-AF29-FAB9-2CCA-1DA1D89D47F1}"/>
              </a:ext>
            </a:extLst>
          </p:cNvPr>
          <p:cNvSpPr/>
          <p:nvPr/>
        </p:nvSpPr>
        <p:spPr>
          <a:xfrm>
            <a:off x="6455680" y="5188100"/>
            <a:ext cx="1234752"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Price per extraction </a:t>
            </a:r>
          </a:p>
        </p:txBody>
      </p:sp>
      <p:sp>
        <p:nvSpPr>
          <p:cNvPr id="20" name="Rectangle 19">
            <a:extLst>
              <a:ext uri="{FF2B5EF4-FFF2-40B4-BE49-F238E27FC236}">
                <a16:creationId xmlns:a16="http://schemas.microsoft.com/office/drawing/2014/main" id="{BF712316-D06C-BDD6-D052-64FE4603C0EC}"/>
              </a:ext>
            </a:extLst>
          </p:cNvPr>
          <p:cNvSpPr/>
          <p:nvPr/>
        </p:nvSpPr>
        <p:spPr>
          <a:xfrm>
            <a:off x="509289" y="5638334"/>
            <a:ext cx="4020494" cy="27127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Revenue share per referral (female)</a:t>
            </a:r>
          </a:p>
        </p:txBody>
      </p:sp>
      <p:sp>
        <p:nvSpPr>
          <p:cNvPr id="21" name="Rectangle 20">
            <a:extLst>
              <a:ext uri="{FF2B5EF4-FFF2-40B4-BE49-F238E27FC236}">
                <a16:creationId xmlns:a16="http://schemas.microsoft.com/office/drawing/2014/main" id="{F98E3F5D-1525-7128-0D68-465FC7DD5178}"/>
              </a:ext>
            </a:extLst>
          </p:cNvPr>
          <p:cNvSpPr/>
          <p:nvPr/>
        </p:nvSpPr>
        <p:spPr>
          <a:xfrm>
            <a:off x="5300935" y="5637640"/>
            <a:ext cx="4020493" cy="27127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Revenue share per referral (male)</a:t>
            </a:r>
          </a:p>
        </p:txBody>
      </p:sp>
      <p:cxnSp>
        <p:nvCxnSpPr>
          <p:cNvPr id="22" name="Straight Arrow Connector 21">
            <a:extLst>
              <a:ext uri="{FF2B5EF4-FFF2-40B4-BE49-F238E27FC236}">
                <a16:creationId xmlns:a16="http://schemas.microsoft.com/office/drawing/2014/main" id="{40C8267E-5815-575B-DDAC-19C9BCA3A1A1}"/>
              </a:ext>
            </a:extLst>
          </p:cNvPr>
          <p:cNvCxnSpPr>
            <a:cxnSpLocks/>
          </p:cNvCxnSpPr>
          <p:nvPr/>
        </p:nvCxnSpPr>
        <p:spPr>
          <a:xfrm>
            <a:off x="1118477" y="5169965"/>
            <a:ext cx="0" cy="375129"/>
          </a:xfrm>
          <a:prstGeom prst="straightConnector1">
            <a:avLst/>
          </a:prstGeom>
          <a:ln>
            <a:noFill/>
            <a:prstDash val="dash"/>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0EFFBC4F-8495-0332-EE22-59A20CE3D5CF}"/>
              </a:ext>
            </a:extLst>
          </p:cNvPr>
          <p:cNvSpPr/>
          <p:nvPr/>
        </p:nvSpPr>
        <p:spPr>
          <a:xfrm>
            <a:off x="509289" y="6087264"/>
            <a:ext cx="4020494"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bg1"/>
                </a:solidFill>
              </a:rPr>
              <a:t>Total revenue from female referrals</a:t>
            </a:r>
          </a:p>
        </p:txBody>
      </p:sp>
      <p:sp>
        <p:nvSpPr>
          <p:cNvPr id="24" name="Rectangle 23">
            <a:extLst>
              <a:ext uri="{FF2B5EF4-FFF2-40B4-BE49-F238E27FC236}">
                <a16:creationId xmlns:a16="http://schemas.microsoft.com/office/drawing/2014/main" id="{82DA4344-1A55-FC6C-5FF9-D0A0301ADCE7}"/>
              </a:ext>
            </a:extLst>
          </p:cNvPr>
          <p:cNvSpPr/>
          <p:nvPr/>
        </p:nvSpPr>
        <p:spPr>
          <a:xfrm>
            <a:off x="5300935" y="6087264"/>
            <a:ext cx="4020493"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bg1"/>
                </a:solidFill>
              </a:rPr>
              <a:t>Total revenue from male referrals</a:t>
            </a:r>
          </a:p>
        </p:txBody>
      </p:sp>
      <p:cxnSp>
        <p:nvCxnSpPr>
          <p:cNvPr id="25" name="Straight Arrow Connector 24">
            <a:extLst>
              <a:ext uri="{FF2B5EF4-FFF2-40B4-BE49-F238E27FC236}">
                <a16:creationId xmlns:a16="http://schemas.microsoft.com/office/drawing/2014/main" id="{6B8C8B30-7BF7-F16B-DD75-23FB61251A70}"/>
              </a:ext>
            </a:extLst>
          </p:cNvPr>
          <p:cNvCxnSpPr>
            <a:cxnSpLocks/>
          </p:cNvCxnSpPr>
          <p:nvPr/>
        </p:nvCxnSpPr>
        <p:spPr>
          <a:xfrm>
            <a:off x="756527" y="5169965"/>
            <a:ext cx="0" cy="375129"/>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201274D0-94A0-C2AF-83EB-A02E285C0265}"/>
              </a:ext>
            </a:extLst>
          </p:cNvPr>
          <p:cNvCxnSpPr>
            <a:cxnSpLocks/>
          </p:cNvCxnSpPr>
          <p:nvPr/>
        </p:nvCxnSpPr>
        <p:spPr>
          <a:xfrm>
            <a:off x="5614277" y="5169965"/>
            <a:ext cx="0" cy="375129"/>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A35FE98B-4EE8-8374-10A3-35353D19FBD9}"/>
              </a:ext>
            </a:extLst>
          </p:cNvPr>
          <p:cNvSpPr/>
          <p:nvPr/>
        </p:nvSpPr>
        <p:spPr>
          <a:xfrm>
            <a:off x="2356318" y="4102578"/>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28" name="Rectangle 27">
            <a:extLst>
              <a:ext uri="{FF2B5EF4-FFF2-40B4-BE49-F238E27FC236}">
                <a16:creationId xmlns:a16="http://schemas.microsoft.com/office/drawing/2014/main" id="{7EABFEF7-F017-75ED-C247-7B3596F4D4DB}"/>
              </a:ext>
            </a:extLst>
          </p:cNvPr>
          <p:cNvSpPr/>
          <p:nvPr/>
        </p:nvSpPr>
        <p:spPr>
          <a:xfrm>
            <a:off x="7147962" y="4102578"/>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29" name="Rectangle 28">
            <a:extLst>
              <a:ext uri="{FF2B5EF4-FFF2-40B4-BE49-F238E27FC236}">
                <a16:creationId xmlns:a16="http://schemas.microsoft.com/office/drawing/2014/main" id="{23976E97-8615-019F-877A-9AAA88AD6F2F}"/>
              </a:ext>
            </a:extLst>
          </p:cNvPr>
          <p:cNvSpPr/>
          <p:nvPr/>
        </p:nvSpPr>
        <p:spPr>
          <a:xfrm>
            <a:off x="2356318" y="456729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2" name="Rectangle 31">
            <a:extLst>
              <a:ext uri="{FF2B5EF4-FFF2-40B4-BE49-F238E27FC236}">
                <a16:creationId xmlns:a16="http://schemas.microsoft.com/office/drawing/2014/main" id="{2930FA41-06A7-09C3-D76F-54F762DB9794}"/>
              </a:ext>
            </a:extLst>
          </p:cNvPr>
          <p:cNvSpPr/>
          <p:nvPr/>
        </p:nvSpPr>
        <p:spPr>
          <a:xfrm>
            <a:off x="7147962" y="456729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4" name="Rectangle 33">
            <a:extLst>
              <a:ext uri="{FF2B5EF4-FFF2-40B4-BE49-F238E27FC236}">
                <a16:creationId xmlns:a16="http://schemas.microsoft.com/office/drawing/2014/main" id="{F1369980-14B7-0C4C-30E7-4B8F15A90706}"/>
              </a:ext>
            </a:extLst>
          </p:cNvPr>
          <p:cNvSpPr/>
          <p:nvPr/>
        </p:nvSpPr>
        <p:spPr>
          <a:xfrm>
            <a:off x="2870751" y="5234618"/>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6" name="Rectangle 35">
            <a:extLst>
              <a:ext uri="{FF2B5EF4-FFF2-40B4-BE49-F238E27FC236}">
                <a16:creationId xmlns:a16="http://schemas.microsoft.com/office/drawing/2014/main" id="{12ED4570-C00A-85EF-368B-248F1B2711DB}"/>
              </a:ext>
            </a:extLst>
          </p:cNvPr>
          <p:cNvSpPr/>
          <p:nvPr/>
        </p:nvSpPr>
        <p:spPr>
          <a:xfrm>
            <a:off x="2870751" y="5454669"/>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7" name="Rectangle 36">
            <a:extLst>
              <a:ext uri="{FF2B5EF4-FFF2-40B4-BE49-F238E27FC236}">
                <a16:creationId xmlns:a16="http://schemas.microsoft.com/office/drawing/2014/main" id="{E3D0EC5C-FEE3-C1B5-9C35-A65C25E818A4}"/>
              </a:ext>
            </a:extLst>
          </p:cNvPr>
          <p:cNvSpPr/>
          <p:nvPr/>
        </p:nvSpPr>
        <p:spPr>
          <a:xfrm>
            <a:off x="7655855" y="5234618"/>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41" name="Rectangle 40">
            <a:extLst>
              <a:ext uri="{FF2B5EF4-FFF2-40B4-BE49-F238E27FC236}">
                <a16:creationId xmlns:a16="http://schemas.microsoft.com/office/drawing/2014/main" id="{1B64E892-4149-5EBC-F1A9-7E0A8FF3337D}"/>
              </a:ext>
            </a:extLst>
          </p:cNvPr>
          <p:cNvSpPr/>
          <p:nvPr/>
        </p:nvSpPr>
        <p:spPr>
          <a:xfrm>
            <a:off x="7655854" y="5454669"/>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42" name="Rectangle 41">
            <a:extLst>
              <a:ext uri="{FF2B5EF4-FFF2-40B4-BE49-F238E27FC236}">
                <a16:creationId xmlns:a16="http://schemas.microsoft.com/office/drawing/2014/main" id="{8143DDF1-89FE-D8D0-DD85-AB8036E1457B}"/>
              </a:ext>
            </a:extLst>
          </p:cNvPr>
          <p:cNvSpPr/>
          <p:nvPr/>
        </p:nvSpPr>
        <p:spPr>
          <a:xfrm>
            <a:off x="2356318" y="5904412"/>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43" name="Rectangle 42">
            <a:extLst>
              <a:ext uri="{FF2B5EF4-FFF2-40B4-BE49-F238E27FC236}">
                <a16:creationId xmlns:a16="http://schemas.microsoft.com/office/drawing/2014/main" id="{0A84117D-1CF9-0A33-E850-8592C704621B}"/>
              </a:ext>
            </a:extLst>
          </p:cNvPr>
          <p:cNvSpPr/>
          <p:nvPr/>
        </p:nvSpPr>
        <p:spPr>
          <a:xfrm>
            <a:off x="7147962" y="5904412"/>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44" name="Rectangle 43">
            <a:extLst>
              <a:ext uri="{FF2B5EF4-FFF2-40B4-BE49-F238E27FC236}">
                <a16:creationId xmlns:a16="http://schemas.microsoft.com/office/drawing/2014/main" id="{510402F3-D66A-3AA3-8AE3-6018BB1BDB32}"/>
              </a:ext>
            </a:extLst>
          </p:cNvPr>
          <p:cNvSpPr/>
          <p:nvPr/>
        </p:nvSpPr>
        <p:spPr>
          <a:xfrm>
            <a:off x="1045737" y="5234618"/>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45" name="Rectangle 44">
            <a:extLst>
              <a:ext uri="{FF2B5EF4-FFF2-40B4-BE49-F238E27FC236}">
                <a16:creationId xmlns:a16="http://schemas.microsoft.com/office/drawing/2014/main" id="{759693E8-35A4-EECE-FCB6-B7725C87C8F9}"/>
              </a:ext>
            </a:extLst>
          </p:cNvPr>
          <p:cNvSpPr/>
          <p:nvPr/>
        </p:nvSpPr>
        <p:spPr>
          <a:xfrm>
            <a:off x="5874927" y="5234618"/>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Tree>
    <p:extLst>
      <p:ext uri="{BB962C8B-B14F-4D97-AF65-F5344CB8AC3E}">
        <p14:creationId xmlns:p14="http://schemas.microsoft.com/office/powerpoint/2010/main" val="257639429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ED9FC7-3E9C-A569-5BAB-11857BFB4507}"/>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64BB0A2D-F469-119D-367E-804F9C314D6A}"/>
              </a:ext>
            </a:extLst>
          </p:cNvPr>
          <p:cNvGraphicFramePr>
            <a:graphicFrameLocks/>
          </p:cNvGraphicFramePr>
          <p:nvPr>
            <p:custDataLst>
              <p:tags r:id="rId1"/>
            </p:custDataLst>
            <p:extLst>
              <p:ext uri="{D42A27DB-BD31-4B8C-83A1-F6EECF244321}">
                <p14:modId xmlns:p14="http://schemas.microsoft.com/office/powerpoint/2010/main" val="165795027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64BB0A2D-F469-119D-367E-804F9C314D6A}"/>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8A337253-F4C3-BDAE-D159-3561D4B89653}"/>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dirty="0">
                <a:solidFill>
                  <a:srgbClr val="0A0A0A"/>
                </a:solidFill>
                <a:latin typeface="Georgia" panose="02040502050405020303" pitchFamily="18" charset="0"/>
                <a:cs typeface="Arial" panose="020B0604020202020204" pitchFamily="34" charset="0"/>
              </a:rPr>
              <a:t>Oncofertility</a:t>
            </a:r>
            <a:r>
              <a:rPr lang="en-US" sz="2600" b="0" dirty="0">
                <a:solidFill>
                  <a:srgbClr val="0A0A0A"/>
                </a:solidFill>
                <a:latin typeface="Georgia" panose="02040502050405020303" pitchFamily="18" charset="0"/>
                <a:cs typeface="Arial" panose="020B0604020202020204" pitchFamily="34" charset="0"/>
              </a:rPr>
              <a:t>: </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Schematic for revenue from cryopreservation at an end-to-end IVF clinic through in-house and external cancer patients</a:t>
            </a:r>
          </a:p>
        </p:txBody>
      </p:sp>
      <p:sp>
        <p:nvSpPr>
          <p:cNvPr id="3" name="Slide Number Placeholder 2">
            <a:extLst>
              <a:ext uri="{FF2B5EF4-FFF2-40B4-BE49-F238E27FC236}">
                <a16:creationId xmlns:a16="http://schemas.microsoft.com/office/drawing/2014/main" id="{347472D0-E766-3689-91F4-5FA8174379A9}"/>
              </a:ext>
            </a:extLst>
          </p:cNvPr>
          <p:cNvSpPr>
            <a:spLocks noGrp="1"/>
          </p:cNvSpPr>
          <p:nvPr>
            <p:ph type="sldNum" sz="quarter" idx="12"/>
          </p:nvPr>
        </p:nvSpPr>
        <p:spPr/>
        <p:txBody>
          <a:bodyPr/>
          <a:lstStyle/>
          <a:p>
            <a:fld id="{8E1CF2E5-4A16-4FBD-9713-265FD1DAAE65}" type="slidenum">
              <a:rPr lang="en-US" smtClean="0"/>
              <a:t>57</a:t>
            </a:fld>
            <a:endParaRPr lang="en-US"/>
          </a:p>
        </p:txBody>
      </p:sp>
      <p:grpSp>
        <p:nvGrpSpPr>
          <p:cNvPr id="3171" name="Group 3170">
            <a:extLst>
              <a:ext uri="{FF2B5EF4-FFF2-40B4-BE49-F238E27FC236}">
                <a16:creationId xmlns:a16="http://schemas.microsoft.com/office/drawing/2014/main" id="{0C1CEC27-A29D-63A1-4D21-88B5757575AE}"/>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9B3159AB-E686-B055-B17F-D860B0158955}"/>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2D2A3E23-0EAF-F4D3-57B4-9A6BE3C5CDA0}"/>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6972C060-9FAA-B8A1-D65B-C6576410E54E}"/>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7B91FD5F-B090-C3F5-0CDA-B3F93AA8B872}"/>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52FA8BD8-214C-177F-0D55-5AB0EA0EEC12}"/>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2FFEB33F-CFC4-857E-866F-481C9D0FB98A}"/>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9D7EE8DE-D7F3-C4EF-0001-142EE8227285}"/>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8FD3E671-9197-735B-C72B-AAB9287ABC5B}"/>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3" name="Rectangle 12">
            <a:extLst>
              <a:ext uri="{FF2B5EF4-FFF2-40B4-BE49-F238E27FC236}">
                <a16:creationId xmlns:a16="http://schemas.microsoft.com/office/drawing/2014/main" id="{FFACB1D6-9590-17D9-A78F-2ABA0EC1DEC8}"/>
              </a:ext>
            </a:extLst>
          </p:cNvPr>
          <p:cNvSpPr/>
          <p:nvPr/>
        </p:nvSpPr>
        <p:spPr>
          <a:xfrm>
            <a:off x="509281" y="1764205"/>
            <a:ext cx="3437879" cy="4917870"/>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190DBA46-D6AC-3C44-575E-149BAD0AD636}"/>
              </a:ext>
            </a:extLst>
          </p:cNvPr>
          <p:cNvSpPr/>
          <p:nvPr/>
        </p:nvSpPr>
        <p:spPr>
          <a:xfrm>
            <a:off x="686669" y="1826026"/>
            <a:ext cx="3130951" cy="271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Total new cancer patients at OC</a:t>
            </a:r>
          </a:p>
        </p:txBody>
      </p:sp>
      <p:sp>
        <p:nvSpPr>
          <p:cNvPr id="7" name="Rectangle 6">
            <a:extLst>
              <a:ext uri="{FF2B5EF4-FFF2-40B4-BE49-F238E27FC236}">
                <a16:creationId xmlns:a16="http://schemas.microsoft.com/office/drawing/2014/main" id="{6E03513D-1490-106E-FF28-34F7D88AB531}"/>
              </a:ext>
            </a:extLst>
          </p:cNvPr>
          <p:cNvSpPr/>
          <p:nvPr/>
        </p:nvSpPr>
        <p:spPr>
          <a:xfrm>
            <a:off x="686669" y="2315898"/>
            <a:ext cx="3130951"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Percentage of patients in reproductive age (18-40)</a:t>
            </a:r>
          </a:p>
        </p:txBody>
      </p:sp>
      <p:sp>
        <p:nvSpPr>
          <p:cNvPr id="16" name="Rectangle 15">
            <a:extLst>
              <a:ext uri="{FF2B5EF4-FFF2-40B4-BE49-F238E27FC236}">
                <a16:creationId xmlns:a16="http://schemas.microsoft.com/office/drawing/2014/main" id="{9AB02658-E8AD-7471-B26E-D3EEF663095E}"/>
              </a:ext>
            </a:extLst>
          </p:cNvPr>
          <p:cNvSpPr/>
          <p:nvPr/>
        </p:nvSpPr>
        <p:spPr>
          <a:xfrm>
            <a:off x="2115771" y="2116830"/>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x</a:t>
            </a:r>
          </a:p>
        </p:txBody>
      </p:sp>
      <p:sp>
        <p:nvSpPr>
          <p:cNvPr id="30" name="Rectangle 29">
            <a:extLst>
              <a:ext uri="{FF2B5EF4-FFF2-40B4-BE49-F238E27FC236}">
                <a16:creationId xmlns:a16="http://schemas.microsoft.com/office/drawing/2014/main" id="{D7ADA731-9829-91EB-B014-2A26093E328F}"/>
              </a:ext>
            </a:extLst>
          </p:cNvPr>
          <p:cNvSpPr/>
          <p:nvPr/>
        </p:nvSpPr>
        <p:spPr>
          <a:xfrm>
            <a:off x="686669" y="2805770"/>
            <a:ext cx="3130951" cy="271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Total number of new cancer patients in reproductive age</a:t>
            </a:r>
          </a:p>
        </p:txBody>
      </p:sp>
      <p:sp>
        <p:nvSpPr>
          <p:cNvPr id="35" name="Rectangle 34">
            <a:extLst>
              <a:ext uri="{FF2B5EF4-FFF2-40B4-BE49-F238E27FC236}">
                <a16:creationId xmlns:a16="http://schemas.microsoft.com/office/drawing/2014/main" id="{35BBDE61-274C-6436-E38B-53DCFD9474E6}"/>
              </a:ext>
            </a:extLst>
          </p:cNvPr>
          <p:cNvSpPr/>
          <p:nvPr/>
        </p:nvSpPr>
        <p:spPr>
          <a:xfrm>
            <a:off x="1216823" y="4225129"/>
            <a:ext cx="1029305" cy="35833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800">
                <a:solidFill>
                  <a:sysClr val="windowText" lastClr="000000"/>
                </a:solidFill>
              </a:rPr>
              <a:t>Female patients</a:t>
            </a:r>
          </a:p>
        </p:txBody>
      </p:sp>
      <p:sp>
        <p:nvSpPr>
          <p:cNvPr id="3146" name="Rectangle 3145">
            <a:extLst>
              <a:ext uri="{FF2B5EF4-FFF2-40B4-BE49-F238E27FC236}">
                <a16:creationId xmlns:a16="http://schemas.microsoft.com/office/drawing/2014/main" id="{B960A74B-D0B8-3393-882A-38659A11041F}"/>
              </a:ext>
            </a:extLst>
          </p:cNvPr>
          <p:cNvSpPr/>
          <p:nvPr/>
        </p:nvSpPr>
        <p:spPr>
          <a:xfrm>
            <a:off x="1236601" y="4783853"/>
            <a:ext cx="1010812" cy="35833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800">
                <a:solidFill>
                  <a:sysClr val="windowText" lastClr="000000"/>
                </a:solidFill>
              </a:rPr>
              <a:t>Extraction price</a:t>
            </a:r>
          </a:p>
        </p:txBody>
      </p:sp>
      <p:sp>
        <p:nvSpPr>
          <p:cNvPr id="3154" name="Rectangle 3153">
            <a:extLst>
              <a:ext uri="{FF2B5EF4-FFF2-40B4-BE49-F238E27FC236}">
                <a16:creationId xmlns:a16="http://schemas.microsoft.com/office/drawing/2014/main" id="{16B471D7-C74E-7B0C-A890-2A82DC6FA2EB}"/>
              </a:ext>
            </a:extLst>
          </p:cNvPr>
          <p:cNvSpPr/>
          <p:nvPr/>
        </p:nvSpPr>
        <p:spPr>
          <a:xfrm>
            <a:off x="1235220" y="5322527"/>
            <a:ext cx="2572886"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rPr>
              <a:t>Total revenue from extraction</a:t>
            </a:r>
          </a:p>
        </p:txBody>
      </p:sp>
      <p:cxnSp>
        <p:nvCxnSpPr>
          <p:cNvPr id="3157" name="Straight Arrow Connector 3156">
            <a:extLst>
              <a:ext uri="{FF2B5EF4-FFF2-40B4-BE49-F238E27FC236}">
                <a16:creationId xmlns:a16="http://schemas.microsoft.com/office/drawing/2014/main" id="{FFD468E4-B66C-1BFC-981B-FA2934DC892C}"/>
              </a:ext>
            </a:extLst>
          </p:cNvPr>
          <p:cNvCxnSpPr>
            <a:cxnSpLocks/>
          </p:cNvCxnSpPr>
          <p:nvPr/>
        </p:nvCxnSpPr>
        <p:spPr>
          <a:xfrm>
            <a:off x="806907" y="4260753"/>
            <a:ext cx="0" cy="1503438"/>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152" name="Rectangle 3151">
            <a:extLst>
              <a:ext uri="{FF2B5EF4-FFF2-40B4-BE49-F238E27FC236}">
                <a16:creationId xmlns:a16="http://schemas.microsoft.com/office/drawing/2014/main" id="{71B97371-8D0B-3056-3C53-751F9BB76335}"/>
              </a:ext>
            </a:extLst>
          </p:cNvPr>
          <p:cNvSpPr/>
          <p:nvPr/>
        </p:nvSpPr>
        <p:spPr>
          <a:xfrm>
            <a:off x="2533697" y="6042525"/>
            <a:ext cx="27274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a:solidFill>
                <a:sysClr val="windowText" lastClr="000000"/>
              </a:solidFill>
            </a:endParaRPr>
          </a:p>
        </p:txBody>
      </p:sp>
      <p:sp>
        <p:nvSpPr>
          <p:cNvPr id="123" name="Rectangle 122">
            <a:extLst>
              <a:ext uri="{FF2B5EF4-FFF2-40B4-BE49-F238E27FC236}">
                <a16:creationId xmlns:a16="http://schemas.microsoft.com/office/drawing/2014/main" id="{484DDD6E-6A25-4F26-F95C-4EF5A525D7D5}"/>
              </a:ext>
            </a:extLst>
          </p:cNvPr>
          <p:cNvSpPr/>
          <p:nvPr/>
        </p:nvSpPr>
        <p:spPr>
          <a:xfrm>
            <a:off x="509281" y="1312479"/>
            <a:ext cx="3437879"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Revenue from cancer patients at OC</a:t>
            </a:r>
          </a:p>
        </p:txBody>
      </p:sp>
      <p:sp>
        <p:nvSpPr>
          <p:cNvPr id="81" name="Line 15">
            <a:extLst>
              <a:ext uri="{FF2B5EF4-FFF2-40B4-BE49-F238E27FC236}">
                <a16:creationId xmlns:a16="http://schemas.microsoft.com/office/drawing/2014/main" id="{5FA014B4-B3E4-5F2E-E225-BFC5457CCC08}"/>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D788DABD-0762-D58B-0528-51EF14EB2336}"/>
              </a:ext>
            </a:extLst>
          </p:cNvPr>
          <p:cNvSpPr/>
          <p:nvPr/>
        </p:nvSpPr>
        <p:spPr>
          <a:xfrm>
            <a:off x="686669" y="3295642"/>
            <a:ext cx="3130951"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 of patients in reproductive age opting for preservation</a:t>
            </a:r>
          </a:p>
        </p:txBody>
      </p:sp>
      <p:sp>
        <p:nvSpPr>
          <p:cNvPr id="8" name="Rectangle 7">
            <a:extLst>
              <a:ext uri="{FF2B5EF4-FFF2-40B4-BE49-F238E27FC236}">
                <a16:creationId xmlns:a16="http://schemas.microsoft.com/office/drawing/2014/main" id="{F3649261-5027-2219-049B-E91CD6F18E7B}"/>
              </a:ext>
            </a:extLst>
          </p:cNvPr>
          <p:cNvSpPr/>
          <p:nvPr/>
        </p:nvSpPr>
        <p:spPr>
          <a:xfrm>
            <a:off x="686670" y="3785515"/>
            <a:ext cx="3130949" cy="271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Number of new cancer patients opting for preservation</a:t>
            </a:r>
          </a:p>
        </p:txBody>
      </p:sp>
      <p:sp>
        <p:nvSpPr>
          <p:cNvPr id="11" name="Rectangle 10">
            <a:extLst>
              <a:ext uri="{FF2B5EF4-FFF2-40B4-BE49-F238E27FC236}">
                <a16:creationId xmlns:a16="http://schemas.microsoft.com/office/drawing/2014/main" id="{C3C9DE04-FFE3-C4E3-C5D5-B2687776D71B}"/>
              </a:ext>
            </a:extLst>
          </p:cNvPr>
          <p:cNvSpPr/>
          <p:nvPr/>
        </p:nvSpPr>
        <p:spPr>
          <a:xfrm>
            <a:off x="2788047" y="4245178"/>
            <a:ext cx="1029305" cy="35833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800">
                <a:solidFill>
                  <a:sysClr val="windowText" lastClr="000000"/>
                </a:solidFill>
              </a:rPr>
              <a:t>Male patients</a:t>
            </a:r>
          </a:p>
        </p:txBody>
      </p:sp>
      <p:sp>
        <p:nvSpPr>
          <p:cNvPr id="12" name="Rectangle 11">
            <a:extLst>
              <a:ext uri="{FF2B5EF4-FFF2-40B4-BE49-F238E27FC236}">
                <a16:creationId xmlns:a16="http://schemas.microsoft.com/office/drawing/2014/main" id="{07723E9A-47A6-3653-2982-7EC96002122E}"/>
              </a:ext>
            </a:extLst>
          </p:cNvPr>
          <p:cNvSpPr/>
          <p:nvPr/>
        </p:nvSpPr>
        <p:spPr>
          <a:xfrm>
            <a:off x="2797293" y="4783853"/>
            <a:ext cx="1010812" cy="35833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800">
                <a:solidFill>
                  <a:sysClr val="windowText" lastClr="000000"/>
                </a:solidFill>
              </a:rPr>
              <a:t>Extraction price</a:t>
            </a:r>
          </a:p>
        </p:txBody>
      </p:sp>
      <p:sp>
        <p:nvSpPr>
          <p:cNvPr id="17" name="Rectangle 16">
            <a:extLst>
              <a:ext uri="{FF2B5EF4-FFF2-40B4-BE49-F238E27FC236}">
                <a16:creationId xmlns:a16="http://schemas.microsoft.com/office/drawing/2014/main" id="{C5CDCF33-424B-1B12-D2D9-A6000567F7B4}"/>
              </a:ext>
            </a:extLst>
          </p:cNvPr>
          <p:cNvSpPr/>
          <p:nvPr/>
        </p:nvSpPr>
        <p:spPr>
          <a:xfrm>
            <a:off x="686670" y="5845337"/>
            <a:ext cx="3121436"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Annual storage price</a:t>
            </a:r>
          </a:p>
        </p:txBody>
      </p:sp>
      <p:sp>
        <p:nvSpPr>
          <p:cNvPr id="19" name="Rectangle 18">
            <a:extLst>
              <a:ext uri="{FF2B5EF4-FFF2-40B4-BE49-F238E27FC236}">
                <a16:creationId xmlns:a16="http://schemas.microsoft.com/office/drawing/2014/main" id="{4CDB25A5-8CE9-C7E0-5F3F-B0709B192E67}"/>
              </a:ext>
            </a:extLst>
          </p:cNvPr>
          <p:cNvSpPr/>
          <p:nvPr/>
        </p:nvSpPr>
        <p:spPr>
          <a:xfrm>
            <a:off x="686670" y="6328936"/>
            <a:ext cx="3129454"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rPr>
              <a:t>Total revenue from storage</a:t>
            </a:r>
          </a:p>
        </p:txBody>
      </p:sp>
      <p:sp>
        <p:nvSpPr>
          <p:cNvPr id="20" name="Rectangle 19">
            <a:extLst>
              <a:ext uri="{FF2B5EF4-FFF2-40B4-BE49-F238E27FC236}">
                <a16:creationId xmlns:a16="http://schemas.microsoft.com/office/drawing/2014/main" id="{620D3705-EF16-91EA-0ABB-C9C368276F4A}"/>
              </a:ext>
            </a:extLst>
          </p:cNvPr>
          <p:cNvSpPr/>
          <p:nvPr/>
        </p:nvSpPr>
        <p:spPr>
          <a:xfrm>
            <a:off x="2115771" y="2648220"/>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a:t>
            </a:r>
          </a:p>
        </p:txBody>
      </p:sp>
      <p:sp>
        <p:nvSpPr>
          <p:cNvPr id="21" name="Rectangle 20">
            <a:extLst>
              <a:ext uri="{FF2B5EF4-FFF2-40B4-BE49-F238E27FC236}">
                <a16:creationId xmlns:a16="http://schemas.microsoft.com/office/drawing/2014/main" id="{44E99DF9-7695-B529-B750-53058B9CB928}"/>
              </a:ext>
            </a:extLst>
          </p:cNvPr>
          <p:cNvSpPr/>
          <p:nvPr/>
        </p:nvSpPr>
        <p:spPr>
          <a:xfrm>
            <a:off x="2115771" y="3107254"/>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x</a:t>
            </a:r>
          </a:p>
        </p:txBody>
      </p:sp>
      <p:sp>
        <p:nvSpPr>
          <p:cNvPr id="22" name="Rectangle 21">
            <a:extLst>
              <a:ext uri="{FF2B5EF4-FFF2-40B4-BE49-F238E27FC236}">
                <a16:creationId xmlns:a16="http://schemas.microsoft.com/office/drawing/2014/main" id="{87D0D4C1-90A8-2F73-7DA8-605FA6D7C461}"/>
              </a:ext>
            </a:extLst>
          </p:cNvPr>
          <p:cNvSpPr/>
          <p:nvPr/>
        </p:nvSpPr>
        <p:spPr>
          <a:xfrm>
            <a:off x="2115771" y="3609073"/>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a:t>
            </a:r>
          </a:p>
        </p:txBody>
      </p:sp>
      <p:sp>
        <p:nvSpPr>
          <p:cNvPr id="23" name="Rectangle 22">
            <a:extLst>
              <a:ext uri="{FF2B5EF4-FFF2-40B4-BE49-F238E27FC236}">
                <a16:creationId xmlns:a16="http://schemas.microsoft.com/office/drawing/2014/main" id="{782ADED5-9B45-13DD-4DB4-515AD0036E3A}"/>
              </a:ext>
            </a:extLst>
          </p:cNvPr>
          <p:cNvSpPr/>
          <p:nvPr/>
        </p:nvSpPr>
        <p:spPr>
          <a:xfrm>
            <a:off x="1595102" y="4065645"/>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050">
                <a:solidFill>
                  <a:sysClr val="windowText" lastClr="000000"/>
                </a:solidFill>
              </a:rPr>
              <a:t>x</a:t>
            </a:r>
          </a:p>
        </p:txBody>
      </p:sp>
      <p:sp>
        <p:nvSpPr>
          <p:cNvPr id="24" name="Rectangle 23">
            <a:extLst>
              <a:ext uri="{FF2B5EF4-FFF2-40B4-BE49-F238E27FC236}">
                <a16:creationId xmlns:a16="http://schemas.microsoft.com/office/drawing/2014/main" id="{66A77CCF-639F-463D-312A-334C605CEEDA}"/>
              </a:ext>
            </a:extLst>
          </p:cNvPr>
          <p:cNvSpPr/>
          <p:nvPr/>
        </p:nvSpPr>
        <p:spPr>
          <a:xfrm>
            <a:off x="3166326" y="4065645"/>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050">
                <a:solidFill>
                  <a:sysClr val="windowText" lastClr="000000"/>
                </a:solidFill>
              </a:rPr>
              <a:t>x</a:t>
            </a:r>
          </a:p>
        </p:txBody>
      </p:sp>
      <p:sp>
        <p:nvSpPr>
          <p:cNvPr id="25" name="Rectangle 24">
            <a:extLst>
              <a:ext uri="{FF2B5EF4-FFF2-40B4-BE49-F238E27FC236}">
                <a16:creationId xmlns:a16="http://schemas.microsoft.com/office/drawing/2014/main" id="{374C0F50-A431-501A-96CA-231DD8AD0897}"/>
              </a:ext>
            </a:extLst>
          </p:cNvPr>
          <p:cNvSpPr/>
          <p:nvPr/>
        </p:nvSpPr>
        <p:spPr>
          <a:xfrm>
            <a:off x="1595102" y="4605319"/>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050">
                <a:solidFill>
                  <a:sysClr val="windowText" lastClr="000000"/>
                </a:solidFill>
              </a:rPr>
              <a:t>x</a:t>
            </a:r>
          </a:p>
        </p:txBody>
      </p:sp>
      <p:sp>
        <p:nvSpPr>
          <p:cNvPr id="26" name="Rectangle 25">
            <a:extLst>
              <a:ext uri="{FF2B5EF4-FFF2-40B4-BE49-F238E27FC236}">
                <a16:creationId xmlns:a16="http://schemas.microsoft.com/office/drawing/2014/main" id="{59321697-CB56-9327-E8A2-B93FDB374242}"/>
              </a:ext>
            </a:extLst>
          </p:cNvPr>
          <p:cNvSpPr/>
          <p:nvPr/>
        </p:nvSpPr>
        <p:spPr>
          <a:xfrm>
            <a:off x="3166326" y="4615344"/>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050">
                <a:solidFill>
                  <a:sysClr val="windowText" lastClr="000000"/>
                </a:solidFill>
              </a:rPr>
              <a:t>x</a:t>
            </a:r>
          </a:p>
        </p:txBody>
      </p:sp>
      <p:sp>
        <p:nvSpPr>
          <p:cNvPr id="27" name="Rectangle 26">
            <a:extLst>
              <a:ext uri="{FF2B5EF4-FFF2-40B4-BE49-F238E27FC236}">
                <a16:creationId xmlns:a16="http://schemas.microsoft.com/office/drawing/2014/main" id="{432B7BD2-10AF-234C-CCC8-EF745F1A772B}"/>
              </a:ext>
            </a:extLst>
          </p:cNvPr>
          <p:cNvSpPr/>
          <p:nvPr/>
        </p:nvSpPr>
        <p:spPr>
          <a:xfrm>
            <a:off x="2385290" y="5164644"/>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a:t>
            </a:r>
          </a:p>
        </p:txBody>
      </p:sp>
      <p:sp>
        <p:nvSpPr>
          <p:cNvPr id="28" name="Rectangle 27">
            <a:extLst>
              <a:ext uri="{FF2B5EF4-FFF2-40B4-BE49-F238E27FC236}">
                <a16:creationId xmlns:a16="http://schemas.microsoft.com/office/drawing/2014/main" id="{C85E878D-E77F-842F-ADFD-36F6ACCC676F}"/>
              </a:ext>
            </a:extLst>
          </p:cNvPr>
          <p:cNvSpPr/>
          <p:nvPr/>
        </p:nvSpPr>
        <p:spPr>
          <a:xfrm>
            <a:off x="2229910" y="5644895"/>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a:t>
            </a:r>
          </a:p>
        </p:txBody>
      </p:sp>
      <p:sp>
        <p:nvSpPr>
          <p:cNvPr id="29" name="Rectangle 28">
            <a:extLst>
              <a:ext uri="{FF2B5EF4-FFF2-40B4-BE49-F238E27FC236}">
                <a16:creationId xmlns:a16="http://schemas.microsoft.com/office/drawing/2014/main" id="{8085E29B-877D-7B57-3B99-3EBFCDB3F4C0}"/>
              </a:ext>
            </a:extLst>
          </p:cNvPr>
          <p:cNvSpPr/>
          <p:nvPr/>
        </p:nvSpPr>
        <p:spPr>
          <a:xfrm>
            <a:off x="2228644" y="6168593"/>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a:t>
            </a:r>
          </a:p>
        </p:txBody>
      </p:sp>
      <p:sp>
        <p:nvSpPr>
          <p:cNvPr id="32" name="Rectangle 31">
            <a:extLst>
              <a:ext uri="{FF2B5EF4-FFF2-40B4-BE49-F238E27FC236}">
                <a16:creationId xmlns:a16="http://schemas.microsoft.com/office/drawing/2014/main" id="{A6205C34-2FE0-5061-6240-48244EAE45D5}"/>
              </a:ext>
            </a:extLst>
          </p:cNvPr>
          <p:cNvSpPr/>
          <p:nvPr/>
        </p:nvSpPr>
        <p:spPr>
          <a:xfrm>
            <a:off x="832822" y="4882525"/>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x</a:t>
            </a:r>
          </a:p>
        </p:txBody>
      </p:sp>
      <p:sp>
        <p:nvSpPr>
          <p:cNvPr id="34" name="Rectangle 33">
            <a:extLst>
              <a:ext uri="{FF2B5EF4-FFF2-40B4-BE49-F238E27FC236}">
                <a16:creationId xmlns:a16="http://schemas.microsoft.com/office/drawing/2014/main" id="{65B29234-4277-9633-2EF6-F39B358F6F05}"/>
              </a:ext>
            </a:extLst>
          </p:cNvPr>
          <p:cNvSpPr/>
          <p:nvPr/>
        </p:nvSpPr>
        <p:spPr>
          <a:xfrm>
            <a:off x="4093155" y="1780713"/>
            <a:ext cx="3703434" cy="4917870"/>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6" name="Rectangle 35">
            <a:extLst>
              <a:ext uri="{FF2B5EF4-FFF2-40B4-BE49-F238E27FC236}">
                <a16:creationId xmlns:a16="http://schemas.microsoft.com/office/drawing/2014/main" id="{F058ED13-03BE-62A4-D553-4E3222E31326}"/>
              </a:ext>
            </a:extLst>
          </p:cNvPr>
          <p:cNvSpPr/>
          <p:nvPr/>
        </p:nvSpPr>
        <p:spPr>
          <a:xfrm>
            <a:off x="4231646" y="1847436"/>
            <a:ext cx="3359230" cy="22419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New cancer cases in Riyadh</a:t>
            </a:r>
          </a:p>
        </p:txBody>
      </p:sp>
      <p:sp>
        <p:nvSpPr>
          <p:cNvPr id="37" name="Rectangle 36">
            <a:extLst>
              <a:ext uri="{FF2B5EF4-FFF2-40B4-BE49-F238E27FC236}">
                <a16:creationId xmlns:a16="http://schemas.microsoft.com/office/drawing/2014/main" id="{77CE1674-06F0-979D-4B2B-9627E50DB92B}"/>
              </a:ext>
            </a:extLst>
          </p:cNvPr>
          <p:cNvSpPr/>
          <p:nvPr/>
        </p:nvSpPr>
        <p:spPr>
          <a:xfrm>
            <a:off x="4231646" y="2233338"/>
            <a:ext cx="3359230"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Percentage of patients in reproductive age (18-40)</a:t>
            </a:r>
          </a:p>
        </p:txBody>
      </p:sp>
      <p:sp>
        <p:nvSpPr>
          <p:cNvPr id="41" name="Rectangle 40">
            <a:extLst>
              <a:ext uri="{FF2B5EF4-FFF2-40B4-BE49-F238E27FC236}">
                <a16:creationId xmlns:a16="http://schemas.microsoft.com/office/drawing/2014/main" id="{97A99B3A-8486-D745-9C90-6A020AF7F3A6}"/>
              </a:ext>
            </a:extLst>
          </p:cNvPr>
          <p:cNvSpPr/>
          <p:nvPr/>
        </p:nvSpPr>
        <p:spPr>
          <a:xfrm>
            <a:off x="5774888" y="2083262"/>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050">
                <a:solidFill>
                  <a:sysClr val="windowText" lastClr="000000"/>
                </a:solidFill>
              </a:rPr>
              <a:t>x</a:t>
            </a:r>
          </a:p>
        </p:txBody>
      </p:sp>
      <p:sp>
        <p:nvSpPr>
          <p:cNvPr id="42" name="Rectangle 41">
            <a:extLst>
              <a:ext uri="{FF2B5EF4-FFF2-40B4-BE49-F238E27FC236}">
                <a16:creationId xmlns:a16="http://schemas.microsoft.com/office/drawing/2014/main" id="{C738610A-74C8-BCC9-2823-AAB0C3DA50F6}"/>
              </a:ext>
            </a:extLst>
          </p:cNvPr>
          <p:cNvSpPr/>
          <p:nvPr/>
        </p:nvSpPr>
        <p:spPr>
          <a:xfrm>
            <a:off x="4231646" y="2619240"/>
            <a:ext cx="3359230" cy="22419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Total number of new cancer cases in reproductive age</a:t>
            </a:r>
          </a:p>
        </p:txBody>
      </p:sp>
      <p:sp>
        <p:nvSpPr>
          <p:cNvPr id="43" name="Rectangle 42">
            <a:extLst>
              <a:ext uri="{FF2B5EF4-FFF2-40B4-BE49-F238E27FC236}">
                <a16:creationId xmlns:a16="http://schemas.microsoft.com/office/drawing/2014/main" id="{0F352A8D-7088-D95B-20AF-F5DDD15CF92B}"/>
              </a:ext>
            </a:extLst>
          </p:cNvPr>
          <p:cNvSpPr/>
          <p:nvPr/>
        </p:nvSpPr>
        <p:spPr>
          <a:xfrm>
            <a:off x="4780197" y="4243048"/>
            <a:ext cx="1245458" cy="35833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a:solidFill>
                  <a:sysClr val="windowText" lastClr="000000"/>
                </a:solidFill>
              </a:rPr>
              <a:t>Female patients</a:t>
            </a:r>
          </a:p>
        </p:txBody>
      </p:sp>
      <p:sp>
        <p:nvSpPr>
          <p:cNvPr id="44" name="Rectangle 43">
            <a:extLst>
              <a:ext uri="{FF2B5EF4-FFF2-40B4-BE49-F238E27FC236}">
                <a16:creationId xmlns:a16="http://schemas.microsoft.com/office/drawing/2014/main" id="{D63DEF52-3D28-CDD6-D9ED-70831990D9C6}"/>
              </a:ext>
            </a:extLst>
          </p:cNvPr>
          <p:cNvSpPr/>
          <p:nvPr/>
        </p:nvSpPr>
        <p:spPr>
          <a:xfrm>
            <a:off x="4781577" y="4781723"/>
            <a:ext cx="1245363" cy="35833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a:solidFill>
                  <a:sysClr val="windowText" lastClr="000000"/>
                </a:solidFill>
              </a:rPr>
              <a:t>Extraction price</a:t>
            </a:r>
          </a:p>
        </p:txBody>
      </p:sp>
      <p:sp>
        <p:nvSpPr>
          <p:cNvPr id="45" name="Rectangle 44">
            <a:extLst>
              <a:ext uri="{FF2B5EF4-FFF2-40B4-BE49-F238E27FC236}">
                <a16:creationId xmlns:a16="http://schemas.microsoft.com/office/drawing/2014/main" id="{DB4248BE-8DE8-8B17-8790-AC455C3676C0}"/>
              </a:ext>
            </a:extLst>
          </p:cNvPr>
          <p:cNvSpPr/>
          <p:nvPr/>
        </p:nvSpPr>
        <p:spPr>
          <a:xfrm>
            <a:off x="4780196" y="5320397"/>
            <a:ext cx="2810679"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rPr>
              <a:t>Total revenue from extraction</a:t>
            </a:r>
          </a:p>
        </p:txBody>
      </p:sp>
      <p:cxnSp>
        <p:nvCxnSpPr>
          <p:cNvPr id="46" name="Straight Arrow Connector 45">
            <a:extLst>
              <a:ext uri="{FF2B5EF4-FFF2-40B4-BE49-F238E27FC236}">
                <a16:creationId xmlns:a16="http://schemas.microsoft.com/office/drawing/2014/main" id="{AC8F00E7-FF01-AAA3-603B-E7E6AD21FA77}"/>
              </a:ext>
            </a:extLst>
          </p:cNvPr>
          <p:cNvCxnSpPr>
            <a:cxnSpLocks/>
          </p:cNvCxnSpPr>
          <p:nvPr/>
        </p:nvCxnSpPr>
        <p:spPr>
          <a:xfrm>
            <a:off x="4351884" y="4258623"/>
            <a:ext cx="0" cy="1503438"/>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6897A6E7-4FDC-17D5-F587-7E3E790546E9}"/>
              </a:ext>
            </a:extLst>
          </p:cNvPr>
          <p:cNvSpPr/>
          <p:nvPr/>
        </p:nvSpPr>
        <p:spPr>
          <a:xfrm>
            <a:off x="6078674" y="6040395"/>
            <a:ext cx="27274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a:solidFill>
                <a:sysClr val="windowText" lastClr="000000"/>
              </a:solidFill>
            </a:endParaRPr>
          </a:p>
        </p:txBody>
      </p:sp>
      <p:sp>
        <p:nvSpPr>
          <p:cNvPr id="49" name="Rectangle 48">
            <a:extLst>
              <a:ext uri="{FF2B5EF4-FFF2-40B4-BE49-F238E27FC236}">
                <a16:creationId xmlns:a16="http://schemas.microsoft.com/office/drawing/2014/main" id="{1F48856C-6640-0F2C-8A12-D58F8BFD13F8}"/>
              </a:ext>
            </a:extLst>
          </p:cNvPr>
          <p:cNvSpPr/>
          <p:nvPr/>
        </p:nvSpPr>
        <p:spPr>
          <a:xfrm>
            <a:off x="4054258" y="1310349"/>
            <a:ext cx="3703434"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Revenue from cancer patients apart from OC</a:t>
            </a:r>
          </a:p>
        </p:txBody>
      </p:sp>
      <p:sp>
        <p:nvSpPr>
          <p:cNvPr id="50" name="Rectangle 49">
            <a:extLst>
              <a:ext uri="{FF2B5EF4-FFF2-40B4-BE49-F238E27FC236}">
                <a16:creationId xmlns:a16="http://schemas.microsoft.com/office/drawing/2014/main" id="{831FD554-9FE2-3924-C414-2700D27486D7}"/>
              </a:ext>
            </a:extLst>
          </p:cNvPr>
          <p:cNvSpPr/>
          <p:nvPr/>
        </p:nvSpPr>
        <p:spPr>
          <a:xfrm>
            <a:off x="4231646" y="3005142"/>
            <a:ext cx="3359230"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 of patients in reproductive age opting for preservation</a:t>
            </a:r>
          </a:p>
        </p:txBody>
      </p:sp>
      <p:sp>
        <p:nvSpPr>
          <p:cNvPr id="51" name="Rectangle 50">
            <a:extLst>
              <a:ext uri="{FF2B5EF4-FFF2-40B4-BE49-F238E27FC236}">
                <a16:creationId xmlns:a16="http://schemas.microsoft.com/office/drawing/2014/main" id="{F321D2F7-487A-9B56-57FD-481CE20D80F5}"/>
              </a:ext>
            </a:extLst>
          </p:cNvPr>
          <p:cNvSpPr/>
          <p:nvPr/>
        </p:nvSpPr>
        <p:spPr>
          <a:xfrm>
            <a:off x="4231646" y="3391044"/>
            <a:ext cx="3359230" cy="22419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Number of new cancer cases opting for preservation</a:t>
            </a:r>
          </a:p>
        </p:txBody>
      </p:sp>
      <p:sp>
        <p:nvSpPr>
          <p:cNvPr id="52" name="Rectangle 51">
            <a:extLst>
              <a:ext uri="{FF2B5EF4-FFF2-40B4-BE49-F238E27FC236}">
                <a16:creationId xmlns:a16="http://schemas.microsoft.com/office/drawing/2014/main" id="{90463A05-55B4-C8BA-C95C-253747FB937E}"/>
              </a:ext>
            </a:extLst>
          </p:cNvPr>
          <p:cNvSpPr/>
          <p:nvPr/>
        </p:nvSpPr>
        <p:spPr>
          <a:xfrm>
            <a:off x="6351421" y="4243048"/>
            <a:ext cx="1245458" cy="35833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a:solidFill>
                  <a:sysClr val="windowText" lastClr="000000"/>
                </a:solidFill>
              </a:rPr>
              <a:t>Male patients</a:t>
            </a:r>
          </a:p>
        </p:txBody>
      </p:sp>
      <p:sp>
        <p:nvSpPr>
          <p:cNvPr id="55" name="Rectangle 54">
            <a:extLst>
              <a:ext uri="{FF2B5EF4-FFF2-40B4-BE49-F238E27FC236}">
                <a16:creationId xmlns:a16="http://schemas.microsoft.com/office/drawing/2014/main" id="{142525A3-3D8E-0CBC-FC53-5947D292B591}"/>
              </a:ext>
            </a:extLst>
          </p:cNvPr>
          <p:cNvSpPr/>
          <p:nvPr/>
        </p:nvSpPr>
        <p:spPr>
          <a:xfrm>
            <a:off x="6351516" y="4781723"/>
            <a:ext cx="1245363" cy="35833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a:solidFill>
                  <a:sysClr val="windowText" lastClr="000000"/>
                </a:solidFill>
              </a:rPr>
              <a:t>Extraction price</a:t>
            </a:r>
          </a:p>
        </p:txBody>
      </p:sp>
      <p:sp>
        <p:nvSpPr>
          <p:cNvPr id="57" name="Rectangle 56">
            <a:extLst>
              <a:ext uri="{FF2B5EF4-FFF2-40B4-BE49-F238E27FC236}">
                <a16:creationId xmlns:a16="http://schemas.microsoft.com/office/drawing/2014/main" id="{7D4A47D7-7D0D-E5AB-858B-80493DCE4CCA}"/>
              </a:ext>
            </a:extLst>
          </p:cNvPr>
          <p:cNvSpPr/>
          <p:nvPr/>
        </p:nvSpPr>
        <p:spPr>
          <a:xfrm>
            <a:off x="4231646" y="5843207"/>
            <a:ext cx="3359229"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Annual storage price</a:t>
            </a:r>
          </a:p>
        </p:txBody>
      </p:sp>
      <p:sp>
        <p:nvSpPr>
          <p:cNvPr id="58" name="Rectangle 57">
            <a:extLst>
              <a:ext uri="{FF2B5EF4-FFF2-40B4-BE49-F238E27FC236}">
                <a16:creationId xmlns:a16="http://schemas.microsoft.com/office/drawing/2014/main" id="{3B7700B2-00BA-D769-D429-D9D8D7FF8F8B}"/>
              </a:ext>
            </a:extLst>
          </p:cNvPr>
          <p:cNvSpPr/>
          <p:nvPr/>
        </p:nvSpPr>
        <p:spPr>
          <a:xfrm>
            <a:off x="4231646" y="6326806"/>
            <a:ext cx="3359229"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rPr>
              <a:t>Total revenue from storage</a:t>
            </a:r>
          </a:p>
        </p:txBody>
      </p:sp>
      <p:sp>
        <p:nvSpPr>
          <p:cNvPr id="59" name="Rectangle 58">
            <a:extLst>
              <a:ext uri="{FF2B5EF4-FFF2-40B4-BE49-F238E27FC236}">
                <a16:creationId xmlns:a16="http://schemas.microsoft.com/office/drawing/2014/main" id="{FBF7AB96-97AD-A07C-8AFF-E690ACA4BBC5}"/>
              </a:ext>
            </a:extLst>
          </p:cNvPr>
          <p:cNvSpPr/>
          <p:nvPr/>
        </p:nvSpPr>
        <p:spPr>
          <a:xfrm>
            <a:off x="5774888" y="2467696"/>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050">
                <a:solidFill>
                  <a:sysClr val="windowText" lastClr="000000"/>
                </a:solidFill>
              </a:rPr>
              <a:t>=</a:t>
            </a:r>
          </a:p>
        </p:txBody>
      </p:sp>
      <p:sp>
        <p:nvSpPr>
          <p:cNvPr id="60" name="Rectangle 59">
            <a:extLst>
              <a:ext uri="{FF2B5EF4-FFF2-40B4-BE49-F238E27FC236}">
                <a16:creationId xmlns:a16="http://schemas.microsoft.com/office/drawing/2014/main" id="{DB8EFAC6-35A3-B139-A3B5-404B4CDA6FB2}"/>
              </a:ext>
            </a:extLst>
          </p:cNvPr>
          <p:cNvSpPr/>
          <p:nvPr/>
        </p:nvSpPr>
        <p:spPr>
          <a:xfrm>
            <a:off x="5774888" y="2847745"/>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050">
                <a:solidFill>
                  <a:sysClr val="windowText" lastClr="000000"/>
                </a:solidFill>
              </a:rPr>
              <a:t>x</a:t>
            </a:r>
          </a:p>
        </p:txBody>
      </p:sp>
      <p:sp>
        <p:nvSpPr>
          <p:cNvPr id="61" name="Rectangle 60">
            <a:extLst>
              <a:ext uri="{FF2B5EF4-FFF2-40B4-BE49-F238E27FC236}">
                <a16:creationId xmlns:a16="http://schemas.microsoft.com/office/drawing/2014/main" id="{C0BF7947-35DD-FD97-D17D-3C6B9A3F58AB}"/>
              </a:ext>
            </a:extLst>
          </p:cNvPr>
          <p:cNvSpPr/>
          <p:nvPr/>
        </p:nvSpPr>
        <p:spPr>
          <a:xfrm>
            <a:off x="5774888" y="3240316"/>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050">
                <a:solidFill>
                  <a:sysClr val="windowText" lastClr="000000"/>
                </a:solidFill>
              </a:rPr>
              <a:t>=</a:t>
            </a:r>
          </a:p>
        </p:txBody>
      </p:sp>
      <p:sp>
        <p:nvSpPr>
          <p:cNvPr id="62" name="Rectangle 61">
            <a:extLst>
              <a:ext uri="{FF2B5EF4-FFF2-40B4-BE49-F238E27FC236}">
                <a16:creationId xmlns:a16="http://schemas.microsoft.com/office/drawing/2014/main" id="{94FC25AB-3199-59C2-DC9C-BB02D76FF847}"/>
              </a:ext>
            </a:extLst>
          </p:cNvPr>
          <p:cNvSpPr/>
          <p:nvPr/>
        </p:nvSpPr>
        <p:spPr>
          <a:xfrm>
            <a:off x="5266552" y="4063515"/>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x</a:t>
            </a:r>
          </a:p>
        </p:txBody>
      </p:sp>
      <p:sp>
        <p:nvSpPr>
          <p:cNvPr id="63" name="Rectangle 62">
            <a:extLst>
              <a:ext uri="{FF2B5EF4-FFF2-40B4-BE49-F238E27FC236}">
                <a16:creationId xmlns:a16="http://schemas.microsoft.com/office/drawing/2014/main" id="{01355444-205E-D659-046D-371607674324}"/>
              </a:ext>
            </a:extLst>
          </p:cNvPr>
          <p:cNvSpPr/>
          <p:nvPr/>
        </p:nvSpPr>
        <p:spPr>
          <a:xfrm>
            <a:off x="6837776" y="4063515"/>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x</a:t>
            </a:r>
          </a:p>
        </p:txBody>
      </p:sp>
      <p:sp>
        <p:nvSpPr>
          <p:cNvPr id="3136" name="Rectangle 3135">
            <a:extLst>
              <a:ext uri="{FF2B5EF4-FFF2-40B4-BE49-F238E27FC236}">
                <a16:creationId xmlns:a16="http://schemas.microsoft.com/office/drawing/2014/main" id="{CBAF613C-B408-9F32-D43F-852965B76661}"/>
              </a:ext>
            </a:extLst>
          </p:cNvPr>
          <p:cNvSpPr/>
          <p:nvPr/>
        </p:nvSpPr>
        <p:spPr>
          <a:xfrm>
            <a:off x="5266552" y="4623840"/>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x</a:t>
            </a:r>
          </a:p>
        </p:txBody>
      </p:sp>
      <p:sp>
        <p:nvSpPr>
          <p:cNvPr id="3138" name="Rectangle 3137">
            <a:extLst>
              <a:ext uri="{FF2B5EF4-FFF2-40B4-BE49-F238E27FC236}">
                <a16:creationId xmlns:a16="http://schemas.microsoft.com/office/drawing/2014/main" id="{AC863B70-DDF3-98D7-9349-B8D619A3D056}"/>
              </a:ext>
            </a:extLst>
          </p:cNvPr>
          <p:cNvSpPr/>
          <p:nvPr/>
        </p:nvSpPr>
        <p:spPr>
          <a:xfrm>
            <a:off x="6837776" y="4623840"/>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x</a:t>
            </a:r>
          </a:p>
        </p:txBody>
      </p:sp>
      <p:sp>
        <p:nvSpPr>
          <p:cNvPr id="3139" name="Rectangle 3138">
            <a:extLst>
              <a:ext uri="{FF2B5EF4-FFF2-40B4-BE49-F238E27FC236}">
                <a16:creationId xmlns:a16="http://schemas.microsoft.com/office/drawing/2014/main" id="{28A481F8-0B78-8534-88AB-5C8474362F2B}"/>
              </a:ext>
            </a:extLst>
          </p:cNvPr>
          <p:cNvSpPr/>
          <p:nvPr/>
        </p:nvSpPr>
        <p:spPr>
          <a:xfrm>
            <a:off x="6049162" y="5162514"/>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a:t>
            </a:r>
          </a:p>
        </p:txBody>
      </p:sp>
      <p:sp>
        <p:nvSpPr>
          <p:cNvPr id="3140" name="Rectangle 3139">
            <a:extLst>
              <a:ext uri="{FF2B5EF4-FFF2-40B4-BE49-F238E27FC236}">
                <a16:creationId xmlns:a16="http://schemas.microsoft.com/office/drawing/2014/main" id="{EE6F08A2-E427-5A2D-BB22-658D15B68025}"/>
              </a:ext>
            </a:extLst>
          </p:cNvPr>
          <p:cNvSpPr/>
          <p:nvPr/>
        </p:nvSpPr>
        <p:spPr>
          <a:xfrm>
            <a:off x="6049162" y="5642765"/>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a:t>
            </a:r>
          </a:p>
        </p:txBody>
      </p:sp>
      <p:sp>
        <p:nvSpPr>
          <p:cNvPr id="3141" name="Rectangle 3140">
            <a:extLst>
              <a:ext uri="{FF2B5EF4-FFF2-40B4-BE49-F238E27FC236}">
                <a16:creationId xmlns:a16="http://schemas.microsoft.com/office/drawing/2014/main" id="{4C159E6D-A08C-C079-0306-7A93944A058A}"/>
              </a:ext>
            </a:extLst>
          </p:cNvPr>
          <p:cNvSpPr/>
          <p:nvPr/>
        </p:nvSpPr>
        <p:spPr>
          <a:xfrm>
            <a:off x="5773621" y="6166463"/>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a:t>
            </a:r>
          </a:p>
        </p:txBody>
      </p:sp>
      <p:sp>
        <p:nvSpPr>
          <p:cNvPr id="3142" name="Rectangle 3141">
            <a:extLst>
              <a:ext uri="{FF2B5EF4-FFF2-40B4-BE49-F238E27FC236}">
                <a16:creationId xmlns:a16="http://schemas.microsoft.com/office/drawing/2014/main" id="{DED6E5FE-8453-7B07-3C16-5F4B10166EBC}"/>
              </a:ext>
            </a:extLst>
          </p:cNvPr>
          <p:cNvSpPr/>
          <p:nvPr/>
        </p:nvSpPr>
        <p:spPr>
          <a:xfrm>
            <a:off x="4377799" y="4880395"/>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200">
                <a:solidFill>
                  <a:sysClr val="windowText" lastClr="000000"/>
                </a:solidFill>
              </a:rPr>
              <a:t>x</a:t>
            </a:r>
          </a:p>
        </p:txBody>
      </p:sp>
      <p:sp>
        <p:nvSpPr>
          <p:cNvPr id="3149" name="Rectangle 3148">
            <a:extLst>
              <a:ext uri="{FF2B5EF4-FFF2-40B4-BE49-F238E27FC236}">
                <a16:creationId xmlns:a16="http://schemas.microsoft.com/office/drawing/2014/main" id="{61224114-967D-ECD7-1E0D-80E4C9CA1654}"/>
              </a:ext>
            </a:extLst>
          </p:cNvPr>
          <p:cNvSpPr/>
          <p:nvPr/>
        </p:nvSpPr>
        <p:spPr>
          <a:xfrm>
            <a:off x="4231646" y="3776945"/>
            <a:ext cx="3359230" cy="22419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Right to win for OC</a:t>
            </a:r>
          </a:p>
        </p:txBody>
      </p:sp>
      <p:sp>
        <p:nvSpPr>
          <p:cNvPr id="3150" name="Rectangle 3149">
            <a:extLst>
              <a:ext uri="{FF2B5EF4-FFF2-40B4-BE49-F238E27FC236}">
                <a16:creationId xmlns:a16="http://schemas.microsoft.com/office/drawing/2014/main" id="{44D251A4-8A8B-7735-6B85-D84C5D7C1565}"/>
              </a:ext>
            </a:extLst>
          </p:cNvPr>
          <p:cNvSpPr/>
          <p:nvPr/>
        </p:nvSpPr>
        <p:spPr>
          <a:xfrm>
            <a:off x="5774888" y="3627486"/>
            <a:ext cx="272747" cy="118578"/>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lstStyle/>
          <a:p>
            <a:pPr algn="ctr"/>
            <a:r>
              <a:rPr lang="en-US" sz="1050">
                <a:solidFill>
                  <a:sysClr val="windowText" lastClr="000000"/>
                </a:solidFill>
              </a:rPr>
              <a:t>=</a:t>
            </a:r>
          </a:p>
        </p:txBody>
      </p:sp>
      <p:sp>
        <p:nvSpPr>
          <p:cNvPr id="77" name="Rectangle 76">
            <a:extLst>
              <a:ext uri="{FF2B5EF4-FFF2-40B4-BE49-F238E27FC236}">
                <a16:creationId xmlns:a16="http://schemas.microsoft.com/office/drawing/2014/main" id="{BD978549-EDFE-0944-8FFA-40E86F3492EE}"/>
              </a:ext>
            </a:extLst>
          </p:cNvPr>
          <p:cNvSpPr/>
          <p:nvPr/>
        </p:nvSpPr>
        <p:spPr>
          <a:xfrm>
            <a:off x="7864790" y="1310349"/>
            <a:ext cx="3703434"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79" name="Rectangle 78">
            <a:extLst>
              <a:ext uri="{FF2B5EF4-FFF2-40B4-BE49-F238E27FC236}">
                <a16:creationId xmlns:a16="http://schemas.microsoft.com/office/drawing/2014/main" id="{A2EAEBB7-F8D1-3D2F-5AB8-428CF11F21C5}"/>
              </a:ext>
            </a:extLst>
          </p:cNvPr>
          <p:cNvSpPr/>
          <p:nvPr/>
        </p:nvSpPr>
        <p:spPr>
          <a:xfrm>
            <a:off x="7864791" y="1764204"/>
            <a:ext cx="3703434" cy="3017518"/>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R="0" lvl="0" defTabSz="914400" rtl="0" eaLnBrk="1" fontAlgn="auto" latinLnBrk="0" hangingPunct="1">
              <a:lnSpc>
                <a:spcPct val="100000"/>
              </a:lnSpc>
              <a:spcBef>
                <a:spcPts val="300"/>
              </a:spcBef>
              <a:spcAft>
                <a:spcPts val="300"/>
              </a:spcAft>
              <a:buClrTx/>
              <a:buSzTx/>
              <a:tabLst/>
              <a:defRPr/>
            </a:pPr>
            <a:r>
              <a:rPr lang="en-US" sz="1050" b="1">
                <a:solidFill>
                  <a:schemeClr val="tx1"/>
                </a:solidFill>
                <a:latin typeface="Calibri" panose="020F0502020204030204"/>
              </a:rPr>
              <a:t>Carry forward assumptions</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Percentage of patients in reproductive age: </a:t>
            </a:r>
            <a:r>
              <a:rPr lang="en-US" sz="1050" b="1">
                <a:solidFill>
                  <a:schemeClr val="tx1"/>
                </a:solidFill>
                <a:latin typeface="Calibri" panose="020F0502020204030204"/>
              </a:rPr>
              <a:t>55%</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Percentage of patients in reproductive age that opt for fertility preservation : </a:t>
            </a:r>
            <a:r>
              <a:rPr lang="en-US" sz="1050" b="1">
                <a:solidFill>
                  <a:schemeClr val="tx1"/>
                </a:solidFill>
                <a:latin typeface="Calibri" panose="020F0502020204030204"/>
              </a:rPr>
              <a:t>12.6%</a:t>
            </a:r>
          </a:p>
          <a:p>
            <a:pPr marR="0" lvl="0" defTabSz="914400" rtl="0" eaLnBrk="1" fontAlgn="auto" latinLnBrk="0" hangingPunct="1">
              <a:lnSpc>
                <a:spcPct val="100000"/>
              </a:lnSpc>
              <a:spcBef>
                <a:spcPts val="300"/>
              </a:spcBef>
              <a:spcAft>
                <a:spcPts val="300"/>
              </a:spcAft>
              <a:buClrTx/>
              <a:buSzTx/>
              <a:tabLst/>
              <a:defRPr/>
            </a:pPr>
            <a:endParaRPr lang="en-US" sz="1050" b="1">
              <a:solidFill>
                <a:schemeClr val="tx1"/>
              </a:solidFill>
              <a:latin typeface="Calibri" panose="020F0502020204030204"/>
            </a:endParaRPr>
          </a:p>
          <a:p>
            <a:pPr marR="0" lvl="0" defTabSz="914400" rtl="0" eaLnBrk="1" fontAlgn="auto" latinLnBrk="0" hangingPunct="1">
              <a:lnSpc>
                <a:spcPct val="100000"/>
              </a:lnSpc>
              <a:spcBef>
                <a:spcPts val="300"/>
              </a:spcBef>
              <a:spcAft>
                <a:spcPts val="300"/>
              </a:spcAft>
              <a:buClrTx/>
              <a:buSzTx/>
              <a:tabLst/>
              <a:defRPr/>
            </a:pPr>
            <a:r>
              <a:rPr lang="en-US" sz="1050" b="1">
                <a:solidFill>
                  <a:schemeClr val="tx1"/>
                </a:solidFill>
                <a:latin typeface="Calibri" panose="020F0502020204030204"/>
              </a:rPr>
              <a:t>Pricing</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Price for female extraction: </a:t>
            </a:r>
            <a:r>
              <a:rPr lang="en-US" sz="1050" b="1">
                <a:solidFill>
                  <a:schemeClr val="tx1"/>
                </a:solidFill>
                <a:latin typeface="Calibri" panose="020F0502020204030204"/>
              </a:rPr>
              <a:t>20,665 SAR</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Price for male extraction: </a:t>
            </a:r>
            <a:r>
              <a:rPr lang="en-US" sz="1050" b="1">
                <a:solidFill>
                  <a:schemeClr val="tx1"/>
                </a:solidFill>
                <a:latin typeface="Calibri" panose="020F0502020204030204"/>
              </a:rPr>
              <a:t>3,825 SAR</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Storage price: </a:t>
            </a:r>
            <a:r>
              <a:rPr lang="en-US" sz="1050" b="1">
                <a:solidFill>
                  <a:schemeClr val="tx1"/>
                </a:solidFill>
                <a:latin typeface="Calibri" panose="020F0502020204030204"/>
              </a:rPr>
              <a:t>2,581 SAR (annually)</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endParaRPr lang="en-US" sz="1050" b="1">
              <a:solidFill>
                <a:schemeClr val="tx1"/>
              </a:solidFill>
              <a:latin typeface="Calibri" panose="020F0502020204030204"/>
            </a:endParaRPr>
          </a:p>
          <a:p>
            <a:pPr marR="0" lvl="0" defTabSz="914400" rtl="0" eaLnBrk="1" fontAlgn="auto" latinLnBrk="0" hangingPunct="1">
              <a:lnSpc>
                <a:spcPct val="100000"/>
              </a:lnSpc>
              <a:spcBef>
                <a:spcPts val="300"/>
              </a:spcBef>
              <a:spcAft>
                <a:spcPts val="300"/>
              </a:spcAft>
              <a:buClrTx/>
              <a:buSzTx/>
              <a:tabLst/>
              <a:defRPr/>
            </a:pPr>
            <a:r>
              <a:rPr lang="en-US" sz="1050" b="1">
                <a:solidFill>
                  <a:schemeClr val="tx1"/>
                </a:solidFill>
                <a:latin typeface="Calibri" panose="020F0502020204030204"/>
              </a:rPr>
              <a:t>New assumptions</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New cancer cases in Riyadh: 13,000 (2026)</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Right to win for OC: </a:t>
            </a:r>
            <a:r>
              <a:rPr lang="en-US" sz="1050" b="1">
                <a:solidFill>
                  <a:schemeClr val="tx1"/>
                </a:solidFill>
                <a:latin typeface="Calibri" panose="020F0502020204030204"/>
              </a:rPr>
              <a:t>1% </a:t>
            </a:r>
            <a:r>
              <a:rPr lang="en-US" sz="1050">
                <a:solidFill>
                  <a:schemeClr val="tx1"/>
                </a:solidFill>
                <a:latin typeface="Calibri" panose="020F0502020204030204"/>
              </a:rPr>
              <a:t>(for 2026-2028)</a:t>
            </a:r>
            <a:endParaRPr lang="en-US" sz="1050" b="1">
              <a:solidFill>
                <a:schemeClr val="tx1"/>
              </a:solidFill>
              <a:latin typeface="Calibri" panose="020F0502020204030204"/>
            </a:endParaRP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endParaRPr lang="en-US" sz="1050">
              <a:solidFill>
                <a:schemeClr val="tx1"/>
              </a:solidFill>
              <a:latin typeface="Calibri" panose="020F0502020204030204"/>
            </a:endParaRPr>
          </a:p>
        </p:txBody>
      </p:sp>
      <p:sp>
        <p:nvSpPr>
          <p:cNvPr id="82" name="Rectangle 81">
            <a:extLst>
              <a:ext uri="{FF2B5EF4-FFF2-40B4-BE49-F238E27FC236}">
                <a16:creationId xmlns:a16="http://schemas.microsoft.com/office/drawing/2014/main" id="{CCDB9C1A-9A5B-B4EC-C66F-134F416B5F9A}"/>
              </a:ext>
            </a:extLst>
          </p:cNvPr>
          <p:cNvSpPr/>
          <p:nvPr/>
        </p:nvSpPr>
        <p:spPr>
          <a:xfrm>
            <a:off x="7864790" y="4998973"/>
            <a:ext cx="3703434" cy="592699"/>
          </a:xfrm>
          <a:prstGeom prst="rect">
            <a:avLst/>
          </a:prstGeom>
          <a:noFill/>
          <a:ln w="6350">
            <a:solidFill>
              <a:schemeClr val="tx1"/>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i="1">
                <a:solidFill>
                  <a:schemeClr val="tx1"/>
                </a:solidFill>
              </a:rPr>
              <a:t>Revenue from IVF patients to be added</a:t>
            </a:r>
          </a:p>
        </p:txBody>
      </p:sp>
    </p:spTree>
    <p:extLst>
      <p:ext uri="{BB962C8B-B14F-4D97-AF65-F5344CB8AC3E}">
        <p14:creationId xmlns:p14="http://schemas.microsoft.com/office/powerpoint/2010/main" val="428392299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21DAFA-1066-3B57-D4F6-2A162D2A290C}"/>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0C5FC825-29AD-2F52-E4C2-1AD366DEFF6A}"/>
              </a:ext>
            </a:extLst>
          </p:cNvPr>
          <p:cNvGraphicFramePr>
            <a:graphicFrameLocks/>
          </p:cNvGraphicFramePr>
          <p:nvPr>
            <p:custDataLst>
              <p:tags r:id="rId1"/>
            </p:custDataLst>
            <p:extLst>
              <p:ext uri="{D42A27DB-BD31-4B8C-83A1-F6EECF244321}">
                <p14:modId xmlns:p14="http://schemas.microsoft.com/office/powerpoint/2010/main" val="354114456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0C5FC825-29AD-2F52-E4C2-1AD366DEFF6A}"/>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BBF845E2-E8BE-E9E1-2252-9C0D3DC8B3B8}"/>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dirty="0">
                <a:solidFill>
                  <a:srgbClr val="0A0A0A"/>
                </a:solidFill>
                <a:latin typeface="Georgia" panose="02040502050405020303" pitchFamily="18" charset="0"/>
                <a:cs typeface="Arial" panose="020B0604020202020204" pitchFamily="34" charset="0"/>
              </a:rPr>
              <a:t>Oncofertility</a:t>
            </a:r>
            <a:r>
              <a:rPr lang="en-US" sz="2600" b="0" dirty="0">
                <a:solidFill>
                  <a:srgbClr val="0A0A0A"/>
                </a:solidFill>
                <a:latin typeface="Georgia" panose="02040502050405020303" pitchFamily="18" charset="0"/>
                <a:cs typeface="Arial" panose="020B0604020202020204" pitchFamily="34" charset="0"/>
              </a:rPr>
              <a:t>: Continued schematic through </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IVF patients that capture the third revenue generation segment within an end-to-end clinic</a:t>
            </a:r>
          </a:p>
        </p:txBody>
      </p:sp>
      <p:sp>
        <p:nvSpPr>
          <p:cNvPr id="3" name="Slide Number Placeholder 2">
            <a:extLst>
              <a:ext uri="{FF2B5EF4-FFF2-40B4-BE49-F238E27FC236}">
                <a16:creationId xmlns:a16="http://schemas.microsoft.com/office/drawing/2014/main" id="{50140E6C-4235-6DDE-1A19-BDAED79665D6}"/>
              </a:ext>
            </a:extLst>
          </p:cNvPr>
          <p:cNvSpPr>
            <a:spLocks noGrp="1"/>
          </p:cNvSpPr>
          <p:nvPr>
            <p:ph type="sldNum" sz="quarter" idx="12"/>
          </p:nvPr>
        </p:nvSpPr>
        <p:spPr/>
        <p:txBody>
          <a:bodyPr/>
          <a:lstStyle/>
          <a:p>
            <a:fld id="{8E1CF2E5-4A16-4FBD-9713-265FD1DAAE65}" type="slidenum">
              <a:rPr lang="en-US" smtClean="0"/>
              <a:t>58</a:t>
            </a:fld>
            <a:endParaRPr lang="en-US"/>
          </a:p>
        </p:txBody>
      </p:sp>
      <p:grpSp>
        <p:nvGrpSpPr>
          <p:cNvPr id="3171" name="Group 3170">
            <a:extLst>
              <a:ext uri="{FF2B5EF4-FFF2-40B4-BE49-F238E27FC236}">
                <a16:creationId xmlns:a16="http://schemas.microsoft.com/office/drawing/2014/main" id="{A419A541-B333-7271-9BD3-0C098F71855F}"/>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FEED2491-287E-498C-C9DC-3C04863FFBCA}"/>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A5522DA5-D0C7-7014-EECC-B405B9E62100}"/>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2E39E3CC-DFFF-F6E4-29AF-5501FB44905C}"/>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22C642EA-1688-0D62-8244-950377AF2333}"/>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DE6A240A-6A71-08F6-A167-EBFEDD186C9D}"/>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46C09BAB-DAA0-E1E4-0582-39DA681D0742}"/>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6AFCBBC7-C304-6BE7-243B-FB97EF27CE4D}"/>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C6893C31-66E3-63A1-6D76-E933B088922E}"/>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0C7A05E1-7C10-3596-7ED6-6E2A7719826D}"/>
              </a:ext>
            </a:extLst>
          </p:cNvPr>
          <p:cNvSpPr/>
          <p:nvPr/>
        </p:nvSpPr>
        <p:spPr>
          <a:xfrm>
            <a:off x="9504132" y="1764204"/>
            <a:ext cx="2176885"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IVF cycles carried out in KSA</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~24,000</a:t>
            </a:r>
          </a:p>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Percentage of IVF cycles carried out in Riyadh from KSA</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40%</a:t>
            </a:r>
          </a:p>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Avg # of cycles per patient</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1.4</a:t>
            </a:r>
          </a:p>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Right to win for consultations</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2%, 3% &amp; 5% (</a:t>
            </a:r>
            <a:r>
              <a:rPr lang="en-US" sz="1050">
                <a:solidFill>
                  <a:schemeClr val="tx1"/>
                </a:solidFill>
                <a:latin typeface="Calibri" panose="020F0502020204030204"/>
              </a:rPr>
              <a:t>2026-2028)</a:t>
            </a:r>
            <a:endParaRPr lang="en-US" sz="1050" b="1">
              <a:solidFill>
                <a:schemeClr val="tx1"/>
              </a:solidFill>
              <a:latin typeface="Calibri" panose="020F0502020204030204"/>
            </a:endParaRPr>
          </a:p>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Percentage of consultations that convert into patients</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40%</a:t>
            </a:r>
          </a:p>
          <a:p>
            <a:pPr marR="0" lvl="0" defTabSz="914400" rtl="0" eaLnBrk="1" fontAlgn="auto" latinLnBrk="0" hangingPunct="1">
              <a:lnSpc>
                <a:spcPct val="100000"/>
              </a:lnSpc>
              <a:spcBef>
                <a:spcPts val="300"/>
              </a:spcBef>
              <a:spcAft>
                <a:spcPts val="300"/>
              </a:spcAft>
              <a:buClrTx/>
              <a:buSzTx/>
              <a:tabLst/>
              <a:defRPr/>
            </a:pPr>
            <a:r>
              <a:rPr lang="en-US" sz="1050">
                <a:solidFill>
                  <a:schemeClr val="tx1"/>
                </a:solidFill>
                <a:latin typeface="Calibri" panose="020F0502020204030204"/>
              </a:rPr>
              <a:t>Percentage of patients that required PGD testing</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b="1">
                <a:solidFill>
                  <a:schemeClr val="tx1"/>
                </a:solidFill>
                <a:latin typeface="Calibri" panose="020F0502020204030204"/>
              </a:rPr>
              <a:t>38%</a:t>
            </a:r>
          </a:p>
          <a:p>
            <a:pPr marR="0" lvl="0" defTabSz="914400" rtl="0" eaLnBrk="1" fontAlgn="auto" latinLnBrk="0" hangingPunct="1">
              <a:lnSpc>
                <a:spcPct val="100000"/>
              </a:lnSpc>
              <a:spcBef>
                <a:spcPts val="300"/>
              </a:spcBef>
              <a:spcAft>
                <a:spcPts val="300"/>
              </a:spcAft>
              <a:buClrTx/>
              <a:buSzTx/>
              <a:tabLst/>
              <a:defRPr/>
            </a:pPr>
            <a:endParaRPr lang="en-US" sz="1050" b="1">
              <a:solidFill>
                <a:schemeClr val="tx1"/>
              </a:solidFill>
              <a:latin typeface="Calibri" panose="020F0502020204030204"/>
            </a:endParaRPr>
          </a:p>
          <a:p>
            <a:pPr marR="0" lvl="0" defTabSz="914400" rtl="0" eaLnBrk="1" fontAlgn="auto" latinLnBrk="0" hangingPunct="1">
              <a:lnSpc>
                <a:spcPct val="100000"/>
              </a:lnSpc>
              <a:spcBef>
                <a:spcPts val="300"/>
              </a:spcBef>
              <a:spcAft>
                <a:spcPts val="300"/>
              </a:spcAft>
              <a:buClrTx/>
              <a:buSzTx/>
              <a:tabLst/>
              <a:defRPr/>
            </a:pPr>
            <a:r>
              <a:rPr lang="en-US" sz="1050" b="1">
                <a:solidFill>
                  <a:schemeClr val="tx1"/>
                </a:solidFill>
                <a:latin typeface="Calibri" panose="020F0502020204030204"/>
              </a:rPr>
              <a:t>Pricing</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Consultation: </a:t>
            </a:r>
            <a:r>
              <a:rPr lang="en-US" sz="1050" b="1">
                <a:solidFill>
                  <a:schemeClr val="tx1"/>
                </a:solidFill>
                <a:latin typeface="Calibri" panose="020F0502020204030204"/>
              </a:rPr>
              <a:t>137 SAR</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PGD Test: </a:t>
            </a:r>
            <a:r>
              <a:rPr lang="en-US" sz="1050" b="1">
                <a:solidFill>
                  <a:schemeClr val="tx1"/>
                </a:solidFill>
                <a:latin typeface="Calibri" panose="020F0502020204030204"/>
              </a:rPr>
              <a:t>11,220 SAR</a:t>
            </a:r>
            <a:endParaRPr lang="en-US" sz="1050">
              <a:solidFill>
                <a:schemeClr val="tx1"/>
              </a:solidFill>
              <a:latin typeface="Calibri" panose="020F0502020204030204"/>
            </a:endParaRP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050">
                <a:solidFill>
                  <a:schemeClr val="tx1"/>
                </a:solidFill>
                <a:latin typeface="Calibri" panose="020F0502020204030204"/>
              </a:rPr>
              <a:t>IVF Cycle: </a:t>
            </a:r>
            <a:r>
              <a:rPr lang="en-US" sz="1050" b="1">
                <a:solidFill>
                  <a:schemeClr val="tx1"/>
                </a:solidFill>
                <a:latin typeface="Calibri" panose="020F0502020204030204"/>
              </a:rPr>
              <a:t>22,950 SAR</a:t>
            </a:r>
            <a:endParaRPr lang="en-US" sz="1050">
              <a:solidFill>
                <a:schemeClr val="tx1"/>
              </a:solidFill>
              <a:latin typeface="Calibri" panose="020F0502020204030204"/>
            </a:endParaRPr>
          </a:p>
          <a:p>
            <a:pPr marL="628650" lvl="1" indent="-171450">
              <a:spcBef>
                <a:spcPts val="300"/>
              </a:spcBef>
              <a:spcAft>
                <a:spcPts val="300"/>
              </a:spcAft>
              <a:buFont typeface="Courier New" panose="02070309020205020404" pitchFamily="49" charset="0"/>
              <a:buChar char="o"/>
              <a:defRPr/>
            </a:pPr>
            <a:endParaRPr kumimoji="0" lang="en-US" sz="1050" b="0" i="0" u="none" strike="noStrike" kern="1200" cap="none" spc="0" normalizeH="0" baseline="0" noProof="0">
              <a:ln>
                <a:noFill/>
              </a:ln>
              <a:solidFill>
                <a:schemeClr val="tx1"/>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B368B67E-C47E-8A9D-8B3E-21319D7F4315}"/>
              </a:ext>
            </a:extLst>
          </p:cNvPr>
          <p:cNvSpPr/>
          <p:nvPr/>
        </p:nvSpPr>
        <p:spPr>
          <a:xfrm>
            <a:off x="509289" y="1744049"/>
            <a:ext cx="4129386" cy="244173"/>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IVF cycles carried out per year in KSA</a:t>
            </a:r>
          </a:p>
        </p:txBody>
      </p:sp>
      <p:sp>
        <p:nvSpPr>
          <p:cNvPr id="7" name="Rectangle 6">
            <a:extLst>
              <a:ext uri="{FF2B5EF4-FFF2-40B4-BE49-F238E27FC236}">
                <a16:creationId xmlns:a16="http://schemas.microsoft.com/office/drawing/2014/main" id="{22A75DF1-7F82-0C6F-6270-E323D08E80E4}"/>
              </a:ext>
            </a:extLst>
          </p:cNvPr>
          <p:cNvSpPr/>
          <p:nvPr/>
        </p:nvSpPr>
        <p:spPr>
          <a:xfrm>
            <a:off x="509289" y="2147238"/>
            <a:ext cx="4129386" cy="244173"/>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 of IVF cycles carried out in Riyadh</a:t>
            </a:r>
          </a:p>
        </p:txBody>
      </p:sp>
      <p:sp>
        <p:nvSpPr>
          <p:cNvPr id="10" name="Rectangle 9">
            <a:extLst>
              <a:ext uri="{FF2B5EF4-FFF2-40B4-BE49-F238E27FC236}">
                <a16:creationId xmlns:a16="http://schemas.microsoft.com/office/drawing/2014/main" id="{2B802B6D-CE92-A068-FA34-1A3293C07D9C}"/>
              </a:ext>
            </a:extLst>
          </p:cNvPr>
          <p:cNvSpPr/>
          <p:nvPr/>
        </p:nvSpPr>
        <p:spPr>
          <a:xfrm>
            <a:off x="2497498" y="1977305"/>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x</a:t>
            </a:r>
          </a:p>
        </p:txBody>
      </p:sp>
      <p:sp>
        <p:nvSpPr>
          <p:cNvPr id="30" name="Rectangle 29">
            <a:extLst>
              <a:ext uri="{FF2B5EF4-FFF2-40B4-BE49-F238E27FC236}">
                <a16:creationId xmlns:a16="http://schemas.microsoft.com/office/drawing/2014/main" id="{3130035D-43BE-6EFA-5E56-F48C03D9BDA4}"/>
              </a:ext>
            </a:extLst>
          </p:cNvPr>
          <p:cNvSpPr/>
          <p:nvPr/>
        </p:nvSpPr>
        <p:spPr>
          <a:xfrm>
            <a:off x="509289" y="2550427"/>
            <a:ext cx="4129386" cy="244173"/>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number of IVF cycles carried out in Riyadh</a:t>
            </a:r>
          </a:p>
        </p:txBody>
      </p:sp>
      <p:sp>
        <p:nvSpPr>
          <p:cNvPr id="31" name="Rectangle 30">
            <a:extLst>
              <a:ext uri="{FF2B5EF4-FFF2-40B4-BE49-F238E27FC236}">
                <a16:creationId xmlns:a16="http://schemas.microsoft.com/office/drawing/2014/main" id="{D9B6FD01-AAA1-1B51-717D-8FCB79C32384}"/>
              </a:ext>
            </a:extLst>
          </p:cNvPr>
          <p:cNvSpPr/>
          <p:nvPr/>
        </p:nvSpPr>
        <p:spPr>
          <a:xfrm>
            <a:off x="509289" y="3356805"/>
            <a:ext cx="4129384" cy="24417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patients carrying out IVF in Riyadh annually</a:t>
            </a:r>
          </a:p>
        </p:txBody>
      </p:sp>
      <p:sp>
        <p:nvSpPr>
          <p:cNvPr id="39" name="Rectangle 38">
            <a:extLst>
              <a:ext uri="{FF2B5EF4-FFF2-40B4-BE49-F238E27FC236}">
                <a16:creationId xmlns:a16="http://schemas.microsoft.com/office/drawing/2014/main" id="{958CED2B-73CF-1ECB-192D-5E4158D99CC9}"/>
              </a:ext>
            </a:extLst>
          </p:cNvPr>
          <p:cNvSpPr/>
          <p:nvPr/>
        </p:nvSpPr>
        <p:spPr>
          <a:xfrm>
            <a:off x="509289" y="2953616"/>
            <a:ext cx="4129386" cy="244173"/>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Average number of IVF cycles per patient</a:t>
            </a:r>
          </a:p>
        </p:txBody>
      </p:sp>
      <p:sp>
        <p:nvSpPr>
          <p:cNvPr id="3154" name="Rectangle 3153">
            <a:extLst>
              <a:ext uri="{FF2B5EF4-FFF2-40B4-BE49-F238E27FC236}">
                <a16:creationId xmlns:a16="http://schemas.microsoft.com/office/drawing/2014/main" id="{6061CEB7-D983-20F6-863E-457A25E4011D}"/>
              </a:ext>
            </a:extLst>
          </p:cNvPr>
          <p:cNvSpPr/>
          <p:nvPr/>
        </p:nvSpPr>
        <p:spPr>
          <a:xfrm>
            <a:off x="1666875" y="4654486"/>
            <a:ext cx="2971798"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Average price per consultation</a:t>
            </a:r>
          </a:p>
        </p:txBody>
      </p:sp>
      <p:sp>
        <p:nvSpPr>
          <p:cNvPr id="123" name="Rectangle 122">
            <a:extLst>
              <a:ext uri="{FF2B5EF4-FFF2-40B4-BE49-F238E27FC236}">
                <a16:creationId xmlns:a16="http://schemas.microsoft.com/office/drawing/2014/main" id="{E3C9A3F2-4B1A-76D1-701E-B03161E93048}"/>
              </a:ext>
            </a:extLst>
          </p:cNvPr>
          <p:cNvSpPr/>
          <p:nvPr/>
        </p:nvSpPr>
        <p:spPr>
          <a:xfrm>
            <a:off x="509281" y="1312479"/>
            <a:ext cx="8812147"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Revenue from IVF patients </a:t>
            </a:r>
          </a:p>
        </p:txBody>
      </p:sp>
      <p:sp>
        <p:nvSpPr>
          <p:cNvPr id="125" name="Rectangle 124">
            <a:extLst>
              <a:ext uri="{FF2B5EF4-FFF2-40B4-BE49-F238E27FC236}">
                <a16:creationId xmlns:a16="http://schemas.microsoft.com/office/drawing/2014/main" id="{EE3D1040-4354-799D-458F-159CB8EC6C15}"/>
              </a:ext>
            </a:extLst>
          </p:cNvPr>
          <p:cNvSpPr/>
          <p:nvPr/>
        </p:nvSpPr>
        <p:spPr>
          <a:xfrm>
            <a:off x="9504132" y="1312479"/>
            <a:ext cx="2166862"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81" name="Line 15">
            <a:extLst>
              <a:ext uri="{FF2B5EF4-FFF2-40B4-BE49-F238E27FC236}">
                <a16:creationId xmlns:a16="http://schemas.microsoft.com/office/drawing/2014/main" id="{BB8CB6F7-9429-8DFC-8AE7-732C2FBA986B}"/>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6A4F95AA-7490-147C-CC47-8E7C2E68CDE1}"/>
              </a:ext>
            </a:extLst>
          </p:cNvPr>
          <p:cNvSpPr/>
          <p:nvPr/>
        </p:nvSpPr>
        <p:spPr>
          <a:xfrm>
            <a:off x="5300935" y="1759640"/>
            <a:ext cx="4020494" cy="271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IVF patients for OC</a:t>
            </a:r>
          </a:p>
        </p:txBody>
      </p:sp>
      <p:sp>
        <p:nvSpPr>
          <p:cNvPr id="17" name="Rectangle 16">
            <a:extLst>
              <a:ext uri="{FF2B5EF4-FFF2-40B4-BE49-F238E27FC236}">
                <a16:creationId xmlns:a16="http://schemas.microsoft.com/office/drawing/2014/main" id="{E6E77A32-0407-42C1-D471-034F5FCFD8AC}"/>
              </a:ext>
            </a:extLst>
          </p:cNvPr>
          <p:cNvSpPr/>
          <p:nvPr/>
        </p:nvSpPr>
        <p:spPr>
          <a:xfrm>
            <a:off x="7474399" y="2239053"/>
            <a:ext cx="1643455"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Avg IVF cycles per patient</a:t>
            </a:r>
          </a:p>
        </p:txBody>
      </p:sp>
      <p:sp>
        <p:nvSpPr>
          <p:cNvPr id="19" name="Rectangle 18">
            <a:extLst>
              <a:ext uri="{FF2B5EF4-FFF2-40B4-BE49-F238E27FC236}">
                <a16:creationId xmlns:a16="http://schemas.microsoft.com/office/drawing/2014/main" id="{5B8F894A-D8B3-56F2-C3AD-FEA603B8D3BE}"/>
              </a:ext>
            </a:extLst>
          </p:cNvPr>
          <p:cNvSpPr/>
          <p:nvPr/>
        </p:nvSpPr>
        <p:spPr>
          <a:xfrm>
            <a:off x="5532207" y="2239053"/>
            <a:ext cx="1645920"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 of patients for PGD</a:t>
            </a:r>
          </a:p>
        </p:txBody>
      </p:sp>
      <p:cxnSp>
        <p:nvCxnSpPr>
          <p:cNvPr id="26" name="Straight Arrow Connector 25">
            <a:extLst>
              <a:ext uri="{FF2B5EF4-FFF2-40B4-BE49-F238E27FC236}">
                <a16:creationId xmlns:a16="http://schemas.microsoft.com/office/drawing/2014/main" id="{066767A4-5E19-FA0F-2F5A-04C2EB78675E}"/>
              </a:ext>
            </a:extLst>
          </p:cNvPr>
          <p:cNvCxnSpPr>
            <a:cxnSpLocks/>
            <a:stCxn id="40" idx="3"/>
            <a:endCxn id="4" idx="1"/>
          </p:cNvCxnSpPr>
          <p:nvPr/>
        </p:nvCxnSpPr>
        <p:spPr>
          <a:xfrm flipV="1">
            <a:off x="4638673" y="1895278"/>
            <a:ext cx="662262" cy="4164589"/>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3A90DCE6-6C4B-7DBD-6E32-C8C732B93DBE}"/>
              </a:ext>
            </a:extLst>
          </p:cNvPr>
          <p:cNvSpPr/>
          <p:nvPr/>
        </p:nvSpPr>
        <p:spPr>
          <a:xfrm>
            <a:off x="796604" y="4892389"/>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2" name="Rectangle 11">
            <a:extLst>
              <a:ext uri="{FF2B5EF4-FFF2-40B4-BE49-F238E27FC236}">
                <a16:creationId xmlns:a16="http://schemas.microsoft.com/office/drawing/2014/main" id="{A557D8B5-8F2D-4740-512B-77935D07D70C}"/>
              </a:ext>
            </a:extLst>
          </p:cNvPr>
          <p:cNvSpPr/>
          <p:nvPr/>
        </p:nvSpPr>
        <p:spPr>
          <a:xfrm>
            <a:off x="2497498" y="2380494"/>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13" name="Rectangle 12">
            <a:extLst>
              <a:ext uri="{FF2B5EF4-FFF2-40B4-BE49-F238E27FC236}">
                <a16:creationId xmlns:a16="http://schemas.microsoft.com/office/drawing/2014/main" id="{7CC124F4-1A15-A559-6782-5F1927EA398D}"/>
              </a:ext>
            </a:extLst>
          </p:cNvPr>
          <p:cNvSpPr/>
          <p:nvPr/>
        </p:nvSpPr>
        <p:spPr>
          <a:xfrm>
            <a:off x="2497498" y="2783683"/>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15" name="Rectangle 14">
            <a:extLst>
              <a:ext uri="{FF2B5EF4-FFF2-40B4-BE49-F238E27FC236}">
                <a16:creationId xmlns:a16="http://schemas.microsoft.com/office/drawing/2014/main" id="{96082F5A-D3C3-4F8F-CBDC-7C5A0FB064FA}"/>
              </a:ext>
            </a:extLst>
          </p:cNvPr>
          <p:cNvSpPr/>
          <p:nvPr/>
        </p:nvSpPr>
        <p:spPr>
          <a:xfrm>
            <a:off x="2497498" y="3186872"/>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18" name="Rectangle 17">
            <a:extLst>
              <a:ext uri="{FF2B5EF4-FFF2-40B4-BE49-F238E27FC236}">
                <a16:creationId xmlns:a16="http://schemas.microsoft.com/office/drawing/2014/main" id="{BE31B27D-E236-493A-C3FD-0BDC807F6155}"/>
              </a:ext>
            </a:extLst>
          </p:cNvPr>
          <p:cNvSpPr/>
          <p:nvPr/>
        </p:nvSpPr>
        <p:spPr>
          <a:xfrm>
            <a:off x="2497498" y="3590061"/>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x</a:t>
            </a:r>
          </a:p>
        </p:txBody>
      </p:sp>
      <p:sp>
        <p:nvSpPr>
          <p:cNvPr id="33" name="Rectangle 32">
            <a:extLst>
              <a:ext uri="{FF2B5EF4-FFF2-40B4-BE49-F238E27FC236}">
                <a16:creationId xmlns:a16="http://schemas.microsoft.com/office/drawing/2014/main" id="{94606E24-0A0A-3680-A9DA-103320466C60}"/>
              </a:ext>
            </a:extLst>
          </p:cNvPr>
          <p:cNvSpPr/>
          <p:nvPr/>
        </p:nvSpPr>
        <p:spPr>
          <a:xfrm>
            <a:off x="509289" y="3759993"/>
            <a:ext cx="4129384" cy="244173"/>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people visiting OC for consultation</a:t>
            </a:r>
          </a:p>
        </p:txBody>
      </p:sp>
      <p:sp>
        <p:nvSpPr>
          <p:cNvPr id="35" name="Rectangle 34">
            <a:extLst>
              <a:ext uri="{FF2B5EF4-FFF2-40B4-BE49-F238E27FC236}">
                <a16:creationId xmlns:a16="http://schemas.microsoft.com/office/drawing/2014/main" id="{A4CA6626-E10E-B4D1-752A-F2CE30DF7130}"/>
              </a:ext>
            </a:extLst>
          </p:cNvPr>
          <p:cNvSpPr/>
          <p:nvPr/>
        </p:nvSpPr>
        <p:spPr>
          <a:xfrm>
            <a:off x="509289" y="4162378"/>
            <a:ext cx="4129384" cy="24417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number of patients visiting OC for consultation</a:t>
            </a:r>
          </a:p>
        </p:txBody>
      </p:sp>
      <p:sp>
        <p:nvSpPr>
          <p:cNvPr id="38" name="Rectangle 37">
            <a:extLst>
              <a:ext uri="{FF2B5EF4-FFF2-40B4-BE49-F238E27FC236}">
                <a16:creationId xmlns:a16="http://schemas.microsoft.com/office/drawing/2014/main" id="{49D8B8A3-DDF4-0699-C27D-18C78F678DB1}"/>
              </a:ext>
            </a:extLst>
          </p:cNvPr>
          <p:cNvSpPr/>
          <p:nvPr/>
        </p:nvSpPr>
        <p:spPr>
          <a:xfrm>
            <a:off x="1666875" y="5103413"/>
            <a:ext cx="2971798"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Total revenue for OC from consultations</a:t>
            </a:r>
          </a:p>
        </p:txBody>
      </p:sp>
      <p:sp>
        <p:nvSpPr>
          <p:cNvPr id="40" name="Rectangle 39">
            <a:extLst>
              <a:ext uri="{FF2B5EF4-FFF2-40B4-BE49-F238E27FC236}">
                <a16:creationId xmlns:a16="http://schemas.microsoft.com/office/drawing/2014/main" id="{6FBBC846-ABAF-8F80-B695-0AF4BA84CA47}"/>
              </a:ext>
            </a:extLst>
          </p:cNvPr>
          <p:cNvSpPr/>
          <p:nvPr/>
        </p:nvSpPr>
        <p:spPr>
          <a:xfrm>
            <a:off x="509289" y="5936423"/>
            <a:ext cx="4129384" cy="246888"/>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IVF patients for OC</a:t>
            </a:r>
          </a:p>
        </p:txBody>
      </p:sp>
      <p:sp>
        <p:nvSpPr>
          <p:cNvPr id="50" name="Rectangle 49">
            <a:extLst>
              <a:ext uri="{FF2B5EF4-FFF2-40B4-BE49-F238E27FC236}">
                <a16:creationId xmlns:a16="http://schemas.microsoft.com/office/drawing/2014/main" id="{E92F0DB6-FC14-FB34-F1D5-C741D744A92A}"/>
              </a:ext>
            </a:extLst>
          </p:cNvPr>
          <p:cNvSpPr/>
          <p:nvPr/>
        </p:nvSpPr>
        <p:spPr>
          <a:xfrm>
            <a:off x="2989556" y="4909616"/>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4" name="Rectangle 53">
            <a:extLst>
              <a:ext uri="{FF2B5EF4-FFF2-40B4-BE49-F238E27FC236}">
                <a16:creationId xmlns:a16="http://schemas.microsoft.com/office/drawing/2014/main" id="{C8E5B2AC-C7F5-4C0A-DBFF-183895AD5357}"/>
              </a:ext>
            </a:extLst>
          </p:cNvPr>
          <p:cNvSpPr/>
          <p:nvPr/>
        </p:nvSpPr>
        <p:spPr>
          <a:xfrm>
            <a:off x="509289" y="5545521"/>
            <a:ext cx="4129384" cy="244173"/>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consultations that convert into patients for OC</a:t>
            </a:r>
          </a:p>
        </p:txBody>
      </p:sp>
      <p:cxnSp>
        <p:nvCxnSpPr>
          <p:cNvPr id="57" name="Straight Arrow Connector 56">
            <a:extLst>
              <a:ext uri="{FF2B5EF4-FFF2-40B4-BE49-F238E27FC236}">
                <a16:creationId xmlns:a16="http://schemas.microsoft.com/office/drawing/2014/main" id="{C2324633-4C7C-3667-4D87-F84BB64F88A6}"/>
              </a:ext>
            </a:extLst>
          </p:cNvPr>
          <p:cNvCxnSpPr>
            <a:cxnSpLocks/>
          </p:cNvCxnSpPr>
          <p:nvPr/>
        </p:nvCxnSpPr>
        <p:spPr>
          <a:xfrm>
            <a:off x="806907" y="4595949"/>
            <a:ext cx="0" cy="773731"/>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9" name="Rectangle 58">
            <a:extLst>
              <a:ext uri="{FF2B5EF4-FFF2-40B4-BE49-F238E27FC236}">
                <a16:creationId xmlns:a16="http://schemas.microsoft.com/office/drawing/2014/main" id="{346B6344-35D5-7CC4-97A8-164298003A69}"/>
              </a:ext>
            </a:extLst>
          </p:cNvPr>
          <p:cNvSpPr/>
          <p:nvPr/>
        </p:nvSpPr>
        <p:spPr>
          <a:xfrm>
            <a:off x="7474399" y="2718466"/>
            <a:ext cx="1643455" cy="271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 of IVF cycles by OC</a:t>
            </a:r>
          </a:p>
        </p:txBody>
      </p:sp>
      <p:sp>
        <p:nvSpPr>
          <p:cNvPr id="60" name="Rectangle 59">
            <a:extLst>
              <a:ext uri="{FF2B5EF4-FFF2-40B4-BE49-F238E27FC236}">
                <a16:creationId xmlns:a16="http://schemas.microsoft.com/office/drawing/2014/main" id="{D104DA16-3070-B199-C241-F6F492835312}"/>
              </a:ext>
            </a:extLst>
          </p:cNvPr>
          <p:cNvSpPr/>
          <p:nvPr/>
        </p:nvSpPr>
        <p:spPr>
          <a:xfrm>
            <a:off x="5532207" y="2718466"/>
            <a:ext cx="1645920" cy="271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 of patients for PGD</a:t>
            </a:r>
          </a:p>
        </p:txBody>
      </p:sp>
      <p:sp>
        <p:nvSpPr>
          <p:cNvPr id="61" name="Rectangle 60">
            <a:extLst>
              <a:ext uri="{FF2B5EF4-FFF2-40B4-BE49-F238E27FC236}">
                <a16:creationId xmlns:a16="http://schemas.microsoft.com/office/drawing/2014/main" id="{58C7CDEB-6641-0E7A-0C42-5F82230536EE}"/>
              </a:ext>
            </a:extLst>
          </p:cNvPr>
          <p:cNvSpPr/>
          <p:nvPr/>
        </p:nvSpPr>
        <p:spPr>
          <a:xfrm>
            <a:off x="7474399" y="3197879"/>
            <a:ext cx="1643455"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Avg price charged per IVF</a:t>
            </a:r>
          </a:p>
        </p:txBody>
      </p:sp>
      <p:sp>
        <p:nvSpPr>
          <p:cNvPr id="62" name="Rectangle 61">
            <a:extLst>
              <a:ext uri="{FF2B5EF4-FFF2-40B4-BE49-F238E27FC236}">
                <a16:creationId xmlns:a16="http://schemas.microsoft.com/office/drawing/2014/main" id="{DFBE0CE3-8FC6-7F7C-C979-645F89F84C22}"/>
              </a:ext>
            </a:extLst>
          </p:cNvPr>
          <p:cNvSpPr/>
          <p:nvPr/>
        </p:nvSpPr>
        <p:spPr>
          <a:xfrm>
            <a:off x="5532207" y="3197879"/>
            <a:ext cx="1645920"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Price per PGD test </a:t>
            </a:r>
          </a:p>
        </p:txBody>
      </p:sp>
      <p:sp>
        <p:nvSpPr>
          <p:cNvPr id="63" name="Rectangle 62">
            <a:extLst>
              <a:ext uri="{FF2B5EF4-FFF2-40B4-BE49-F238E27FC236}">
                <a16:creationId xmlns:a16="http://schemas.microsoft.com/office/drawing/2014/main" id="{EE3BA29F-720E-8DFE-E636-279B1C8DE558}"/>
              </a:ext>
            </a:extLst>
          </p:cNvPr>
          <p:cNvSpPr/>
          <p:nvPr/>
        </p:nvSpPr>
        <p:spPr>
          <a:xfrm>
            <a:off x="7474399" y="3677291"/>
            <a:ext cx="1643455"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rPr>
              <a:t>Total revenue from IVF</a:t>
            </a:r>
          </a:p>
        </p:txBody>
      </p:sp>
      <p:sp>
        <p:nvSpPr>
          <p:cNvPr id="3136" name="Rectangle 3135">
            <a:extLst>
              <a:ext uri="{FF2B5EF4-FFF2-40B4-BE49-F238E27FC236}">
                <a16:creationId xmlns:a16="http://schemas.microsoft.com/office/drawing/2014/main" id="{EDC768F9-A01D-07DA-83DA-2A6CD587FA58}"/>
              </a:ext>
            </a:extLst>
          </p:cNvPr>
          <p:cNvSpPr/>
          <p:nvPr/>
        </p:nvSpPr>
        <p:spPr>
          <a:xfrm>
            <a:off x="5555787" y="3687599"/>
            <a:ext cx="1645920"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rPr>
              <a:t>Total revenue from PGD</a:t>
            </a:r>
          </a:p>
        </p:txBody>
      </p:sp>
      <p:sp>
        <p:nvSpPr>
          <p:cNvPr id="3137" name="Rectangle 3136">
            <a:extLst>
              <a:ext uri="{FF2B5EF4-FFF2-40B4-BE49-F238E27FC236}">
                <a16:creationId xmlns:a16="http://schemas.microsoft.com/office/drawing/2014/main" id="{4D721D9C-5B57-6014-071B-6B10DF13CA91}"/>
              </a:ext>
            </a:extLst>
          </p:cNvPr>
          <p:cNvSpPr/>
          <p:nvPr/>
        </p:nvSpPr>
        <p:spPr>
          <a:xfrm>
            <a:off x="2497498" y="3998589"/>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3138" name="Rectangle 3137">
            <a:extLst>
              <a:ext uri="{FF2B5EF4-FFF2-40B4-BE49-F238E27FC236}">
                <a16:creationId xmlns:a16="http://schemas.microsoft.com/office/drawing/2014/main" id="{5B69EB19-1483-ED4D-A166-4CBC351CAE0C}"/>
              </a:ext>
            </a:extLst>
          </p:cNvPr>
          <p:cNvSpPr/>
          <p:nvPr/>
        </p:nvSpPr>
        <p:spPr>
          <a:xfrm>
            <a:off x="2989556" y="4428658"/>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cxnSp>
        <p:nvCxnSpPr>
          <p:cNvPr id="3140" name="Straight Connector 3139">
            <a:extLst>
              <a:ext uri="{FF2B5EF4-FFF2-40B4-BE49-F238E27FC236}">
                <a16:creationId xmlns:a16="http://schemas.microsoft.com/office/drawing/2014/main" id="{1BC1836F-441D-49C2-79CA-4BC55E945552}"/>
              </a:ext>
            </a:extLst>
          </p:cNvPr>
          <p:cNvCxnSpPr>
            <a:cxnSpLocks/>
          </p:cNvCxnSpPr>
          <p:nvPr/>
        </p:nvCxnSpPr>
        <p:spPr>
          <a:xfrm>
            <a:off x="5324515" y="4244132"/>
            <a:ext cx="4020493" cy="0"/>
          </a:xfrm>
          <a:prstGeom prst="line">
            <a:avLst/>
          </a:prstGeom>
          <a:ln>
            <a:prstDash val="lgDash"/>
          </a:ln>
        </p:spPr>
        <p:style>
          <a:lnRef idx="1">
            <a:schemeClr val="dk1"/>
          </a:lnRef>
          <a:fillRef idx="0">
            <a:schemeClr val="dk1"/>
          </a:fillRef>
          <a:effectRef idx="0">
            <a:schemeClr val="dk1"/>
          </a:effectRef>
          <a:fontRef idx="minor">
            <a:schemeClr val="tx1"/>
          </a:fontRef>
        </p:style>
      </p:cxnSp>
      <p:sp>
        <p:nvSpPr>
          <p:cNvPr id="3141" name="Rectangle 3140">
            <a:extLst>
              <a:ext uri="{FF2B5EF4-FFF2-40B4-BE49-F238E27FC236}">
                <a16:creationId xmlns:a16="http://schemas.microsoft.com/office/drawing/2014/main" id="{3BD69D1A-88F6-24D2-2D62-4F28C45E979D}"/>
              </a:ext>
            </a:extLst>
          </p:cNvPr>
          <p:cNvSpPr/>
          <p:nvPr/>
        </p:nvSpPr>
        <p:spPr>
          <a:xfrm>
            <a:off x="5536823" y="4529391"/>
            <a:ext cx="3595877"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Total revenue for OC from consultations</a:t>
            </a:r>
          </a:p>
        </p:txBody>
      </p:sp>
      <p:sp>
        <p:nvSpPr>
          <p:cNvPr id="3142" name="Rectangle 3141">
            <a:extLst>
              <a:ext uri="{FF2B5EF4-FFF2-40B4-BE49-F238E27FC236}">
                <a16:creationId xmlns:a16="http://schemas.microsoft.com/office/drawing/2014/main" id="{0A5608A9-1B6E-430C-01A0-E77B2C4127FB}"/>
              </a:ext>
            </a:extLst>
          </p:cNvPr>
          <p:cNvSpPr/>
          <p:nvPr/>
        </p:nvSpPr>
        <p:spPr>
          <a:xfrm>
            <a:off x="5513243" y="5016893"/>
            <a:ext cx="3595877"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Total revenue for OC from PGD tests</a:t>
            </a:r>
          </a:p>
        </p:txBody>
      </p:sp>
      <p:sp>
        <p:nvSpPr>
          <p:cNvPr id="3143" name="Rectangle 3142">
            <a:extLst>
              <a:ext uri="{FF2B5EF4-FFF2-40B4-BE49-F238E27FC236}">
                <a16:creationId xmlns:a16="http://schemas.microsoft.com/office/drawing/2014/main" id="{A3F30697-BFFA-6F7F-2AF8-899885A8AAE4}"/>
              </a:ext>
            </a:extLst>
          </p:cNvPr>
          <p:cNvSpPr/>
          <p:nvPr/>
        </p:nvSpPr>
        <p:spPr>
          <a:xfrm>
            <a:off x="5513243" y="5504395"/>
            <a:ext cx="3595877" cy="27127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Total revenue for OC from IVF cycles</a:t>
            </a:r>
          </a:p>
        </p:txBody>
      </p:sp>
      <p:sp>
        <p:nvSpPr>
          <p:cNvPr id="3144" name="Rectangle 3143">
            <a:extLst>
              <a:ext uri="{FF2B5EF4-FFF2-40B4-BE49-F238E27FC236}">
                <a16:creationId xmlns:a16="http://schemas.microsoft.com/office/drawing/2014/main" id="{BB140BFA-FAFE-EEA3-EA7C-0F41D0191004}"/>
              </a:ext>
            </a:extLst>
          </p:cNvPr>
          <p:cNvSpPr/>
          <p:nvPr/>
        </p:nvSpPr>
        <p:spPr>
          <a:xfrm>
            <a:off x="5513243" y="5991896"/>
            <a:ext cx="3595877" cy="404770"/>
          </a:xfrm>
          <a:prstGeom prst="rect">
            <a:avLst/>
          </a:prstGeom>
          <a:solidFill>
            <a:srgbClr val="20697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Total revenue for OC from consultations</a:t>
            </a:r>
          </a:p>
        </p:txBody>
      </p:sp>
      <p:sp>
        <p:nvSpPr>
          <p:cNvPr id="3145" name="Rectangle 3144">
            <a:extLst>
              <a:ext uri="{FF2B5EF4-FFF2-40B4-BE49-F238E27FC236}">
                <a16:creationId xmlns:a16="http://schemas.microsoft.com/office/drawing/2014/main" id="{88538FD7-BB0D-1F0B-A0BD-69DA74081AEE}"/>
              </a:ext>
            </a:extLst>
          </p:cNvPr>
          <p:cNvSpPr/>
          <p:nvPr/>
        </p:nvSpPr>
        <p:spPr>
          <a:xfrm>
            <a:off x="6278683" y="2044559"/>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x</a:t>
            </a:r>
          </a:p>
        </p:txBody>
      </p:sp>
      <p:sp>
        <p:nvSpPr>
          <p:cNvPr id="3146" name="Rectangle 3145">
            <a:extLst>
              <a:ext uri="{FF2B5EF4-FFF2-40B4-BE49-F238E27FC236}">
                <a16:creationId xmlns:a16="http://schemas.microsoft.com/office/drawing/2014/main" id="{A1895F79-91A0-8EA0-CB71-6807E606B72E}"/>
              </a:ext>
            </a:extLst>
          </p:cNvPr>
          <p:cNvSpPr/>
          <p:nvPr/>
        </p:nvSpPr>
        <p:spPr>
          <a:xfrm>
            <a:off x="6278683" y="2537615"/>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3147" name="Rectangle 3146">
            <a:extLst>
              <a:ext uri="{FF2B5EF4-FFF2-40B4-BE49-F238E27FC236}">
                <a16:creationId xmlns:a16="http://schemas.microsoft.com/office/drawing/2014/main" id="{17282853-6E7D-2B95-9F1D-8A913B81F0A4}"/>
              </a:ext>
            </a:extLst>
          </p:cNvPr>
          <p:cNvSpPr/>
          <p:nvPr/>
        </p:nvSpPr>
        <p:spPr>
          <a:xfrm>
            <a:off x="6278683" y="2988689"/>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x</a:t>
            </a:r>
          </a:p>
        </p:txBody>
      </p:sp>
      <p:sp>
        <p:nvSpPr>
          <p:cNvPr id="3148" name="Rectangle 3147">
            <a:extLst>
              <a:ext uri="{FF2B5EF4-FFF2-40B4-BE49-F238E27FC236}">
                <a16:creationId xmlns:a16="http://schemas.microsoft.com/office/drawing/2014/main" id="{9A939D0B-0AD4-86C2-A269-B2886E5CB88F}"/>
              </a:ext>
            </a:extLst>
          </p:cNvPr>
          <p:cNvSpPr/>
          <p:nvPr/>
        </p:nvSpPr>
        <p:spPr>
          <a:xfrm>
            <a:off x="6278683" y="3478891"/>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3150" name="Rectangle 3149">
            <a:extLst>
              <a:ext uri="{FF2B5EF4-FFF2-40B4-BE49-F238E27FC236}">
                <a16:creationId xmlns:a16="http://schemas.microsoft.com/office/drawing/2014/main" id="{736A028C-A751-CC3E-EFED-410A2F421CB4}"/>
              </a:ext>
            </a:extLst>
          </p:cNvPr>
          <p:cNvSpPr/>
          <p:nvPr/>
        </p:nvSpPr>
        <p:spPr>
          <a:xfrm>
            <a:off x="7258277" y="4818354"/>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3151" name="Rectangle 3150">
            <a:extLst>
              <a:ext uri="{FF2B5EF4-FFF2-40B4-BE49-F238E27FC236}">
                <a16:creationId xmlns:a16="http://schemas.microsoft.com/office/drawing/2014/main" id="{A76A2895-1B93-E31A-4349-FFC59E36081C}"/>
              </a:ext>
            </a:extLst>
          </p:cNvPr>
          <p:cNvSpPr/>
          <p:nvPr/>
        </p:nvSpPr>
        <p:spPr>
          <a:xfrm>
            <a:off x="8196248" y="2537615"/>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3152" name="Rectangle 3151">
            <a:extLst>
              <a:ext uri="{FF2B5EF4-FFF2-40B4-BE49-F238E27FC236}">
                <a16:creationId xmlns:a16="http://schemas.microsoft.com/office/drawing/2014/main" id="{A533BB60-EB78-D9E3-4C33-D256C99DBDEF}"/>
              </a:ext>
            </a:extLst>
          </p:cNvPr>
          <p:cNvSpPr/>
          <p:nvPr/>
        </p:nvSpPr>
        <p:spPr>
          <a:xfrm>
            <a:off x="8196248" y="2988689"/>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x</a:t>
            </a:r>
          </a:p>
        </p:txBody>
      </p:sp>
      <p:sp>
        <p:nvSpPr>
          <p:cNvPr id="3153" name="Rectangle 3152">
            <a:extLst>
              <a:ext uri="{FF2B5EF4-FFF2-40B4-BE49-F238E27FC236}">
                <a16:creationId xmlns:a16="http://schemas.microsoft.com/office/drawing/2014/main" id="{DD6773D4-4BD8-88F7-25BA-B50952A7A6E1}"/>
              </a:ext>
            </a:extLst>
          </p:cNvPr>
          <p:cNvSpPr/>
          <p:nvPr/>
        </p:nvSpPr>
        <p:spPr>
          <a:xfrm>
            <a:off x="8196248" y="3478891"/>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3155" name="Rectangle 3154">
            <a:extLst>
              <a:ext uri="{FF2B5EF4-FFF2-40B4-BE49-F238E27FC236}">
                <a16:creationId xmlns:a16="http://schemas.microsoft.com/office/drawing/2014/main" id="{8DE0C92C-488B-ECD3-E318-42C7AADC3DCE}"/>
              </a:ext>
            </a:extLst>
          </p:cNvPr>
          <p:cNvSpPr/>
          <p:nvPr/>
        </p:nvSpPr>
        <p:spPr>
          <a:xfrm>
            <a:off x="7258277" y="5279255"/>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3156" name="Rectangle 3155">
            <a:extLst>
              <a:ext uri="{FF2B5EF4-FFF2-40B4-BE49-F238E27FC236}">
                <a16:creationId xmlns:a16="http://schemas.microsoft.com/office/drawing/2014/main" id="{0951372A-D70C-5741-5A7F-432574E5D63B}"/>
              </a:ext>
            </a:extLst>
          </p:cNvPr>
          <p:cNvSpPr/>
          <p:nvPr/>
        </p:nvSpPr>
        <p:spPr>
          <a:xfrm>
            <a:off x="7258277" y="5771674"/>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a:t>
            </a:r>
          </a:p>
        </p:txBody>
      </p:sp>
      <p:sp>
        <p:nvSpPr>
          <p:cNvPr id="6" name="Rectangle 5">
            <a:extLst>
              <a:ext uri="{FF2B5EF4-FFF2-40B4-BE49-F238E27FC236}">
                <a16:creationId xmlns:a16="http://schemas.microsoft.com/office/drawing/2014/main" id="{9CCBE812-2AC0-3279-CC81-D74ABF7AEDDA}"/>
              </a:ext>
            </a:extLst>
          </p:cNvPr>
          <p:cNvSpPr/>
          <p:nvPr/>
        </p:nvSpPr>
        <p:spPr>
          <a:xfrm>
            <a:off x="8196248" y="2044559"/>
            <a:ext cx="152969"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x</a:t>
            </a:r>
          </a:p>
        </p:txBody>
      </p:sp>
    </p:spTree>
    <p:extLst>
      <p:ext uri="{BB962C8B-B14F-4D97-AF65-F5344CB8AC3E}">
        <p14:creationId xmlns:p14="http://schemas.microsoft.com/office/powerpoint/2010/main" val="264423357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557401-38F2-B6EA-4477-0BCA794E8311}"/>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A8AD3233-E6D9-0A6A-7C63-4ED912CD78D1}"/>
              </a:ext>
            </a:extLst>
          </p:cNvPr>
          <p:cNvGraphicFramePr>
            <a:graphicFrameLocks/>
          </p:cNvGraphicFramePr>
          <p:nvPr>
            <p:custDataLst>
              <p:tags r:id="rId1"/>
            </p:custDataLst>
            <p:extLst>
              <p:ext uri="{D42A27DB-BD31-4B8C-83A1-F6EECF244321}">
                <p14:modId xmlns:p14="http://schemas.microsoft.com/office/powerpoint/2010/main" val="103212333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A8AD3233-E6D9-0A6A-7C63-4ED912CD78D1}"/>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9232B518-55CE-9A72-21D9-152218A6DDC5}"/>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Day Surgery</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 Revenue model is built on incidence, patient uptake, spillover effects, and adjacent diagnostic revenue streams</a:t>
            </a:r>
          </a:p>
        </p:txBody>
      </p:sp>
      <p:sp>
        <p:nvSpPr>
          <p:cNvPr id="3" name="Slide Number Placeholder 2">
            <a:extLst>
              <a:ext uri="{FF2B5EF4-FFF2-40B4-BE49-F238E27FC236}">
                <a16:creationId xmlns:a16="http://schemas.microsoft.com/office/drawing/2014/main" id="{436B8348-1A09-1FAE-AC59-37D01572E483}"/>
              </a:ext>
            </a:extLst>
          </p:cNvPr>
          <p:cNvSpPr>
            <a:spLocks noGrp="1"/>
          </p:cNvSpPr>
          <p:nvPr>
            <p:ph type="sldNum" sz="quarter" idx="12"/>
          </p:nvPr>
        </p:nvSpPr>
        <p:spPr/>
        <p:txBody>
          <a:bodyPr/>
          <a:lstStyle/>
          <a:p>
            <a:fld id="{8E1CF2E5-4A16-4FBD-9713-265FD1DAAE65}" type="slidenum">
              <a:rPr lang="en-US" smtClean="0"/>
              <a:t>59</a:t>
            </a:fld>
            <a:endParaRPr lang="en-US"/>
          </a:p>
        </p:txBody>
      </p:sp>
      <p:grpSp>
        <p:nvGrpSpPr>
          <p:cNvPr id="3171" name="Group 3170">
            <a:extLst>
              <a:ext uri="{FF2B5EF4-FFF2-40B4-BE49-F238E27FC236}">
                <a16:creationId xmlns:a16="http://schemas.microsoft.com/office/drawing/2014/main" id="{1EA07B5F-7369-2AA4-8CF0-625B8AEA9622}"/>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43B0FAD1-E27C-5292-3B3C-981D269EBA53}"/>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19CF80A4-E19E-6403-5398-47D45777AA7E}"/>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724D77C6-0EDF-21E4-07BE-D88A3706CD1B}"/>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EEAE3C10-DBE6-5635-2568-5EA223F42655}"/>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1D91B852-6526-1B71-4B83-C1FFE374003C}"/>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839EE85F-733C-8172-BCEF-B8A812AF37A8}"/>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C40C29A5-706B-56EF-C04C-7E86E9DFA3C4}"/>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8E430A3D-4900-16FB-928C-7DC84DFB6551}"/>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0FB72907-A1C9-33ED-29EC-B3333B7BAF00}"/>
              </a:ext>
            </a:extLst>
          </p:cNvPr>
          <p:cNvSpPr/>
          <p:nvPr/>
        </p:nvSpPr>
        <p:spPr>
          <a:xfrm>
            <a:off x="9831348" y="1764204"/>
            <a:ext cx="1849669"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rtl="0" eaLnBrk="1" fontAlgn="auto" latinLnBrk="0" hangingPunct="1">
              <a:lnSpc>
                <a:spcPct val="100000"/>
              </a:lnSpc>
              <a:spcBef>
                <a:spcPts val="600"/>
              </a:spcBef>
              <a:spcAft>
                <a:spcPts val="600"/>
              </a:spcAft>
              <a:buClrTx/>
              <a:buSzTx/>
              <a:buFontTx/>
              <a:buNone/>
              <a:tabLst/>
              <a:defRPr/>
            </a:pPr>
            <a:r>
              <a:rPr lang="en-US" sz="1200">
                <a:solidFill>
                  <a:schemeClr val="tx1"/>
                </a:solidFill>
                <a:latin typeface="Calibri" panose="020F0502020204030204"/>
              </a:rPr>
              <a:t>Adjacent revenue streams include:</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200">
                <a:solidFill>
                  <a:schemeClr val="tx1"/>
                </a:solidFill>
                <a:latin typeface="Calibri" panose="020F0502020204030204"/>
              </a:rPr>
              <a:t>Consultations</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chemeClr val="tx1"/>
                </a:solidFill>
                <a:effectLst/>
                <a:uLnTx/>
                <a:uFillTx/>
                <a:latin typeface="Calibri" panose="020F0502020204030204"/>
                <a:ea typeface="+mn-ea"/>
                <a:cs typeface="+mn-cs"/>
              </a:rPr>
              <a:t>Pre-Procedure PSA</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200">
                <a:solidFill>
                  <a:schemeClr val="tx1"/>
                </a:solidFill>
                <a:latin typeface="Calibri" panose="020F0502020204030204"/>
              </a:rPr>
              <a:t>MRI – Biopsies</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200">
                <a:solidFill>
                  <a:schemeClr val="tx1"/>
                </a:solidFill>
                <a:latin typeface="Calibri" panose="020F0502020204030204"/>
              </a:rPr>
              <a:t>CT Scans</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chemeClr val="tx1"/>
                </a:solidFill>
                <a:effectLst/>
                <a:uLnTx/>
                <a:uFillTx/>
                <a:latin typeface="Calibri" panose="020F0502020204030204"/>
                <a:ea typeface="+mn-ea"/>
                <a:cs typeface="+mn-cs"/>
              </a:rPr>
              <a:t>PSMA PET / CTs</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200">
                <a:solidFill>
                  <a:schemeClr val="tx1"/>
                </a:solidFill>
                <a:latin typeface="Calibri" panose="020F0502020204030204"/>
              </a:rPr>
              <a:t>ECG / EKG</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chemeClr val="tx1"/>
                </a:solidFill>
                <a:effectLst/>
                <a:uLnTx/>
                <a:uFillTx/>
                <a:latin typeface="Calibri" panose="020F0502020204030204"/>
                <a:ea typeface="+mn-ea"/>
                <a:cs typeface="+mn-cs"/>
              </a:rPr>
              <a:t>Post</a:t>
            </a:r>
            <a:r>
              <a:rPr lang="en-US" sz="1200">
                <a:solidFill>
                  <a:schemeClr val="tx1"/>
                </a:solidFill>
                <a:latin typeface="Calibri" panose="020F0502020204030204"/>
              </a:rPr>
              <a:t>-Procedure PSA</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chemeClr val="tx1"/>
                </a:solidFill>
                <a:effectLst/>
                <a:uLnTx/>
                <a:uFillTx/>
                <a:latin typeface="Calibri" panose="020F0502020204030204"/>
                <a:ea typeface="+mn-ea"/>
                <a:cs typeface="+mn-cs"/>
              </a:rPr>
              <a:t>C</a:t>
            </a:r>
            <a:r>
              <a:rPr lang="en-US" sz="1200">
                <a:solidFill>
                  <a:schemeClr val="tx1"/>
                </a:solidFill>
                <a:latin typeface="Calibri" panose="020F0502020204030204"/>
              </a:rPr>
              <a:t>BC tests</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chemeClr val="tx1"/>
                </a:solidFill>
                <a:effectLst/>
                <a:uLnTx/>
                <a:uFillTx/>
                <a:latin typeface="Calibri" panose="020F0502020204030204"/>
                <a:ea typeface="+mn-ea"/>
                <a:cs typeface="+mn-cs"/>
              </a:rPr>
              <a:t>Renal Profile</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lang="en-US" sz="1200">
                <a:solidFill>
                  <a:schemeClr val="tx1"/>
                </a:solidFill>
                <a:latin typeface="Calibri" panose="020F0502020204030204"/>
              </a:rPr>
              <a:t>Diabetic Profile</a:t>
            </a:r>
          </a:p>
          <a:p>
            <a:pPr marL="171450" marR="0" lvl="0" indent="-171450"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chemeClr val="tx1"/>
                </a:solidFill>
                <a:effectLst/>
                <a:uLnTx/>
                <a:uFillTx/>
                <a:latin typeface="Calibri" panose="020F0502020204030204"/>
                <a:ea typeface="+mn-ea"/>
                <a:cs typeface="+mn-cs"/>
              </a:rPr>
              <a:t>X-Rays</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endParaRPr kumimoji="0" lang="en-US" sz="1200" b="0" i="0" u="none" strike="noStrike" kern="1200" cap="none" spc="0" normalizeH="0" baseline="0" noProof="0">
              <a:ln>
                <a:noFill/>
              </a:ln>
              <a:solidFill>
                <a:schemeClr val="tx1"/>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3DD3C9F8-0EE1-C316-6832-E39D4F6A5DC9}"/>
              </a:ext>
            </a:extLst>
          </p:cNvPr>
          <p:cNvSpPr/>
          <p:nvPr/>
        </p:nvSpPr>
        <p:spPr>
          <a:xfrm>
            <a:off x="611665" y="1764205"/>
            <a:ext cx="4432454" cy="4632461"/>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46CB6CDD-3212-7D5D-A216-FF6D90F1E8BD}"/>
              </a:ext>
            </a:extLst>
          </p:cNvPr>
          <p:cNvSpPr/>
          <p:nvPr/>
        </p:nvSpPr>
        <p:spPr>
          <a:xfrm>
            <a:off x="789053" y="1872663"/>
            <a:ext cx="4020494"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Incidence of Prostate Cancer (PC) in KSA</a:t>
            </a:r>
          </a:p>
        </p:txBody>
      </p:sp>
      <p:sp>
        <p:nvSpPr>
          <p:cNvPr id="7" name="Rectangle 6">
            <a:extLst>
              <a:ext uri="{FF2B5EF4-FFF2-40B4-BE49-F238E27FC236}">
                <a16:creationId xmlns:a16="http://schemas.microsoft.com/office/drawing/2014/main" id="{FAC3ADDF-0306-250D-FA63-383CE6535343}"/>
              </a:ext>
            </a:extLst>
          </p:cNvPr>
          <p:cNvSpPr/>
          <p:nvPr/>
        </p:nvSpPr>
        <p:spPr>
          <a:xfrm>
            <a:off x="789053" y="2377059"/>
            <a:ext cx="4020494"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Relevant Patient Base</a:t>
            </a:r>
          </a:p>
        </p:txBody>
      </p:sp>
      <p:sp>
        <p:nvSpPr>
          <p:cNvPr id="10" name="Rectangle 9">
            <a:extLst>
              <a:ext uri="{FF2B5EF4-FFF2-40B4-BE49-F238E27FC236}">
                <a16:creationId xmlns:a16="http://schemas.microsoft.com/office/drawing/2014/main" id="{1ACDC271-5ACF-F497-4852-9E547D1DB2DF}"/>
              </a:ext>
            </a:extLst>
          </p:cNvPr>
          <p:cNvSpPr/>
          <p:nvPr/>
        </p:nvSpPr>
        <p:spPr>
          <a:xfrm>
            <a:off x="2636081" y="2170073"/>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6" name="Rectangle 15">
            <a:extLst>
              <a:ext uri="{FF2B5EF4-FFF2-40B4-BE49-F238E27FC236}">
                <a16:creationId xmlns:a16="http://schemas.microsoft.com/office/drawing/2014/main" id="{47D09842-9D86-8C59-6928-B49C081C05A7}"/>
              </a:ext>
            </a:extLst>
          </p:cNvPr>
          <p:cNvSpPr/>
          <p:nvPr/>
        </p:nvSpPr>
        <p:spPr>
          <a:xfrm>
            <a:off x="2636081" y="2674470"/>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0" name="Rectangle 29">
            <a:extLst>
              <a:ext uri="{FF2B5EF4-FFF2-40B4-BE49-F238E27FC236}">
                <a16:creationId xmlns:a16="http://schemas.microsoft.com/office/drawing/2014/main" id="{8E8CA372-179F-3A7B-32BD-678D32254F92}"/>
              </a:ext>
            </a:extLst>
          </p:cNvPr>
          <p:cNvSpPr/>
          <p:nvPr/>
        </p:nvSpPr>
        <p:spPr>
          <a:xfrm>
            <a:off x="789053" y="2881455"/>
            <a:ext cx="4020494"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Relevant patient volume for focal therapies</a:t>
            </a:r>
          </a:p>
        </p:txBody>
      </p:sp>
      <p:sp>
        <p:nvSpPr>
          <p:cNvPr id="31" name="Rectangle 30">
            <a:extLst>
              <a:ext uri="{FF2B5EF4-FFF2-40B4-BE49-F238E27FC236}">
                <a16:creationId xmlns:a16="http://schemas.microsoft.com/office/drawing/2014/main" id="{FFB0969D-3375-B6C1-D6FD-1993C030CD92}"/>
              </a:ext>
            </a:extLst>
          </p:cNvPr>
          <p:cNvSpPr/>
          <p:nvPr/>
        </p:nvSpPr>
        <p:spPr>
          <a:xfrm>
            <a:off x="789053" y="3890247"/>
            <a:ext cx="1840300"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Relevant patients - Riyadh</a:t>
            </a:r>
          </a:p>
        </p:txBody>
      </p:sp>
      <p:sp>
        <p:nvSpPr>
          <p:cNvPr id="33" name="Rectangle 32">
            <a:extLst>
              <a:ext uri="{FF2B5EF4-FFF2-40B4-BE49-F238E27FC236}">
                <a16:creationId xmlns:a16="http://schemas.microsoft.com/office/drawing/2014/main" id="{93CBE12E-6D6E-003F-6E8A-E6897BFCA5B5}"/>
              </a:ext>
            </a:extLst>
          </p:cNvPr>
          <p:cNvSpPr/>
          <p:nvPr/>
        </p:nvSpPr>
        <p:spPr>
          <a:xfrm>
            <a:off x="2735225" y="3890247"/>
            <a:ext cx="2075139"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Relevant patients - other cities</a:t>
            </a:r>
          </a:p>
        </p:txBody>
      </p:sp>
      <p:sp>
        <p:nvSpPr>
          <p:cNvPr id="38" name="Rectangle 37">
            <a:extLst>
              <a:ext uri="{FF2B5EF4-FFF2-40B4-BE49-F238E27FC236}">
                <a16:creationId xmlns:a16="http://schemas.microsoft.com/office/drawing/2014/main" id="{A7AAFDCF-27D1-F2E2-5327-C203A212C74F}"/>
              </a:ext>
            </a:extLst>
          </p:cNvPr>
          <p:cNvSpPr/>
          <p:nvPr/>
        </p:nvSpPr>
        <p:spPr>
          <a:xfrm>
            <a:off x="3021761" y="4187658"/>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9" name="Rectangle 38">
            <a:extLst>
              <a:ext uri="{FF2B5EF4-FFF2-40B4-BE49-F238E27FC236}">
                <a16:creationId xmlns:a16="http://schemas.microsoft.com/office/drawing/2014/main" id="{87B88EE8-B252-38EA-498D-76DA57906B4D}"/>
              </a:ext>
            </a:extLst>
          </p:cNvPr>
          <p:cNvSpPr/>
          <p:nvPr/>
        </p:nvSpPr>
        <p:spPr>
          <a:xfrm>
            <a:off x="789053" y="3385851"/>
            <a:ext cx="1840300"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in Riyadh</a:t>
            </a:r>
          </a:p>
        </p:txBody>
      </p:sp>
      <p:sp>
        <p:nvSpPr>
          <p:cNvPr id="40" name="Rectangle 39">
            <a:extLst>
              <a:ext uri="{FF2B5EF4-FFF2-40B4-BE49-F238E27FC236}">
                <a16:creationId xmlns:a16="http://schemas.microsoft.com/office/drawing/2014/main" id="{6A12BF5A-68A1-B485-169A-B1943DD4DC0B}"/>
              </a:ext>
            </a:extLst>
          </p:cNvPr>
          <p:cNvSpPr/>
          <p:nvPr/>
        </p:nvSpPr>
        <p:spPr>
          <a:xfrm>
            <a:off x="2735225" y="3385851"/>
            <a:ext cx="2075139"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in other cities</a:t>
            </a:r>
          </a:p>
        </p:txBody>
      </p:sp>
      <p:sp>
        <p:nvSpPr>
          <p:cNvPr id="48" name="Rectangle 47">
            <a:extLst>
              <a:ext uri="{FF2B5EF4-FFF2-40B4-BE49-F238E27FC236}">
                <a16:creationId xmlns:a16="http://schemas.microsoft.com/office/drawing/2014/main" id="{709851BD-10D7-EE49-BFA1-A525691F4BD1}"/>
              </a:ext>
            </a:extLst>
          </p:cNvPr>
          <p:cNvSpPr/>
          <p:nvPr/>
        </p:nvSpPr>
        <p:spPr>
          <a:xfrm>
            <a:off x="1549347" y="3178866"/>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3" name="Rectangle 52">
            <a:extLst>
              <a:ext uri="{FF2B5EF4-FFF2-40B4-BE49-F238E27FC236}">
                <a16:creationId xmlns:a16="http://schemas.microsoft.com/office/drawing/2014/main" id="{F9903F8B-8FCF-56C2-9A66-57EAFF9F12FB}"/>
              </a:ext>
            </a:extLst>
          </p:cNvPr>
          <p:cNvSpPr/>
          <p:nvPr/>
        </p:nvSpPr>
        <p:spPr>
          <a:xfrm>
            <a:off x="3722814" y="3178866"/>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4" name="Rectangle 53">
            <a:extLst>
              <a:ext uri="{FF2B5EF4-FFF2-40B4-BE49-F238E27FC236}">
                <a16:creationId xmlns:a16="http://schemas.microsoft.com/office/drawing/2014/main" id="{DD2F9EFA-B336-9B22-E827-B1CC213BBFF5}"/>
              </a:ext>
            </a:extLst>
          </p:cNvPr>
          <p:cNvSpPr/>
          <p:nvPr/>
        </p:nvSpPr>
        <p:spPr>
          <a:xfrm>
            <a:off x="1549347" y="3683261"/>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56" name="Rectangle 55">
            <a:extLst>
              <a:ext uri="{FF2B5EF4-FFF2-40B4-BE49-F238E27FC236}">
                <a16:creationId xmlns:a16="http://schemas.microsoft.com/office/drawing/2014/main" id="{33E28F6A-A4C2-0C29-AF1C-A22AE67A5225}"/>
              </a:ext>
            </a:extLst>
          </p:cNvPr>
          <p:cNvSpPr/>
          <p:nvPr/>
        </p:nvSpPr>
        <p:spPr>
          <a:xfrm>
            <a:off x="3722814" y="3683261"/>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5" name="Rectangle 34">
            <a:extLst>
              <a:ext uri="{FF2B5EF4-FFF2-40B4-BE49-F238E27FC236}">
                <a16:creationId xmlns:a16="http://schemas.microsoft.com/office/drawing/2014/main" id="{82EA07BF-F949-8661-05FA-E4143D7B636D}"/>
              </a:ext>
            </a:extLst>
          </p:cNvPr>
          <p:cNvSpPr/>
          <p:nvPr/>
        </p:nvSpPr>
        <p:spPr>
          <a:xfrm>
            <a:off x="2729933" y="4394644"/>
            <a:ext cx="910095" cy="358334"/>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Spillover percentage</a:t>
            </a:r>
          </a:p>
        </p:txBody>
      </p:sp>
      <p:sp>
        <p:nvSpPr>
          <p:cNvPr id="3137" name="Rectangle 3136">
            <a:extLst>
              <a:ext uri="{FF2B5EF4-FFF2-40B4-BE49-F238E27FC236}">
                <a16:creationId xmlns:a16="http://schemas.microsoft.com/office/drawing/2014/main" id="{8D93F539-68B6-36A2-3E2E-465B6531C7D7}"/>
              </a:ext>
            </a:extLst>
          </p:cNvPr>
          <p:cNvSpPr/>
          <p:nvPr/>
        </p:nvSpPr>
        <p:spPr>
          <a:xfrm>
            <a:off x="3859471" y="4395577"/>
            <a:ext cx="950075" cy="359822"/>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Spillover patients</a:t>
            </a:r>
          </a:p>
        </p:txBody>
      </p:sp>
      <p:sp>
        <p:nvSpPr>
          <p:cNvPr id="3143" name="Rectangle 3142">
            <a:extLst>
              <a:ext uri="{FF2B5EF4-FFF2-40B4-BE49-F238E27FC236}">
                <a16:creationId xmlns:a16="http://schemas.microsoft.com/office/drawing/2014/main" id="{1BFC12FE-43D7-CF04-29D6-3BE1122D12BA}"/>
              </a:ext>
            </a:extLst>
          </p:cNvPr>
          <p:cNvSpPr/>
          <p:nvPr/>
        </p:nvSpPr>
        <p:spPr>
          <a:xfrm>
            <a:off x="3652100" y="4481710"/>
            <a:ext cx="18630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44" name="Rectangle 3143">
            <a:extLst>
              <a:ext uri="{FF2B5EF4-FFF2-40B4-BE49-F238E27FC236}">
                <a16:creationId xmlns:a16="http://schemas.microsoft.com/office/drawing/2014/main" id="{74E935BD-9659-1F1B-3923-74C4A0DEAE7A}"/>
              </a:ext>
            </a:extLst>
          </p:cNvPr>
          <p:cNvSpPr/>
          <p:nvPr/>
        </p:nvSpPr>
        <p:spPr>
          <a:xfrm>
            <a:off x="1549347" y="4781534"/>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45" name="Rectangle 3144">
            <a:extLst>
              <a:ext uri="{FF2B5EF4-FFF2-40B4-BE49-F238E27FC236}">
                <a16:creationId xmlns:a16="http://schemas.microsoft.com/office/drawing/2014/main" id="{D5785548-CFFB-E2D9-19E1-E52A73297EE2}"/>
              </a:ext>
            </a:extLst>
          </p:cNvPr>
          <p:cNvSpPr/>
          <p:nvPr/>
        </p:nvSpPr>
        <p:spPr>
          <a:xfrm>
            <a:off x="4101599" y="4781534"/>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46" name="Rectangle 3145">
            <a:extLst>
              <a:ext uri="{FF2B5EF4-FFF2-40B4-BE49-F238E27FC236}">
                <a16:creationId xmlns:a16="http://schemas.microsoft.com/office/drawing/2014/main" id="{BA017C65-6A68-18A9-AFF0-44D213844335}"/>
              </a:ext>
            </a:extLst>
          </p:cNvPr>
          <p:cNvSpPr/>
          <p:nvPr/>
        </p:nvSpPr>
        <p:spPr>
          <a:xfrm>
            <a:off x="789053" y="4988519"/>
            <a:ext cx="4020494"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OC uptake percentage for PC</a:t>
            </a:r>
          </a:p>
        </p:txBody>
      </p:sp>
      <p:sp>
        <p:nvSpPr>
          <p:cNvPr id="3154" name="Rectangle 3153">
            <a:extLst>
              <a:ext uri="{FF2B5EF4-FFF2-40B4-BE49-F238E27FC236}">
                <a16:creationId xmlns:a16="http://schemas.microsoft.com/office/drawing/2014/main" id="{A5B39D14-2E26-7863-5666-B9CEF26B1034}"/>
              </a:ext>
            </a:extLst>
          </p:cNvPr>
          <p:cNvSpPr/>
          <p:nvPr/>
        </p:nvSpPr>
        <p:spPr>
          <a:xfrm>
            <a:off x="789053" y="5492916"/>
            <a:ext cx="4020494"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PC volume for OC</a:t>
            </a:r>
          </a:p>
        </p:txBody>
      </p:sp>
      <p:cxnSp>
        <p:nvCxnSpPr>
          <p:cNvPr id="3157" name="Straight Arrow Connector 3156">
            <a:extLst>
              <a:ext uri="{FF2B5EF4-FFF2-40B4-BE49-F238E27FC236}">
                <a16:creationId xmlns:a16="http://schemas.microsoft.com/office/drawing/2014/main" id="{C6FB0AB7-21CC-BEB6-57EB-B3600E43DC59}"/>
              </a:ext>
            </a:extLst>
          </p:cNvPr>
          <p:cNvCxnSpPr>
            <a:cxnSpLocks/>
          </p:cNvCxnSpPr>
          <p:nvPr/>
        </p:nvCxnSpPr>
        <p:spPr>
          <a:xfrm>
            <a:off x="1712566" y="4287430"/>
            <a:ext cx="0" cy="375129"/>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167" name="Rectangle 3166">
            <a:extLst>
              <a:ext uri="{FF2B5EF4-FFF2-40B4-BE49-F238E27FC236}">
                <a16:creationId xmlns:a16="http://schemas.microsoft.com/office/drawing/2014/main" id="{C277E2A6-759A-C802-C0CF-F4FC23ADE51B}"/>
              </a:ext>
            </a:extLst>
          </p:cNvPr>
          <p:cNvSpPr/>
          <p:nvPr/>
        </p:nvSpPr>
        <p:spPr>
          <a:xfrm>
            <a:off x="1549347" y="5790326"/>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52" name="Rectangle 3151">
            <a:extLst>
              <a:ext uri="{FF2B5EF4-FFF2-40B4-BE49-F238E27FC236}">
                <a16:creationId xmlns:a16="http://schemas.microsoft.com/office/drawing/2014/main" id="{A76AA492-12A4-2167-489C-036D08BE00A8}"/>
              </a:ext>
            </a:extLst>
          </p:cNvPr>
          <p:cNvSpPr/>
          <p:nvPr/>
        </p:nvSpPr>
        <p:spPr>
          <a:xfrm>
            <a:off x="2636081" y="6042525"/>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69" name="Rectangle 3168">
            <a:extLst>
              <a:ext uri="{FF2B5EF4-FFF2-40B4-BE49-F238E27FC236}">
                <a16:creationId xmlns:a16="http://schemas.microsoft.com/office/drawing/2014/main" id="{21C563FE-EB79-B706-9BF2-AEEC8C770D65}"/>
              </a:ext>
            </a:extLst>
          </p:cNvPr>
          <p:cNvSpPr/>
          <p:nvPr/>
        </p:nvSpPr>
        <p:spPr>
          <a:xfrm>
            <a:off x="789053" y="5997312"/>
            <a:ext cx="1856464"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Price per procedure</a:t>
            </a:r>
          </a:p>
        </p:txBody>
      </p:sp>
      <p:sp>
        <p:nvSpPr>
          <p:cNvPr id="3170" name="Rectangle 3169">
            <a:extLst>
              <a:ext uri="{FF2B5EF4-FFF2-40B4-BE49-F238E27FC236}">
                <a16:creationId xmlns:a16="http://schemas.microsoft.com/office/drawing/2014/main" id="{A3DE25F2-788B-3DFA-3CB7-C9E32820C947}"/>
              </a:ext>
            </a:extLst>
          </p:cNvPr>
          <p:cNvSpPr/>
          <p:nvPr/>
        </p:nvSpPr>
        <p:spPr>
          <a:xfrm>
            <a:off x="2953900" y="5997312"/>
            <a:ext cx="1856464" cy="271275"/>
          </a:xfrm>
          <a:prstGeom prst="rect">
            <a:avLst/>
          </a:prstGeom>
          <a:solidFill>
            <a:srgbClr val="04748A"/>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Total Revenue</a:t>
            </a:r>
          </a:p>
        </p:txBody>
      </p:sp>
      <p:sp>
        <p:nvSpPr>
          <p:cNvPr id="92" name="Rectangle 91">
            <a:extLst>
              <a:ext uri="{FF2B5EF4-FFF2-40B4-BE49-F238E27FC236}">
                <a16:creationId xmlns:a16="http://schemas.microsoft.com/office/drawing/2014/main" id="{565D06D0-0404-8D05-2313-71ACA78ED352}"/>
              </a:ext>
            </a:extLst>
          </p:cNvPr>
          <p:cNvSpPr/>
          <p:nvPr/>
        </p:nvSpPr>
        <p:spPr>
          <a:xfrm>
            <a:off x="2636081" y="5285930"/>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23" name="Rectangle 122">
            <a:extLst>
              <a:ext uri="{FF2B5EF4-FFF2-40B4-BE49-F238E27FC236}">
                <a16:creationId xmlns:a16="http://schemas.microsoft.com/office/drawing/2014/main" id="{249240AA-FF75-6594-A077-5446E83A83CC}"/>
              </a:ext>
            </a:extLst>
          </p:cNvPr>
          <p:cNvSpPr/>
          <p:nvPr/>
        </p:nvSpPr>
        <p:spPr>
          <a:xfrm>
            <a:off x="611665" y="1312479"/>
            <a:ext cx="4432454" cy="332751"/>
          </a:xfrm>
          <a:prstGeom prst="rect">
            <a:avLst/>
          </a:prstGeom>
          <a:solidFill>
            <a:srgbClr val="04748A"/>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Revenue from Prostate Cancer (PC) treatment</a:t>
            </a:r>
          </a:p>
        </p:txBody>
      </p:sp>
      <p:sp>
        <p:nvSpPr>
          <p:cNvPr id="18" name="Rectangle 17">
            <a:extLst>
              <a:ext uri="{FF2B5EF4-FFF2-40B4-BE49-F238E27FC236}">
                <a16:creationId xmlns:a16="http://schemas.microsoft.com/office/drawing/2014/main" id="{2BAA733B-2855-2C0A-F66E-029953006056}"/>
              </a:ext>
            </a:extLst>
          </p:cNvPr>
          <p:cNvSpPr/>
          <p:nvPr/>
        </p:nvSpPr>
        <p:spPr>
          <a:xfrm>
            <a:off x="5221507" y="1764204"/>
            <a:ext cx="4432454"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180" name="Rectangle 3179">
            <a:extLst>
              <a:ext uri="{FF2B5EF4-FFF2-40B4-BE49-F238E27FC236}">
                <a16:creationId xmlns:a16="http://schemas.microsoft.com/office/drawing/2014/main" id="{3A03FDF8-D651-76F6-E090-A67F0A4BD93A}"/>
              </a:ext>
            </a:extLst>
          </p:cNvPr>
          <p:cNvSpPr/>
          <p:nvPr/>
        </p:nvSpPr>
        <p:spPr>
          <a:xfrm>
            <a:off x="5448672" y="1872663"/>
            <a:ext cx="3987696"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Prevalent </a:t>
            </a:r>
            <a:r>
              <a:rPr lang="en-US" sz="1200">
                <a:solidFill>
                  <a:srgbClr val="000000"/>
                </a:solidFill>
                <a:latin typeface="Calibri" panose="020F0502020204030204" pitchFamily="34" charset="0"/>
                <a:cs typeface="Calibri" panose="020F0502020204030204" pitchFamily="34" charset="0"/>
              </a:rPr>
              <a:t>Benign Prostatic Hyperplasia (BPH)</a:t>
            </a:r>
            <a:r>
              <a:rPr lang="en-US" sz="1200">
                <a:solidFill>
                  <a:schemeClr val="tx1"/>
                </a:solidFill>
              </a:rPr>
              <a:t> cases in KSA</a:t>
            </a:r>
          </a:p>
        </p:txBody>
      </p:sp>
      <p:sp>
        <p:nvSpPr>
          <p:cNvPr id="3181" name="Rectangle 3180">
            <a:extLst>
              <a:ext uri="{FF2B5EF4-FFF2-40B4-BE49-F238E27FC236}">
                <a16:creationId xmlns:a16="http://schemas.microsoft.com/office/drawing/2014/main" id="{8106BABD-A301-7C31-6C3E-935BE525691F}"/>
              </a:ext>
            </a:extLst>
          </p:cNvPr>
          <p:cNvSpPr/>
          <p:nvPr/>
        </p:nvSpPr>
        <p:spPr>
          <a:xfrm>
            <a:off x="5448672" y="2378301"/>
            <a:ext cx="3987696"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Relevant Patient Base</a:t>
            </a:r>
          </a:p>
        </p:txBody>
      </p:sp>
      <p:sp>
        <p:nvSpPr>
          <p:cNvPr id="3182" name="Rectangle 3181">
            <a:extLst>
              <a:ext uri="{FF2B5EF4-FFF2-40B4-BE49-F238E27FC236}">
                <a16:creationId xmlns:a16="http://schemas.microsoft.com/office/drawing/2014/main" id="{3CD2164D-9E2F-8226-1A9F-1431F332A3A3}"/>
              </a:ext>
            </a:extLst>
          </p:cNvPr>
          <p:cNvSpPr/>
          <p:nvPr/>
        </p:nvSpPr>
        <p:spPr>
          <a:xfrm>
            <a:off x="7280634" y="2170694"/>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83" name="Rectangle 3182">
            <a:extLst>
              <a:ext uri="{FF2B5EF4-FFF2-40B4-BE49-F238E27FC236}">
                <a16:creationId xmlns:a16="http://schemas.microsoft.com/office/drawing/2014/main" id="{DE66AECF-96D5-4F4B-1BA3-FA6F0B800D7B}"/>
              </a:ext>
            </a:extLst>
          </p:cNvPr>
          <p:cNvSpPr/>
          <p:nvPr/>
        </p:nvSpPr>
        <p:spPr>
          <a:xfrm>
            <a:off x="7280634" y="2676332"/>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84" name="Rectangle 3183">
            <a:extLst>
              <a:ext uri="{FF2B5EF4-FFF2-40B4-BE49-F238E27FC236}">
                <a16:creationId xmlns:a16="http://schemas.microsoft.com/office/drawing/2014/main" id="{838D50B9-3A41-3F51-6180-C249E969AD23}"/>
              </a:ext>
            </a:extLst>
          </p:cNvPr>
          <p:cNvSpPr/>
          <p:nvPr/>
        </p:nvSpPr>
        <p:spPr>
          <a:xfrm>
            <a:off x="5448672" y="2883940"/>
            <a:ext cx="3987696"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Relevant patient volume for focal therapies</a:t>
            </a:r>
          </a:p>
        </p:txBody>
      </p:sp>
      <p:sp>
        <p:nvSpPr>
          <p:cNvPr id="3186" name="Rectangle 3185">
            <a:extLst>
              <a:ext uri="{FF2B5EF4-FFF2-40B4-BE49-F238E27FC236}">
                <a16:creationId xmlns:a16="http://schemas.microsoft.com/office/drawing/2014/main" id="{3748FD9B-A89E-2F09-EF99-4E24D1F0C414}"/>
              </a:ext>
            </a:extLst>
          </p:cNvPr>
          <p:cNvSpPr/>
          <p:nvPr/>
        </p:nvSpPr>
        <p:spPr>
          <a:xfrm>
            <a:off x="5448673" y="3895216"/>
            <a:ext cx="1831962"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Relevant patients - Riyadh</a:t>
            </a:r>
          </a:p>
        </p:txBody>
      </p:sp>
      <p:sp>
        <p:nvSpPr>
          <p:cNvPr id="3191" name="Rectangle 3190">
            <a:extLst>
              <a:ext uri="{FF2B5EF4-FFF2-40B4-BE49-F238E27FC236}">
                <a16:creationId xmlns:a16="http://schemas.microsoft.com/office/drawing/2014/main" id="{0A0D3507-2C93-A85B-8CF9-079E663DD563}"/>
              </a:ext>
            </a:extLst>
          </p:cNvPr>
          <p:cNvSpPr/>
          <p:nvPr/>
        </p:nvSpPr>
        <p:spPr>
          <a:xfrm>
            <a:off x="5448673" y="3389577"/>
            <a:ext cx="1831962"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in Riyadh</a:t>
            </a:r>
          </a:p>
        </p:txBody>
      </p:sp>
      <p:sp>
        <p:nvSpPr>
          <p:cNvPr id="3196" name="Rectangle 3195">
            <a:extLst>
              <a:ext uri="{FF2B5EF4-FFF2-40B4-BE49-F238E27FC236}">
                <a16:creationId xmlns:a16="http://schemas.microsoft.com/office/drawing/2014/main" id="{6E489E08-3502-3CEC-962C-7D0D7E3D335D}"/>
              </a:ext>
            </a:extLst>
          </p:cNvPr>
          <p:cNvSpPr/>
          <p:nvPr/>
        </p:nvSpPr>
        <p:spPr>
          <a:xfrm>
            <a:off x="7383566" y="3389577"/>
            <a:ext cx="2052802"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in other cities</a:t>
            </a:r>
          </a:p>
        </p:txBody>
      </p:sp>
      <p:sp>
        <p:nvSpPr>
          <p:cNvPr id="3198" name="Rectangle 3197">
            <a:extLst>
              <a:ext uri="{FF2B5EF4-FFF2-40B4-BE49-F238E27FC236}">
                <a16:creationId xmlns:a16="http://schemas.microsoft.com/office/drawing/2014/main" id="{87E18E0D-EBF5-B208-BF6F-18189FF5DA16}"/>
              </a:ext>
            </a:extLst>
          </p:cNvPr>
          <p:cNvSpPr/>
          <p:nvPr/>
        </p:nvSpPr>
        <p:spPr>
          <a:xfrm>
            <a:off x="6202764" y="3181971"/>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99" name="Rectangle 3198">
            <a:extLst>
              <a:ext uri="{FF2B5EF4-FFF2-40B4-BE49-F238E27FC236}">
                <a16:creationId xmlns:a16="http://schemas.microsoft.com/office/drawing/2014/main" id="{3716363C-D904-D7B7-15B9-EF29439346C6}"/>
              </a:ext>
            </a:extLst>
          </p:cNvPr>
          <p:cNvSpPr/>
          <p:nvPr/>
        </p:nvSpPr>
        <p:spPr>
          <a:xfrm>
            <a:off x="8358500" y="3181971"/>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66" name="Rectangle 65">
            <a:extLst>
              <a:ext uri="{FF2B5EF4-FFF2-40B4-BE49-F238E27FC236}">
                <a16:creationId xmlns:a16="http://schemas.microsoft.com/office/drawing/2014/main" id="{157FF075-04E6-E9F1-0E78-51087808A5B0}"/>
              </a:ext>
            </a:extLst>
          </p:cNvPr>
          <p:cNvSpPr/>
          <p:nvPr/>
        </p:nvSpPr>
        <p:spPr>
          <a:xfrm>
            <a:off x="6202764" y="3687609"/>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67" name="Rectangle 66">
            <a:extLst>
              <a:ext uri="{FF2B5EF4-FFF2-40B4-BE49-F238E27FC236}">
                <a16:creationId xmlns:a16="http://schemas.microsoft.com/office/drawing/2014/main" id="{3DC6FE53-9439-C1A9-1591-1E87A3F3ED76}"/>
              </a:ext>
            </a:extLst>
          </p:cNvPr>
          <p:cNvSpPr/>
          <p:nvPr/>
        </p:nvSpPr>
        <p:spPr>
          <a:xfrm>
            <a:off x="8358500" y="3687609"/>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00" name="Rectangle 99">
            <a:extLst>
              <a:ext uri="{FF2B5EF4-FFF2-40B4-BE49-F238E27FC236}">
                <a16:creationId xmlns:a16="http://schemas.microsoft.com/office/drawing/2014/main" id="{CE7AE3A0-85A4-57ED-7B12-857FFC4F9949}"/>
              </a:ext>
            </a:extLst>
          </p:cNvPr>
          <p:cNvSpPr/>
          <p:nvPr/>
        </p:nvSpPr>
        <p:spPr>
          <a:xfrm>
            <a:off x="7678296" y="4187658"/>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02" name="Rectangle 101">
            <a:extLst>
              <a:ext uri="{FF2B5EF4-FFF2-40B4-BE49-F238E27FC236}">
                <a16:creationId xmlns:a16="http://schemas.microsoft.com/office/drawing/2014/main" id="{4F07E282-7A27-3B82-1651-5B71491042D3}"/>
              </a:ext>
            </a:extLst>
          </p:cNvPr>
          <p:cNvSpPr/>
          <p:nvPr/>
        </p:nvSpPr>
        <p:spPr>
          <a:xfrm>
            <a:off x="7388442" y="4394644"/>
            <a:ext cx="903483" cy="358333"/>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ysClr val="windowText" lastClr="000000"/>
                </a:solidFill>
              </a:rPr>
              <a:t>Spillover percentage</a:t>
            </a:r>
          </a:p>
        </p:txBody>
      </p:sp>
      <p:sp>
        <p:nvSpPr>
          <p:cNvPr id="103" name="Rectangle 102">
            <a:extLst>
              <a:ext uri="{FF2B5EF4-FFF2-40B4-BE49-F238E27FC236}">
                <a16:creationId xmlns:a16="http://schemas.microsoft.com/office/drawing/2014/main" id="{6A1075C6-B705-791E-C75E-2702EF01D941}"/>
              </a:ext>
            </a:extLst>
          </p:cNvPr>
          <p:cNvSpPr/>
          <p:nvPr/>
        </p:nvSpPr>
        <p:spPr>
          <a:xfrm>
            <a:off x="8511637" y="4395577"/>
            <a:ext cx="924731" cy="359821"/>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Spillover patients</a:t>
            </a:r>
          </a:p>
        </p:txBody>
      </p:sp>
      <p:sp>
        <p:nvSpPr>
          <p:cNvPr id="104" name="Rectangle 103">
            <a:extLst>
              <a:ext uri="{FF2B5EF4-FFF2-40B4-BE49-F238E27FC236}">
                <a16:creationId xmlns:a16="http://schemas.microsoft.com/office/drawing/2014/main" id="{93E99BAC-C285-F5E7-AB1B-34F1255703B6}"/>
              </a:ext>
            </a:extLst>
          </p:cNvPr>
          <p:cNvSpPr/>
          <p:nvPr/>
        </p:nvSpPr>
        <p:spPr>
          <a:xfrm>
            <a:off x="8305955" y="4481710"/>
            <a:ext cx="18478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05" name="Rectangle 104">
            <a:extLst>
              <a:ext uri="{FF2B5EF4-FFF2-40B4-BE49-F238E27FC236}">
                <a16:creationId xmlns:a16="http://schemas.microsoft.com/office/drawing/2014/main" id="{A149724B-DEC2-98CE-AD91-D9262BC654CA}"/>
              </a:ext>
            </a:extLst>
          </p:cNvPr>
          <p:cNvSpPr/>
          <p:nvPr/>
        </p:nvSpPr>
        <p:spPr>
          <a:xfrm>
            <a:off x="6202764" y="4781534"/>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06" name="Rectangle 105">
            <a:extLst>
              <a:ext uri="{FF2B5EF4-FFF2-40B4-BE49-F238E27FC236}">
                <a16:creationId xmlns:a16="http://schemas.microsoft.com/office/drawing/2014/main" id="{767DD526-FBB1-972A-0DAE-8DC79CDE4015}"/>
              </a:ext>
            </a:extLst>
          </p:cNvPr>
          <p:cNvSpPr/>
          <p:nvPr/>
        </p:nvSpPr>
        <p:spPr>
          <a:xfrm>
            <a:off x="8812115" y="4781534"/>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07" name="Rectangle 106">
            <a:extLst>
              <a:ext uri="{FF2B5EF4-FFF2-40B4-BE49-F238E27FC236}">
                <a16:creationId xmlns:a16="http://schemas.microsoft.com/office/drawing/2014/main" id="{0778C5C5-1D69-E10F-FED5-3B8338D8E7DD}"/>
              </a:ext>
            </a:extLst>
          </p:cNvPr>
          <p:cNvSpPr/>
          <p:nvPr/>
        </p:nvSpPr>
        <p:spPr>
          <a:xfrm>
            <a:off x="5448672" y="4988520"/>
            <a:ext cx="3987696"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OC uptake percentage for BPH</a:t>
            </a:r>
          </a:p>
        </p:txBody>
      </p:sp>
      <p:sp>
        <p:nvSpPr>
          <p:cNvPr id="108" name="Rectangle 107">
            <a:extLst>
              <a:ext uri="{FF2B5EF4-FFF2-40B4-BE49-F238E27FC236}">
                <a16:creationId xmlns:a16="http://schemas.microsoft.com/office/drawing/2014/main" id="{1B81CF2B-4C84-E86D-6B53-6C64CEA002B7}"/>
              </a:ext>
            </a:extLst>
          </p:cNvPr>
          <p:cNvSpPr/>
          <p:nvPr/>
        </p:nvSpPr>
        <p:spPr>
          <a:xfrm>
            <a:off x="5448672" y="5492916"/>
            <a:ext cx="3987696"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BPH volume for OC</a:t>
            </a:r>
          </a:p>
        </p:txBody>
      </p:sp>
      <p:cxnSp>
        <p:nvCxnSpPr>
          <p:cNvPr id="109" name="Straight Arrow Connector 108">
            <a:extLst>
              <a:ext uri="{FF2B5EF4-FFF2-40B4-BE49-F238E27FC236}">
                <a16:creationId xmlns:a16="http://schemas.microsoft.com/office/drawing/2014/main" id="{50A5947F-332F-AE16-E322-B9145713445C}"/>
              </a:ext>
            </a:extLst>
          </p:cNvPr>
          <p:cNvCxnSpPr>
            <a:cxnSpLocks/>
          </p:cNvCxnSpPr>
          <p:nvPr/>
        </p:nvCxnSpPr>
        <p:spPr>
          <a:xfrm>
            <a:off x="6364652" y="4287430"/>
            <a:ext cx="0" cy="375129"/>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10" name="Rectangle 109">
            <a:extLst>
              <a:ext uri="{FF2B5EF4-FFF2-40B4-BE49-F238E27FC236}">
                <a16:creationId xmlns:a16="http://schemas.microsoft.com/office/drawing/2014/main" id="{996F44B8-A0C1-D1E0-6F17-B8C2CA115034}"/>
              </a:ext>
            </a:extLst>
          </p:cNvPr>
          <p:cNvSpPr/>
          <p:nvPr/>
        </p:nvSpPr>
        <p:spPr>
          <a:xfrm>
            <a:off x="6202764" y="5790327"/>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12" name="Rectangle 111">
            <a:extLst>
              <a:ext uri="{FF2B5EF4-FFF2-40B4-BE49-F238E27FC236}">
                <a16:creationId xmlns:a16="http://schemas.microsoft.com/office/drawing/2014/main" id="{06969666-73AC-29F6-7F56-21E301E4E6D5}"/>
              </a:ext>
            </a:extLst>
          </p:cNvPr>
          <p:cNvSpPr/>
          <p:nvPr/>
        </p:nvSpPr>
        <p:spPr>
          <a:xfrm>
            <a:off x="7280634" y="6042526"/>
            <a:ext cx="323775"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13" name="Rectangle 112">
            <a:extLst>
              <a:ext uri="{FF2B5EF4-FFF2-40B4-BE49-F238E27FC236}">
                <a16:creationId xmlns:a16="http://schemas.microsoft.com/office/drawing/2014/main" id="{EBECA927-5ADA-B464-F232-447FD473611F}"/>
              </a:ext>
            </a:extLst>
          </p:cNvPr>
          <p:cNvSpPr/>
          <p:nvPr/>
        </p:nvSpPr>
        <p:spPr>
          <a:xfrm>
            <a:off x="5448673" y="5997313"/>
            <a:ext cx="1841321" cy="271275"/>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Price per procedure</a:t>
            </a:r>
          </a:p>
        </p:txBody>
      </p:sp>
      <p:sp>
        <p:nvSpPr>
          <p:cNvPr id="114" name="Rectangle 113">
            <a:extLst>
              <a:ext uri="{FF2B5EF4-FFF2-40B4-BE49-F238E27FC236}">
                <a16:creationId xmlns:a16="http://schemas.microsoft.com/office/drawing/2014/main" id="{70634B7E-F692-A3D6-D8AD-3735450B268D}"/>
              </a:ext>
            </a:extLst>
          </p:cNvPr>
          <p:cNvSpPr/>
          <p:nvPr/>
        </p:nvSpPr>
        <p:spPr>
          <a:xfrm>
            <a:off x="7595047" y="5997313"/>
            <a:ext cx="1841321" cy="271275"/>
          </a:xfrm>
          <a:prstGeom prst="rect">
            <a:avLst/>
          </a:prstGeom>
          <a:solidFill>
            <a:srgbClr val="04748A"/>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Total Revenue</a:t>
            </a:r>
          </a:p>
        </p:txBody>
      </p:sp>
      <p:sp>
        <p:nvSpPr>
          <p:cNvPr id="115" name="Rectangle 114">
            <a:extLst>
              <a:ext uri="{FF2B5EF4-FFF2-40B4-BE49-F238E27FC236}">
                <a16:creationId xmlns:a16="http://schemas.microsoft.com/office/drawing/2014/main" id="{AC8A45A3-FED7-56B4-BDAC-3DB178125802}"/>
              </a:ext>
            </a:extLst>
          </p:cNvPr>
          <p:cNvSpPr/>
          <p:nvPr/>
        </p:nvSpPr>
        <p:spPr>
          <a:xfrm>
            <a:off x="7280634" y="5285930"/>
            <a:ext cx="323774"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21" name="Rectangle 120">
            <a:extLst>
              <a:ext uri="{FF2B5EF4-FFF2-40B4-BE49-F238E27FC236}">
                <a16:creationId xmlns:a16="http://schemas.microsoft.com/office/drawing/2014/main" id="{E049AD17-60F3-B26F-FF28-9F7F788D58B9}"/>
              </a:ext>
            </a:extLst>
          </p:cNvPr>
          <p:cNvSpPr/>
          <p:nvPr/>
        </p:nvSpPr>
        <p:spPr>
          <a:xfrm>
            <a:off x="7387090" y="3890247"/>
            <a:ext cx="2069685" cy="271275"/>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Relevant patients - other cities</a:t>
            </a:r>
          </a:p>
        </p:txBody>
      </p:sp>
      <p:sp>
        <p:nvSpPr>
          <p:cNvPr id="124" name="Rectangle 123">
            <a:extLst>
              <a:ext uri="{FF2B5EF4-FFF2-40B4-BE49-F238E27FC236}">
                <a16:creationId xmlns:a16="http://schemas.microsoft.com/office/drawing/2014/main" id="{7BA47304-EDA1-BBF2-0B0D-9BE98AB700CC}"/>
              </a:ext>
            </a:extLst>
          </p:cNvPr>
          <p:cNvSpPr/>
          <p:nvPr/>
        </p:nvSpPr>
        <p:spPr>
          <a:xfrm>
            <a:off x="5221507" y="1312479"/>
            <a:ext cx="4432454" cy="332751"/>
          </a:xfrm>
          <a:prstGeom prst="rect">
            <a:avLst/>
          </a:prstGeom>
          <a:solidFill>
            <a:srgbClr val="04748A"/>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Revenue from Benign Prostatic Hyperplasia (BPH) treatment</a:t>
            </a:r>
          </a:p>
        </p:txBody>
      </p:sp>
      <p:sp>
        <p:nvSpPr>
          <p:cNvPr id="125" name="Rectangle 124">
            <a:extLst>
              <a:ext uri="{FF2B5EF4-FFF2-40B4-BE49-F238E27FC236}">
                <a16:creationId xmlns:a16="http://schemas.microsoft.com/office/drawing/2014/main" id="{90766338-EDFE-643B-B60B-452EFD0375EE}"/>
              </a:ext>
            </a:extLst>
          </p:cNvPr>
          <p:cNvSpPr/>
          <p:nvPr/>
        </p:nvSpPr>
        <p:spPr>
          <a:xfrm>
            <a:off x="9831349" y="1312479"/>
            <a:ext cx="1849668" cy="332751"/>
          </a:xfrm>
          <a:prstGeom prst="rect">
            <a:avLst/>
          </a:prstGeom>
          <a:solidFill>
            <a:srgbClr val="04748A"/>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Adjacent Revenue</a:t>
            </a:r>
          </a:p>
        </p:txBody>
      </p:sp>
      <p:sp>
        <p:nvSpPr>
          <p:cNvPr id="81" name="Line 15">
            <a:extLst>
              <a:ext uri="{FF2B5EF4-FFF2-40B4-BE49-F238E27FC236}">
                <a16:creationId xmlns:a16="http://schemas.microsoft.com/office/drawing/2014/main" id="{81657C52-D173-24BB-BA17-A9C9FA621E0B}"/>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276073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6C99DA-8075-24FD-DE69-C0D59046F399}"/>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19CC7850-A52A-5AD2-CADD-3DB05BEAE965}"/>
              </a:ext>
            </a:extLst>
          </p:cNvPr>
          <p:cNvGraphicFramePr>
            <a:graphicFrameLocks/>
          </p:cNvGraphicFramePr>
          <p:nvPr>
            <p:custDataLst>
              <p:tags r:id="rId1"/>
            </p:custDataLst>
            <p:extLst>
              <p:ext uri="{D42A27DB-BD31-4B8C-83A1-F6EECF244321}">
                <p14:modId xmlns:p14="http://schemas.microsoft.com/office/powerpoint/2010/main" val="12773885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306" imgH="306" progId="TCLayout.ActiveDocument.1">
                  <p:embed/>
                </p:oleObj>
              </mc:Choice>
              <mc:Fallback>
                <p:oleObj name="think-cell Slide" r:id="rId7" imgW="306" imgH="306" progId="TCLayout.ActiveDocument.1">
                  <p:embed/>
                  <p:pic>
                    <p:nvPicPr>
                      <p:cNvPr id="9" name="Object 8" hidden="1">
                        <a:extLst>
                          <a:ext uri="{FF2B5EF4-FFF2-40B4-BE49-F238E27FC236}">
                            <a16:creationId xmlns:a16="http://schemas.microsoft.com/office/drawing/2014/main" id="{19CC7850-A52A-5AD2-CADD-3DB05BEAE965}"/>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CCEE34C0-8019-F245-0587-0411A87647BF}"/>
              </a:ext>
            </a:extLst>
          </p:cNvPr>
          <p:cNvSpPr>
            <a:spLocks noGrp="1"/>
          </p:cNvSpPr>
          <p:nvPr>
            <p:ph type="sldNum" sz="quarter" idx="12"/>
          </p:nvPr>
        </p:nvSpPr>
        <p:spPr/>
        <p:txBody>
          <a:bodyPr/>
          <a:lstStyle/>
          <a:p>
            <a:fld id="{8E1CF2E5-4A16-4FBD-9713-265FD1DAAE65}" type="slidenum">
              <a:rPr lang="en-US" smtClean="0"/>
              <a:t>60</a:t>
            </a:fld>
            <a:endParaRPr lang="en-US"/>
          </a:p>
        </p:txBody>
      </p:sp>
      <p:grpSp>
        <p:nvGrpSpPr>
          <p:cNvPr id="126" name="Group 125">
            <a:extLst>
              <a:ext uri="{FF2B5EF4-FFF2-40B4-BE49-F238E27FC236}">
                <a16:creationId xmlns:a16="http://schemas.microsoft.com/office/drawing/2014/main" id="{02714F85-ED7E-5497-B177-7BDD3A41AD98}"/>
              </a:ext>
            </a:extLst>
          </p:cNvPr>
          <p:cNvGrpSpPr/>
          <p:nvPr/>
        </p:nvGrpSpPr>
        <p:grpSpPr>
          <a:xfrm>
            <a:off x="-897410" y="279546"/>
            <a:ext cx="338328" cy="3872943"/>
            <a:chOff x="-460920" y="279546"/>
            <a:chExt cx="338328" cy="3872943"/>
          </a:xfrm>
        </p:grpSpPr>
        <p:sp>
          <p:nvSpPr>
            <p:cNvPr id="127" name="Google Shape;139;p2">
              <a:extLst>
                <a:ext uri="{FF2B5EF4-FFF2-40B4-BE49-F238E27FC236}">
                  <a16:creationId xmlns:a16="http://schemas.microsoft.com/office/drawing/2014/main" id="{393C0C6E-D641-52FD-798B-16B60FB66818}"/>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28" name="Google Shape;140;p2">
              <a:extLst>
                <a:ext uri="{FF2B5EF4-FFF2-40B4-BE49-F238E27FC236}">
                  <a16:creationId xmlns:a16="http://schemas.microsoft.com/office/drawing/2014/main" id="{2ACC5FE2-DBC2-590E-8FE6-285536A89B37}"/>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29" name="Google Shape;141;p2">
              <a:extLst>
                <a:ext uri="{FF2B5EF4-FFF2-40B4-BE49-F238E27FC236}">
                  <a16:creationId xmlns:a16="http://schemas.microsoft.com/office/drawing/2014/main" id="{385E444A-3700-5948-CB5D-D82E78748F48}"/>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0" name="Google Shape;142;p2">
              <a:extLst>
                <a:ext uri="{FF2B5EF4-FFF2-40B4-BE49-F238E27FC236}">
                  <a16:creationId xmlns:a16="http://schemas.microsoft.com/office/drawing/2014/main" id="{1831FDAD-6D43-DD82-0C73-405D97527C0C}"/>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1" name="Google Shape;143;p2">
              <a:extLst>
                <a:ext uri="{FF2B5EF4-FFF2-40B4-BE49-F238E27FC236}">
                  <a16:creationId xmlns:a16="http://schemas.microsoft.com/office/drawing/2014/main" id="{EB0BD2A0-988C-9C4E-181C-993DA3E2C496}"/>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2" name="Google Shape;147;p2">
              <a:extLst>
                <a:ext uri="{FF2B5EF4-FFF2-40B4-BE49-F238E27FC236}">
                  <a16:creationId xmlns:a16="http://schemas.microsoft.com/office/drawing/2014/main" id="{EF73E6CC-3099-75B2-37DF-C7314B4BB9F9}"/>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3" name="Google Shape;151;p2">
              <a:extLst>
                <a:ext uri="{FF2B5EF4-FFF2-40B4-BE49-F238E27FC236}">
                  <a16:creationId xmlns:a16="http://schemas.microsoft.com/office/drawing/2014/main" id="{AB6B646F-3F09-D3F0-8799-4C9554D6557A}"/>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134" name="Google Shape;147;p2">
              <a:extLst>
                <a:ext uri="{FF2B5EF4-FFF2-40B4-BE49-F238E27FC236}">
                  <a16:creationId xmlns:a16="http://schemas.microsoft.com/office/drawing/2014/main" id="{BD1BC74E-0F1C-9143-FC19-6E5275D6F9DD}"/>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8" name="Line 15">
            <a:extLst>
              <a:ext uri="{FF2B5EF4-FFF2-40B4-BE49-F238E27FC236}">
                <a16:creationId xmlns:a16="http://schemas.microsoft.com/office/drawing/2014/main" id="{47369850-967C-7441-FA56-CB29BBBA4B33}"/>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2. Slide Title">
            <a:extLst>
              <a:ext uri="{FF2B5EF4-FFF2-40B4-BE49-F238E27FC236}">
                <a16:creationId xmlns:a16="http://schemas.microsoft.com/office/drawing/2014/main" id="{BEC8BC17-348D-3DE2-6ADA-4BD8D6BAB4A2}"/>
              </a:ext>
            </a:extLst>
          </p:cNvPr>
          <p:cNvSpPr txBox="1">
            <a:spLocks/>
          </p:cNvSpPr>
          <p:nvPr>
            <p:custDataLst>
              <p:tags r:id="rId3"/>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dirty="0">
                <a:solidFill>
                  <a:srgbClr val="0A0A0A"/>
                </a:solidFill>
                <a:latin typeface="Georgia" panose="02040502050405020303" pitchFamily="18" charset="0"/>
                <a:cs typeface="Arial" panose="020B0604020202020204" pitchFamily="34" charset="0"/>
              </a:rPr>
              <a:t>B2B Specialty Pharma</a:t>
            </a:r>
            <a:r>
              <a:rPr lang="en-US" sz="2600" b="0" dirty="0">
                <a:solidFill>
                  <a:srgbClr val="0A0A0A"/>
                </a:solidFill>
                <a:latin typeface="Georgia" panose="02040502050405020303" pitchFamily="18" charset="0"/>
                <a:cs typeface="Arial" panose="020B0604020202020204" pitchFamily="34" charset="0"/>
              </a:rPr>
              <a:t> - Schematic</a:t>
            </a:r>
            <a:endParaRPr lang="en-US" sz="2600" dirty="0">
              <a:solidFill>
                <a:srgbClr val="0A0A0A"/>
              </a:solidFill>
              <a:latin typeface="Georgia" panose="02040502050405020303" pitchFamily="18" charset="0"/>
              <a:cs typeface="Arial" panose="020B0604020202020204" pitchFamily="34" charset="0"/>
            </a:endParaRPr>
          </a:p>
        </p:txBody>
      </p:sp>
      <p:sp>
        <p:nvSpPr>
          <p:cNvPr id="2" name="Rectangle 1">
            <a:extLst>
              <a:ext uri="{FF2B5EF4-FFF2-40B4-BE49-F238E27FC236}">
                <a16:creationId xmlns:a16="http://schemas.microsoft.com/office/drawing/2014/main" id="{BC671A22-DEBD-76E5-C4E6-7A99495E5CEB}"/>
              </a:ext>
            </a:extLst>
          </p:cNvPr>
          <p:cNvSpPr/>
          <p:nvPr/>
        </p:nvSpPr>
        <p:spPr>
          <a:xfrm>
            <a:off x="425895" y="1289436"/>
            <a:ext cx="9236068" cy="36576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Intravenous (IV) Hydration market size in KSA</a:t>
            </a:r>
          </a:p>
        </p:txBody>
      </p:sp>
      <p:sp>
        <p:nvSpPr>
          <p:cNvPr id="11" name="Rectangle 10">
            <a:extLst>
              <a:ext uri="{FF2B5EF4-FFF2-40B4-BE49-F238E27FC236}">
                <a16:creationId xmlns:a16="http://schemas.microsoft.com/office/drawing/2014/main" id="{86330C73-86DC-663D-10FC-0769806A13EF}"/>
              </a:ext>
            </a:extLst>
          </p:cNvPr>
          <p:cNvSpPr/>
          <p:nvPr/>
        </p:nvSpPr>
        <p:spPr>
          <a:xfrm>
            <a:off x="1554370" y="1680886"/>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21" name="Rectangle 20">
            <a:extLst>
              <a:ext uri="{FF2B5EF4-FFF2-40B4-BE49-F238E27FC236}">
                <a16:creationId xmlns:a16="http://schemas.microsoft.com/office/drawing/2014/main" id="{6F0CED5E-A05B-5830-661C-AE873FB0CAA1}"/>
              </a:ext>
            </a:extLst>
          </p:cNvPr>
          <p:cNvSpPr/>
          <p:nvPr/>
        </p:nvSpPr>
        <p:spPr>
          <a:xfrm>
            <a:off x="4880709" y="2330589"/>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28" name="Rectangle 27">
            <a:extLst>
              <a:ext uri="{FF2B5EF4-FFF2-40B4-BE49-F238E27FC236}">
                <a16:creationId xmlns:a16="http://schemas.microsoft.com/office/drawing/2014/main" id="{0D7434BC-0CE6-7B1E-6DAC-ECEA217884D1}"/>
              </a:ext>
            </a:extLst>
          </p:cNvPr>
          <p:cNvSpPr/>
          <p:nvPr/>
        </p:nvSpPr>
        <p:spPr>
          <a:xfrm>
            <a:off x="425894" y="2537129"/>
            <a:ext cx="9236067" cy="36576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IV therapy sessions in Riyadh</a:t>
            </a:r>
          </a:p>
        </p:txBody>
      </p:sp>
      <p:sp>
        <p:nvSpPr>
          <p:cNvPr id="32" name="Rectangle 31">
            <a:extLst>
              <a:ext uri="{FF2B5EF4-FFF2-40B4-BE49-F238E27FC236}">
                <a16:creationId xmlns:a16="http://schemas.microsoft.com/office/drawing/2014/main" id="{153BC0F2-F947-1A0F-B900-F723AB2CE73D}"/>
              </a:ext>
            </a:extLst>
          </p:cNvPr>
          <p:cNvSpPr/>
          <p:nvPr/>
        </p:nvSpPr>
        <p:spPr>
          <a:xfrm>
            <a:off x="4880709" y="2928579"/>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grpSp>
        <p:nvGrpSpPr>
          <p:cNvPr id="110" name="Group 109">
            <a:extLst>
              <a:ext uri="{FF2B5EF4-FFF2-40B4-BE49-F238E27FC236}">
                <a16:creationId xmlns:a16="http://schemas.microsoft.com/office/drawing/2014/main" id="{94B75D50-7675-6144-A654-8F08674C0D77}"/>
              </a:ext>
            </a:extLst>
          </p:cNvPr>
          <p:cNvGrpSpPr/>
          <p:nvPr/>
        </p:nvGrpSpPr>
        <p:grpSpPr>
          <a:xfrm>
            <a:off x="300599" y="3135119"/>
            <a:ext cx="9456837" cy="1958324"/>
            <a:chOff x="300599" y="3153427"/>
            <a:chExt cx="9456837" cy="1958324"/>
          </a:xfrm>
        </p:grpSpPr>
        <p:sp>
          <p:nvSpPr>
            <p:cNvPr id="81" name="Rectangle 80">
              <a:extLst>
                <a:ext uri="{FF2B5EF4-FFF2-40B4-BE49-F238E27FC236}">
                  <a16:creationId xmlns:a16="http://schemas.microsoft.com/office/drawing/2014/main" id="{ED6F78B8-1F0D-BDE6-49E6-0AF4DE89BDFF}"/>
                </a:ext>
              </a:extLst>
            </p:cNvPr>
            <p:cNvSpPr/>
            <p:nvPr/>
          </p:nvSpPr>
          <p:spPr>
            <a:xfrm>
              <a:off x="300599" y="3153428"/>
              <a:ext cx="2792627" cy="195832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200">
                <a:solidFill>
                  <a:srgbClr val="FFFFFF"/>
                </a:solidFill>
                <a:latin typeface="Calibri" panose="020F0502020204030204"/>
              </a:endParaRPr>
            </a:p>
          </p:txBody>
        </p:sp>
        <p:sp>
          <p:nvSpPr>
            <p:cNvPr id="82" name="Rectangle 81">
              <a:extLst>
                <a:ext uri="{FF2B5EF4-FFF2-40B4-BE49-F238E27FC236}">
                  <a16:creationId xmlns:a16="http://schemas.microsoft.com/office/drawing/2014/main" id="{788143A1-30F3-695D-CAD8-4CAC6D5F11A2}"/>
                </a:ext>
              </a:extLst>
            </p:cNvPr>
            <p:cNvSpPr/>
            <p:nvPr/>
          </p:nvSpPr>
          <p:spPr>
            <a:xfrm>
              <a:off x="3626936" y="3153427"/>
              <a:ext cx="2792627" cy="195832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200">
                <a:solidFill>
                  <a:srgbClr val="FFFFFF"/>
                </a:solidFill>
                <a:latin typeface="Calibri" panose="020F0502020204030204"/>
              </a:endParaRPr>
            </a:p>
          </p:txBody>
        </p:sp>
        <p:sp>
          <p:nvSpPr>
            <p:cNvPr id="83" name="Rectangle 82">
              <a:extLst>
                <a:ext uri="{FF2B5EF4-FFF2-40B4-BE49-F238E27FC236}">
                  <a16:creationId xmlns:a16="http://schemas.microsoft.com/office/drawing/2014/main" id="{7F3C90DA-16E8-6524-848C-B08D893F6F2D}"/>
                </a:ext>
              </a:extLst>
            </p:cNvPr>
            <p:cNvSpPr/>
            <p:nvPr/>
          </p:nvSpPr>
          <p:spPr>
            <a:xfrm>
              <a:off x="6964809" y="3153428"/>
              <a:ext cx="2792627" cy="195832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200">
                <a:solidFill>
                  <a:srgbClr val="FFFFFF"/>
                </a:solidFill>
                <a:latin typeface="Calibri" panose="020F0502020204030204"/>
              </a:endParaRPr>
            </a:p>
          </p:txBody>
        </p:sp>
        <p:grpSp>
          <p:nvGrpSpPr>
            <p:cNvPr id="99" name="Group 98">
              <a:extLst>
                <a:ext uri="{FF2B5EF4-FFF2-40B4-BE49-F238E27FC236}">
                  <a16:creationId xmlns:a16="http://schemas.microsoft.com/office/drawing/2014/main" id="{BCCBA981-0108-FE20-B2B7-54A5DBC525A3}"/>
                </a:ext>
              </a:extLst>
            </p:cNvPr>
            <p:cNvGrpSpPr/>
            <p:nvPr/>
          </p:nvGrpSpPr>
          <p:grpSpPr>
            <a:xfrm>
              <a:off x="425894" y="3304109"/>
              <a:ext cx="9236067" cy="365760"/>
              <a:chOff x="425894" y="3741684"/>
              <a:chExt cx="9236067" cy="365760"/>
            </a:xfrm>
          </p:grpSpPr>
          <p:sp>
            <p:nvSpPr>
              <p:cNvPr id="33" name="Rectangle 32">
                <a:extLst>
                  <a:ext uri="{FF2B5EF4-FFF2-40B4-BE49-F238E27FC236}">
                    <a16:creationId xmlns:a16="http://schemas.microsoft.com/office/drawing/2014/main" id="{534FB785-BACF-FC9E-326C-00C1D6887242}"/>
                  </a:ext>
                </a:extLst>
              </p:cNvPr>
              <p:cNvSpPr/>
              <p:nvPr/>
            </p:nvSpPr>
            <p:spPr>
              <a:xfrm>
                <a:off x="425894" y="3741684"/>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a:t>
                </a:r>
                <a:r>
                  <a:rPr lang="en-US" sz="1200" b="1">
                    <a:solidFill>
                      <a:sysClr val="windowText" lastClr="000000"/>
                    </a:solidFill>
                  </a:rPr>
                  <a:t>Standard IV Nutrients</a:t>
                </a:r>
              </a:p>
            </p:txBody>
          </p:sp>
          <p:sp>
            <p:nvSpPr>
              <p:cNvPr id="35" name="Rectangle 34">
                <a:extLst>
                  <a:ext uri="{FF2B5EF4-FFF2-40B4-BE49-F238E27FC236}">
                    <a16:creationId xmlns:a16="http://schemas.microsoft.com/office/drawing/2014/main" id="{1DA00157-47EC-FA89-0115-A3735A30861C}"/>
                  </a:ext>
                </a:extLst>
              </p:cNvPr>
              <p:cNvSpPr/>
              <p:nvPr/>
            </p:nvSpPr>
            <p:spPr>
              <a:xfrm>
                <a:off x="3763767" y="3741684"/>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a:t>
                </a:r>
                <a:r>
                  <a:rPr lang="en-US" sz="1200" b="1">
                    <a:solidFill>
                      <a:sysClr val="windowText" lastClr="000000"/>
                    </a:solidFill>
                  </a:rPr>
                  <a:t>High-Dose Antioxidants</a:t>
                </a:r>
              </a:p>
            </p:txBody>
          </p:sp>
          <p:sp>
            <p:nvSpPr>
              <p:cNvPr id="36" name="Rectangle 35">
                <a:extLst>
                  <a:ext uri="{FF2B5EF4-FFF2-40B4-BE49-F238E27FC236}">
                    <a16:creationId xmlns:a16="http://schemas.microsoft.com/office/drawing/2014/main" id="{6474F815-38E3-4806-5AA9-09DCA05109DE}"/>
                  </a:ext>
                </a:extLst>
              </p:cNvPr>
              <p:cNvSpPr/>
              <p:nvPr/>
            </p:nvSpPr>
            <p:spPr>
              <a:xfrm>
                <a:off x="7101641" y="3741684"/>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a:t>
                </a:r>
                <a:r>
                  <a:rPr lang="en-US" sz="1200" b="1">
                    <a:solidFill>
                      <a:sysClr val="windowText" lastClr="000000"/>
                    </a:solidFill>
                  </a:rPr>
                  <a:t>Advanced Coenzyme</a:t>
                </a:r>
              </a:p>
            </p:txBody>
          </p:sp>
        </p:grpSp>
        <p:grpSp>
          <p:nvGrpSpPr>
            <p:cNvPr id="95" name="Group 94">
              <a:extLst>
                <a:ext uri="{FF2B5EF4-FFF2-40B4-BE49-F238E27FC236}">
                  <a16:creationId xmlns:a16="http://schemas.microsoft.com/office/drawing/2014/main" id="{CEDBABA8-CF15-0A97-5653-BA0680A690A1}"/>
                </a:ext>
              </a:extLst>
            </p:cNvPr>
            <p:cNvGrpSpPr/>
            <p:nvPr/>
          </p:nvGrpSpPr>
          <p:grpSpPr>
            <a:xfrm>
              <a:off x="425894" y="4615016"/>
              <a:ext cx="9236067" cy="365760"/>
              <a:chOff x="425894" y="5376519"/>
              <a:chExt cx="9236067" cy="365760"/>
            </a:xfrm>
          </p:grpSpPr>
          <p:sp>
            <p:nvSpPr>
              <p:cNvPr id="69" name="Rectangle 68">
                <a:extLst>
                  <a:ext uri="{FF2B5EF4-FFF2-40B4-BE49-F238E27FC236}">
                    <a16:creationId xmlns:a16="http://schemas.microsoft.com/office/drawing/2014/main" id="{A4A43A4C-41BD-26C5-AA01-169681F81BB0}"/>
                  </a:ext>
                </a:extLst>
              </p:cNvPr>
              <p:cNvSpPr/>
              <p:nvPr/>
            </p:nvSpPr>
            <p:spPr>
              <a:xfrm>
                <a:off x="425894" y="5376519"/>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Price of </a:t>
                </a:r>
                <a:r>
                  <a:rPr lang="en-US" sz="1200" b="1">
                    <a:solidFill>
                      <a:sysClr val="windowText" lastClr="000000"/>
                    </a:solidFill>
                  </a:rPr>
                  <a:t>Standard IV Nutrients</a:t>
                </a:r>
              </a:p>
            </p:txBody>
          </p:sp>
          <p:sp>
            <p:nvSpPr>
              <p:cNvPr id="70" name="Rectangle 69">
                <a:extLst>
                  <a:ext uri="{FF2B5EF4-FFF2-40B4-BE49-F238E27FC236}">
                    <a16:creationId xmlns:a16="http://schemas.microsoft.com/office/drawing/2014/main" id="{EBE7AD05-1ACD-1FA7-781D-43720DA5117B}"/>
                  </a:ext>
                </a:extLst>
              </p:cNvPr>
              <p:cNvSpPr/>
              <p:nvPr/>
            </p:nvSpPr>
            <p:spPr>
              <a:xfrm>
                <a:off x="3763767" y="5376519"/>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Price of </a:t>
                </a:r>
                <a:r>
                  <a:rPr lang="en-US" sz="1200" b="1">
                    <a:solidFill>
                      <a:sysClr val="windowText" lastClr="000000"/>
                    </a:solidFill>
                  </a:rPr>
                  <a:t>High-Dose Antioxidants</a:t>
                </a:r>
              </a:p>
            </p:txBody>
          </p:sp>
          <p:sp>
            <p:nvSpPr>
              <p:cNvPr id="71" name="Rectangle 70">
                <a:extLst>
                  <a:ext uri="{FF2B5EF4-FFF2-40B4-BE49-F238E27FC236}">
                    <a16:creationId xmlns:a16="http://schemas.microsoft.com/office/drawing/2014/main" id="{BEF66D17-F21B-DF12-C420-1BD9956E77FF}"/>
                  </a:ext>
                </a:extLst>
              </p:cNvPr>
              <p:cNvSpPr/>
              <p:nvPr/>
            </p:nvSpPr>
            <p:spPr>
              <a:xfrm>
                <a:off x="7101641" y="5376519"/>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Price of </a:t>
                </a:r>
                <a:r>
                  <a:rPr lang="en-US" sz="1200" b="1">
                    <a:solidFill>
                      <a:sysClr val="windowText" lastClr="000000"/>
                    </a:solidFill>
                  </a:rPr>
                  <a:t>Advanced Coenzyme</a:t>
                </a:r>
              </a:p>
            </p:txBody>
          </p:sp>
        </p:grpSp>
        <p:grpSp>
          <p:nvGrpSpPr>
            <p:cNvPr id="97" name="Group 96">
              <a:extLst>
                <a:ext uri="{FF2B5EF4-FFF2-40B4-BE49-F238E27FC236}">
                  <a16:creationId xmlns:a16="http://schemas.microsoft.com/office/drawing/2014/main" id="{743344D6-F4D3-6E59-5AE7-889D8D7D7242}"/>
                </a:ext>
              </a:extLst>
            </p:cNvPr>
            <p:cNvGrpSpPr/>
            <p:nvPr/>
          </p:nvGrpSpPr>
          <p:grpSpPr>
            <a:xfrm>
              <a:off x="1542835" y="3723724"/>
              <a:ext cx="7002184" cy="180850"/>
              <a:chOff x="1542835" y="4288567"/>
              <a:chExt cx="7002184" cy="180850"/>
            </a:xfrm>
          </p:grpSpPr>
          <p:sp>
            <p:nvSpPr>
              <p:cNvPr id="43" name="Rectangle 42">
                <a:extLst>
                  <a:ext uri="{FF2B5EF4-FFF2-40B4-BE49-F238E27FC236}">
                    <a16:creationId xmlns:a16="http://schemas.microsoft.com/office/drawing/2014/main" id="{FB497DDF-0A88-69A3-FD41-360EF63C3412}"/>
                  </a:ext>
                </a:extLst>
              </p:cNvPr>
              <p:cNvSpPr/>
              <p:nvPr/>
            </p:nvSpPr>
            <p:spPr>
              <a:xfrm>
                <a:off x="4880709" y="4288567"/>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73" name="Rectangle 72">
                <a:extLst>
                  <a:ext uri="{FF2B5EF4-FFF2-40B4-BE49-F238E27FC236}">
                    <a16:creationId xmlns:a16="http://schemas.microsoft.com/office/drawing/2014/main" id="{D63177DC-D6FF-5B1B-AC9D-32E1281E1D16}"/>
                  </a:ext>
                </a:extLst>
              </p:cNvPr>
              <p:cNvSpPr/>
              <p:nvPr/>
            </p:nvSpPr>
            <p:spPr>
              <a:xfrm>
                <a:off x="1542835" y="4288567"/>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74" name="Rectangle 73">
                <a:extLst>
                  <a:ext uri="{FF2B5EF4-FFF2-40B4-BE49-F238E27FC236}">
                    <a16:creationId xmlns:a16="http://schemas.microsoft.com/office/drawing/2014/main" id="{26572B24-A660-C238-27F3-6237BD93B8EE}"/>
                  </a:ext>
                </a:extLst>
              </p:cNvPr>
              <p:cNvSpPr/>
              <p:nvPr/>
            </p:nvSpPr>
            <p:spPr>
              <a:xfrm>
                <a:off x="8218582" y="4288567"/>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grpSp>
        <p:grpSp>
          <p:nvGrpSpPr>
            <p:cNvPr id="96" name="Group 95">
              <a:extLst>
                <a:ext uri="{FF2B5EF4-FFF2-40B4-BE49-F238E27FC236}">
                  <a16:creationId xmlns:a16="http://schemas.microsoft.com/office/drawing/2014/main" id="{87DACC94-C35B-BDD4-0013-1B2D77ADD422}"/>
                </a:ext>
              </a:extLst>
            </p:cNvPr>
            <p:cNvGrpSpPr/>
            <p:nvPr/>
          </p:nvGrpSpPr>
          <p:grpSpPr>
            <a:xfrm>
              <a:off x="1542835" y="4380311"/>
              <a:ext cx="7002184" cy="180850"/>
              <a:chOff x="1542835" y="5133074"/>
              <a:chExt cx="7002184" cy="180850"/>
            </a:xfrm>
          </p:grpSpPr>
          <p:sp>
            <p:nvSpPr>
              <p:cNvPr id="77" name="Rectangle 76">
                <a:extLst>
                  <a:ext uri="{FF2B5EF4-FFF2-40B4-BE49-F238E27FC236}">
                    <a16:creationId xmlns:a16="http://schemas.microsoft.com/office/drawing/2014/main" id="{0B0C7B07-4129-84B8-7EC0-8132DFADF90E}"/>
                  </a:ext>
                </a:extLst>
              </p:cNvPr>
              <p:cNvSpPr/>
              <p:nvPr/>
            </p:nvSpPr>
            <p:spPr>
              <a:xfrm>
                <a:off x="4880709" y="5133074"/>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79" name="Rectangle 78">
                <a:extLst>
                  <a:ext uri="{FF2B5EF4-FFF2-40B4-BE49-F238E27FC236}">
                    <a16:creationId xmlns:a16="http://schemas.microsoft.com/office/drawing/2014/main" id="{FF3011D4-92A7-E5E6-67E9-B166CBA9AA22}"/>
                  </a:ext>
                </a:extLst>
              </p:cNvPr>
              <p:cNvSpPr/>
              <p:nvPr/>
            </p:nvSpPr>
            <p:spPr>
              <a:xfrm>
                <a:off x="1542835" y="5133074"/>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80" name="Rectangle 79">
                <a:extLst>
                  <a:ext uri="{FF2B5EF4-FFF2-40B4-BE49-F238E27FC236}">
                    <a16:creationId xmlns:a16="http://schemas.microsoft.com/office/drawing/2014/main" id="{215F5F73-8DEC-505E-68A8-BB30744535AA}"/>
                  </a:ext>
                </a:extLst>
              </p:cNvPr>
              <p:cNvSpPr/>
              <p:nvPr/>
            </p:nvSpPr>
            <p:spPr>
              <a:xfrm>
                <a:off x="8218582" y="5133074"/>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grpSp>
        <p:grpSp>
          <p:nvGrpSpPr>
            <p:cNvPr id="100" name="Group 99">
              <a:extLst>
                <a:ext uri="{FF2B5EF4-FFF2-40B4-BE49-F238E27FC236}">
                  <a16:creationId xmlns:a16="http://schemas.microsoft.com/office/drawing/2014/main" id="{CA993B46-B22A-1EBB-E399-0103B78E80E0}"/>
                </a:ext>
              </a:extLst>
            </p:cNvPr>
            <p:cNvGrpSpPr/>
            <p:nvPr/>
          </p:nvGrpSpPr>
          <p:grpSpPr>
            <a:xfrm>
              <a:off x="425894" y="3958429"/>
              <a:ext cx="9236067" cy="368027"/>
              <a:chOff x="425894" y="4559103"/>
              <a:chExt cx="9236067" cy="368027"/>
            </a:xfrm>
          </p:grpSpPr>
          <p:sp>
            <p:nvSpPr>
              <p:cNvPr id="37" name="Rectangle 36">
                <a:extLst>
                  <a:ext uri="{FF2B5EF4-FFF2-40B4-BE49-F238E27FC236}">
                    <a16:creationId xmlns:a16="http://schemas.microsoft.com/office/drawing/2014/main" id="{120F11B0-2FFE-F7F2-52A2-EE2272DEFDFF}"/>
                  </a:ext>
                </a:extLst>
              </p:cNvPr>
              <p:cNvSpPr/>
              <p:nvPr/>
            </p:nvSpPr>
            <p:spPr>
              <a:xfrm>
                <a:off x="425894" y="4559103"/>
                <a:ext cx="2560320" cy="36576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IV therapy sessions</a:t>
                </a:r>
              </a:p>
            </p:txBody>
          </p:sp>
          <p:sp>
            <p:nvSpPr>
              <p:cNvPr id="38" name="Rectangle 37">
                <a:extLst>
                  <a:ext uri="{FF2B5EF4-FFF2-40B4-BE49-F238E27FC236}">
                    <a16:creationId xmlns:a16="http://schemas.microsoft.com/office/drawing/2014/main" id="{D0B765FE-E192-0595-91DC-6C03579EE471}"/>
                  </a:ext>
                </a:extLst>
              </p:cNvPr>
              <p:cNvSpPr/>
              <p:nvPr/>
            </p:nvSpPr>
            <p:spPr>
              <a:xfrm>
                <a:off x="3763767" y="4559103"/>
                <a:ext cx="2560320" cy="36576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IV therapy sessions</a:t>
                </a:r>
              </a:p>
            </p:txBody>
          </p:sp>
          <p:sp>
            <p:nvSpPr>
              <p:cNvPr id="39" name="Rectangle 38">
                <a:extLst>
                  <a:ext uri="{FF2B5EF4-FFF2-40B4-BE49-F238E27FC236}">
                    <a16:creationId xmlns:a16="http://schemas.microsoft.com/office/drawing/2014/main" id="{B1136F70-2978-1F4D-B8F0-1A41531A026C}"/>
                  </a:ext>
                </a:extLst>
              </p:cNvPr>
              <p:cNvSpPr/>
              <p:nvPr/>
            </p:nvSpPr>
            <p:spPr>
              <a:xfrm>
                <a:off x="7101641" y="4561370"/>
                <a:ext cx="2560320" cy="36576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IV therapy sessions</a:t>
                </a:r>
              </a:p>
            </p:txBody>
          </p:sp>
          <p:sp>
            <p:nvSpPr>
              <p:cNvPr id="84" name="Rectangle 83">
                <a:extLst>
                  <a:ext uri="{FF2B5EF4-FFF2-40B4-BE49-F238E27FC236}">
                    <a16:creationId xmlns:a16="http://schemas.microsoft.com/office/drawing/2014/main" id="{E1651873-AC07-E75C-5977-5E8AB713F8F0}"/>
                  </a:ext>
                </a:extLst>
              </p:cNvPr>
              <p:cNvSpPr/>
              <p:nvPr/>
            </p:nvSpPr>
            <p:spPr>
              <a:xfrm>
                <a:off x="3211773" y="4711781"/>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85" name="Rectangle 84">
                <a:extLst>
                  <a:ext uri="{FF2B5EF4-FFF2-40B4-BE49-F238E27FC236}">
                    <a16:creationId xmlns:a16="http://schemas.microsoft.com/office/drawing/2014/main" id="{CBD16ADA-7852-F15C-7D2B-48B479BF7E30}"/>
                  </a:ext>
                </a:extLst>
              </p:cNvPr>
              <p:cNvSpPr/>
              <p:nvPr/>
            </p:nvSpPr>
            <p:spPr>
              <a:xfrm>
                <a:off x="6549646" y="4711781"/>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grpSp>
      </p:grpSp>
      <p:sp>
        <p:nvSpPr>
          <p:cNvPr id="86" name="Rectangle 85">
            <a:extLst>
              <a:ext uri="{FF2B5EF4-FFF2-40B4-BE49-F238E27FC236}">
                <a16:creationId xmlns:a16="http://schemas.microsoft.com/office/drawing/2014/main" id="{B283C5BE-340F-145D-AF9C-91DD4183EF5C}"/>
              </a:ext>
            </a:extLst>
          </p:cNvPr>
          <p:cNvSpPr/>
          <p:nvPr/>
        </p:nvSpPr>
        <p:spPr>
          <a:xfrm>
            <a:off x="4880709" y="5119133"/>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90" name="Rectangle 89">
            <a:extLst>
              <a:ext uri="{FF2B5EF4-FFF2-40B4-BE49-F238E27FC236}">
                <a16:creationId xmlns:a16="http://schemas.microsoft.com/office/drawing/2014/main" id="{6829B607-C5FB-CC19-249C-22187113182F}"/>
              </a:ext>
            </a:extLst>
          </p:cNvPr>
          <p:cNvSpPr/>
          <p:nvPr/>
        </p:nvSpPr>
        <p:spPr>
          <a:xfrm>
            <a:off x="1542834" y="5717123"/>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87" name="Rectangle 86">
            <a:extLst>
              <a:ext uri="{FF2B5EF4-FFF2-40B4-BE49-F238E27FC236}">
                <a16:creationId xmlns:a16="http://schemas.microsoft.com/office/drawing/2014/main" id="{398A68EF-8D47-8C29-D718-202D58B6ED3F}"/>
              </a:ext>
            </a:extLst>
          </p:cNvPr>
          <p:cNvSpPr/>
          <p:nvPr/>
        </p:nvSpPr>
        <p:spPr>
          <a:xfrm>
            <a:off x="425895" y="5325673"/>
            <a:ext cx="9236066" cy="36576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IV therapy market in Riyadh</a:t>
            </a:r>
          </a:p>
        </p:txBody>
      </p:sp>
      <p:sp>
        <p:nvSpPr>
          <p:cNvPr id="14" name="Rectangle 13">
            <a:extLst>
              <a:ext uri="{FF2B5EF4-FFF2-40B4-BE49-F238E27FC236}">
                <a16:creationId xmlns:a16="http://schemas.microsoft.com/office/drawing/2014/main" id="{DF8466E0-0837-FA83-C1A7-D219BD7F400F}"/>
              </a:ext>
            </a:extLst>
          </p:cNvPr>
          <p:cNvSpPr/>
          <p:nvPr/>
        </p:nvSpPr>
        <p:spPr>
          <a:xfrm>
            <a:off x="3211773" y="2005737"/>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5" name="Rectangle 14">
            <a:extLst>
              <a:ext uri="{FF2B5EF4-FFF2-40B4-BE49-F238E27FC236}">
                <a16:creationId xmlns:a16="http://schemas.microsoft.com/office/drawing/2014/main" id="{F2E0AB61-C5DD-1629-226A-25D3FB23C78C}"/>
              </a:ext>
            </a:extLst>
          </p:cNvPr>
          <p:cNvSpPr/>
          <p:nvPr/>
        </p:nvSpPr>
        <p:spPr>
          <a:xfrm>
            <a:off x="3763768" y="1913282"/>
            <a:ext cx="2560320" cy="36576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IV therapy sessions in KSA</a:t>
            </a:r>
          </a:p>
        </p:txBody>
      </p:sp>
      <p:sp>
        <p:nvSpPr>
          <p:cNvPr id="16" name="Rectangle 15">
            <a:extLst>
              <a:ext uri="{FF2B5EF4-FFF2-40B4-BE49-F238E27FC236}">
                <a16:creationId xmlns:a16="http://schemas.microsoft.com/office/drawing/2014/main" id="{039418A0-2DFB-3425-4958-92DC310B9042}"/>
              </a:ext>
            </a:extLst>
          </p:cNvPr>
          <p:cNvSpPr/>
          <p:nvPr/>
        </p:nvSpPr>
        <p:spPr>
          <a:xfrm>
            <a:off x="6549646" y="2005737"/>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9" name="Rectangle 18">
            <a:extLst>
              <a:ext uri="{FF2B5EF4-FFF2-40B4-BE49-F238E27FC236}">
                <a16:creationId xmlns:a16="http://schemas.microsoft.com/office/drawing/2014/main" id="{1A9D98C1-12D3-2613-5021-0396E1F318A3}"/>
              </a:ext>
            </a:extLst>
          </p:cNvPr>
          <p:cNvSpPr/>
          <p:nvPr/>
        </p:nvSpPr>
        <p:spPr>
          <a:xfrm>
            <a:off x="7101641" y="1913282"/>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Population % in Riyadh</a:t>
            </a:r>
          </a:p>
        </p:txBody>
      </p:sp>
      <p:sp>
        <p:nvSpPr>
          <p:cNvPr id="93" name="Rectangle 92">
            <a:extLst>
              <a:ext uri="{FF2B5EF4-FFF2-40B4-BE49-F238E27FC236}">
                <a16:creationId xmlns:a16="http://schemas.microsoft.com/office/drawing/2014/main" id="{500E8217-2DE7-FA84-ECAE-868E2F5509B8}"/>
              </a:ext>
            </a:extLst>
          </p:cNvPr>
          <p:cNvSpPr/>
          <p:nvPr/>
        </p:nvSpPr>
        <p:spPr>
          <a:xfrm>
            <a:off x="425895" y="1913282"/>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Average Price of IV therapy session</a:t>
            </a:r>
          </a:p>
        </p:txBody>
      </p:sp>
      <p:grpSp>
        <p:nvGrpSpPr>
          <p:cNvPr id="103" name="Group 102">
            <a:extLst>
              <a:ext uri="{FF2B5EF4-FFF2-40B4-BE49-F238E27FC236}">
                <a16:creationId xmlns:a16="http://schemas.microsoft.com/office/drawing/2014/main" id="{E132363F-C138-0FCA-7BA3-A3571A693EBD}"/>
              </a:ext>
            </a:extLst>
          </p:cNvPr>
          <p:cNvGrpSpPr/>
          <p:nvPr/>
        </p:nvGrpSpPr>
        <p:grpSpPr>
          <a:xfrm>
            <a:off x="9964855" y="1310409"/>
            <a:ext cx="1926540" cy="5099657"/>
            <a:chOff x="9767733" y="1310409"/>
            <a:chExt cx="2092697" cy="5099657"/>
          </a:xfrm>
        </p:grpSpPr>
        <p:sp>
          <p:nvSpPr>
            <p:cNvPr id="104" name="TextBox 103">
              <a:extLst>
                <a:ext uri="{FF2B5EF4-FFF2-40B4-BE49-F238E27FC236}">
                  <a16:creationId xmlns:a16="http://schemas.microsoft.com/office/drawing/2014/main" id="{00B88C8C-2429-D1C2-6A2C-0E7BBF4D7223}"/>
                </a:ext>
              </a:extLst>
            </p:cNvPr>
            <p:cNvSpPr txBox="1"/>
            <p:nvPr/>
          </p:nvSpPr>
          <p:spPr>
            <a:xfrm>
              <a:off x="9767733" y="1711889"/>
              <a:ext cx="1848870" cy="4689068"/>
            </a:xfrm>
            <a:prstGeom prst="rect">
              <a:avLst/>
            </a:prstGeom>
            <a:noFill/>
          </p:spPr>
          <p:txBody>
            <a:bodyPr wrap="square" rtlCol="0" anchor="ctr">
              <a:noAutofit/>
            </a:bodyPr>
            <a:lstStyle/>
            <a:p>
              <a:pPr marL="295275" lvl="0" indent="-285750">
                <a:spcBef>
                  <a:spcPts val="800"/>
                </a:spcBef>
                <a:spcAft>
                  <a:spcPts val="800"/>
                </a:spcAft>
                <a:buFont typeface="Arial" panose="020B0604020202020204" pitchFamily="34" charset="0"/>
                <a:buChar char="•"/>
                <a:defRPr/>
              </a:pPr>
              <a:endParaRPr lang="en-US" sz="1200" b="1">
                <a:solidFill>
                  <a:prstClr val="black"/>
                </a:solidFill>
                <a:latin typeface="Calibri" panose="020F0502020204030204"/>
              </a:endParaRPr>
            </a:p>
            <a:p>
              <a:pPr marL="295275" lvl="0" indent="-285750">
                <a:spcBef>
                  <a:spcPts val="800"/>
                </a:spcBef>
                <a:spcAft>
                  <a:spcPts val="800"/>
                </a:spcAft>
                <a:buFont typeface="Arial" panose="020B0604020202020204" pitchFamily="34" charset="0"/>
                <a:buChar char="•"/>
                <a:defRPr/>
              </a:pPr>
              <a:r>
                <a:rPr lang="en-US" sz="1200">
                  <a:solidFill>
                    <a:prstClr val="black"/>
                  </a:solidFill>
                  <a:latin typeface="Calibri" panose="020F0502020204030204"/>
                </a:rPr>
                <a:t>Average price of one IV therapy session is taken at </a:t>
              </a:r>
              <a:r>
                <a:rPr lang="en-US" sz="1200" b="1">
                  <a:solidFill>
                    <a:prstClr val="black"/>
                  </a:solidFill>
                  <a:latin typeface="Calibri" panose="020F0502020204030204"/>
                </a:rPr>
                <a:t>SAR 1000</a:t>
              </a:r>
              <a:r>
                <a:rPr lang="en-US" sz="1200">
                  <a:solidFill>
                    <a:prstClr val="black"/>
                  </a:solidFill>
                  <a:latin typeface="Calibri" panose="020F0502020204030204"/>
                </a:rPr>
                <a:t> for calculating the total number of IV therapy sessions</a:t>
              </a:r>
            </a:p>
            <a:p>
              <a:pPr marL="295275" lvl="0" indent="-285750">
                <a:spcBef>
                  <a:spcPts val="800"/>
                </a:spcBef>
                <a:spcAft>
                  <a:spcPts val="800"/>
                </a:spcAft>
                <a:buFont typeface="Arial" panose="020B0604020202020204" pitchFamily="34" charset="0"/>
                <a:buChar char="•"/>
                <a:defRPr/>
              </a:pPr>
              <a:r>
                <a:rPr lang="en-US" sz="1200" b="1">
                  <a:solidFill>
                    <a:prstClr val="black"/>
                  </a:solidFill>
                  <a:latin typeface="Calibri" panose="020F0502020204030204"/>
                </a:rPr>
                <a:t>Standard IV Nutrients </a:t>
              </a:r>
              <a:r>
                <a:rPr lang="en-US" sz="1200">
                  <a:solidFill>
                    <a:prstClr val="black"/>
                  </a:solidFill>
                  <a:latin typeface="Calibri" panose="020F0502020204030204"/>
                </a:rPr>
                <a:t>make up</a:t>
              </a:r>
              <a:r>
                <a:rPr lang="en-US" sz="1200" b="1">
                  <a:solidFill>
                    <a:prstClr val="black"/>
                  </a:solidFill>
                  <a:latin typeface="Calibri" panose="020F0502020204030204"/>
                </a:rPr>
                <a:t> 60%, </a:t>
              </a:r>
              <a:r>
                <a:rPr lang="en-US" sz="1200">
                  <a:solidFill>
                    <a:prstClr val="black"/>
                  </a:solidFill>
                  <a:latin typeface="Calibri" panose="020F0502020204030204"/>
                </a:rPr>
                <a:t>while </a:t>
              </a:r>
              <a:r>
                <a:rPr lang="en-US" sz="1200" b="1">
                  <a:solidFill>
                    <a:prstClr val="black"/>
                  </a:solidFill>
                  <a:latin typeface="Calibri" panose="020F0502020204030204"/>
                </a:rPr>
                <a:t>High Doe Antioxidants and Advanced Coenzyme</a:t>
              </a:r>
              <a:r>
                <a:rPr lang="en-US" sz="1200">
                  <a:solidFill>
                    <a:prstClr val="black"/>
                  </a:solidFill>
                  <a:latin typeface="Calibri" panose="020F0502020204030204"/>
                </a:rPr>
                <a:t> each make up to </a:t>
              </a:r>
              <a:r>
                <a:rPr lang="en-US" sz="1200" b="1">
                  <a:solidFill>
                    <a:prstClr val="black"/>
                  </a:solidFill>
                  <a:latin typeface="Calibri" panose="020F0502020204030204"/>
                </a:rPr>
                <a:t>20%</a:t>
              </a:r>
              <a:r>
                <a:rPr lang="en-US" sz="1200">
                  <a:solidFill>
                    <a:prstClr val="black"/>
                  </a:solidFill>
                  <a:latin typeface="Calibri" panose="020F0502020204030204"/>
                </a:rPr>
                <a:t> of the total IV therapy sessions</a:t>
              </a:r>
              <a:endParaRPr lang="en-US" sz="1200" b="1">
                <a:solidFill>
                  <a:prstClr val="black"/>
                </a:solidFill>
                <a:latin typeface="Calibri" panose="020F0502020204030204"/>
              </a:endParaRPr>
            </a:p>
            <a:p>
              <a:pPr marL="295275" indent="-285750">
                <a:spcBef>
                  <a:spcPts val="800"/>
                </a:spcBef>
                <a:spcAft>
                  <a:spcPts val="800"/>
                </a:spcAft>
                <a:buFont typeface="Arial" panose="020B0604020202020204" pitchFamily="34" charset="0"/>
                <a:buChar char="•"/>
                <a:defRPr/>
              </a:pPr>
              <a:r>
                <a:rPr lang="en-US" sz="1200" b="1">
                  <a:solidFill>
                    <a:prstClr val="black"/>
                  </a:solidFill>
                </a:rPr>
                <a:t>Retail Markup</a:t>
              </a:r>
              <a:r>
                <a:rPr lang="en-US" sz="1200">
                  <a:solidFill>
                    <a:prstClr val="black"/>
                  </a:solidFill>
                </a:rPr>
                <a:t> on IV therapy drips is taken at </a:t>
              </a:r>
              <a:r>
                <a:rPr lang="en-US" sz="1200" b="1">
                  <a:solidFill>
                    <a:prstClr val="black"/>
                  </a:solidFill>
                </a:rPr>
                <a:t>50%</a:t>
              </a:r>
            </a:p>
            <a:p>
              <a:pPr marL="9525" lvl="0">
                <a:spcBef>
                  <a:spcPts val="800"/>
                </a:spcBef>
                <a:spcAft>
                  <a:spcPts val="800"/>
                </a:spcAft>
                <a:defRPr/>
              </a:pPr>
              <a:endParaRPr lang="en-US" sz="1200">
                <a:solidFill>
                  <a:prstClr val="black"/>
                </a:solidFill>
                <a:latin typeface="Calibri" panose="020F0502020204030204"/>
              </a:endParaRPr>
            </a:p>
          </p:txBody>
        </p:sp>
        <p:sp>
          <p:nvSpPr>
            <p:cNvPr id="105" name="Rectangle 104">
              <a:extLst>
                <a:ext uri="{FF2B5EF4-FFF2-40B4-BE49-F238E27FC236}">
                  <a16:creationId xmlns:a16="http://schemas.microsoft.com/office/drawing/2014/main" id="{3CD33960-4BC9-17A8-5366-73240D28074E}"/>
                </a:ext>
              </a:extLst>
            </p:cNvPr>
            <p:cNvSpPr/>
            <p:nvPr/>
          </p:nvSpPr>
          <p:spPr>
            <a:xfrm>
              <a:off x="9767733" y="1310409"/>
              <a:ext cx="1878829" cy="5099657"/>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79817DA6-D217-D97C-BB60-09882074804F}"/>
                </a:ext>
              </a:extLst>
            </p:cNvPr>
            <p:cNvSpPr/>
            <p:nvPr>
              <p:custDataLst>
                <p:tags r:id="rId4"/>
              </p:custDataLst>
            </p:nvPr>
          </p:nvSpPr>
          <p:spPr>
            <a:xfrm>
              <a:off x="9838485" y="1349416"/>
              <a:ext cx="2021945" cy="317738"/>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Key </a:t>
              </a: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A</a:t>
              </a:r>
              <a:r>
                <a:rPr kumimoji="0" lang="en-US" sz="1600" b="1" i="0" u="none" strike="noStrike" kern="1200" cap="none" spc="0" normalizeH="0" baseline="0" noProof="0" err="1">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ssumptions</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107" name="Straight Connector 106">
              <a:extLst>
                <a:ext uri="{FF2B5EF4-FFF2-40B4-BE49-F238E27FC236}">
                  <a16:creationId xmlns:a16="http://schemas.microsoft.com/office/drawing/2014/main" id="{0AC14B21-CC3C-A09D-CCCA-1A244B922C74}"/>
                </a:ext>
              </a:extLst>
            </p:cNvPr>
            <p:cNvCxnSpPr>
              <a:cxnSpLocks/>
            </p:cNvCxnSpPr>
            <p:nvPr/>
          </p:nvCxnSpPr>
          <p:spPr>
            <a:xfrm flipV="1">
              <a:off x="9838485" y="1622546"/>
              <a:ext cx="1551197" cy="5218"/>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109" name="Group 108">
            <a:extLst>
              <a:ext uri="{FF2B5EF4-FFF2-40B4-BE49-F238E27FC236}">
                <a16:creationId xmlns:a16="http://schemas.microsoft.com/office/drawing/2014/main" id="{571EC03C-E3C6-8A88-FC03-E2E5F7663A0B}"/>
              </a:ext>
            </a:extLst>
          </p:cNvPr>
          <p:cNvGrpSpPr/>
          <p:nvPr/>
        </p:nvGrpSpPr>
        <p:grpSpPr>
          <a:xfrm>
            <a:off x="437584" y="5923659"/>
            <a:ext cx="9224377" cy="365760"/>
            <a:chOff x="437584" y="6138971"/>
            <a:chExt cx="9224377" cy="365760"/>
          </a:xfrm>
        </p:grpSpPr>
        <p:sp>
          <p:nvSpPr>
            <p:cNvPr id="13" name="Rectangle 12">
              <a:extLst>
                <a:ext uri="{FF2B5EF4-FFF2-40B4-BE49-F238E27FC236}">
                  <a16:creationId xmlns:a16="http://schemas.microsoft.com/office/drawing/2014/main" id="{835C8720-67DE-8DEF-1DE0-E7EBFAEB9A74}"/>
                </a:ext>
              </a:extLst>
            </p:cNvPr>
            <p:cNvSpPr/>
            <p:nvPr/>
          </p:nvSpPr>
          <p:spPr>
            <a:xfrm>
              <a:off x="437584" y="6138971"/>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Retail Markup %</a:t>
              </a:r>
              <a:endParaRPr lang="en-US" sz="1200" b="1">
                <a:solidFill>
                  <a:sysClr val="windowText" lastClr="000000"/>
                </a:solidFill>
              </a:endParaRPr>
            </a:p>
          </p:txBody>
        </p:sp>
        <p:sp>
          <p:nvSpPr>
            <p:cNvPr id="88" name="Rectangle 87">
              <a:extLst>
                <a:ext uri="{FF2B5EF4-FFF2-40B4-BE49-F238E27FC236}">
                  <a16:creationId xmlns:a16="http://schemas.microsoft.com/office/drawing/2014/main" id="{EA3EA72B-41EA-FC66-0AD4-E206379551F5}"/>
                </a:ext>
              </a:extLst>
            </p:cNvPr>
            <p:cNvSpPr/>
            <p:nvPr/>
          </p:nvSpPr>
          <p:spPr>
            <a:xfrm>
              <a:off x="3763767" y="6138971"/>
              <a:ext cx="2560320" cy="36576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OC Right to Win %</a:t>
              </a:r>
              <a:endParaRPr lang="en-US" sz="1200" b="1">
                <a:solidFill>
                  <a:sysClr val="windowText" lastClr="000000"/>
                </a:solidFill>
              </a:endParaRPr>
            </a:p>
          </p:txBody>
        </p:sp>
        <p:sp>
          <p:nvSpPr>
            <p:cNvPr id="91" name="Rectangle 90">
              <a:extLst>
                <a:ext uri="{FF2B5EF4-FFF2-40B4-BE49-F238E27FC236}">
                  <a16:creationId xmlns:a16="http://schemas.microsoft.com/office/drawing/2014/main" id="{BDFEEC3D-A86F-5030-64B6-64F5ECD6C911}"/>
                </a:ext>
              </a:extLst>
            </p:cNvPr>
            <p:cNvSpPr/>
            <p:nvPr/>
          </p:nvSpPr>
          <p:spPr>
            <a:xfrm>
              <a:off x="7101641" y="6138971"/>
              <a:ext cx="2560320" cy="365760"/>
            </a:xfrm>
            <a:prstGeom prst="rect">
              <a:avLst/>
            </a:prstGeom>
            <a:solidFill>
              <a:srgbClr val="04748A"/>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Total Revenue from B2B IV drips</a:t>
              </a:r>
            </a:p>
          </p:txBody>
        </p:sp>
        <p:sp>
          <p:nvSpPr>
            <p:cNvPr id="92" name="Rectangle 91">
              <a:extLst>
                <a:ext uri="{FF2B5EF4-FFF2-40B4-BE49-F238E27FC236}">
                  <a16:creationId xmlns:a16="http://schemas.microsoft.com/office/drawing/2014/main" id="{BD73BFF1-B2AF-3003-FEB2-AF8E2534E7A9}"/>
                </a:ext>
              </a:extLst>
            </p:cNvPr>
            <p:cNvSpPr/>
            <p:nvPr/>
          </p:nvSpPr>
          <p:spPr>
            <a:xfrm>
              <a:off x="6552569" y="6231426"/>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08" name="Rectangle 107">
              <a:extLst>
                <a:ext uri="{FF2B5EF4-FFF2-40B4-BE49-F238E27FC236}">
                  <a16:creationId xmlns:a16="http://schemas.microsoft.com/office/drawing/2014/main" id="{101CFFD4-370A-0EC4-F9EA-766650020ABE}"/>
                </a:ext>
              </a:extLst>
            </p:cNvPr>
            <p:cNvSpPr/>
            <p:nvPr/>
          </p:nvSpPr>
          <p:spPr>
            <a:xfrm>
              <a:off x="3220540" y="6231426"/>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grpSp>
    </p:spTree>
    <p:extLst>
      <p:ext uri="{BB962C8B-B14F-4D97-AF65-F5344CB8AC3E}">
        <p14:creationId xmlns:p14="http://schemas.microsoft.com/office/powerpoint/2010/main" val="100842395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7B5486-C4E9-D2D1-C38B-CBF659875E1B}"/>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FD665A64-25A1-12C1-BB40-C129948F04F8}"/>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FD665A64-25A1-12C1-BB40-C129948F04F8}"/>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E82692F7-44D8-682C-04F9-BCC228C59E9D}"/>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B2B Preventive Care</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 PHEs conducted through corporate drives represent the largest share of B2B preventive care revenue</a:t>
            </a:r>
            <a:endPar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3" name="Slide Number Placeholder 2">
            <a:extLst>
              <a:ext uri="{FF2B5EF4-FFF2-40B4-BE49-F238E27FC236}">
                <a16:creationId xmlns:a16="http://schemas.microsoft.com/office/drawing/2014/main" id="{121AC916-C9FB-0647-B4C9-9A0EE2621214}"/>
              </a:ext>
            </a:extLst>
          </p:cNvPr>
          <p:cNvSpPr>
            <a:spLocks noGrp="1"/>
          </p:cNvSpPr>
          <p:nvPr>
            <p:ph type="sldNum" sz="quarter" idx="12"/>
          </p:nvPr>
        </p:nvSpPr>
        <p:spPr/>
        <p:txBody>
          <a:bodyPr/>
          <a:lstStyle/>
          <a:p>
            <a:fld id="{8E1CF2E5-4A16-4FBD-9713-265FD1DAAE65}" type="slidenum">
              <a:rPr lang="en-US" smtClean="0"/>
              <a:t>61</a:t>
            </a:fld>
            <a:endParaRPr lang="en-US"/>
          </a:p>
        </p:txBody>
      </p:sp>
      <p:grpSp>
        <p:nvGrpSpPr>
          <p:cNvPr id="3171" name="Group 3170">
            <a:extLst>
              <a:ext uri="{FF2B5EF4-FFF2-40B4-BE49-F238E27FC236}">
                <a16:creationId xmlns:a16="http://schemas.microsoft.com/office/drawing/2014/main" id="{E0B14E71-C5AA-6066-F1AE-2F142F5596E3}"/>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BD34D37A-5421-CE34-8ABE-986B87A44CD2}"/>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22CB1D07-E274-84ED-FAD2-0CB0E80F1AA7}"/>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10BA3973-939F-0140-829B-08298A521817}"/>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C85AB021-AC18-0AEC-8E23-16CCEA3DB922}"/>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3127D67B-D801-2D98-9B01-6D655AACFDA2}"/>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298EE953-1C6E-6846-3FAE-2B48184BC31E}"/>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56534AB0-3FB4-5497-57BE-556CC4760147}"/>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2EC2379A-CDDB-D757-00C6-63BF4C00BA2F}"/>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DC35EE91-6342-7C4B-08BC-16B42D3171D5}"/>
              </a:ext>
            </a:extLst>
          </p:cNvPr>
          <p:cNvSpPr/>
          <p:nvPr/>
        </p:nvSpPr>
        <p:spPr>
          <a:xfrm>
            <a:off x="9504132" y="1764204"/>
            <a:ext cx="2176885"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lvl="1">
              <a:spcBef>
                <a:spcPts val="300"/>
              </a:spcBef>
              <a:spcAft>
                <a:spcPts val="300"/>
              </a:spcAft>
              <a:defRPr/>
            </a:pPr>
            <a:r>
              <a:rPr kumimoji="0" lang="en-US" sz="1050" i="0" u="none" strike="noStrike" kern="1200" cap="none" spc="0" normalizeH="0" baseline="0" noProof="0">
                <a:ln>
                  <a:noFill/>
                </a:ln>
                <a:solidFill>
                  <a:schemeClr val="tx1"/>
                </a:solidFill>
                <a:effectLst/>
                <a:uLnTx/>
                <a:uFillTx/>
                <a:latin typeface="Calibri" panose="020F0502020204030204"/>
                <a:ea typeface="+mn-ea"/>
                <a:cs typeface="+mn-cs"/>
              </a:rPr>
              <a:t>% of employees insured in an organizations:</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50%</a:t>
            </a:r>
            <a:endParaRPr kumimoji="0" lang="en-US" sz="1050" b="1" i="0" u="none" strike="noStrike" kern="1200" cap="none" spc="0" normalizeH="0" baseline="0" noProof="0">
              <a:ln>
                <a:noFill/>
              </a:ln>
              <a:solidFill>
                <a:schemeClr val="tx1"/>
              </a:solidFill>
              <a:effectLst/>
              <a:uLnTx/>
              <a:uFillTx/>
              <a:latin typeface="Calibri" panose="020F0502020204030204"/>
              <a:ea typeface="+mn-ea"/>
              <a:cs typeface="+mn-cs"/>
            </a:endParaRPr>
          </a:p>
          <a:p>
            <a:pPr marL="0" lvl="1">
              <a:spcBef>
                <a:spcPts val="300"/>
              </a:spcBef>
              <a:spcAft>
                <a:spcPts val="300"/>
              </a:spcAft>
              <a:defRPr/>
            </a:pPr>
            <a:r>
              <a:rPr kumimoji="0" lang="en-US" sz="1050" i="0" u="none" strike="noStrike" kern="1200" cap="none" spc="0" normalizeH="0" baseline="0" noProof="0">
                <a:ln>
                  <a:noFill/>
                </a:ln>
                <a:solidFill>
                  <a:schemeClr val="tx1"/>
                </a:solidFill>
                <a:effectLst/>
                <a:uLnTx/>
                <a:uFillTx/>
                <a:latin typeface="Calibri" panose="020F0502020204030204"/>
                <a:ea typeface="+mn-ea"/>
                <a:cs typeface="+mn-cs"/>
              </a:rPr>
              <a:t>% of employees who undergo periodic health examinations:</a:t>
            </a:r>
          </a:p>
          <a:p>
            <a:pPr marL="171450" lvl="1" indent="-171450">
              <a:spcBef>
                <a:spcPts val="300"/>
              </a:spcBef>
              <a:spcAft>
                <a:spcPts val="300"/>
              </a:spcAft>
              <a:buFont typeface="Arial" panose="020B0604020202020204" pitchFamily="34" charset="0"/>
              <a:buChar char="•"/>
              <a:defRPr/>
            </a:pPr>
            <a:r>
              <a:rPr kumimoji="0" lang="en-US" sz="1050" b="1" i="0" u="none" strike="noStrike" kern="1200" cap="none" spc="0" normalizeH="0" baseline="0" noProof="0">
                <a:ln>
                  <a:noFill/>
                </a:ln>
                <a:solidFill>
                  <a:schemeClr val="tx1"/>
                </a:solidFill>
                <a:effectLst/>
                <a:uLnTx/>
                <a:uFillTx/>
                <a:latin typeface="Calibri" panose="020F0502020204030204"/>
                <a:ea typeface="+mn-ea"/>
                <a:cs typeface="+mn-cs"/>
              </a:rPr>
              <a:t>32%</a:t>
            </a:r>
          </a:p>
          <a:p>
            <a:pPr marL="0" lvl="1">
              <a:spcBef>
                <a:spcPts val="300"/>
              </a:spcBef>
              <a:spcAft>
                <a:spcPts val="300"/>
              </a:spcAft>
              <a:defRPr/>
            </a:pPr>
            <a:r>
              <a:rPr lang="en-US" sz="1050">
                <a:solidFill>
                  <a:schemeClr val="tx1"/>
                </a:solidFill>
                <a:latin typeface="Calibri" panose="020F0502020204030204"/>
              </a:rPr>
              <a:t>Proportion accessible if multiple offices in Riyadh:</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40%</a:t>
            </a:r>
          </a:p>
          <a:p>
            <a:pPr marL="0" lvl="1">
              <a:spcBef>
                <a:spcPts val="300"/>
              </a:spcBef>
              <a:spcAft>
                <a:spcPts val="300"/>
              </a:spcAft>
              <a:defRPr/>
            </a:pPr>
            <a:r>
              <a:rPr lang="en-US" sz="1050">
                <a:solidFill>
                  <a:schemeClr val="tx1"/>
                </a:solidFill>
                <a:latin typeface="Calibri" panose="020F0502020204030204"/>
              </a:rPr>
              <a:t>% of employees who opt for OC</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5%</a:t>
            </a:r>
            <a:r>
              <a:rPr lang="en-US" sz="1050">
                <a:solidFill>
                  <a:schemeClr val="tx1"/>
                </a:solidFill>
                <a:latin typeface="Calibri" panose="020F0502020204030204"/>
              </a:rPr>
              <a:t> &amp; </a:t>
            </a:r>
            <a:r>
              <a:rPr lang="en-US" sz="1050" b="1">
                <a:solidFill>
                  <a:schemeClr val="tx1"/>
                </a:solidFill>
                <a:latin typeface="Calibri" panose="020F0502020204030204"/>
              </a:rPr>
              <a:t>6% </a:t>
            </a:r>
            <a:r>
              <a:rPr lang="en-US" sz="1050">
                <a:solidFill>
                  <a:schemeClr val="tx1"/>
                </a:solidFill>
                <a:latin typeface="Calibri" panose="020F0502020204030204"/>
              </a:rPr>
              <a:t>respectively</a:t>
            </a:r>
          </a:p>
          <a:p>
            <a:pPr marL="0" lvl="1">
              <a:spcBef>
                <a:spcPts val="300"/>
              </a:spcBef>
              <a:spcAft>
                <a:spcPts val="300"/>
              </a:spcAft>
              <a:defRPr/>
            </a:pPr>
            <a:r>
              <a:rPr lang="en-US" sz="1050">
                <a:solidFill>
                  <a:schemeClr val="tx1"/>
                </a:solidFill>
              </a:rPr>
              <a:t>Revenue share of OC with outsourced third-party provider assumed to be</a:t>
            </a:r>
            <a:endParaRPr lang="en-US" sz="1050">
              <a:solidFill>
                <a:schemeClr val="tx1"/>
              </a:solidFill>
              <a:latin typeface="Calibri" panose="020F0502020204030204"/>
            </a:endParaRP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40%</a:t>
            </a:r>
            <a:r>
              <a:rPr lang="en-US" sz="1050">
                <a:solidFill>
                  <a:schemeClr val="tx1"/>
                </a:solidFill>
                <a:latin typeface="Calibri" panose="020F0502020204030204"/>
              </a:rPr>
              <a:t> of the gross price</a:t>
            </a:r>
          </a:p>
          <a:p>
            <a:pPr marL="0" lvl="1">
              <a:spcBef>
                <a:spcPts val="300"/>
              </a:spcBef>
              <a:spcAft>
                <a:spcPts val="300"/>
              </a:spcAft>
              <a:defRPr/>
            </a:pPr>
            <a:r>
              <a:rPr lang="en-US" sz="1050">
                <a:solidFill>
                  <a:schemeClr val="tx1"/>
                </a:solidFill>
                <a:latin typeface="Calibri" panose="020F0502020204030204"/>
              </a:rPr>
              <a:t>Packages by management hierarchy</a:t>
            </a:r>
          </a:p>
          <a:p>
            <a:pPr marL="171450" lvl="1" indent="-171450">
              <a:spcBef>
                <a:spcPts val="300"/>
              </a:spcBef>
              <a:spcAft>
                <a:spcPts val="300"/>
              </a:spcAft>
              <a:buFont typeface="Arial" panose="020B0604020202020204" pitchFamily="34" charset="0"/>
              <a:buChar char="•"/>
              <a:defRPr/>
            </a:pPr>
            <a:r>
              <a:rPr lang="en-US" sz="1050">
                <a:solidFill>
                  <a:schemeClr val="tx1"/>
                </a:solidFill>
                <a:latin typeface="Calibri" panose="020F0502020204030204"/>
              </a:rPr>
              <a:t>Basic</a:t>
            </a:r>
            <a:r>
              <a:rPr lang="en-US" sz="1050" b="1">
                <a:solidFill>
                  <a:schemeClr val="tx1"/>
                </a:solidFill>
                <a:latin typeface="Calibri" panose="020F0502020204030204"/>
              </a:rPr>
              <a:t> – </a:t>
            </a:r>
            <a:r>
              <a:rPr lang="en-US" sz="1050">
                <a:solidFill>
                  <a:schemeClr val="tx1"/>
                </a:solidFill>
                <a:latin typeface="Calibri" panose="020F0502020204030204"/>
              </a:rPr>
              <a:t>Entry level</a:t>
            </a:r>
          </a:p>
          <a:p>
            <a:pPr marL="171450" lvl="1" indent="-171450">
              <a:spcBef>
                <a:spcPts val="300"/>
              </a:spcBef>
              <a:spcAft>
                <a:spcPts val="300"/>
              </a:spcAft>
              <a:buFont typeface="Arial" panose="020B0604020202020204" pitchFamily="34" charset="0"/>
              <a:buChar char="•"/>
              <a:defRPr/>
            </a:pPr>
            <a:r>
              <a:rPr lang="en-US" sz="1050">
                <a:solidFill>
                  <a:schemeClr val="tx1"/>
                </a:solidFill>
                <a:latin typeface="Calibri" panose="020F0502020204030204"/>
              </a:rPr>
              <a:t>Intermediate – Middle management</a:t>
            </a:r>
          </a:p>
          <a:p>
            <a:pPr marL="171450" lvl="1" indent="-171450">
              <a:spcBef>
                <a:spcPts val="300"/>
              </a:spcBef>
              <a:spcAft>
                <a:spcPts val="300"/>
              </a:spcAft>
              <a:buFont typeface="Arial" panose="020B0604020202020204" pitchFamily="34" charset="0"/>
              <a:buChar char="•"/>
              <a:defRPr/>
            </a:pPr>
            <a:r>
              <a:rPr lang="en-US" sz="1050">
                <a:solidFill>
                  <a:schemeClr val="tx1"/>
                </a:solidFill>
                <a:latin typeface="Calibri" panose="020F0502020204030204"/>
              </a:rPr>
              <a:t>Advanced – Senior management and above</a:t>
            </a:r>
          </a:p>
        </p:txBody>
      </p:sp>
      <p:sp>
        <p:nvSpPr>
          <p:cNvPr id="5" name="Rectangle 4">
            <a:extLst>
              <a:ext uri="{FF2B5EF4-FFF2-40B4-BE49-F238E27FC236}">
                <a16:creationId xmlns:a16="http://schemas.microsoft.com/office/drawing/2014/main" id="{06E136EA-0AA4-97B8-EFA0-15142E62DE79}"/>
              </a:ext>
            </a:extLst>
          </p:cNvPr>
          <p:cNvSpPr/>
          <p:nvPr/>
        </p:nvSpPr>
        <p:spPr>
          <a:xfrm>
            <a:off x="509288" y="1781458"/>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Number of employees in Riyadh</a:t>
            </a:r>
          </a:p>
        </p:txBody>
      </p:sp>
      <p:sp>
        <p:nvSpPr>
          <p:cNvPr id="7" name="Rectangle 6">
            <a:extLst>
              <a:ext uri="{FF2B5EF4-FFF2-40B4-BE49-F238E27FC236}">
                <a16:creationId xmlns:a16="http://schemas.microsoft.com/office/drawing/2014/main" id="{BAE84C45-1CC1-F742-E1D0-70159A7D1492}"/>
              </a:ext>
            </a:extLst>
          </p:cNvPr>
          <p:cNvSpPr/>
          <p:nvPr/>
        </p:nvSpPr>
        <p:spPr>
          <a:xfrm>
            <a:off x="509288" y="2234042"/>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 of insured employees</a:t>
            </a:r>
          </a:p>
        </p:txBody>
      </p:sp>
      <p:sp>
        <p:nvSpPr>
          <p:cNvPr id="10" name="Rectangle 9">
            <a:extLst>
              <a:ext uri="{FF2B5EF4-FFF2-40B4-BE49-F238E27FC236}">
                <a16:creationId xmlns:a16="http://schemas.microsoft.com/office/drawing/2014/main" id="{DAE3013E-7FE3-E27B-3C17-82C636A6103C}"/>
              </a:ext>
            </a:extLst>
          </p:cNvPr>
          <p:cNvSpPr/>
          <p:nvPr/>
        </p:nvSpPr>
        <p:spPr>
          <a:xfrm>
            <a:off x="4752143" y="2007750"/>
            <a:ext cx="326437"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
        <p:nvSpPr>
          <p:cNvPr id="30" name="Rectangle 29">
            <a:extLst>
              <a:ext uri="{FF2B5EF4-FFF2-40B4-BE49-F238E27FC236}">
                <a16:creationId xmlns:a16="http://schemas.microsoft.com/office/drawing/2014/main" id="{026EB1AB-C6C4-3279-6D60-2DC27F45238B}"/>
              </a:ext>
            </a:extLst>
          </p:cNvPr>
          <p:cNvSpPr/>
          <p:nvPr/>
        </p:nvSpPr>
        <p:spPr>
          <a:xfrm>
            <a:off x="509288" y="2686625"/>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Proportion accessible if a corporation has multiple offices</a:t>
            </a:r>
          </a:p>
        </p:txBody>
      </p:sp>
      <p:sp>
        <p:nvSpPr>
          <p:cNvPr id="3154" name="Rectangle 3153">
            <a:extLst>
              <a:ext uri="{FF2B5EF4-FFF2-40B4-BE49-F238E27FC236}">
                <a16:creationId xmlns:a16="http://schemas.microsoft.com/office/drawing/2014/main" id="{F59A566A-4953-509E-54DA-637A5C5D7365}"/>
              </a:ext>
            </a:extLst>
          </p:cNvPr>
          <p:cNvSpPr/>
          <p:nvPr/>
        </p:nvSpPr>
        <p:spPr>
          <a:xfrm>
            <a:off x="509289" y="3210032"/>
            <a:ext cx="4212000"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employees who undergo health examinations</a:t>
            </a:r>
          </a:p>
        </p:txBody>
      </p:sp>
      <p:sp>
        <p:nvSpPr>
          <p:cNvPr id="123" name="Rectangle 122">
            <a:extLst>
              <a:ext uri="{FF2B5EF4-FFF2-40B4-BE49-F238E27FC236}">
                <a16:creationId xmlns:a16="http://schemas.microsoft.com/office/drawing/2014/main" id="{55AD38F1-5CFD-6E0C-13CF-EEEA00327711}"/>
              </a:ext>
            </a:extLst>
          </p:cNvPr>
          <p:cNvSpPr/>
          <p:nvPr/>
        </p:nvSpPr>
        <p:spPr>
          <a:xfrm>
            <a:off x="509281" y="1312479"/>
            <a:ext cx="8812147"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Partner corporations – Corporate drives</a:t>
            </a:r>
          </a:p>
        </p:txBody>
      </p:sp>
      <p:sp>
        <p:nvSpPr>
          <p:cNvPr id="125" name="Rectangle 124">
            <a:extLst>
              <a:ext uri="{FF2B5EF4-FFF2-40B4-BE49-F238E27FC236}">
                <a16:creationId xmlns:a16="http://schemas.microsoft.com/office/drawing/2014/main" id="{8F0F600E-2CBF-3D3A-BBB8-522725399A44}"/>
              </a:ext>
            </a:extLst>
          </p:cNvPr>
          <p:cNvSpPr/>
          <p:nvPr/>
        </p:nvSpPr>
        <p:spPr>
          <a:xfrm>
            <a:off x="9504132" y="1312479"/>
            <a:ext cx="2166862"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81" name="Line 15">
            <a:extLst>
              <a:ext uri="{FF2B5EF4-FFF2-40B4-BE49-F238E27FC236}">
                <a16:creationId xmlns:a16="http://schemas.microsoft.com/office/drawing/2014/main" id="{E796F104-1310-2139-0A0E-A9C35F80E3E3}"/>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A43AB1E5-E7E5-B64C-3D1D-E5B6C44A75E9}"/>
              </a:ext>
            </a:extLst>
          </p:cNvPr>
          <p:cNvSpPr/>
          <p:nvPr/>
        </p:nvSpPr>
        <p:spPr>
          <a:xfrm>
            <a:off x="5109435" y="3210032"/>
            <a:ext cx="4212000"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employees who have not yet undergone health examinations</a:t>
            </a:r>
          </a:p>
        </p:txBody>
      </p:sp>
      <p:sp>
        <p:nvSpPr>
          <p:cNvPr id="6" name="Rectangle 5">
            <a:extLst>
              <a:ext uri="{FF2B5EF4-FFF2-40B4-BE49-F238E27FC236}">
                <a16:creationId xmlns:a16="http://schemas.microsoft.com/office/drawing/2014/main" id="{98BCFAB6-9B5C-BE02-2E07-83C1FD44D435}"/>
              </a:ext>
            </a:extLst>
          </p:cNvPr>
          <p:cNvSpPr/>
          <p:nvPr/>
        </p:nvSpPr>
        <p:spPr>
          <a:xfrm>
            <a:off x="509289" y="3664952"/>
            <a:ext cx="4212000"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employees who will opt to get it done by OC</a:t>
            </a:r>
          </a:p>
        </p:txBody>
      </p:sp>
      <p:sp>
        <p:nvSpPr>
          <p:cNvPr id="8" name="Rectangle 7">
            <a:extLst>
              <a:ext uri="{FF2B5EF4-FFF2-40B4-BE49-F238E27FC236}">
                <a16:creationId xmlns:a16="http://schemas.microsoft.com/office/drawing/2014/main" id="{BB2C6CF2-17AE-266D-A1AC-7C1AA29C8B05}"/>
              </a:ext>
            </a:extLst>
          </p:cNvPr>
          <p:cNvSpPr/>
          <p:nvPr/>
        </p:nvSpPr>
        <p:spPr>
          <a:xfrm>
            <a:off x="5109435" y="3664952"/>
            <a:ext cx="4212000"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employees who will opt to get it done by OC</a:t>
            </a:r>
          </a:p>
        </p:txBody>
      </p:sp>
      <p:sp>
        <p:nvSpPr>
          <p:cNvPr id="20" name="Rectangle 19">
            <a:extLst>
              <a:ext uri="{FF2B5EF4-FFF2-40B4-BE49-F238E27FC236}">
                <a16:creationId xmlns:a16="http://schemas.microsoft.com/office/drawing/2014/main" id="{A71160BC-A4E2-B95F-1745-3F511BAAA5D4}"/>
              </a:ext>
            </a:extLst>
          </p:cNvPr>
          <p:cNvSpPr/>
          <p:nvPr/>
        </p:nvSpPr>
        <p:spPr>
          <a:xfrm>
            <a:off x="509290" y="5201160"/>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Entry level employees</a:t>
            </a:r>
          </a:p>
        </p:txBody>
      </p:sp>
      <p:cxnSp>
        <p:nvCxnSpPr>
          <p:cNvPr id="22" name="Straight Arrow Connector 21">
            <a:extLst>
              <a:ext uri="{FF2B5EF4-FFF2-40B4-BE49-F238E27FC236}">
                <a16:creationId xmlns:a16="http://schemas.microsoft.com/office/drawing/2014/main" id="{04C20430-127C-7FAF-737C-24836BC89A39}"/>
              </a:ext>
            </a:extLst>
          </p:cNvPr>
          <p:cNvCxnSpPr>
            <a:cxnSpLocks/>
          </p:cNvCxnSpPr>
          <p:nvPr/>
        </p:nvCxnSpPr>
        <p:spPr>
          <a:xfrm>
            <a:off x="1118477" y="4849752"/>
            <a:ext cx="0" cy="375129"/>
          </a:xfrm>
          <a:prstGeom prst="straightConnector1">
            <a:avLst/>
          </a:prstGeom>
          <a:ln>
            <a:noFill/>
            <a:prstDash val="dash"/>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1393B2D4-86FA-3743-5B74-B82D217AA759}"/>
              </a:ext>
            </a:extLst>
          </p:cNvPr>
          <p:cNvSpPr/>
          <p:nvPr/>
        </p:nvSpPr>
        <p:spPr>
          <a:xfrm>
            <a:off x="509290" y="5663892"/>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27" name="Rectangle 26">
            <a:extLst>
              <a:ext uri="{FF2B5EF4-FFF2-40B4-BE49-F238E27FC236}">
                <a16:creationId xmlns:a16="http://schemas.microsoft.com/office/drawing/2014/main" id="{FE0255C0-18F5-301E-E37D-30DAB22E8AB8}"/>
              </a:ext>
            </a:extLst>
          </p:cNvPr>
          <p:cNvSpPr/>
          <p:nvPr/>
        </p:nvSpPr>
        <p:spPr>
          <a:xfrm>
            <a:off x="2356318" y="300190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29" name="Rectangle 28">
            <a:extLst>
              <a:ext uri="{FF2B5EF4-FFF2-40B4-BE49-F238E27FC236}">
                <a16:creationId xmlns:a16="http://schemas.microsoft.com/office/drawing/2014/main" id="{6B19EEDE-4759-A1C4-1742-B60BDA7983E6}"/>
              </a:ext>
            </a:extLst>
          </p:cNvPr>
          <p:cNvSpPr/>
          <p:nvPr/>
        </p:nvSpPr>
        <p:spPr>
          <a:xfrm>
            <a:off x="2356318" y="3491067"/>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42" name="Rectangle 41">
            <a:extLst>
              <a:ext uri="{FF2B5EF4-FFF2-40B4-BE49-F238E27FC236}">
                <a16:creationId xmlns:a16="http://schemas.microsoft.com/office/drawing/2014/main" id="{E4E96E3B-4263-4D9A-FC05-788202300676}"/>
              </a:ext>
            </a:extLst>
          </p:cNvPr>
          <p:cNvSpPr/>
          <p:nvPr/>
        </p:nvSpPr>
        <p:spPr>
          <a:xfrm>
            <a:off x="1766055" y="548610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2" name="Rectangle 11">
            <a:extLst>
              <a:ext uri="{FF2B5EF4-FFF2-40B4-BE49-F238E27FC236}">
                <a16:creationId xmlns:a16="http://schemas.microsoft.com/office/drawing/2014/main" id="{F9FA3C09-5A20-043C-8473-2673B1FD8B16}"/>
              </a:ext>
            </a:extLst>
          </p:cNvPr>
          <p:cNvSpPr/>
          <p:nvPr/>
        </p:nvSpPr>
        <p:spPr>
          <a:xfrm>
            <a:off x="2356318" y="3945987"/>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40" name="Rectangle 39">
            <a:extLst>
              <a:ext uri="{FF2B5EF4-FFF2-40B4-BE49-F238E27FC236}">
                <a16:creationId xmlns:a16="http://schemas.microsoft.com/office/drawing/2014/main" id="{C70E24BF-5366-048A-1BF6-5EE7009FF718}"/>
              </a:ext>
            </a:extLst>
          </p:cNvPr>
          <p:cNvSpPr/>
          <p:nvPr/>
        </p:nvSpPr>
        <p:spPr>
          <a:xfrm>
            <a:off x="4752143" y="2460334"/>
            <a:ext cx="326437" cy="28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
        <p:nvSpPr>
          <p:cNvPr id="49" name="Rectangle 48">
            <a:extLst>
              <a:ext uri="{FF2B5EF4-FFF2-40B4-BE49-F238E27FC236}">
                <a16:creationId xmlns:a16="http://schemas.microsoft.com/office/drawing/2014/main" id="{8F60AB14-8ACE-138D-1DA3-EDF5C6AC5E40}"/>
              </a:ext>
            </a:extLst>
          </p:cNvPr>
          <p:cNvSpPr/>
          <p:nvPr/>
        </p:nvSpPr>
        <p:spPr>
          <a:xfrm>
            <a:off x="7147963" y="300190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0" name="Rectangle 49">
            <a:extLst>
              <a:ext uri="{FF2B5EF4-FFF2-40B4-BE49-F238E27FC236}">
                <a16:creationId xmlns:a16="http://schemas.microsoft.com/office/drawing/2014/main" id="{C3DD750B-FE8B-4542-C6D8-1A531F918C25}"/>
              </a:ext>
            </a:extLst>
          </p:cNvPr>
          <p:cNvSpPr/>
          <p:nvPr/>
        </p:nvSpPr>
        <p:spPr>
          <a:xfrm>
            <a:off x="7147963" y="3491067"/>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2" name="Rectangle 51">
            <a:extLst>
              <a:ext uri="{FF2B5EF4-FFF2-40B4-BE49-F238E27FC236}">
                <a16:creationId xmlns:a16="http://schemas.microsoft.com/office/drawing/2014/main" id="{2177C6F9-E2B6-7B5D-C594-0E77D6B2AFBA}"/>
              </a:ext>
            </a:extLst>
          </p:cNvPr>
          <p:cNvSpPr/>
          <p:nvPr/>
        </p:nvSpPr>
        <p:spPr>
          <a:xfrm>
            <a:off x="7147963" y="3945987"/>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6" name="Rectangle 15">
            <a:extLst>
              <a:ext uri="{FF2B5EF4-FFF2-40B4-BE49-F238E27FC236}">
                <a16:creationId xmlns:a16="http://schemas.microsoft.com/office/drawing/2014/main" id="{64788972-1820-E30E-03CD-328C246CFAB4}"/>
              </a:ext>
            </a:extLst>
          </p:cNvPr>
          <p:cNvSpPr/>
          <p:nvPr/>
        </p:nvSpPr>
        <p:spPr>
          <a:xfrm>
            <a:off x="509289" y="4119872"/>
            <a:ext cx="4212000" cy="288000"/>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Number of screenings</a:t>
            </a:r>
          </a:p>
        </p:txBody>
      </p:sp>
      <p:sp>
        <p:nvSpPr>
          <p:cNvPr id="19" name="Rectangle 18">
            <a:extLst>
              <a:ext uri="{FF2B5EF4-FFF2-40B4-BE49-F238E27FC236}">
                <a16:creationId xmlns:a16="http://schemas.microsoft.com/office/drawing/2014/main" id="{6664B3C0-7F28-AF40-B8A1-27418879FAA3}"/>
              </a:ext>
            </a:extLst>
          </p:cNvPr>
          <p:cNvSpPr/>
          <p:nvPr/>
        </p:nvSpPr>
        <p:spPr>
          <a:xfrm>
            <a:off x="5109435" y="4119872"/>
            <a:ext cx="4212000" cy="288000"/>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Number of screenings</a:t>
            </a:r>
          </a:p>
        </p:txBody>
      </p:sp>
      <p:sp>
        <p:nvSpPr>
          <p:cNvPr id="25" name="Rectangle 24">
            <a:extLst>
              <a:ext uri="{FF2B5EF4-FFF2-40B4-BE49-F238E27FC236}">
                <a16:creationId xmlns:a16="http://schemas.microsoft.com/office/drawing/2014/main" id="{D7DBE531-05DB-837C-631E-A33F10261D0E}"/>
              </a:ext>
            </a:extLst>
          </p:cNvPr>
          <p:cNvSpPr/>
          <p:nvPr/>
        </p:nvSpPr>
        <p:spPr>
          <a:xfrm>
            <a:off x="509288" y="4621114"/>
            <a:ext cx="8812147" cy="288000"/>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Total screenings from partner corporations – Corporate drives</a:t>
            </a:r>
          </a:p>
        </p:txBody>
      </p:sp>
      <p:sp>
        <p:nvSpPr>
          <p:cNvPr id="26" name="Rectangle 25">
            <a:extLst>
              <a:ext uri="{FF2B5EF4-FFF2-40B4-BE49-F238E27FC236}">
                <a16:creationId xmlns:a16="http://schemas.microsoft.com/office/drawing/2014/main" id="{6BD9C689-6287-852D-C5F3-E3109C924F14}"/>
              </a:ext>
            </a:extLst>
          </p:cNvPr>
          <p:cNvSpPr/>
          <p:nvPr/>
        </p:nvSpPr>
        <p:spPr>
          <a:xfrm>
            <a:off x="4752143" y="4200079"/>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28" name="Rectangle 27">
            <a:extLst>
              <a:ext uri="{FF2B5EF4-FFF2-40B4-BE49-F238E27FC236}">
                <a16:creationId xmlns:a16="http://schemas.microsoft.com/office/drawing/2014/main" id="{442F8BA1-47E1-F589-FD58-2FF9D1583B30}"/>
              </a:ext>
            </a:extLst>
          </p:cNvPr>
          <p:cNvSpPr/>
          <p:nvPr/>
        </p:nvSpPr>
        <p:spPr>
          <a:xfrm>
            <a:off x="4752143" y="439996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2" name="Rectangle 31">
            <a:extLst>
              <a:ext uri="{FF2B5EF4-FFF2-40B4-BE49-F238E27FC236}">
                <a16:creationId xmlns:a16="http://schemas.microsoft.com/office/drawing/2014/main" id="{3BEA9434-F66E-60B1-1474-63C68CBD5E05}"/>
              </a:ext>
            </a:extLst>
          </p:cNvPr>
          <p:cNvSpPr/>
          <p:nvPr/>
        </p:nvSpPr>
        <p:spPr>
          <a:xfrm>
            <a:off x="4626209" y="4953590"/>
            <a:ext cx="578304"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Split</a:t>
            </a:r>
          </a:p>
        </p:txBody>
      </p:sp>
      <p:sp>
        <p:nvSpPr>
          <p:cNvPr id="54" name="Rectangle 53">
            <a:extLst>
              <a:ext uri="{FF2B5EF4-FFF2-40B4-BE49-F238E27FC236}">
                <a16:creationId xmlns:a16="http://schemas.microsoft.com/office/drawing/2014/main" id="{FD12C516-6894-B02B-9CF6-87D61DF3A460}"/>
              </a:ext>
            </a:extLst>
          </p:cNvPr>
          <p:cNvSpPr/>
          <p:nvPr/>
        </p:nvSpPr>
        <p:spPr>
          <a:xfrm>
            <a:off x="3531953" y="5201160"/>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Middle management</a:t>
            </a:r>
          </a:p>
        </p:txBody>
      </p:sp>
      <p:sp>
        <p:nvSpPr>
          <p:cNvPr id="55" name="Rectangle 54">
            <a:extLst>
              <a:ext uri="{FF2B5EF4-FFF2-40B4-BE49-F238E27FC236}">
                <a16:creationId xmlns:a16="http://schemas.microsoft.com/office/drawing/2014/main" id="{08A19DD0-2C10-19DF-9846-A509B88ABC1A}"/>
              </a:ext>
            </a:extLst>
          </p:cNvPr>
          <p:cNvSpPr/>
          <p:nvPr/>
        </p:nvSpPr>
        <p:spPr>
          <a:xfrm>
            <a:off x="3531953" y="5663892"/>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57" name="Rectangle 56">
            <a:extLst>
              <a:ext uri="{FF2B5EF4-FFF2-40B4-BE49-F238E27FC236}">
                <a16:creationId xmlns:a16="http://schemas.microsoft.com/office/drawing/2014/main" id="{EF5671A5-AD12-A4C1-AEDD-3FCD43C5CD8B}"/>
              </a:ext>
            </a:extLst>
          </p:cNvPr>
          <p:cNvSpPr/>
          <p:nvPr/>
        </p:nvSpPr>
        <p:spPr>
          <a:xfrm>
            <a:off x="4788718" y="548610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9" name="Rectangle 58">
            <a:extLst>
              <a:ext uri="{FF2B5EF4-FFF2-40B4-BE49-F238E27FC236}">
                <a16:creationId xmlns:a16="http://schemas.microsoft.com/office/drawing/2014/main" id="{C4604FC4-631F-3626-3DBC-9C808BC21ABE}"/>
              </a:ext>
            </a:extLst>
          </p:cNvPr>
          <p:cNvSpPr/>
          <p:nvPr/>
        </p:nvSpPr>
        <p:spPr>
          <a:xfrm>
            <a:off x="6486087" y="5201160"/>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Senior and above</a:t>
            </a:r>
          </a:p>
        </p:txBody>
      </p:sp>
      <p:sp>
        <p:nvSpPr>
          <p:cNvPr id="60" name="Rectangle 59">
            <a:extLst>
              <a:ext uri="{FF2B5EF4-FFF2-40B4-BE49-F238E27FC236}">
                <a16:creationId xmlns:a16="http://schemas.microsoft.com/office/drawing/2014/main" id="{E85240C9-ECA2-D6AB-7254-EA07D5A16EF9}"/>
              </a:ext>
            </a:extLst>
          </p:cNvPr>
          <p:cNvSpPr/>
          <p:nvPr/>
        </p:nvSpPr>
        <p:spPr>
          <a:xfrm>
            <a:off x="6486087" y="5663892"/>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61" name="Rectangle 60">
            <a:extLst>
              <a:ext uri="{FF2B5EF4-FFF2-40B4-BE49-F238E27FC236}">
                <a16:creationId xmlns:a16="http://schemas.microsoft.com/office/drawing/2014/main" id="{3A33E40C-9704-FCA2-7EB4-EFF89B67214F}"/>
              </a:ext>
            </a:extLst>
          </p:cNvPr>
          <p:cNvSpPr/>
          <p:nvPr/>
        </p:nvSpPr>
        <p:spPr>
          <a:xfrm>
            <a:off x="7742852" y="548610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63" name="Rectangle 62">
            <a:extLst>
              <a:ext uri="{FF2B5EF4-FFF2-40B4-BE49-F238E27FC236}">
                <a16:creationId xmlns:a16="http://schemas.microsoft.com/office/drawing/2014/main" id="{2B46E01E-95FD-CCF8-003B-449838BDDDC5}"/>
              </a:ext>
            </a:extLst>
          </p:cNvPr>
          <p:cNvSpPr/>
          <p:nvPr/>
        </p:nvSpPr>
        <p:spPr>
          <a:xfrm>
            <a:off x="509290" y="6126622"/>
            <a:ext cx="2839966"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6" name="Rectangle 3135">
            <a:extLst>
              <a:ext uri="{FF2B5EF4-FFF2-40B4-BE49-F238E27FC236}">
                <a16:creationId xmlns:a16="http://schemas.microsoft.com/office/drawing/2014/main" id="{BAC49A99-F32B-B559-C520-A6B04F425668}"/>
              </a:ext>
            </a:extLst>
          </p:cNvPr>
          <p:cNvSpPr/>
          <p:nvPr/>
        </p:nvSpPr>
        <p:spPr>
          <a:xfrm>
            <a:off x="3531953" y="6126622"/>
            <a:ext cx="2839966"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7" name="Rectangle 3136">
            <a:extLst>
              <a:ext uri="{FF2B5EF4-FFF2-40B4-BE49-F238E27FC236}">
                <a16:creationId xmlns:a16="http://schemas.microsoft.com/office/drawing/2014/main" id="{A1E91F8E-9717-917B-8F89-5F56F57EB363}"/>
              </a:ext>
            </a:extLst>
          </p:cNvPr>
          <p:cNvSpPr/>
          <p:nvPr/>
        </p:nvSpPr>
        <p:spPr>
          <a:xfrm>
            <a:off x="6486087" y="6126622"/>
            <a:ext cx="2839966"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8" name="Rectangle 3137">
            <a:extLst>
              <a:ext uri="{FF2B5EF4-FFF2-40B4-BE49-F238E27FC236}">
                <a16:creationId xmlns:a16="http://schemas.microsoft.com/office/drawing/2014/main" id="{AF4D1205-04B1-25E7-BC4E-8E4AEE24632E}"/>
              </a:ext>
            </a:extLst>
          </p:cNvPr>
          <p:cNvSpPr/>
          <p:nvPr/>
        </p:nvSpPr>
        <p:spPr>
          <a:xfrm>
            <a:off x="1766055" y="594883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39" name="Rectangle 3138">
            <a:extLst>
              <a:ext uri="{FF2B5EF4-FFF2-40B4-BE49-F238E27FC236}">
                <a16:creationId xmlns:a16="http://schemas.microsoft.com/office/drawing/2014/main" id="{94C74B35-2E37-BE97-6F30-75C8F0C93ACC}"/>
              </a:ext>
            </a:extLst>
          </p:cNvPr>
          <p:cNvSpPr/>
          <p:nvPr/>
        </p:nvSpPr>
        <p:spPr>
          <a:xfrm>
            <a:off x="4788718" y="594883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40" name="Rectangle 3139">
            <a:extLst>
              <a:ext uri="{FF2B5EF4-FFF2-40B4-BE49-F238E27FC236}">
                <a16:creationId xmlns:a16="http://schemas.microsoft.com/office/drawing/2014/main" id="{49BB5155-DB15-776F-E3DF-B8BC6B8A5A1E}"/>
              </a:ext>
            </a:extLst>
          </p:cNvPr>
          <p:cNvSpPr/>
          <p:nvPr/>
        </p:nvSpPr>
        <p:spPr>
          <a:xfrm>
            <a:off x="7742852" y="594883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Tree>
    <p:extLst>
      <p:ext uri="{BB962C8B-B14F-4D97-AF65-F5344CB8AC3E}">
        <p14:creationId xmlns:p14="http://schemas.microsoft.com/office/powerpoint/2010/main" val="325630909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4C63D0-4CD3-7E5B-6625-6E08BFBDB96B}"/>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5D0F7198-EE7F-5329-8167-52EFF646D1CA}"/>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5D0F7198-EE7F-5329-8167-52EFF646D1CA}"/>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E6EC7539-9650-3ED8-40F4-8114B79B6D92}"/>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dirty="0">
                <a:solidFill>
                  <a:srgbClr val="0A0A0A"/>
                </a:solidFill>
                <a:latin typeface="Georgia" panose="02040502050405020303" pitchFamily="18" charset="0"/>
                <a:cs typeface="Arial" panose="020B0604020202020204" pitchFamily="34" charset="0"/>
              </a:rPr>
              <a:t>B2B Preventive Care: </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Revenue generated from untested employees transitioning to walk-in visits at the clinic</a:t>
            </a:r>
            <a:endPar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3" name="Slide Number Placeholder 2">
            <a:extLst>
              <a:ext uri="{FF2B5EF4-FFF2-40B4-BE49-F238E27FC236}">
                <a16:creationId xmlns:a16="http://schemas.microsoft.com/office/drawing/2014/main" id="{CED3B165-307D-5FED-7DB4-880C4C2CAC38}"/>
              </a:ext>
            </a:extLst>
          </p:cNvPr>
          <p:cNvSpPr>
            <a:spLocks noGrp="1"/>
          </p:cNvSpPr>
          <p:nvPr>
            <p:ph type="sldNum" sz="quarter" idx="12"/>
          </p:nvPr>
        </p:nvSpPr>
        <p:spPr/>
        <p:txBody>
          <a:bodyPr/>
          <a:lstStyle/>
          <a:p>
            <a:fld id="{8E1CF2E5-4A16-4FBD-9713-265FD1DAAE65}" type="slidenum">
              <a:rPr lang="en-US" smtClean="0"/>
              <a:t>62</a:t>
            </a:fld>
            <a:endParaRPr lang="en-US"/>
          </a:p>
        </p:txBody>
      </p:sp>
      <p:grpSp>
        <p:nvGrpSpPr>
          <p:cNvPr id="3171" name="Group 3170">
            <a:extLst>
              <a:ext uri="{FF2B5EF4-FFF2-40B4-BE49-F238E27FC236}">
                <a16:creationId xmlns:a16="http://schemas.microsoft.com/office/drawing/2014/main" id="{DC7E846C-A1A4-CD55-D593-1B9765A0256F}"/>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EF316678-967C-24E3-26CD-26B84B1AC8B1}"/>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2A98C2FA-56C7-D05D-74D5-8C59C24B23C4}"/>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0279FE23-7BEC-C2E6-D7F3-F6132B494C4B}"/>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3610DCB6-71F4-E538-E355-C3E0A433CB40}"/>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8913E88F-5D87-CC62-357D-2BF748EA3A5D}"/>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94BA2CD7-9E9E-6CFF-9362-B50846C59163}"/>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6A337039-D896-FD25-455E-6263F53729EC}"/>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4808EA46-5FA5-F9D5-80C0-04C40766A05C}"/>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9A39AFBE-B85D-0A3C-D465-5E413774DC02}"/>
              </a:ext>
            </a:extLst>
          </p:cNvPr>
          <p:cNvSpPr/>
          <p:nvPr/>
        </p:nvSpPr>
        <p:spPr>
          <a:xfrm>
            <a:off x="9504132" y="1764204"/>
            <a:ext cx="2176885"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lvl="1">
              <a:spcBef>
                <a:spcPts val="300"/>
              </a:spcBef>
              <a:spcAft>
                <a:spcPts val="300"/>
              </a:spcAft>
              <a:defRPr/>
            </a:pPr>
            <a:r>
              <a:rPr kumimoji="0" lang="en-US" sz="1050" i="0" u="none" strike="noStrike" kern="1200" cap="none" spc="0" normalizeH="0" baseline="0" noProof="0">
                <a:ln>
                  <a:noFill/>
                </a:ln>
                <a:solidFill>
                  <a:schemeClr val="tx1"/>
                </a:solidFill>
                <a:effectLst/>
                <a:uLnTx/>
                <a:uFillTx/>
                <a:latin typeface="Calibri" panose="020F0502020204030204"/>
                <a:ea typeface="+mn-ea"/>
                <a:cs typeface="+mn-cs"/>
              </a:rPr>
              <a:t>% of employees insured in an organizations:</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50%</a:t>
            </a:r>
            <a:endParaRPr kumimoji="0" lang="en-US" sz="1050" b="1" i="0" u="none" strike="noStrike" kern="1200" cap="none" spc="0" normalizeH="0" baseline="0" noProof="0">
              <a:ln>
                <a:noFill/>
              </a:ln>
              <a:solidFill>
                <a:schemeClr val="tx1"/>
              </a:solidFill>
              <a:effectLst/>
              <a:uLnTx/>
              <a:uFillTx/>
              <a:latin typeface="Calibri" panose="020F0502020204030204"/>
              <a:ea typeface="+mn-ea"/>
              <a:cs typeface="+mn-cs"/>
            </a:endParaRPr>
          </a:p>
          <a:p>
            <a:pPr marL="0" lvl="1">
              <a:spcBef>
                <a:spcPts val="300"/>
              </a:spcBef>
              <a:spcAft>
                <a:spcPts val="300"/>
              </a:spcAft>
              <a:defRPr/>
            </a:pPr>
            <a:r>
              <a:rPr kumimoji="0" lang="en-US" sz="1050" i="0" u="none" strike="noStrike" kern="1200" cap="none" spc="0" normalizeH="0" baseline="0" noProof="0">
                <a:ln>
                  <a:noFill/>
                </a:ln>
                <a:solidFill>
                  <a:schemeClr val="tx1"/>
                </a:solidFill>
                <a:effectLst/>
                <a:uLnTx/>
                <a:uFillTx/>
                <a:latin typeface="Calibri" panose="020F0502020204030204"/>
                <a:ea typeface="+mn-ea"/>
                <a:cs typeface="+mn-cs"/>
              </a:rPr>
              <a:t>% of employees who undergo periodic health examinations:</a:t>
            </a:r>
          </a:p>
          <a:p>
            <a:pPr marL="171450" lvl="1" indent="-171450">
              <a:spcBef>
                <a:spcPts val="300"/>
              </a:spcBef>
              <a:spcAft>
                <a:spcPts val="300"/>
              </a:spcAft>
              <a:buFont typeface="Arial" panose="020B0604020202020204" pitchFamily="34" charset="0"/>
              <a:buChar char="•"/>
              <a:defRPr/>
            </a:pPr>
            <a:r>
              <a:rPr kumimoji="0" lang="en-US" sz="1050" b="1" i="0" u="none" strike="noStrike" kern="1200" cap="none" spc="0" normalizeH="0" baseline="0" noProof="0">
                <a:ln>
                  <a:noFill/>
                </a:ln>
                <a:solidFill>
                  <a:schemeClr val="tx1"/>
                </a:solidFill>
                <a:effectLst/>
                <a:uLnTx/>
                <a:uFillTx/>
                <a:latin typeface="Calibri" panose="020F0502020204030204"/>
                <a:ea typeface="+mn-ea"/>
                <a:cs typeface="+mn-cs"/>
              </a:rPr>
              <a:t>32%</a:t>
            </a:r>
          </a:p>
          <a:p>
            <a:pPr marL="0" lvl="1">
              <a:spcBef>
                <a:spcPts val="300"/>
              </a:spcBef>
              <a:spcAft>
                <a:spcPts val="300"/>
              </a:spcAft>
              <a:defRPr/>
            </a:pPr>
            <a:r>
              <a:rPr lang="en-US" sz="1050">
                <a:solidFill>
                  <a:schemeClr val="tx1"/>
                </a:solidFill>
                <a:latin typeface="Calibri" panose="020F0502020204030204"/>
              </a:rPr>
              <a:t>% of Riyadh population residing near OC flagship</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6%</a:t>
            </a:r>
          </a:p>
          <a:p>
            <a:pPr marL="0" lvl="1">
              <a:spcBef>
                <a:spcPts val="300"/>
              </a:spcBef>
              <a:spcAft>
                <a:spcPts val="300"/>
              </a:spcAft>
              <a:defRPr/>
            </a:pPr>
            <a:r>
              <a:rPr lang="en-US" sz="1050">
                <a:solidFill>
                  <a:schemeClr val="tx1"/>
                </a:solidFill>
              </a:rPr>
              <a:t>% of employees who opt for OC</a:t>
            </a:r>
          </a:p>
          <a:p>
            <a:pPr marL="171450" lvl="1" indent="-171450">
              <a:spcBef>
                <a:spcPts val="300"/>
              </a:spcBef>
              <a:spcAft>
                <a:spcPts val="300"/>
              </a:spcAft>
              <a:buFont typeface="Arial" panose="020B0604020202020204" pitchFamily="34" charset="0"/>
              <a:buChar char="•"/>
              <a:defRPr/>
            </a:pPr>
            <a:r>
              <a:rPr lang="en-US" sz="1050" b="1">
                <a:solidFill>
                  <a:schemeClr val="tx1"/>
                </a:solidFill>
              </a:rPr>
              <a:t>3%</a:t>
            </a:r>
            <a:r>
              <a:rPr lang="en-US" sz="1050">
                <a:solidFill>
                  <a:schemeClr val="tx1"/>
                </a:solidFill>
              </a:rPr>
              <a:t> </a:t>
            </a:r>
          </a:p>
          <a:p>
            <a:pPr marL="0" lvl="1">
              <a:spcBef>
                <a:spcPts val="300"/>
              </a:spcBef>
              <a:spcAft>
                <a:spcPts val="300"/>
              </a:spcAft>
              <a:defRPr/>
            </a:pPr>
            <a:r>
              <a:rPr lang="en-US" sz="1050">
                <a:solidFill>
                  <a:schemeClr val="tx1"/>
                </a:solidFill>
                <a:latin typeface="Calibri" panose="020F0502020204030204"/>
              </a:rPr>
              <a:t>Revenue share of OC with outsourced third-party provider assumed to be</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40%</a:t>
            </a:r>
            <a:r>
              <a:rPr lang="en-US" sz="1050">
                <a:solidFill>
                  <a:schemeClr val="tx1"/>
                </a:solidFill>
                <a:latin typeface="Calibri" panose="020F0502020204030204"/>
              </a:rPr>
              <a:t> of the gross price</a:t>
            </a:r>
          </a:p>
          <a:p>
            <a:pPr marL="0" lvl="1">
              <a:spcBef>
                <a:spcPts val="300"/>
              </a:spcBef>
              <a:spcAft>
                <a:spcPts val="300"/>
              </a:spcAft>
              <a:defRPr/>
            </a:pPr>
            <a:r>
              <a:rPr lang="en-US" sz="1050">
                <a:solidFill>
                  <a:schemeClr val="tx1"/>
                </a:solidFill>
                <a:latin typeface="Calibri" panose="020F0502020204030204"/>
              </a:rPr>
              <a:t>Packages by management hierarchy</a:t>
            </a:r>
          </a:p>
          <a:p>
            <a:pPr marL="171450" lvl="1" indent="-171450">
              <a:spcBef>
                <a:spcPts val="300"/>
              </a:spcBef>
              <a:spcAft>
                <a:spcPts val="300"/>
              </a:spcAft>
              <a:buFont typeface="Arial" panose="020B0604020202020204" pitchFamily="34" charset="0"/>
              <a:buChar char="•"/>
              <a:defRPr/>
            </a:pPr>
            <a:r>
              <a:rPr lang="en-US" sz="1050">
                <a:solidFill>
                  <a:schemeClr val="tx1"/>
                </a:solidFill>
                <a:latin typeface="Calibri" panose="020F0502020204030204"/>
              </a:rPr>
              <a:t>Basic</a:t>
            </a:r>
            <a:r>
              <a:rPr lang="en-US" sz="1050" b="1">
                <a:solidFill>
                  <a:schemeClr val="tx1"/>
                </a:solidFill>
                <a:latin typeface="Calibri" panose="020F0502020204030204"/>
              </a:rPr>
              <a:t> – </a:t>
            </a:r>
            <a:r>
              <a:rPr lang="en-US" sz="1050">
                <a:solidFill>
                  <a:schemeClr val="tx1"/>
                </a:solidFill>
                <a:latin typeface="Calibri" panose="020F0502020204030204"/>
              </a:rPr>
              <a:t>Entry level</a:t>
            </a:r>
          </a:p>
          <a:p>
            <a:pPr marL="171450" lvl="1" indent="-171450">
              <a:spcBef>
                <a:spcPts val="300"/>
              </a:spcBef>
              <a:spcAft>
                <a:spcPts val="300"/>
              </a:spcAft>
              <a:buFont typeface="Arial" panose="020B0604020202020204" pitchFamily="34" charset="0"/>
              <a:buChar char="•"/>
              <a:defRPr/>
            </a:pPr>
            <a:r>
              <a:rPr lang="en-US" sz="1050">
                <a:solidFill>
                  <a:schemeClr val="tx1"/>
                </a:solidFill>
                <a:latin typeface="Calibri" panose="020F0502020204030204"/>
              </a:rPr>
              <a:t>Intermediate – Middle management</a:t>
            </a:r>
          </a:p>
          <a:p>
            <a:pPr marL="171450" lvl="1" indent="-171450">
              <a:spcBef>
                <a:spcPts val="300"/>
              </a:spcBef>
              <a:spcAft>
                <a:spcPts val="300"/>
              </a:spcAft>
              <a:buFont typeface="Arial" panose="020B0604020202020204" pitchFamily="34" charset="0"/>
              <a:buChar char="•"/>
              <a:defRPr/>
            </a:pPr>
            <a:r>
              <a:rPr lang="en-US" sz="1050">
                <a:solidFill>
                  <a:schemeClr val="tx1"/>
                </a:solidFill>
                <a:latin typeface="Calibri" panose="020F0502020204030204"/>
              </a:rPr>
              <a:t>Advanced – Senior management and above</a:t>
            </a:r>
          </a:p>
        </p:txBody>
      </p:sp>
      <p:sp>
        <p:nvSpPr>
          <p:cNvPr id="5" name="Rectangle 4">
            <a:extLst>
              <a:ext uri="{FF2B5EF4-FFF2-40B4-BE49-F238E27FC236}">
                <a16:creationId xmlns:a16="http://schemas.microsoft.com/office/drawing/2014/main" id="{2DBC1997-9258-601E-DB8F-980D9BB1CBA8}"/>
              </a:ext>
            </a:extLst>
          </p:cNvPr>
          <p:cNvSpPr/>
          <p:nvPr/>
        </p:nvSpPr>
        <p:spPr>
          <a:xfrm>
            <a:off x="509288" y="1781458"/>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Insured employees in Riyadh</a:t>
            </a:r>
          </a:p>
        </p:txBody>
      </p:sp>
      <p:sp>
        <p:nvSpPr>
          <p:cNvPr id="7" name="Rectangle 6">
            <a:extLst>
              <a:ext uri="{FF2B5EF4-FFF2-40B4-BE49-F238E27FC236}">
                <a16:creationId xmlns:a16="http://schemas.microsoft.com/office/drawing/2014/main" id="{A091642F-891F-7B4A-FEAC-A152E75A3D44}"/>
              </a:ext>
            </a:extLst>
          </p:cNvPr>
          <p:cNvSpPr/>
          <p:nvPr/>
        </p:nvSpPr>
        <p:spPr>
          <a:xfrm>
            <a:off x="509288" y="2254734"/>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Screenings from partner corporations – corporate drives</a:t>
            </a:r>
          </a:p>
        </p:txBody>
      </p:sp>
      <p:sp>
        <p:nvSpPr>
          <p:cNvPr id="10" name="Rectangle 9">
            <a:extLst>
              <a:ext uri="{FF2B5EF4-FFF2-40B4-BE49-F238E27FC236}">
                <a16:creationId xmlns:a16="http://schemas.microsoft.com/office/drawing/2014/main" id="{EAE5DDD4-A08E-5260-87F0-0590E9BE4B3F}"/>
              </a:ext>
            </a:extLst>
          </p:cNvPr>
          <p:cNvSpPr/>
          <p:nvPr/>
        </p:nvSpPr>
        <p:spPr>
          <a:xfrm>
            <a:off x="4752143" y="2072096"/>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a:t>
            </a:r>
          </a:p>
        </p:txBody>
      </p:sp>
      <p:sp>
        <p:nvSpPr>
          <p:cNvPr id="30" name="Rectangle 29">
            <a:extLst>
              <a:ext uri="{FF2B5EF4-FFF2-40B4-BE49-F238E27FC236}">
                <a16:creationId xmlns:a16="http://schemas.microsoft.com/office/drawing/2014/main" id="{F61FD612-1DE4-97DF-71F8-1C8B29561A48}"/>
              </a:ext>
            </a:extLst>
          </p:cNvPr>
          <p:cNvSpPr/>
          <p:nvPr/>
        </p:nvSpPr>
        <p:spPr>
          <a:xfrm>
            <a:off x="509288" y="2728010"/>
            <a:ext cx="8812147" cy="288000"/>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Insured employees in Riyadh not tested during corporate drives</a:t>
            </a:r>
          </a:p>
        </p:txBody>
      </p:sp>
      <p:sp>
        <p:nvSpPr>
          <p:cNvPr id="123" name="Rectangle 122">
            <a:extLst>
              <a:ext uri="{FF2B5EF4-FFF2-40B4-BE49-F238E27FC236}">
                <a16:creationId xmlns:a16="http://schemas.microsoft.com/office/drawing/2014/main" id="{70B8D482-1F10-2157-A0A8-D42C78686748}"/>
              </a:ext>
            </a:extLst>
          </p:cNvPr>
          <p:cNvSpPr/>
          <p:nvPr/>
        </p:nvSpPr>
        <p:spPr>
          <a:xfrm>
            <a:off x="509281" y="1312479"/>
            <a:ext cx="8812147"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Partner corporations – OC walk-ins</a:t>
            </a:r>
          </a:p>
        </p:txBody>
      </p:sp>
      <p:sp>
        <p:nvSpPr>
          <p:cNvPr id="125" name="Rectangle 124">
            <a:extLst>
              <a:ext uri="{FF2B5EF4-FFF2-40B4-BE49-F238E27FC236}">
                <a16:creationId xmlns:a16="http://schemas.microsoft.com/office/drawing/2014/main" id="{B88F1EA6-2B5E-014C-F7AE-B3E09D922DAB}"/>
              </a:ext>
            </a:extLst>
          </p:cNvPr>
          <p:cNvSpPr/>
          <p:nvPr/>
        </p:nvSpPr>
        <p:spPr>
          <a:xfrm>
            <a:off x="9504132" y="1312479"/>
            <a:ext cx="2166862"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81" name="Line 15">
            <a:extLst>
              <a:ext uri="{FF2B5EF4-FFF2-40B4-BE49-F238E27FC236}">
                <a16:creationId xmlns:a16="http://schemas.microsoft.com/office/drawing/2014/main" id="{15B0DDF5-ECEE-3D17-5A6B-EC9A640A279F}"/>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64BECCB5-34E2-1725-F72F-45AEAACC43A0}"/>
              </a:ext>
            </a:extLst>
          </p:cNvPr>
          <p:cNvSpPr/>
          <p:nvPr/>
        </p:nvSpPr>
        <p:spPr>
          <a:xfrm>
            <a:off x="509290" y="5201160"/>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Entry level employees</a:t>
            </a:r>
          </a:p>
        </p:txBody>
      </p:sp>
      <p:cxnSp>
        <p:nvCxnSpPr>
          <p:cNvPr id="22" name="Straight Arrow Connector 21">
            <a:extLst>
              <a:ext uri="{FF2B5EF4-FFF2-40B4-BE49-F238E27FC236}">
                <a16:creationId xmlns:a16="http://schemas.microsoft.com/office/drawing/2014/main" id="{8164D487-3A7A-9C93-A32A-5263C0A3B088}"/>
              </a:ext>
            </a:extLst>
          </p:cNvPr>
          <p:cNvCxnSpPr>
            <a:cxnSpLocks/>
          </p:cNvCxnSpPr>
          <p:nvPr/>
        </p:nvCxnSpPr>
        <p:spPr>
          <a:xfrm>
            <a:off x="1118477" y="4849752"/>
            <a:ext cx="0" cy="375129"/>
          </a:xfrm>
          <a:prstGeom prst="straightConnector1">
            <a:avLst/>
          </a:prstGeom>
          <a:ln>
            <a:noFill/>
            <a:prstDash val="dash"/>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D1878C27-2526-4205-97E7-981A0B638B5D}"/>
              </a:ext>
            </a:extLst>
          </p:cNvPr>
          <p:cNvSpPr/>
          <p:nvPr/>
        </p:nvSpPr>
        <p:spPr>
          <a:xfrm>
            <a:off x="509290" y="5663892"/>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42" name="Rectangle 41">
            <a:extLst>
              <a:ext uri="{FF2B5EF4-FFF2-40B4-BE49-F238E27FC236}">
                <a16:creationId xmlns:a16="http://schemas.microsoft.com/office/drawing/2014/main" id="{79D1235D-9A63-E543-9EA9-3F762BC92EB4}"/>
              </a:ext>
            </a:extLst>
          </p:cNvPr>
          <p:cNvSpPr/>
          <p:nvPr/>
        </p:nvSpPr>
        <p:spPr>
          <a:xfrm>
            <a:off x="1766055" y="548610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40" name="Rectangle 39">
            <a:extLst>
              <a:ext uri="{FF2B5EF4-FFF2-40B4-BE49-F238E27FC236}">
                <a16:creationId xmlns:a16="http://schemas.microsoft.com/office/drawing/2014/main" id="{ED0C46EC-8BF8-8DE8-4C05-FE9A6A63F5E3}"/>
              </a:ext>
            </a:extLst>
          </p:cNvPr>
          <p:cNvSpPr/>
          <p:nvPr/>
        </p:nvSpPr>
        <p:spPr>
          <a:xfrm>
            <a:off x="4752143" y="2545372"/>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a:t>
            </a:r>
          </a:p>
        </p:txBody>
      </p:sp>
      <p:sp>
        <p:nvSpPr>
          <p:cNvPr id="25" name="Rectangle 24">
            <a:extLst>
              <a:ext uri="{FF2B5EF4-FFF2-40B4-BE49-F238E27FC236}">
                <a16:creationId xmlns:a16="http://schemas.microsoft.com/office/drawing/2014/main" id="{8F062138-8D8C-1975-180C-F78BD810DBA1}"/>
              </a:ext>
            </a:extLst>
          </p:cNvPr>
          <p:cNvSpPr/>
          <p:nvPr/>
        </p:nvSpPr>
        <p:spPr>
          <a:xfrm>
            <a:off x="509288" y="4621114"/>
            <a:ext cx="8812147" cy="288000"/>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Total screenings from partner corporations – OC walk-ins</a:t>
            </a:r>
          </a:p>
        </p:txBody>
      </p:sp>
      <p:sp>
        <p:nvSpPr>
          <p:cNvPr id="28" name="Rectangle 27">
            <a:extLst>
              <a:ext uri="{FF2B5EF4-FFF2-40B4-BE49-F238E27FC236}">
                <a16:creationId xmlns:a16="http://schemas.microsoft.com/office/drawing/2014/main" id="{33029C3D-69BA-7278-BF51-0B1DCE80D948}"/>
              </a:ext>
            </a:extLst>
          </p:cNvPr>
          <p:cNvSpPr/>
          <p:nvPr/>
        </p:nvSpPr>
        <p:spPr>
          <a:xfrm>
            <a:off x="4752143" y="4438476"/>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2" name="Rectangle 31">
            <a:extLst>
              <a:ext uri="{FF2B5EF4-FFF2-40B4-BE49-F238E27FC236}">
                <a16:creationId xmlns:a16="http://schemas.microsoft.com/office/drawing/2014/main" id="{A263688E-5160-B438-70DA-1340FDA4D06E}"/>
              </a:ext>
            </a:extLst>
          </p:cNvPr>
          <p:cNvSpPr/>
          <p:nvPr/>
        </p:nvSpPr>
        <p:spPr>
          <a:xfrm>
            <a:off x="4626209" y="4953590"/>
            <a:ext cx="578304"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Split</a:t>
            </a:r>
          </a:p>
        </p:txBody>
      </p:sp>
      <p:sp>
        <p:nvSpPr>
          <p:cNvPr id="54" name="Rectangle 53">
            <a:extLst>
              <a:ext uri="{FF2B5EF4-FFF2-40B4-BE49-F238E27FC236}">
                <a16:creationId xmlns:a16="http://schemas.microsoft.com/office/drawing/2014/main" id="{A7C01540-38D2-4434-7383-3D9DA24CB6DE}"/>
              </a:ext>
            </a:extLst>
          </p:cNvPr>
          <p:cNvSpPr/>
          <p:nvPr/>
        </p:nvSpPr>
        <p:spPr>
          <a:xfrm>
            <a:off x="3531953" y="5201160"/>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Middle management</a:t>
            </a:r>
          </a:p>
        </p:txBody>
      </p:sp>
      <p:sp>
        <p:nvSpPr>
          <p:cNvPr id="55" name="Rectangle 54">
            <a:extLst>
              <a:ext uri="{FF2B5EF4-FFF2-40B4-BE49-F238E27FC236}">
                <a16:creationId xmlns:a16="http://schemas.microsoft.com/office/drawing/2014/main" id="{E1E56F9C-2649-1AD2-D104-047D1F6C1B3C}"/>
              </a:ext>
            </a:extLst>
          </p:cNvPr>
          <p:cNvSpPr/>
          <p:nvPr/>
        </p:nvSpPr>
        <p:spPr>
          <a:xfrm>
            <a:off x="3531953" y="5663892"/>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57" name="Rectangle 56">
            <a:extLst>
              <a:ext uri="{FF2B5EF4-FFF2-40B4-BE49-F238E27FC236}">
                <a16:creationId xmlns:a16="http://schemas.microsoft.com/office/drawing/2014/main" id="{0A931276-62A4-138A-CF92-568A79DCA65A}"/>
              </a:ext>
            </a:extLst>
          </p:cNvPr>
          <p:cNvSpPr/>
          <p:nvPr/>
        </p:nvSpPr>
        <p:spPr>
          <a:xfrm>
            <a:off x="4788718" y="548610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9" name="Rectangle 58">
            <a:extLst>
              <a:ext uri="{FF2B5EF4-FFF2-40B4-BE49-F238E27FC236}">
                <a16:creationId xmlns:a16="http://schemas.microsoft.com/office/drawing/2014/main" id="{39708E78-B6DA-CD8F-953C-7E2B78357258}"/>
              </a:ext>
            </a:extLst>
          </p:cNvPr>
          <p:cNvSpPr/>
          <p:nvPr/>
        </p:nvSpPr>
        <p:spPr>
          <a:xfrm>
            <a:off x="6486087" y="5201160"/>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Senior and above</a:t>
            </a:r>
          </a:p>
        </p:txBody>
      </p:sp>
      <p:sp>
        <p:nvSpPr>
          <p:cNvPr id="60" name="Rectangle 59">
            <a:extLst>
              <a:ext uri="{FF2B5EF4-FFF2-40B4-BE49-F238E27FC236}">
                <a16:creationId xmlns:a16="http://schemas.microsoft.com/office/drawing/2014/main" id="{685C92B8-7F69-11BD-5EA2-38AEC0D27884}"/>
              </a:ext>
            </a:extLst>
          </p:cNvPr>
          <p:cNvSpPr/>
          <p:nvPr/>
        </p:nvSpPr>
        <p:spPr>
          <a:xfrm>
            <a:off x="6486087" y="5663892"/>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61" name="Rectangle 60">
            <a:extLst>
              <a:ext uri="{FF2B5EF4-FFF2-40B4-BE49-F238E27FC236}">
                <a16:creationId xmlns:a16="http://schemas.microsoft.com/office/drawing/2014/main" id="{BC3D7DA0-000D-859E-FBA7-E7618DC30DCE}"/>
              </a:ext>
            </a:extLst>
          </p:cNvPr>
          <p:cNvSpPr/>
          <p:nvPr/>
        </p:nvSpPr>
        <p:spPr>
          <a:xfrm>
            <a:off x="7742852" y="548610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63" name="Rectangle 62">
            <a:extLst>
              <a:ext uri="{FF2B5EF4-FFF2-40B4-BE49-F238E27FC236}">
                <a16:creationId xmlns:a16="http://schemas.microsoft.com/office/drawing/2014/main" id="{C3CBC805-A6DE-DD6D-103A-3B131F4687FE}"/>
              </a:ext>
            </a:extLst>
          </p:cNvPr>
          <p:cNvSpPr/>
          <p:nvPr/>
        </p:nvSpPr>
        <p:spPr>
          <a:xfrm>
            <a:off x="509290" y="6126622"/>
            <a:ext cx="2839966"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6" name="Rectangle 3135">
            <a:extLst>
              <a:ext uri="{FF2B5EF4-FFF2-40B4-BE49-F238E27FC236}">
                <a16:creationId xmlns:a16="http://schemas.microsoft.com/office/drawing/2014/main" id="{D1EE8D84-CFCE-BCFF-6589-B5885105641C}"/>
              </a:ext>
            </a:extLst>
          </p:cNvPr>
          <p:cNvSpPr/>
          <p:nvPr/>
        </p:nvSpPr>
        <p:spPr>
          <a:xfrm>
            <a:off x="3531953" y="6126622"/>
            <a:ext cx="2839966"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7" name="Rectangle 3136">
            <a:extLst>
              <a:ext uri="{FF2B5EF4-FFF2-40B4-BE49-F238E27FC236}">
                <a16:creationId xmlns:a16="http://schemas.microsoft.com/office/drawing/2014/main" id="{8DA6BD95-89F5-23EF-6248-14A2BC48005E}"/>
              </a:ext>
            </a:extLst>
          </p:cNvPr>
          <p:cNvSpPr/>
          <p:nvPr/>
        </p:nvSpPr>
        <p:spPr>
          <a:xfrm>
            <a:off x="6486087" y="6126622"/>
            <a:ext cx="2839966"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8" name="Rectangle 3137">
            <a:extLst>
              <a:ext uri="{FF2B5EF4-FFF2-40B4-BE49-F238E27FC236}">
                <a16:creationId xmlns:a16="http://schemas.microsoft.com/office/drawing/2014/main" id="{59ECA6A4-8503-4AAD-02A9-655139DC851C}"/>
              </a:ext>
            </a:extLst>
          </p:cNvPr>
          <p:cNvSpPr/>
          <p:nvPr/>
        </p:nvSpPr>
        <p:spPr>
          <a:xfrm>
            <a:off x="1766055" y="594883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39" name="Rectangle 3138">
            <a:extLst>
              <a:ext uri="{FF2B5EF4-FFF2-40B4-BE49-F238E27FC236}">
                <a16:creationId xmlns:a16="http://schemas.microsoft.com/office/drawing/2014/main" id="{445E4969-4DED-F6D1-1A9E-54ECF3F434E8}"/>
              </a:ext>
            </a:extLst>
          </p:cNvPr>
          <p:cNvSpPr/>
          <p:nvPr/>
        </p:nvSpPr>
        <p:spPr>
          <a:xfrm>
            <a:off x="4788718" y="594883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40" name="Rectangle 3139">
            <a:extLst>
              <a:ext uri="{FF2B5EF4-FFF2-40B4-BE49-F238E27FC236}">
                <a16:creationId xmlns:a16="http://schemas.microsoft.com/office/drawing/2014/main" id="{E02F3E5C-D5FA-F3BD-4E74-C1A3EDF602EA}"/>
              </a:ext>
            </a:extLst>
          </p:cNvPr>
          <p:cNvSpPr/>
          <p:nvPr/>
        </p:nvSpPr>
        <p:spPr>
          <a:xfrm>
            <a:off x="7742852" y="594883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1" name="Rectangle 10">
            <a:extLst>
              <a:ext uri="{FF2B5EF4-FFF2-40B4-BE49-F238E27FC236}">
                <a16:creationId xmlns:a16="http://schemas.microsoft.com/office/drawing/2014/main" id="{815D18E7-965C-3EB6-31BB-C0AB33760B5B}"/>
              </a:ext>
            </a:extLst>
          </p:cNvPr>
          <p:cNvSpPr/>
          <p:nvPr/>
        </p:nvSpPr>
        <p:spPr>
          <a:xfrm>
            <a:off x="509288" y="3201286"/>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Riyadh population residing near OC flagship</a:t>
            </a:r>
          </a:p>
        </p:txBody>
      </p:sp>
      <p:sp>
        <p:nvSpPr>
          <p:cNvPr id="13" name="Rectangle 12">
            <a:extLst>
              <a:ext uri="{FF2B5EF4-FFF2-40B4-BE49-F238E27FC236}">
                <a16:creationId xmlns:a16="http://schemas.microsoft.com/office/drawing/2014/main" id="{993EFB44-224B-DFCB-304F-3C9F7F065320}"/>
              </a:ext>
            </a:extLst>
          </p:cNvPr>
          <p:cNvSpPr/>
          <p:nvPr/>
        </p:nvSpPr>
        <p:spPr>
          <a:xfrm>
            <a:off x="4752143" y="3018648"/>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
        <p:nvSpPr>
          <p:cNvPr id="14" name="Rectangle 13">
            <a:extLst>
              <a:ext uri="{FF2B5EF4-FFF2-40B4-BE49-F238E27FC236}">
                <a16:creationId xmlns:a16="http://schemas.microsoft.com/office/drawing/2014/main" id="{0ED1F0E2-905A-55BA-5861-D9A1BC94CE66}"/>
              </a:ext>
            </a:extLst>
          </p:cNvPr>
          <p:cNvSpPr/>
          <p:nvPr/>
        </p:nvSpPr>
        <p:spPr>
          <a:xfrm>
            <a:off x="509288" y="3674562"/>
            <a:ext cx="8812147" cy="288000"/>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employees residing near OC and not tested during corporate drives</a:t>
            </a:r>
          </a:p>
        </p:txBody>
      </p:sp>
      <p:sp>
        <p:nvSpPr>
          <p:cNvPr id="15" name="Rectangle 14">
            <a:extLst>
              <a:ext uri="{FF2B5EF4-FFF2-40B4-BE49-F238E27FC236}">
                <a16:creationId xmlns:a16="http://schemas.microsoft.com/office/drawing/2014/main" id="{A57938A5-7537-46B8-EC21-F9ADB048F7E1}"/>
              </a:ext>
            </a:extLst>
          </p:cNvPr>
          <p:cNvSpPr/>
          <p:nvPr/>
        </p:nvSpPr>
        <p:spPr>
          <a:xfrm>
            <a:off x="4752143" y="3491924"/>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a:t>
            </a:r>
          </a:p>
        </p:txBody>
      </p:sp>
      <p:sp>
        <p:nvSpPr>
          <p:cNvPr id="17" name="Rectangle 16">
            <a:extLst>
              <a:ext uri="{FF2B5EF4-FFF2-40B4-BE49-F238E27FC236}">
                <a16:creationId xmlns:a16="http://schemas.microsoft.com/office/drawing/2014/main" id="{D0A0FDB4-B160-69D0-7136-EA800B82A953}"/>
              </a:ext>
            </a:extLst>
          </p:cNvPr>
          <p:cNvSpPr/>
          <p:nvPr/>
        </p:nvSpPr>
        <p:spPr>
          <a:xfrm>
            <a:off x="509288" y="4147838"/>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employees who will opt to get it done by OC</a:t>
            </a:r>
          </a:p>
        </p:txBody>
      </p:sp>
      <p:sp>
        <p:nvSpPr>
          <p:cNvPr id="18" name="Rectangle 17">
            <a:extLst>
              <a:ext uri="{FF2B5EF4-FFF2-40B4-BE49-F238E27FC236}">
                <a16:creationId xmlns:a16="http://schemas.microsoft.com/office/drawing/2014/main" id="{EE1DAD4E-ECD0-4B2B-E773-46D508B092CD}"/>
              </a:ext>
            </a:extLst>
          </p:cNvPr>
          <p:cNvSpPr/>
          <p:nvPr/>
        </p:nvSpPr>
        <p:spPr>
          <a:xfrm>
            <a:off x="4752143" y="3965200"/>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Tree>
    <p:extLst>
      <p:ext uri="{BB962C8B-B14F-4D97-AF65-F5344CB8AC3E}">
        <p14:creationId xmlns:p14="http://schemas.microsoft.com/office/powerpoint/2010/main" val="60554330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079733-25FF-ABD1-011D-CFC3D09FAF89}"/>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CE69314C-B0F1-B174-642F-7351A7164FC4}"/>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CE69314C-B0F1-B174-642F-7351A7164FC4}"/>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C2B1840F-A06E-E21E-FCD0-7C4B84FC76FF}"/>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dirty="0">
                <a:solidFill>
                  <a:srgbClr val="0A0A0A"/>
                </a:solidFill>
                <a:latin typeface="Georgia" panose="02040502050405020303" pitchFamily="18" charset="0"/>
                <a:cs typeface="Arial" panose="020B0604020202020204" pitchFamily="34" charset="0"/>
              </a:rPr>
              <a:t>B2B Preventive Care: </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Walk-in revenue from non-partner company employees living near the clinic</a:t>
            </a:r>
            <a:endPar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3" name="Slide Number Placeholder 2">
            <a:extLst>
              <a:ext uri="{FF2B5EF4-FFF2-40B4-BE49-F238E27FC236}">
                <a16:creationId xmlns:a16="http://schemas.microsoft.com/office/drawing/2014/main" id="{A3A236B9-09AD-1B25-4B15-CFB15F4C6240}"/>
              </a:ext>
            </a:extLst>
          </p:cNvPr>
          <p:cNvSpPr>
            <a:spLocks noGrp="1"/>
          </p:cNvSpPr>
          <p:nvPr>
            <p:ph type="sldNum" sz="quarter" idx="12"/>
          </p:nvPr>
        </p:nvSpPr>
        <p:spPr/>
        <p:txBody>
          <a:bodyPr/>
          <a:lstStyle/>
          <a:p>
            <a:fld id="{8E1CF2E5-4A16-4FBD-9713-265FD1DAAE65}" type="slidenum">
              <a:rPr lang="en-US" smtClean="0"/>
              <a:t>63</a:t>
            </a:fld>
            <a:endParaRPr lang="en-US"/>
          </a:p>
        </p:txBody>
      </p:sp>
      <p:grpSp>
        <p:nvGrpSpPr>
          <p:cNvPr id="3171" name="Group 3170">
            <a:extLst>
              <a:ext uri="{FF2B5EF4-FFF2-40B4-BE49-F238E27FC236}">
                <a16:creationId xmlns:a16="http://schemas.microsoft.com/office/drawing/2014/main" id="{79509E7E-6165-7E03-B6A4-2146C181235E}"/>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7AFCB6B5-4203-767C-79DB-4CADC4CF22F0}"/>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A59C66F7-473C-D63E-8722-FDA807503FA1}"/>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9D474EBA-365B-A113-A1EF-4722EF8E5F55}"/>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27A0DBA4-1BF7-48CF-B73A-9E1251B074A6}"/>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823DCE2A-C4BF-67C8-D63A-0326F0706C44}"/>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E50427F4-6FCA-AA8B-8423-B22C01F8D8F6}"/>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5E063BDA-55CB-AE1C-3597-A649880F14D3}"/>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B5E50A79-C7C6-F1BE-6845-6B4E33A1E1B8}"/>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E0C4164E-1C3A-37F3-C402-A3956139EF0A}"/>
              </a:ext>
            </a:extLst>
          </p:cNvPr>
          <p:cNvSpPr/>
          <p:nvPr/>
        </p:nvSpPr>
        <p:spPr>
          <a:xfrm>
            <a:off x="9504132" y="1764204"/>
            <a:ext cx="2176885"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lvl="1">
              <a:spcBef>
                <a:spcPts val="300"/>
              </a:spcBef>
              <a:spcAft>
                <a:spcPts val="300"/>
              </a:spcAft>
              <a:defRPr/>
            </a:pPr>
            <a:r>
              <a:rPr kumimoji="0" lang="en-US" sz="1050" i="0" u="none" strike="noStrike" kern="1200" cap="none" spc="0" normalizeH="0" baseline="0" noProof="0">
                <a:ln>
                  <a:noFill/>
                </a:ln>
                <a:solidFill>
                  <a:schemeClr val="tx1"/>
                </a:solidFill>
                <a:effectLst/>
                <a:uLnTx/>
                <a:uFillTx/>
                <a:latin typeface="Calibri" panose="020F0502020204030204"/>
                <a:ea typeface="+mn-ea"/>
                <a:cs typeface="+mn-cs"/>
              </a:rPr>
              <a:t>% of employees insured in an organizations:</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50%</a:t>
            </a:r>
          </a:p>
          <a:p>
            <a:pPr marL="0" lvl="1">
              <a:spcBef>
                <a:spcPts val="300"/>
              </a:spcBef>
              <a:spcAft>
                <a:spcPts val="300"/>
              </a:spcAft>
              <a:defRPr/>
            </a:pPr>
            <a:r>
              <a:rPr lang="en-US" sz="1050">
                <a:solidFill>
                  <a:schemeClr val="tx1"/>
                </a:solidFill>
              </a:rPr>
              <a:t>% of Riyadh population residing near OC flagship</a:t>
            </a:r>
          </a:p>
          <a:p>
            <a:pPr marL="171450" lvl="1" indent="-171450">
              <a:spcBef>
                <a:spcPts val="300"/>
              </a:spcBef>
              <a:spcAft>
                <a:spcPts val="300"/>
              </a:spcAft>
              <a:buFont typeface="Arial" panose="020B0604020202020204" pitchFamily="34" charset="0"/>
              <a:buChar char="•"/>
              <a:defRPr/>
            </a:pPr>
            <a:r>
              <a:rPr lang="en-US" sz="1050" b="1">
                <a:solidFill>
                  <a:schemeClr val="tx1"/>
                </a:solidFill>
              </a:rPr>
              <a:t>6%</a:t>
            </a:r>
            <a:endParaRPr lang="en-US" sz="1050" b="1">
              <a:solidFill>
                <a:schemeClr val="tx1"/>
              </a:solidFill>
              <a:latin typeface="Calibri" panose="020F0502020204030204"/>
            </a:endParaRPr>
          </a:p>
          <a:p>
            <a:pPr marL="0" lvl="1">
              <a:spcBef>
                <a:spcPts val="300"/>
              </a:spcBef>
              <a:spcAft>
                <a:spcPts val="300"/>
              </a:spcAft>
              <a:defRPr/>
            </a:pPr>
            <a:r>
              <a:rPr lang="en-US" sz="1050">
                <a:solidFill>
                  <a:schemeClr val="tx1"/>
                </a:solidFill>
              </a:rPr>
              <a:t>% of employees who undergo periodic health examinations:</a:t>
            </a:r>
          </a:p>
          <a:p>
            <a:pPr marL="171450" lvl="1" indent="-171450">
              <a:spcBef>
                <a:spcPts val="300"/>
              </a:spcBef>
              <a:spcAft>
                <a:spcPts val="300"/>
              </a:spcAft>
              <a:buFont typeface="Arial" panose="020B0604020202020204" pitchFamily="34" charset="0"/>
              <a:buChar char="•"/>
              <a:defRPr/>
            </a:pPr>
            <a:r>
              <a:rPr lang="en-US" sz="1050" b="1">
                <a:solidFill>
                  <a:schemeClr val="tx1"/>
                </a:solidFill>
              </a:rPr>
              <a:t>32%</a:t>
            </a:r>
            <a:endParaRPr kumimoji="0" lang="en-US" sz="1050" b="1" i="0" u="none" strike="noStrike" kern="1200" cap="none" spc="0" normalizeH="0" baseline="0" noProof="0">
              <a:ln>
                <a:noFill/>
              </a:ln>
              <a:solidFill>
                <a:schemeClr val="tx1"/>
              </a:solidFill>
              <a:effectLst/>
              <a:uLnTx/>
              <a:uFillTx/>
              <a:latin typeface="Calibri" panose="020F0502020204030204"/>
              <a:ea typeface="+mn-ea"/>
              <a:cs typeface="+mn-cs"/>
            </a:endParaRPr>
          </a:p>
          <a:p>
            <a:pPr marL="0" lvl="1">
              <a:spcBef>
                <a:spcPts val="300"/>
              </a:spcBef>
              <a:spcAft>
                <a:spcPts val="300"/>
              </a:spcAft>
              <a:defRPr/>
            </a:pPr>
            <a:r>
              <a:rPr lang="en-US" sz="1050">
                <a:solidFill>
                  <a:schemeClr val="tx1"/>
                </a:solidFill>
              </a:rPr>
              <a:t>% of employees who opt for OC</a:t>
            </a:r>
          </a:p>
          <a:p>
            <a:pPr marL="171450" lvl="1" indent="-171450">
              <a:spcBef>
                <a:spcPts val="300"/>
              </a:spcBef>
              <a:spcAft>
                <a:spcPts val="300"/>
              </a:spcAft>
              <a:buFont typeface="Arial" panose="020B0604020202020204" pitchFamily="34" charset="0"/>
              <a:buChar char="•"/>
              <a:defRPr/>
            </a:pPr>
            <a:r>
              <a:rPr lang="en-US" sz="1050" b="1">
                <a:solidFill>
                  <a:schemeClr val="tx1"/>
                </a:solidFill>
              </a:rPr>
              <a:t>10%</a:t>
            </a:r>
            <a:r>
              <a:rPr lang="en-US" sz="1050">
                <a:solidFill>
                  <a:schemeClr val="tx1"/>
                </a:solidFill>
              </a:rPr>
              <a:t> </a:t>
            </a:r>
          </a:p>
          <a:p>
            <a:pPr marL="0" lvl="1">
              <a:spcBef>
                <a:spcPts val="300"/>
              </a:spcBef>
              <a:spcAft>
                <a:spcPts val="300"/>
              </a:spcAft>
              <a:defRPr/>
            </a:pPr>
            <a:r>
              <a:rPr lang="en-US" sz="1050">
                <a:solidFill>
                  <a:schemeClr val="tx1"/>
                </a:solidFill>
                <a:latin typeface="Calibri" panose="020F0502020204030204"/>
              </a:rPr>
              <a:t>Revenue share of OC with outsourced third-party provider assumed to be</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40%</a:t>
            </a:r>
            <a:r>
              <a:rPr lang="en-US" sz="1050">
                <a:solidFill>
                  <a:schemeClr val="tx1"/>
                </a:solidFill>
                <a:latin typeface="Calibri" panose="020F0502020204030204"/>
              </a:rPr>
              <a:t> of the gross price</a:t>
            </a:r>
          </a:p>
          <a:p>
            <a:pPr marL="0" lvl="1">
              <a:spcBef>
                <a:spcPts val="300"/>
              </a:spcBef>
              <a:spcAft>
                <a:spcPts val="300"/>
              </a:spcAft>
              <a:defRPr/>
            </a:pPr>
            <a:r>
              <a:rPr lang="en-US" sz="1050">
                <a:solidFill>
                  <a:schemeClr val="tx1"/>
                </a:solidFill>
                <a:latin typeface="Calibri" panose="020F0502020204030204"/>
              </a:rPr>
              <a:t>Packages by management hierarchy</a:t>
            </a:r>
          </a:p>
          <a:p>
            <a:pPr marL="171450" lvl="1" indent="-171450">
              <a:spcBef>
                <a:spcPts val="300"/>
              </a:spcBef>
              <a:spcAft>
                <a:spcPts val="300"/>
              </a:spcAft>
              <a:buFont typeface="Arial" panose="020B0604020202020204" pitchFamily="34" charset="0"/>
              <a:buChar char="•"/>
              <a:defRPr/>
            </a:pPr>
            <a:r>
              <a:rPr lang="en-US" sz="1050">
                <a:solidFill>
                  <a:schemeClr val="tx1"/>
                </a:solidFill>
                <a:latin typeface="Calibri" panose="020F0502020204030204"/>
              </a:rPr>
              <a:t>Basic</a:t>
            </a:r>
            <a:r>
              <a:rPr lang="en-US" sz="1050" b="1">
                <a:solidFill>
                  <a:schemeClr val="tx1"/>
                </a:solidFill>
                <a:latin typeface="Calibri" panose="020F0502020204030204"/>
              </a:rPr>
              <a:t> – </a:t>
            </a:r>
            <a:r>
              <a:rPr lang="en-US" sz="1050">
                <a:solidFill>
                  <a:schemeClr val="tx1"/>
                </a:solidFill>
                <a:latin typeface="Calibri" panose="020F0502020204030204"/>
              </a:rPr>
              <a:t>Entry level</a:t>
            </a:r>
          </a:p>
          <a:p>
            <a:pPr marL="171450" lvl="1" indent="-171450">
              <a:spcBef>
                <a:spcPts val="300"/>
              </a:spcBef>
              <a:spcAft>
                <a:spcPts val="300"/>
              </a:spcAft>
              <a:buFont typeface="Arial" panose="020B0604020202020204" pitchFamily="34" charset="0"/>
              <a:buChar char="•"/>
              <a:defRPr/>
            </a:pPr>
            <a:r>
              <a:rPr lang="en-US" sz="1050">
                <a:solidFill>
                  <a:schemeClr val="tx1"/>
                </a:solidFill>
                <a:latin typeface="Calibri" panose="020F0502020204030204"/>
              </a:rPr>
              <a:t>Intermediate – Middle management</a:t>
            </a:r>
          </a:p>
          <a:p>
            <a:pPr marL="171450" lvl="1" indent="-171450">
              <a:spcBef>
                <a:spcPts val="300"/>
              </a:spcBef>
              <a:spcAft>
                <a:spcPts val="300"/>
              </a:spcAft>
              <a:buFont typeface="Arial" panose="020B0604020202020204" pitchFamily="34" charset="0"/>
              <a:buChar char="•"/>
              <a:defRPr/>
            </a:pPr>
            <a:r>
              <a:rPr lang="en-US" sz="1050">
                <a:solidFill>
                  <a:schemeClr val="tx1"/>
                </a:solidFill>
                <a:latin typeface="Calibri" panose="020F0502020204030204"/>
              </a:rPr>
              <a:t>Advanced – Senior management and above</a:t>
            </a:r>
          </a:p>
        </p:txBody>
      </p:sp>
      <p:sp>
        <p:nvSpPr>
          <p:cNvPr id="5" name="Rectangle 4">
            <a:extLst>
              <a:ext uri="{FF2B5EF4-FFF2-40B4-BE49-F238E27FC236}">
                <a16:creationId xmlns:a16="http://schemas.microsoft.com/office/drawing/2014/main" id="{5B61F6E3-3AA8-AB5A-4FD2-2F92F5F4EA63}"/>
              </a:ext>
            </a:extLst>
          </p:cNvPr>
          <p:cNvSpPr/>
          <p:nvPr/>
        </p:nvSpPr>
        <p:spPr>
          <a:xfrm>
            <a:off x="509288" y="1781458"/>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Insured employees in Riyadh</a:t>
            </a:r>
          </a:p>
        </p:txBody>
      </p:sp>
      <p:sp>
        <p:nvSpPr>
          <p:cNvPr id="7" name="Rectangle 6">
            <a:extLst>
              <a:ext uri="{FF2B5EF4-FFF2-40B4-BE49-F238E27FC236}">
                <a16:creationId xmlns:a16="http://schemas.microsoft.com/office/drawing/2014/main" id="{797DADC8-1E48-5B23-A4E6-98082297498B}"/>
              </a:ext>
            </a:extLst>
          </p:cNvPr>
          <p:cNvSpPr/>
          <p:nvPr/>
        </p:nvSpPr>
        <p:spPr>
          <a:xfrm>
            <a:off x="509288" y="2401832"/>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Riyadh population residing near OC flagship</a:t>
            </a:r>
          </a:p>
        </p:txBody>
      </p:sp>
      <p:sp>
        <p:nvSpPr>
          <p:cNvPr id="10" name="Rectangle 9">
            <a:extLst>
              <a:ext uri="{FF2B5EF4-FFF2-40B4-BE49-F238E27FC236}">
                <a16:creationId xmlns:a16="http://schemas.microsoft.com/office/drawing/2014/main" id="{213EB5A8-4708-C2AD-0495-B6BD16BC648D}"/>
              </a:ext>
            </a:extLst>
          </p:cNvPr>
          <p:cNvSpPr/>
          <p:nvPr/>
        </p:nvSpPr>
        <p:spPr>
          <a:xfrm>
            <a:off x="4752143" y="2145645"/>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
        <p:nvSpPr>
          <p:cNvPr id="30" name="Rectangle 29">
            <a:extLst>
              <a:ext uri="{FF2B5EF4-FFF2-40B4-BE49-F238E27FC236}">
                <a16:creationId xmlns:a16="http://schemas.microsoft.com/office/drawing/2014/main" id="{8BF24473-6470-382F-759F-C9B1E3DA8AC6}"/>
              </a:ext>
            </a:extLst>
          </p:cNvPr>
          <p:cNvSpPr/>
          <p:nvPr/>
        </p:nvSpPr>
        <p:spPr>
          <a:xfrm>
            <a:off x="509288" y="3022206"/>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employees who undergo health examinations</a:t>
            </a:r>
          </a:p>
        </p:txBody>
      </p:sp>
      <p:sp>
        <p:nvSpPr>
          <p:cNvPr id="123" name="Rectangle 122">
            <a:extLst>
              <a:ext uri="{FF2B5EF4-FFF2-40B4-BE49-F238E27FC236}">
                <a16:creationId xmlns:a16="http://schemas.microsoft.com/office/drawing/2014/main" id="{71C9082A-C7F9-2362-950B-75BE21EDB15E}"/>
              </a:ext>
            </a:extLst>
          </p:cNvPr>
          <p:cNvSpPr/>
          <p:nvPr/>
        </p:nvSpPr>
        <p:spPr>
          <a:xfrm>
            <a:off x="509281" y="1312479"/>
            <a:ext cx="8812147"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Non-partner corporations – OC walk-ins</a:t>
            </a:r>
          </a:p>
        </p:txBody>
      </p:sp>
      <p:sp>
        <p:nvSpPr>
          <p:cNvPr id="125" name="Rectangle 124">
            <a:extLst>
              <a:ext uri="{FF2B5EF4-FFF2-40B4-BE49-F238E27FC236}">
                <a16:creationId xmlns:a16="http://schemas.microsoft.com/office/drawing/2014/main" id="{82B14F73-6C6A-F2BB-89AA-C6886BF5B020}"/>
              </a:ext>
            </a:extLst>
          </p:cNvPr>
          <p:cNvSpPr/>
          <p:nvPr/>
        </p:nvSpPr>
        <p:spPr>
          <a:xfrm>
            <a:off x="9504132" y="1312479"/>
            <a:ext cx="2166862"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81" name="Line 15">
            <a:extLst>
              <a:ext uri="{FF2B5EF4-FFF2-40B4-BE49-F238E27FC236}">
                <a16:creationId xmlns:a16="http://schemas.microsoft.com/office/drawing/2014/main" id="{3A78A0F3-A407-836E-F57D-A68B18212745}"/>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9869A61F-0665-730B-B53F-7810DA6A87AB}"/>
              </a:ext>
            </a:extLst>
          </p:cNvPr>
          <p:cNvSpPr/>
          <p:nvPr/>
        </p:nvSpPr>
        <p:spPr>
          <a:xfrm>
            <a:off x="509290" y="4884178"/>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Entry level employees</a:t>
            </a:r>
          </a:p>
        </p:txBody>
      </p:sp>
      <p:cxnSp>
        <p:nvCxnSpPr>
          <p:cNvPr id="22" name="Straight Arrow Connector 21">
            <a:extLst>
              <a:ext uri="{FF2B5EF4-FFF2-40B4-BE49-F238E27FC236}">
                <a16:creationId xmlns:a16="http://schemas.microsoft.com/office/drawing/2014/main" id="{DC9AA9AB-490B-7C97-2BF4-B4F285260C5A}"/>
              </a:ext>
            </a:extLst>
          </p:cNvPr>
          <p:cNvCxnSpPr>
            <a:cxnSpLocks/>
          </p:cNvCxnSpPr>
          <p:nvPr/>
        </p:nvCxnSpPr>
        <p:spPr>
          <a:xfrm>
            <a:off x="1118477" y="4849752"/>
            <a:ext cx="0" cy="375129"/>
          </a:xfrm>
          <a:prstGeom prst="straightConnector1">
            <a:avLst/>
          </a:prstGeom>
          <a:ln>
            <a:noFill/>
            <a:prstDash val="dash"/>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E16669F1-0BC6-1110-8EE1-B03856E6B094}"/>
              </a:ext>
            </a:extLst>
          </p:cNvPr>
          <p:cNvSpPr/>
          <p:nvPr/>
        </p:nvSpPr>
        <p:spPr>
          <a:xfrm>
            <a:off x="509290" y="5505402"/>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42" name="Rectangle 41">
            <a:extLst>
              <a:ext uri="{FF2B5EF4-FFF2-40B4-BE49-F238E27FC236}">
                <a16:creationId xmlns:a16="http://schemas.microsoft.com/office/drawing/2014/main" id="{0D446E27-445E-FF87-2DFE-2A6A0F2F2647}"/>
              </a:ext>
            </a:extLst>
          </p:cNvPr>
          <p:cNvSpPr/>
          <p:nvPr/>
        </p:nvSpPr>
        <p:spPr>
          <a:xfrm>
            <a:off x="1766055" y="5248365"/>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40" name="Rectangle 39">
            <a:extLst>
              <a:ext uri="{FF2B5EF4-FFF2-40B4-BE49-F238E27FC236}">
                <a16:creationId xmlns:a16="http://schemas.microsoft.com/office/drawing/2014/main" id="{C0106B53-45AE-0D74-6D80-1E293DDE5447}"/>
              </a:ext>
            </a:extLst>
          </p:cNvPr>
          <p:cNvSpPr/>
          <p:nvPr/>
        </p:nvSpPr>
        <p:spPr>
          <a:xfrm>
            <a:off x="4752143" y="2766019"/>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
        <p:nvSpPr>
          <p:cNvPr id="25" name="Rectangle 24">
            <a:extLst>
              <a:ext uri="{FF2B5EF4-FFF2-40B4-BE49-F238E27FC236}">
                <a16:creationId xmlns:a16="http://schemas.microsoft.com/office/drawing/2014/main" id="{5682DC11-82D8-2D4B-D665-F3DBF3B968BA}"/>
              </a:ext>
            </a:extLst>
          </p:cNvPr>
          <p:cNvSpPr/>
          <p:nvPr/>
        </p:nvSpPr>
        <p:spPr>
          <a:xfrm>
            <a:off x="509288" y="4262954"/>
            <a:ext cx="8812147" cy="288000"/>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Total screenings from non-partner corporations – OC walk-ins</a:t>
            </a:r>
          </a:p>
        </p:txBody>
      </p:sp>
      <p:sp>
        <p:nvSpPr>
          <p:cNvPr id="28" name="Rectangle 27">
            <a:extLst>
              <a:ext uri="{FF2B5EF4-FFF2-40B4-BE49-F238E27FC236}">
                <a16:creationId xmlns:a16="http://schemas.microsoft.com/office/drawing/2014/main" id="{76933CD7-609F-7C56-5F05-59F2095891CD}"/>
              </a:ext>
            </a:extLst>
          </p:cNvPr>
          <p:cNvSpPr/>
          <p:nvPr/>
        </p:nvSpPr>
        <p:spPr>
          <a:xfrm>
            <a:off x="4752143" y="4006767"/>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2" name="Rectangle 31">
            <a:extLst>
              <a:ext uri="{FF2B5EF4-FFF2-40B4-BE49-F238E27FC236}">
                <a16:creationId xmlns:a16="http://schemas.microsoft.com/office/drawing/2014/main" id="{1B29503C-24EE-EBBC-C54E-E823D7F373C7}"/>
              </a:ext>
            </a:extLst>
          </p:cNvPr>
          <p:cNvSpPr/>
          <p:nvPr/>
        </p:nvSpPr>
        <p:spPr>
          <a:xfrm>
            <a:off x="4626209" y="4627141"/>
            <a:ext cx="578304"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Split</a:t>
            </a:r>
          </a:p>
        </p:txBody>
      </p:sp>
      <p:sp>
        <p:nvSpPr>
          <p:cNvPr id="54" name="Rectangle 53">
            <a:extLst>
              <a:ext uri="{FF2B5EF4-FFF2-40B4-BE49-F238E27FC236}">
                <a16:creationId xmlns:a16="http://schemas.microsoft.com/office/drawing/2014/main" id="{BD0E5FB5-8B5B-51D4-BF22-163E4746C0B6}"/>
              </a:ext>
            </a:extLst>
          </p:cNvPr>
          <p:cNvSpPr/>
          <p:nvPr/>
        </p:nvSpPr>
        <p:spPr>
          <a:xfrm>
            <a:off x="3531953" y="4884178"/>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Middle management</a:t>
            </a:r>
          </a:p>
        </p:txBody>
      </p:sp>
      <p:sp>
        <p:nvSpPr>
          <p:cNvPr id="55" name="Rectangle 54">
            <a:extLst>
              <a:ext uri="{FF2B5EF4-FFF2-40B4-BE49-F238E27FC236}">
                <a16:creationId xmlns:a16="http://schemas.microsoft.com/office/drawing/2014/main" id="{FE251560-061D-645F-53F2-4326EC7E8E7F}"/>
              </a:ext>
            </a:extLst>
          </p:cNvPr>
          <p:cNvSpPr/>
          <p:nvPr/>
        </p:nvSpPr>
        <p:spPr>
          <a:xfrm>
            <a:off x="3531953" y="5505400"/>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57" name="Rectangle 56">
            <a:extLst>
              <a:ext uri="{FF2B5EF4-FFF2-40B4-BE49-F238E27FC236}">
                <a16:creationId xmlns:a16="http://schemas.microsoft.com/office/drawing/2014/main" id="{CD459F61-E244-0DFA-ACD3-7BF958CCF5FA}"/>
              </a:ext>
            </a:extLst>
          </p:cNvPr>
          <p:cNvSpPr/>
          <p:nvPr/>
        </p:nvSpPr>
        <p:spPr>
          <a:xfrm>
            <a:off x="4788718" y="5248364"/>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9" name="Rectangle 58">
            <a:extLst>
              <a:ext uri="{FF2B5EF4-FFF2-40B4-BE49-F238E27FC236}">
                <a16:creationId xmlns:a16="http://schemas.microsoft.com/office/drawing/2014/main" id="{28F1F0F4-55A6-4C69-F0DD-A7A6FC798D57}"/>
              </a:ext>
            </a:extLst>
          </p:cNvPr>
          <p:cNvSpPr/>
          <p:nvPr/>
        </p:nvSpPr>
        <p:spPr>
          <a:xfrm>
            <a:off x="6486087" y="4884178"/>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Senior and above</a:t>
            </a:r>
          </a:p>
        </p:txBody>
      </p:sp>
      <p:sp>
        <p:nvSpPr>
          <p:cNvPr id="60" name="Rectangle 59">
            <a:extLst>
              <a:ext uri="{FF2B5EF4-FFF2-40B4-BE49-F238E27FC236}">
                <a16:creationId xmlns:a16="http://schemas.microsoft.com/office/drawing/2014/main" id="{AD339D18-6BD4-B302-127A-C8CA0DEA1C32}"/>
              </a:ext>
            </a:extLst>
          </p:cNvPr>
          <p:cNvSpPr/>
          <p:nvPr/>
        </p:nvSpPr>
        <p:spPr>
          <a:xfrm>
            <a:off x="6486087" y="5505400"/>
            <a:ext cx="2839966"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61" name="Rectangle 60">
            <a:extLst>
              <a:ext uri="{FF2B5EF4-FFF2-40B4-BE49-F238E27FC236}">
                <a16:creationId xmlns:a16="http://schemas.microsoft.com/office/drawing/2014/main" id="{42984E7B-7164-399A-76A1-E54D859A3A7E}"/>
              </a:ext>
            </a:extLst>
          </p:cNvPr>
          <p:cNvSpPr/>
          <p:nvPr/>
        </p:nvSpPr>
        <p:spPr>
          <a:xfrm>
            <a:off x="7742852" y="5248364"/>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63" name="Rectangle 62">
            <a:extLst>
              <a:ext uri="{FF2B5EF4-FFF2-40B4-BE49-F238E27FC236}">
                <a16:creationId xmlns:a16="http://schemas.microsoft.com/office/drawing/2014/main" id="{DA426B94-E04A-3D8C-7342-9ED00FD83C63}"/>
              </a:ext>
            </a:extLst>
          </p:cNvPr>
          <p:cNvSpPr/>
          <p:nvPr/>
        </p:nvSpPr>
        <p:spPr>
          <a:xfrm>
            <a:off x="509290" y="6126622"/>
            <a:ext cx="2839966"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6" name="Rectangle 3135">
            <a:extLst>
              <a:ext uri="{FF2B5EF4-FFF2-40B4-BE49-F238E27FC236}">
                <a16:creationId xmlns:a16="http://schemas.microsoft.com/office/drawing/2014/main" id="{346F95CA-C38C-8FF2-03A9-A72C74BD73B8}"/>
              </a:ext>
            </a:extLst>
          </p:cNvPr>
          <p:cNvSpPr/>
          <p:nvPr/>
        </p:nvSpPr>
        <p:spPr>
          <a:xfrm>
            <a:off x="3531953" y="6126622"/>
            <a:ext cx="2839966"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7" name="Rectangle 3136">
            <a:extLst>
              <a:ext uri="{FF2B5EF4-FFF2-40B4-BE49-F238E27FC236}">
                <a16:creationId xmlns:a16="http://schemas.microsoft.com/office/drawing/2014/main" id="{7E43DE21-EA95-459B-925C-E8908A221B32}"/>
              </a:ext>
            </a:extLst>
          </p:cNvPr>
          <p:cNvSpPr/>
          <p:nvPr/>
        </p:nvSpPr>
        <p:spPr>
          <a:xfrm>
            <a:off x="6486087" y="6126622"/>
            <a:ext cx="2839966"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8" name="Rectangle 3137">
            <a:extLst>
              <a:ext uri="{FF2B5EF4-FFF2-40B4-BE49-F238E27FC236}">
                <a16:creationId xmlns:a16="http://schemas.microsoft.com/office/drawing/2014/main" id="{93446630-9AFD-9DDE-8341-D9461900EA4D}"/>
              </a:ext>
            </a:extLst>
          </p:cNvPr>
          <p:cNvSpPr/>
          <p:nvPr/>
        </p:nvSpPr>
        <p:spPr>
          <a:xfrm>
            <a:off x="1766055" y="5869589"/>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39" name="Rectangle 3138">
            <a:extLst>
              <a:ext uri="{FF2B5EF4-FFF2-40B4-BE49-F238E27FC236}">
                <a16:creationId xmlns:a16="http://schemas.microsoft.com/office/drawing/2014/main" id="{13A6F6CA-BB47-F316-6B5F-D91C755A4D7E}"/>
              </a:ext>
            </a:extLst>
          </p:cNvPr>
          <p:cNvSpPr/>
          <p:nvPr/>
        </p:nvSpPr>
        <p:spPr>
          <a:xfrm>
            <a:off x="4788718" y="5869586"/>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40" name="Rectangle 3139">
            <a:extLst>
              <a:ext uri="{FF2B5EF4-FFF2-40B4-BE49-F238E27FC236}">
                <a16:creationId xmlns:a16="http://schemas.microsoft.com/office/drawing/2014/main" id="{49C319D3-6C22-E2DB-A613-E98027014439}"/>
              </a:ext>
            </a:extLst>
          </p:cNvPr>
          <p:cNvSpPr/>
          <p:nvPr/>
        </p:nvSpPr>
        <p:spPr>
          <a:xfrm>
            <a:off x="7742852" y="5869586"/>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1" name="Rectangle 10">
            <a:extLst>
              <a:ext uri="{FF2B5EF4-FFF2-40B4-BE49-F238E27FC236}">
                <a16:creationId xmlns:a16="http://schemas.microsoft.com/office/drawing/2014/main" id="{A24D6401-65EA-8AA4-E8A7-7ADDB45ACAD5}"/>
              </a:ext>
            </a:extLst>
          </p:cNvPr>
          <p:cNvSpPr/>
          <p:nvPr/>
        </p:nvSpPr>
        <p:spPr>
          <a:xfrm>
            <a:off x="509288" y="3642580"/>
            <a:ext cx="8812147"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employees who will opt to get it done by OC</a:t>
            </a:r>
          </a:p>
        </p:txBody>
      </p:sp>
      <p:sp>
        <p:nvSpPr>
          <p:cNvPr id="13" name="Rectangle 12">
            <a:extLst>
              <a:ext uri="{FF2B5EF4-FFF2-40B4-BE49-F238E27FC236}">
                <a16:creationId xmlns:a16="http://schemas.microsoft.com/office/drawing/2014/main" id="{C04B9B2A-A83F-B38B-302A-F18B19596245}"/>
              </a:ext>
            </a:extLst>
          </p:cNvPr>
          <p:cNvSpPr/>
          <p:nvPr/>
        </p:nvSpPr>
        <p:spPr>
          <a:xfrm>
            <a:off x="4752143" y="3386393"/>
            <a:ext cx="326437"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Tree>
    <p:extLst>
      <p:ext uri="{BB962C8B-B14F-4D97-AF65-F5344CB8AC3E}">
        <p14:creationId xmlns:p14="http://schemas.microsoft.com/office/powerpoint/2010/main" val="81651917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75FC3B-CBBD-2E50-D9A9-96B862AB4BC9}"/>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5B946DA6-BB9C-64FC-4EBF-74AC07B0AFF5}"/>
              </a:ext>
            </a:extLst>
          </p:cNvPr>
          <p:cNvGraphicFramePr>
            <a:graphicFrameLocks/>
          </p:cNvGraphicFramePr>
          <p:nvPr>
            <p:custDataLst>
              <p:tags r:id="rId1"/>
            </p:custDataLst>
            <p:extLst>
              <p:ext uri="{D42A27DB-BD31-4B8C-83A1-F6EECF244321}">
                <p14:modId xmlns:p14="http://schemas.microsoft.com/office/powerpoint/2010/main" val="113512076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5B946DA6-BB9C-64FC-4EBF-74AC07B0AFF5}"/>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CCE052F7-2E7D-EE68-0062-AB1B4B9D29E2}"/>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dirty="0">
                <a:solidFill>
                  <a:srgbClr val="0A0A0A"/>
                </a:solidFill>
                <a:latin typeface="Georgia" panose="02040502050405020303" pitchFamily="18" charset="0"/>
                <a:cs typeface="Arial" panose="020B0604020202020204" pitchFamily="34" charset="0"/>
              </a:rPr>
              <a:t>B2B Preventive Care: </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Pre-employment screenings and employee family PHEs represent ~10-15% of total preventive care B2B revenue</a:t>
            </a:r>
            <a:endPar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3" name="Slide Number Placeholder 2">
            <a:extLst>
              <a:ext uri="{FF2B5EF4-FFF2-40B4-BE49-F238E27FC236}">
                <a16:creationId xmlns:a16="http://schemas.microsoft.com/office/drawing/2014/main" id="{1561D624-4E37-0254-9A99-8AFFFCF5D0B1}"/>
              </a:ext>
            </a:extLst>
          </p:cNvPr>
          <p:cNvSpPr>
            <a:spLocks noGrp="1"/>
          </p:cNvSpPr>
          <p:nvPr>
            <p:ph type="sldNum" sz="quarter" idx="12"/>
          </p:nvPr>
        </p:nvSpPr>
        <p:spPr/>
        <p:txBody>
          <a:bodyPr/>
          <a:lstStyle/>
          <a:p>
            <a:fld id="{8E1CF2E5-4A16-4FBD-9713-265FD1DAAE65}" type="slidenum">
              <a:rPr lang="en-US" smtClean="0"/>
              <a:t>64</a:t>
            </a:fld>
            <a:endParaRPr lang="en-US"/>
          </a:p>
        </p:txBody>
      </p:sp>
      <p:grpSp>
        <p:nvGrpSpPr>
          <p:cNvPr id="3171" name="Group 3170">
            <a:extLst>
              <a:ext uri="{FF2B5EF4-FFF2-40B4-BE49-F238E27FC236}">
                <a16:creationId xmlns:a16="http://schemas.microsoft.com/office/drawing/2014/main" id="{A36BC400-9534-0C58-02CD-AF91C5752B31}"/>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6F758544-498E-0B9F-C8BD-D4F6AE9B27A7}"/>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D24E2F68-249D-B210-846D-EF4272EA6854}"/>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D2CECE15-9D60-A4E7-1732-1A3C3807317E}"/>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652028FA-2122-8E2E-C28F-DFE8D6DED039}"/>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420B050D-0CB2-5634-AF71-59FB9CC507CB}"/>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8F54B66C-0100-A170-34E4-A61594233AA9}"/>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DDA1E829-6C14-93D1-A287-02102D213367}"/>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5BD4A13C-4213-AD61-0A85-689782200E1D}"/>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841A486A-76C6-7F63-5BA9-FD9197862063}"/>
              </a:ext>
            </a:extLst>
          </p:cNvPr>
          <p:cNvSpPr/>
          <p:nvPr/>
        </p:nvSpPr>
        <p:spPr>
          <a:xfrm>
            <a:off x="9504132" y="1764204"/>
            <a:ext cx="2176885"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lvl="1">
              <a:spcBef>
                <a:spcPts val="300"/>
              </a:spcBef>
              <a:spcAft>
                <a:spcPts val="300"/>
              </a:spcAft>
              <a:defRPr/>
            </a:pPr>
            <a:r>
              <a:rPr kumimoji="0" lang="en-US" sz="1050" i="0" u="none" strike="noStrike" kern="1200" cap="none" spc="0" normalizeH="0" baseline="0" noProof="0">
                <a:ln>
                  <a:noFill/>
                </a:ln>
                <a:solidFill>
                  <a:schemeClr val="tx1"/>
                </a:solidFill>
                <a:effectLst/>
                <a:uLnTx/>
                <a:uFillTx/>
                <a:latin typeface="Calibri" panose="020F0502020204030204"/>
                <a:ea typeface="+mn-ea"/>
                <a:cs typeface="+mn-cs"/>
              </a:rPr>
              <a:t>% of employees insured in an organizations:</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50%</a:t>
            </a:r>
          </a:p>
          <a:p>
            <a:pPr marL="0" lvl="1">
              <a:spcBef>
                <a:spcPts val="300"/>
              </a:spcBef>
              <a:spcAft>
                <a:spcPts val="300"/>
              </a:spcAft>
              <a:defRPr/>
            </a:pPr>
            <a:r>
              <a:rPr lang="en-US" sz="1050">
                <a:solidFill>
                  <a:schemeClr val="tx1"/>
                </a:solidFill>
              </a:rPr>
              <a:t>Family size by hierarchy</a:t>
            </a:r>
          </a:p>
          <a:p>
            <a:pPr marL="171450" lvl="1" indent="-171450">
              <a:spcBef>
                <a:spcPts val="300"/>
              </a:spcBef>
              <a:spcAft>
                <a:spcPts val="300"/>
              </a:spcAft>
              <a:buFont typeface="Arial" panose="020B0604020202020204" pitchFamily="34" charset="0"/>
              <a:buChar char="•"/>
              <a:defRPr/>
            </a:pPr>
            <a:r>
              <a:rPr lang="en-US" sz="1050">
                <a:solidFill>
                  <a:schemeClr val="tx1"/>
                </a:solidFill>
              </a:rPr>
              <a:t>Entry: </a:t>
            </a:r>
            <a:r>
              <a:rPr lang="en-US" sz="1050" b="1">
                <a:solidFill>
                  <a:schemeClr val="tx1"/>
                </a:solidFill>
              </a:rPr>
              <a:t>3</a:t>
            </a:r>
          </a:p>
          <a:p>
            <a:pPr marL="171450" lvl="1" indent="-171450">
              <a:spcBef>
                <a:spcPts val="300"/>
              </a:spcBef>
              <a:spcAft>
                <a:spcPts val="300"/>
              </a:spcAft>
              <a:buFont typeface="Arial" panose="020B0604020202020204" pitchFamily="34" charset="0"/>
              <a:buChar char="•"/>
              <a:defRPr/>
            </a:pPr>
            <a:r>
              <a:rPr lang="en-US" sz="1050">
                <a:solidFill>
                  <a:schemeClr val="tx1"/>
                </a:solidFill>
              </a:rPr>
              <a:t>Middle &amp; Senior: </a:t>
            </a:r>
            <a:r>
              <a:rPr lang="en-US" sz="1050" b="1">
                <a:solidFill>
                  <a:schemeClr val="tx1"/>
                </a:solidFill>
              </a:rPr>
              <a:t>4</a:t>
            </a:r>
            <a:endParaRPr lang="en-US" sz="1050" b="1">
              <a:solidFill>
                <a:schemeClr val="tx1"/>
              </a:solidFill>
              <a:latin typeface="Calibri" panose="020F0502020204030204"/>
            </a:endParaRPr>
          </a:p>
          <a:p>
            <a:pPr marL="0" lvl="1">
              <a:spcBef>
                <a:spcPts val="300"/>
              </a:spcBef>
              <a:spcAft>
                <a:spcPts val="300"/>
              </a:spcAft>
              <a:defRPr/>
            </a:pPr>
            <a:r>
              <a:rPr lang="en-US" sz="1050">
                <a:solidFill>
                  <a:schemeClr val="tx1"/>
                </a:solidFill>
              </a:rPr>
              <a:t>% of Riyadh population residing near OC flagship</a:t>
            </a:r>
          </a:p>
          <a:p>
            <a:pPr marL="171450" lvl="1" indent="-171450">
              <a:spcBef>
                <a:spcPts val="300"/>
              </a:spcBef>
              <a:spcAft>
                <a:spcPts val="300"/>
              </a:spcAft>
              <a:buFont typeface="Arial" panose="020B0604020202020204" pitchFamily="34" charset="0"/>
              <a:buChar char="•"/>
              <a:defRPr/>
            </a:pPr>
            <a:r>
              <a:rPr lang="en-US" sz="1050" b="1">
                <a:solidFill>
                  <a:schemeClr val="tx1"/>
                </a:solidFill>
              </a:rPr>
              <a:t>6%</a:t>
            </a:r>
            <a:endParaRPr lang="en-US" sz="1050" b="1">
              <a:solidFill>
                <a:schemeClr val="tx1"/>
              </a:solidFill>
              <a:latin typeface="Calibri" panose="020F0502020204030204"/>
            </a:endParaRPr>
          </a:p>
          <a:p>
            <a:pPr marL="0" lvl="1">
              <a:spcBef>
                <a:spcPts val="300"/>
              </a:spcBef>
              <a:spcAft>
                <a:spcPts val="300"/>
              </a:spcAft>
              <a:defRPr/>
            </a:pPr>
            <a:r>
              <a:rPr lang="en-US" sz="1050">
                <a:solidFill>
                  <a:schemeClr val="tx1"/>
                </a:solidFill>
              </a:rPr>
              <a:t>% of employees who undergo periodic health examinations:</a:t>
            </a:r>
          </a:p>
          <a:p>
            <a:pPr marL="171450" lvl="1" indent="-171450">
              <a:spcBef>
                <a:spcPts val="300"/>
              </a:spcBef>
              <a:spcAft>
                <a:spcPts val="300"/>
              </a:spcAft>
              <a:buFont typeface="Arial" panose="020B0604020202020204" pitchFamily="34" charset="0"/>
              <a:buChar char="•"/>
              <a:defRPr/>
            </a:pPr>
            <a:r>
              <a:rPr lang="en-US" sz="1050" b="1">
                <a:solidFill>
                  <a:schemeClr val="tx1"/>
                </a:solidFill>
              </a:rPr>
              <a:t>32%</a:t>
            </a:r>
            <a:endParaRPr kumimoji="0" lang="en-US" sz="1050" b="1" i="0" u="none" strike="noStrike" kern="1200" cap="none" spc="0" normalizeH="0" baseline="0" noProof="0">
              <a:ln>
                <a:noFill/>
              </a:ln>
              <a:solidFill>
                <a:schemeClr val="tx1"/>
              </a:solidFill>
              <a:effectLst/>
              <a:uLnTx/>
              <a:uFillTx/>
              <a:latin typeface="Calibri" panose="020F0502020204030204"/>
              <a:ea typeface="+mn-ea"/>
              <a:cs typeface="+mn-cs"/>
            </a:endParaRPr>
          </a:p>
          <a:p>
            <a:pPr marL="0" lvl="1">
              <a:spcBef>
                <a:spcPts val="300"/>
              </a:spcBef>
              <a:spcAft>
                <a:spcPts val="300"/>
              </a:spcAft>
              <a:defRPr/>
            </a:pPr>
            <a:r>
              <a:rPr lang="en-US" sz="1050">
                <a:solidFill>
                  <a:schemeClr val="tx1"/>
                </a:solidFill>
              </a:rPr>
              <a:t>% who opt for OC</a:t>
            </a:r>
          </a:p>
          <a:p>
            <a:pPr marL="171450" lvl="1" indent="-171450">
              <a:spcBef>
                <a:spcPts val="300"/>
              </a:spcBef>
              <a:spcAft>
                <a:spcPts val="300"/>
              </a:spcAft>
              <a:buFont typeface="Arial" panose="020B0604020202020204" pitchFamily="34" charset="0"/>
              <a:buChar char="•"/>
              <a:defRPr/>
            </a:pPr>
            <a:r>
              <a:rPr lang="en-US" sz="1050">
                <a:solidFill>
                  <a:schemeClr val="tx1"/>
                </a:solidFill>
              </a:rPr>
              <a:t>Pre-employment</a:t>
            </a:r>
            <a:r>
              <a:rPr lang="en-US" sz="1050" b="1">
                <a:solidFill>
                  <a:schemeClr val="tx1"/>
                </a:solidFill>
              </a:rPr>
              <a:t>: 35%</a:t>
            </a:r>
            <a:r>
              <a:rPr lang="en-US" sz="1050">
                <a:solidFill>
                  <a:schemeClr val="tx1"/>
                </a:solidFill>
              </a:rPr>
              <a:t> </a:t>
            </a:r>
          </a:p>
          <a:p>
            <a:pPr marL="171450" lvl="1" indent="-171450">
              <a:spcBef>
                <a:spcPts val="300"/>
              </a:spcBef>
              <a:spcAft>
                <a:spcPts val="300"/>
              </a:spcAft>
              <a:buFont typeface="Arial" panose="020B0604020202020204" pitchFamily="34" charset="0"/>
              <a:buChar char="•"/>
              <a:defRPr/>
            </a:pPr>
            <a:r>
              <a:rPr lang="en-US" sz="1050">
                <a:solidFill>
                  <a:schemeClr val="tx1"/>
                </a:solidFill>
              </a:rPr>
              <a:t>Employee family: </a:t>
            </a:r>
            <a:r>
              <a:rPr lang="en-US" sz="1050" b="1">
                <a:solidFill>
                  <a:schemeClr val="tx1"/>
                </a:solidFill>
              </a:rPr>
              <a:t>5%</a:t>
            </a:r>
            <a:r>
              <a:rPr lang="en-US" sz="1050">
                <a:solidFill>
                  <a:schemeClr val="tx1"/>
                </a:solidFill>
              </a:rPr>
              <a:t> </a:t>
            </a:r>
          </a:p>
          <a:p>
            <a:pPr marL="0" lvl="1">
              <a:spcBef>
                <a:spcPts val="300"/>
              </a:spcBef>
              <a:spcAft>
                <a:spcPts val="300"/>
              </a:spcAft>
              <a:defRPr/>
            </a:pPr>
            <a:r>
              <a:rPr lang="en-US" sz="1050">
                <a:solidFill>
                  <a:schemeClr val="tx1"/>
                </a:solidFill>
                <a:latin typeface="Calibri" panose="020F0502020204030204"/>
              </a:rPr>
              <a:t>Revenue share of OC with outsourced third-party provider assumed to be</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40%</a:t>
            </a:r>
            <a:r>
              <a:rPr lang="en-US" sz="1050">
                <a:solidFill>
                  <a:schemeClr val="tx1"/>
                </a:solidFill>
                <a:latin typeface="Calibri" panose="020F0502020204030204"/>
              </a:rPr>
              <a:t> of the gross price</a:t>
            </a:r>
          </a:p>
        </p:txBody>
      </p:sp>
      <p:sp>
        <p:nvSpPr>
          <p:cNvPr id="5" name="Rectangle 4">
            <a:extLst>
              <a:ext uri="{FF2B5EF4-FFF2-40B4-BE49-F238E27FC236}">
                <a16:creationId xmlns:a16="http://schemas.microsoft.com/office/drawing/2014/main" id="{2F47C208-408F-F3AB-AA0A-33A7F548DB1D}"/>
              </a:ext>
            </a:extLst>
          </p:cNvPr>
          <p:cNvSpPr/>
          <p:nvPr/>
        </p:nvSpPr>
        <p:spPr>
          <a:xfrm>
            <a:off x="509285" y="1781458"/>
            <a:ext cx="4307261"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Total new hires in Riyadh</a:t>
            </a:r>
          </a:p>
        </p:txBody>
      </p:sp>
      <p:sp>
        <p:nvSpPr>
          <p:cNvPr id="7" name="Rectangle 6">
            <a:extLst>
              <a:ext uri="{FF2B5EF4-FFF2-40B4-BE49-F238E27FC236}">
                <a16:creationId xmlns:a16="http://schemas.microsoft.com/office/drawing/2014/main" id="{83974575-2C9A-168B-DC20-F23B1F8E6B9C}"/>
              </a:ext>
            </a:extLst>
          </p:cNvPr>
          <p:cNvSpPr/>
          <p:nvPr/>
        </p:nvSpPr>
        <p:spPr>
          <a:xfrm>
            <a:off x="509285" y="2650320"/>
            <a:ext cx="4307261"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Riyadh population residing near OC flagship</a:t>
            </a:r>
          </a:p>
        </p:txBody>
      </p:sp>
      <p:sp>
        <p:nvSpPr>
          <p:cNvPr id="10" name="Rectangle 9">
            <a:extLst>
              <a:ext uri="{FF2B5EF4-FFF2-40B4-BE49-F238E27FC236}">
                <a16:creationId xmlns:a16="http://schemas.microsoft.com/office/drawing/2014/main" id="{8BE86AA5-0143-7141-CD93-08B0F9AE96A0}"/>
              </a:ext>
            </a:extLst>
          </p:cNvPr>
          <p:cNvSpPr/>
          <p:nvPr/>
        </p:nvSpPr>
        <p:spPr>
          <a:xfrm>
            <a:off x="2583136" y="2269889"/>
            <a:ext cx="159558"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
        <p:nvSpPr>
          <p:cNvPr id="30" name="Rectangle 29">
            <a:extLst>
              <a:ext uri="{FF2B5EF4-FFF2-40B4-BE49-F238E27FC236}">
                <a16:creationId xmlns:a16="http://schemas.microsoft.com/office/drawing/2014/main" id="{122A6DE5-A8AE-62CA-D1FA-4BF19451C033}"/>
              </a:ext>
            </a:extLst>
          </p:cNvPr>
          <p:cNvSpPr/>
          <p:nvPr/>
        </p:nvSpPr>
        <p:spPr>
          <a:xfrm>
            <a:off x="509285" y="3519182"/>
            <a:ext cx="4307261"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employees who will opt to get it done by OC</a:t>
            </a:r>
          </a:p>
        </p:txBody>
      </p:sp>
      <p:sp>
        <p:nvSpPr>
          <p:cNvPr id="123" name="Rectangle 122">
            <a:extLst>
              <a:ext uri="{FF2B5EF4-FFF2-40B4-BE49-F238E27FC236}">
                <a16:creationId xmlns:a16="http://schemas.microsoft.com/office/drawing/2014/main" id="{7B4EFEDB-B827-FE3E-809D-998B4F376573}"/>
              </a:ext>
            </a:extLst>
          </p:cNvPr>
          <p:cNvSpPr/>
          <p:nvPr/>
        </p:nvSpPr>
        <p:spPr>
          <a:xfrm>
            <a:off x="509281" y="1312479"/>
            <a:ext cx="4307261"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Pre-employment screenings</a:t>
            </a:r>
          </a:p>
        </p:txBody>
      </p:sp>
      <p:sp>
        <p:nvSpPr>
          <p:cNvPr id="125" name="Rectangle 124">
            <a:extLst>
              <a:ext uri="{FF2B5EF4-FFF2-40B4-BE49-F238E27FC236}">
                <a16:creationId xmlns:a16="http://schemas.microsoft.com/office/drawing/2014/main" id="{E18A6EFA-299F-2B47-57F4-8123AF91BDEF}"/>
              </a:ext>
            </a:extLst>
          </p:cNvPr>
          <p:cNvSpPr/>
          <p:nvPr/>
        </p:nvSpPr>
        <p:spPr>
          <a:xfrm>
            <a:off x="9504132" y="1312479"/>
            <a:ext cx="2166862"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81" name="Line 15">
            <a:extLst>
              <a:ext uri="{FF2B5EF4-FFF2-40B4-BE49-F238E27FC236}">
                <a16:creationId xmlns:a16="http://schemas.microsoft.com/office/drawing/2014/main" id="{908D7872-F5E3-206E-1D7E-2DCF4373DCFD}"/>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Rectangle 39">
            <a:extLst>
              <a:ext uri="{FF2B5EF4-FFF2-40B4-BE49-F238E27FC236}">
                <a16:creationId xmlns:a16="http://schemas.microsoft.com/office/drawing/2014/main" id="{3EB4D0AE-FE0E-6B2B-147A-CD73F13DD848}"/>
              </a:ext>
            </a:extLst>
          </p:cNvPr>
          <p:cNvSpPr/>
          <p:nvPr/>
        </p:nvSpPr>
        <p:spPr>
          <a:xfrm>
            <a:off x="2583136" y="3138751"/>
            <a:ext cx="159558"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
        <p:nvSpPr>
          <p:cNvPr id="25" name="Rectangle 24">
            <a:extLst>
              <a:ext uri="{FF2B5EF4-FFF2-40B4-BE49-F238E27FC236}">
                <a16:creationId xmlns:a16="http://schemas.microsoft.com/office/drawing/2014/main" id="{0EE760D4-4663-EDED-48D1-ABFCE4901DD3}"/>
              </a:ext>
            </a:extLst>
          </p:cNvPr>
          <p:cNvSpPr/>
          <p:nvPr/>
        </p:nvSpPr>
        <p:spPr>
          <a:xfrm>
            <a:off x="509285" y="4388044"/>
            <a:ext cx="4307261" cy="288000"/>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Total screenings from pre-employment screenings</a:t>
            </a:r>
          </a:p>
        </p:txBody>
      </p:sp>
      <p:sp>
        <p:nvSpPr>
          <p:cNvPr id="28" name="Rectangle 27">
            <a:extLst>
              <a:ext uri="{FF2B5EF4-FFF2-40B4-BE49-F238E27FC236}">
                <a16:creationId xmlns:a16="http://schemas.microsoft.com/office/drawing/2014/main" id="{CEE76889-54A2-E672-0C57-5DCE47CA76A8}"/>
              </a:ext>
            </a:extLst>
          </p:cNvPr>
          <p:cNvSpPr/>
          <p:nvPr/>
        </p:nvSpPr>
        <p:spPr>
          <a:xfrm>
            <a:off x="2583136" y="4007613"/>
            <a:ext cx="159558"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36" name="Rectangle 3135">
            <a:extLst>
              <a:ext uri="{FF2B5EF4-FFF2-40B4-BE49-F238E27FC236}">
                <a16:creationId xmlns:a16="http://schemas.microsoft.com/office/drawing/2014/main" id="{F7950712-B504-FAC8-9AB8-82D3ADF64C1C}"/>
              </a:ext>
            </a:extLst>
          </p:cNvPr>
          <p:cNvSpPr/>
          <p:nvPr/>
        </p:nvSpPr>
        <p:spPr>
          <a:xfrm>
            <a:off x="509285" y="6126622"/>
            <a:ext cx="4307260"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39" name="Rectangle 3138">
            <a:extLst>
              <a:ext uri="{FF2B5EF4-FFF2-40B4-BE49-F238E27FC236}">
                <a16:creationId xmlns:a16="http://schemas.microsoft.com/office/drawing/2014/main" id="{AF5BD36B-F6EF-72D5-4E60-CAD85C7E9E1B}"/>
              </a:ext>
            </a:extLst>
          </p:cNvPr>
          <p:cNvSpPr/>
          <p:nvPr/>
        </p:nvSpPr>
        <p:spPr>
          <a:xfrm>
            <a:off x="2583136" y="5745337"/>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59" name="Rectangle 3158">
            <a:extLst>
              <a:ext uri="{FF2B5EF4-FFF2-40B4-BE49-F238E27FC236}">
                <a16:creationId xmlns:a16="http://schemas.microsoft.com/office/drawing/2014/main" id="{3DFA962D-349F-F7A3-A42D-9BBDF36F7EE9}"/>
              </a:ext>
            </a:extLst>
          </p:cNvPr>
          <p:cNvSpPr/>
          <p:nvPr/>
        </p:nvSpPr>
        <p:spPr>
          <a:xfrm>
            <a:off x="5017650" y="1781458"/>
            <a:ext cx="4307261"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Total insured employees in Riyadh</a:t>
            </a:r>
          </a:p>
        </p:txBody>
      </p:sp>
      <p:sp>
        <p:nvSpPr>
          <p:cNvPr id="3162" name="Rectangle 3161">
            <a:extLst>
              <a:ext uri="{FF2B5EF4-FFF2-40B4-BE49-F238E27FC236}">
                <a16:creationId xmlns:a16="http://schemas.microsoft.com/office/drawing/2014/main" id="{E0E99EEA-591B-1AE0-8BC2-D7E0069A4165}"/>
              </a:ext>
            </a:extLst>
          </p:cNvPr>
          <p:cNvSpPr/>
          <p:nvPr/>
        </p:nvSpPr>
        <p:spPr>
          <a:xfrm>
            <a:off x="5017650" y="3411318"/>
            <a:ext cx="4307261"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people who undergo health examinations</a:t>
            </a:r>
          </a:p>
        </p:txBody>
      </p:sp>
      <p:sp>
        <p:nvSpPr>
          <p:cNvPr id="3164" name="Rectangle 3163">
            <a:extLst>
              <a:ext uri="{FF2B5EF4-FFF2-40B4-BE49-F238E27FC236}">
                <a16:creationId xmlns:a16="http://schemas.microsoft.com/office/drawing/2014/main" id="{B0A2D28C-C7D1-FC3F-0F29-8FAB5C827647}"/>
              </a:ext>
            </a:extLst>
          </p:cNvPr>
          <p:cNvSpPr/>
          <p:nvPr/>
        </p:nvSpPr>
        <p:spPr>
          <a:xfrm>
            <a:off x="5017643" y="1312479"/>
            <a:ext cx="4307261"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Employee family PHEs</a:t>
            </a:r>
          </a:p>
        </p:txBody>
      </p:sp>
      <p:sp>
        <p:nvSpPr>
          <p:cNvPr id="3167" name="Rectangle 3166">
            <a:extLst>
              <a:ext uri="{FF2B5EF4-FFF2-40B4-BE49-F238E27FC236}">
                <a16:creationId xmlns:a16="http://schemas.microsoft.com/office/drawing/2014/main" id="{2843B443-821D-70CD-2179-DDD465EF684B}"/>
              </a:ext>
            </a:extLst>
          </p:cNvPr>
          <p:cNvSpPr/>
          <p:nvPr/>
        </p:nvSpPr>
        <p:spPr>
          <a:xfrm>
            <a:off x="5017652" y="2325028"/>
            <a:ext cx="1388138"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Entry employees </a:t>
            </a:r>
          </a:p>
        </p:txBody>
      </p:sp>
      <p:cxnSp>
        <p:nvCxnSpPr>
          <p:cNvPr id="3169" name="Straight Arrow Connector 3168">
            <a:extLst>
              <a:ext uri="{FF2B5EF4-FFF2-40B4-BE49-F238E27FC236}">
                <a16:creationId xmlns:a16="http://schemas.microsoft.com/office/drawing/2014/main" id="{422D5E15-DAD6-6FBF-5658-1C747E58E1AD}"/>
              </a:ext>
            </a:extLst>
          </p:cNvPr>
          <p:cNvCxnSpPr>
            <a:cxnSpLocks/>
          </p:cNvCxnSpPr>
          <p:nvPr/>
        </p:nvCxnSpPr>
        <p:spPr>
          <a:xfrm>
            <a:off x="5769975" y="2399035"/>
            <a:ext cx="0" cy="375129"/>
          </a:xfrm>
          <a:prstGeom prst="straightConnector1">
            <a:avLst/>
          </a:prstGeom>
          <a:ln>
            <a:noFill/>
            <a:prstDash val="dash"/>
            <a:tailEnd type="triangle"/>
          </a:ln>
        </p:spPr>
        <p:style>
          <a:lnRef idx="1">
            <a:schemeClr val="accent1"/>
          </a:lnRef>
          <a:fillRef idx="0">
            <a:schemeClr val="accent1"/>
          </a:fillRef>
          <a:effectRef idx="0">
            <a:schemeClr val="accent1"/>
          </a:effectRef>
          <a:fontRef idx="minor">
            <a:schemeClr val="tx1"/>
          </a:fontRef>
        </p:style>
      </p:cxnSp>
      <p:sp>
        <p:nvSpPr>
          <p:cNvPr id="3170" name="Rectangle 3169">
            <a:extLst>
              <a:ext uri="{FF2B5EF4-FFF2-40B4-BE49-F238E27FC236}">
                <a16:creationId xmlns:a16="http://schemas.microsoft.com/office/drawing/2014/main" id="{DDFFA26E-8E92-FB7F-0D3F-159360FE4984}"/>
              </a:ext>
            </a:extLst>
          </p:cNvPr>
          <p:cNvSpPr/>
          <p:nvPr/>
        </p:nvSpPr>
        <p:spPr>
          <a:xfrm>
            <a:off x="5017652" y="5583048"/>
            <a:ext cx="1388138"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price</a:t>
            </a:r>
          </a:p>
        </p:txBody>
      </p:sp>
      <p:sp>
        <p:nvSpPr>
          <p:cNvPr id="3180" name="Rectangle 3179">
            <a:extLst>
              <a:ext uri="{FF2B5EF4-FFF2-40B4-BE49-F238E27FC236}">
                <a16:creationId xmlns:a16="http://schemas.microsoft.com/office/drawing/2014/main" id="{0E187488-6D02-1950-90D1-54B1617AFDF1}"/>
              </a:ext>
            </a:extLst>
          </p:cNvPr>
          <p:cNvSpPr/>
          <p:nvPr/>
        </p:nvSpPr>
        <p:spPr>
          <a:xfrm>
            <a:off x="5683500" y="5364838"/>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81" name="Rectangle 3180">
            <a:extLst>
              <a:ext uri="{FF2B5EF4-FFF2-40B4-BE49-F238E27FC236}">
                <a16:creationId xmlns:a16="http://schemas.microsoft.com/office/drawing/2014/main" id="{7F0415E2-6E4D-CC40-E2B4-7AA40EBB643A}"/>
              </a:ext>
            </a:extLst>
          </p:cNvPr>
          <p:cNvSpPr/>
          <p:nvPr/>
        </p:nvSpPr>
        <p:spPr>
          <a:xfrm>
            <a:off x="7091501" y="3193958"/>
            <a:ext cx="159558"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
        <p:nvSpPr>
          <p:cNvPr id="3182" name="Rectangle 3181">
            <a:extLst>
              <a:ext uri="{FF2B5EF4-FFF2-40B4-BE49-F238E27FC236}">
                <a16:creationId xmlns:a16="http://schemas.microsoft.com/office/drawing/2014/main" id="{71EECE2B-9467-469C-9C02-22F496F6A3D4}"/>
              </a:ext>
            </a:extLst>
          </p:cNvPr>
          <p:cNvSpPr/>
          <p:nvPr/>
        </p:nvSpPr>
        <p:spPr>
          <a:xfrm>
            <a:off x="5017650" y="5039478"/>
            <a:ext cx="4307261" cy="288000"/>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Total screenings from employee family PHEs</a:t>
            </a:r>
          </a:p>
        </p:txBody>
      </p:sp>
      <p:sp>
        <p:nvSpPr>
          <p:cNvPr id="3183" name="Rectangle 3182">
            <a:extLst>
              <a:ext uri="{FF2B5EF4-FFF2-40B4-BE49-F238E27FC236}">
                <a16:creationId xmlns:a16="http://schemas.microsoft.com/office/drawing/2014/main" id="{295BC5F3-4A56-8673-395D-7DA3861478E4}"/>
              </a:ext>
            </a:extLst>
          </p:cNvPr>
          <p:cNvSpPr/>
          <p:nvPr/>
        </p:nvSpPr>
        <p:spPr>
          <a:xfrm>
            <a:off x="7091501" y="4822118"/>
            <a:ext cx="159558"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84" name="Rectangle 3183">
            <a:extLst>
              <a:ext uri="{FF2B5EF4-FFF2-40B4-BE49-F238E27FC236}">
                <a16:creationId xmlns:a16="http://schemas.microsoft.com/office/drawing/2014/main" id="{D48F7EC1-0ED5-CDBE-5F86-3479003CE13F}"/>
              </a:ext>
            </a:extLst>
          </p:cNvPr>
          <p:cNvSpPr/>
          <p:nvPr/>
        </p:nvSpPr>
        <p:spPr>
          <a:xfrm>
            <a:off x="6895861" y="2106818"/>
            <a:ext cx="55083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Split</a:t>
            </a:r>
          </a:p>
        </p:txBody>
      </p:sp>
      <p:sp>
        <p:nvSpPr>
          <p:cNvPr id="3185" name="Rectangle 3184">
            <a:extLst>
              <a:ext uri="{FF2B5EF4-FFF2-40B4-BE49-F238E27FC236}">
                <a16:creationId xmlns:a16="http://schemas.microsoft.com/office/drawing/2014/main" id="{FF77D435-0B3F-A524-6714-8D0373F6F575}"/>
              </a:ext>
            </a:extLst>
          </p:cNvPr>
          <p:cNvSpPr/>
          <p:nvPr/>
        </p:nvSpPr>
        <p:spPr>
          <a:xfrm>
            <a:off x="6477211" y="2325028"/>
            <a:ext cx="1388138"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Middle </a:t>
            </a:r>
          </a:p>
        </p:txBody>
      </p:sp>
      <p:sp>
        <p:nvSpPr>
          <p:cNvPr id="3186" name="Rectangle 3185">
            <a:extLst>
              <a:ext uri="{FF2B5EF4-FFF2-40B4-BE49-F238E27FC236}">
                <a16:creationId xmlns:a16="http://schemas.microsoft.com/office/drawing/2014/main" id="{8C5EE1C3-5B5C-8C19-8ADA-35F9DCB1E9BC}"/>
              </a:ext>
            </a:extLst>
          </p:cNvPr>
          <p:cNvSpPr/>
          <p:nvPr/>
        </p:nvSpPr>
        <p:spPr>
          <a:xfrm>
            <a:off x="6477211" y="5583048"/>
            <a:ext cx="1388138"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price</a:t>
            </a:r>
          </a:p>
        </p:txBody>
      </p:sp>
      <p:sp>
        <p:nvSpPr>
          <p:cNvPr id="3187" name="Rectangle 3186">
            <a:extLst>
              <a:ext uri="{FF2B5EF4-FFF2-40B4-BE49-F238E27FC236}">
                <a16:creationId xmlns:a16="http://schemas.microsoft.com/office/drawing/2014/main" id="{A3D88457-21C6-F12D-71FF-37D1E9E4FA4D}"/>
              </a:ext>
            </a:extLst>
          </p:cNvPr>
          <p:cNvSpPr/>
          <p:nvPr/>
        </p:nvSpPr>
        <p:spPr>
          <a:xfrm>
            <a:off x="7091501" y="5364838"/>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88" name="Rectangle 3187">
            <a:extLst>
              <a:ext uri="{FF2B5EF4-FFF2-40B4-BE49-F238E27FC236}">
                <a16:creationId xmlns:a16="http://schemas.microsoft.com/office/drawing/2014/main" id="{45457938-1232-0EFB-4D3C-998014891C40}"/>
              </a:ext>
            </a:extLst>
          </p:cNvPr>
          <p:cNvSpPr/>
          <p:nvPr/>
        </p:nvSpPr>
        <p:spPr>
          <a:xfrm>
            <a:off x="7936766" y="2325028"/>
            <a:ext cx="1388138"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Senior and above</a:t>
            </a:r>
          </a:p>
        </p:txBody>
      </p:sp>
      <p:sp>
        <p:nvSpPr>
          <p:cNvPr id="3189" name="Rectangle 3188">
            <a:extLst>
              <a:ext uri="{FF2B5EF4-FFF2-40B4-BE49-F238E27FC236}">
                <a16:creationId xmlns:a16="http://schemas.microsoft.com/office/drawing/2014/main" id="{73CD5D64-19E9-37D4-A364-4A809404C13A}"/>
              </a:ext>
            </a:extLst>
          </p:cNvPr>
          <p:cNvSpPr/>
          <p:nvPr/>
        </p:nvSpPr>
        <p:spPr>
          <a:xfrm>
            <a:off x="7936766" y="5583048"/>
            <a:ext cx="1388138"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price</a:t>
            </a:r>
          </a:p>
        </p:txBody>
      </p:sp>
      <p:sp>
        <p:nvSpPr>
          <p:cNvPr id="3190" name="Rectangle 3189">
            <a:extLst>
              <a:ext uri="{FF2B5EF4-FFF2-40B4-BE49-F238E27FC236}">
                <a16:creationId xmlns:a16="http://schemas.microsoft.com/office/drawing/2014/main" id="{FFFE773D-53EA-72D2-9336-7C8C2B3925B6}"/>
              </a:ext>
            </a:extLst>
          </p:cNvPr>
          <p:cNvSpPr/>
          <p:nvPr/>
        </p:nvSpPr>
        <p:spPr>
          <a:xfrm>
            <a:off x="8602614" y="5364838"/>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91" name="Rectangle 3190">
            <a:extLst>
              <a:ext uri="{FF2B5EF4-FFF2-40B4-BE49-F238E27FC236}">
                <a16:creationId xmlns:a16="http://schemas.microsoft.com/office/drawing/2014/main" id="{13078670-A9F0-148C-8B8B-D55FAA761DE8}"/>
              </a:ext>
            </a:extLst>
          </p:cNvPr>
          <p:cNvSpPr/>
          <p:nvPr/>
        </p:nvSpPr>
        <p:spPr>
          <a:xfrm>
            <a:off x="5017652" y="6126622"/>
            <a:ext cx="1388138"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92" name="Rectangle 3191">
            <a:extLst>
              <a:ext uri="{FF2B5EF4-FFF2-40B4-BE49-F238E27FC236}">
                <a16:creationId xmlns:a16="http://schemas.microsoft.com/office/drawing/2014/main" id="{77690BC1-1229-B68E-75EC-7CD49C0391C3}"/>
              </a:ext>
            </a:extLst>
          </p:cNvPr>
          <p:cNvSpPr/>
          <p:nvPr/>
        </p:nvSpPr>
        <p:spPr>
          <a:xfrm>
            <a:off x="6477211" y="6126622"/>
            <a:ext cx="1388138"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93" name="Rectangle 3192">
            <a:extLst>
              <a:ext uri="{FF2B5EF4-FFF2-40B4-BE49-F238E27FC236}">
                <a16:creationId xmlns:a16="http://schemas.microsoft.com/office/drawing/2014/main" id="{55D249C1-1CD7-3465-50D4-0FE36B7ECD6B}"/>
              </a:ext>
            </a:extLst>
          </p:cNvPr>
          <p:cNvSpPr/>
          <p:nvPr/>
        </p:nvSpPr>
        <p:spPr>
          <a:xfrm>
            <a:off x="7936766" y="6126622"/>
            <a:ext cx="1388138" cy="288000"/>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3194" name="Rectangle 3193">
            <a:extLst>
              <a:ext uri="{FF2B5EF4-FFF2-40B4-BE49-F238E27FC236}">
                <a16:creationId xmlns:a16="http://schemas.microsoft.com/office/drawing/2014/main" id="{8699B614-5A2F-946F-1A4A-956FE40189EA}"/>
              </a:ext>
            </a:extLst>
          </p:cNvPr>
          <p:cNvSpPr/>
          <p:nvPr/>
        </p:nvSpPr>
        <p:spPr>
          <a:xfrm>
            <a:off x="5683500" y="5869589"/>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95" name="Rectangle 3194">
            <a:extLst>
              <a:ext uri="{FF2B5EF4-FFF2-40B4-BE49-F238E27FC236}">
                <a16:creationId xmlns:a16="http://schemas.microsoft.com/office/drawing/2014/main" id="{E28377CF-8564-4B0A-15F7-03F1C949CC37}"/>
              </a:ext>
            </a:extLst>
          </p:cNvPr>
          <p:cNvSpPr/>
          <p:nvPr/>
        </p:nvSpPr>
        <p:spPr>
          <a:xfrm>
            <a:off x="7091501" y="5908408"/>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96" name="Rectangle 3195">
            <a:extLst>
              <a:ext uri="{FF2B5EF4-FFF2-40B4-BE49-F238E27FC236}">
                <a16:creationId xmlns:a16="http://schemas.microsoft.com/office/drawing/2014/main" id="{7C33852B-4166-A2A1-7512-FFB8F20299A5}"/>
              </a:ext>
            </a:extLst>
          </p:cNvPr>
          <p:cNvSpPr/>
          <p:nvPr/>
        </p:nvSpPr>
        <p:spPr>
          <a:xfrm>
            <a:off x="8602614" y="5869586"/>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97" name="Rectangle 3196">
            <a:extLst>
              <a:ext uri="{FF2B5EF4-FFF2-40B4-BE49-F238E27FC236}">
                <a16:creationId xmlns:a16="http://schemas.microsoft.com/office/drawing/2014/main" id="{06DFD512-A4BC-631B-A636-37908109640F}"/>
              </a:ext>
            </a:extLst>
          </p:cNvPr>
          <p:cNvSpPr/>
          <p:nvPr/>
        </p:nvSpPr>
        <p:spPr>
          <a:xfrm>
            <a:off x="5017650" y="3954038"/>
            <a:ext cx="4307261"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Riyadh population residing near OC flagship</a:t>
            </a:r>
          </a:p>
        </p:txBody>
      </p:sp>
      <p:sp>
        <p:nvSpPr>
          <p:cNvPr id="3198" name="Rectangle 3197">
            <a:extLst>
              <a:ext uri="{FF2B5EF4-FFF2-40B4-BE49-F238E27FC236}">
                <a16:creationId xmlns:a16="http://schemas.microsoft.com/office/drawing/2014/main" id="{B94DA977-490D-EDE4-42EA-0CC4418D9B2E}"/>
              </a:ext>
            </a:extLst>
          </p:cNvPr>
          <p:cNvSpPr/>
          <p:nvPr/>
        </p:nvSpPr>
        <p:spPr>
          <a:xfrm>
            <a:off x="7091501" y="3736678"/>
            <a:ext cx="159558"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
        <p:nvSpPr>
          <p:cNvPr id="64" name="Rectangle 63">
            <a:extLst>
              <a:ext uri="{FF2B5EF4-FFF2-40B4-BE49-F238E27FC236}">
                <a16:creationId xmlns:a16="http://schemas.microsoft.com/office/drawing/2014/main" id="{DFD57AF2-A887-9E25-7330-23CA75BB71E8}"/>
              </a:ext>
            </a:extLst>
          </p:cNvPr>
          <p:cNvSpPr/>
          <p:nvPr/>
        </p:nvSpPr>
        <p:spPr>
          <a:xfrm>
            <a:off x="509285" y="5256906"/>
            <a:ext cx="4307261"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66" name="Rectangle 65">
            <a:extLst>
              <a:ext uri="{FF2B5EF4-FFF2-40B4-BE49-F238E27FC236}">
                <a16:creationId xmlns:a16="http://schemas.microsoft.com/office/drawing/2014/main" id="{C99397F9-F44A-4D0A-09BB-BE90AFE9B248}"/>
              </a:ext>
            </a:extLst>
          </p:cNvPr>
          <p:cNvSpPr/>
          <p:nvPr/>
        </p:nvSpPr>
        <p:spPr>
          <a:xfrm>
            <a:off x="2583136" y="4876475"/>
            <a:ext cx="159558"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67" name="Rectangle 66">
            <a:extLst>
              <a:ext uri="{FF2B5EF4-FFF2-40B4-BE49-F238E27FC236}">
                <a16:creationId xmlns:a16="http://schemas.microsoft.com/office/drawing/2014/main" id="{3CD5AA7C-F83A-40A7-C2A1-348D78BB528E}"/>
              </a:ext>
            </a:extLst>
          </p:cNvPr>
          <p:cNvSpPr/>
          <p:nvPr/>
        </p:nvSpPr>
        <p:spPr>
          <a:xfrm>
            <a:off x="5017652" y="2868598"/>
            <a:ext cx="1388138"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Family size</a:t>
            </a:r>
          </a:p>
        </p:txBody>
      </p:sp>
      <p:sp>
        <p:nvSpPr>
          <p:cNvPr id="68" name="Rectangle 67">
            <a:extLst>
              <a:ext uri="{FF2B5EF4-FFF2-40B4-BE49-F238E27FC236}">
                <a16:creationId xmlns:a16="http://schemas.microsoft.com/office/drawing/2014/main" id="{21FF7AC4-1B06-055D-917C-FE29AAD701CB}"/>
              </a:ext>
            </a:extLst>
          </p:cNvPr>
          <p:cNvSpPr/>
          <p:nvPr/>
        </p:nvSpPr>
        <p:spPr>
          <a:xfrm>
            <a:off x="5683500" y="2650388"/>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69" name="Rectangle 68">
            <a:extLst>
              <a:ext uri="{FF2B5EF4-FFF2-40B4-BE49-F238E27FC236}">
                <a16:creationId xmlns:a16="http://schemas.microsoft.com/office/drawing/2014/main" id="{409DDD9C-E18F-988F-30E1-CA2036D1430A}"/>
              </a:ext>
            </a:extLst>
          </p:cNvPr>
          <p:cNvSpPr/>
          <p:nvPr/>
        </p:nvSpPr>
        <p:spPr>
          <a:xfrm>
            <a:off x="6477211" y="2868598"/>
            <a:ext cx="1388138"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Family size</a:t>
            </a:r>
          </a:p>
        </p:txBody>
      </p:sp>
      <p:sp>
        <p:nvSpPr>
          <p:cNvPr id="70" name="Rectangle 69">
            <a:extLst>
              <a:ext uri="{FF2B5EF4-FFF2-40B4-BE49-F238E27FC236}">
                <a16:creationId xmlns:a16="http://schemas.microsoft.com/office/drawing/2014/main" id="{9DABCA91-B912-7947-7917-BCEAE6496188}"/>
              </a:ext>
            </a:extLst>
          </p:cNvPr>
          <p:cNvSpPr/>
          <p:nvPr/>
        </p:nvSpPr>
        <p:spPr>
          <a:xfrm>
            <a:off x="7091501" y="2650388"/>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71" name="Rectangle 70">
            <a:extLst>
              <a:ext uri="{FF2B5EF4-FFF2-40B4-BE49-F238E27FC236}">
                <a16:creationId xmlns:a16="http://schemas.microsoft.com/office/drawing/2014/main" id="{CF1E63C8-E1B8-58CE-B1AB-CE688E46310A}"/>
              </a:ext>
            </a:extLst>
          </p:cNvPr>
          <p:cNvSpPr/>
          <p:nvPr/>
        </p:nvSpPr>
        <p:spPr>
          <a:xfrm>
            <a:off x="7936766" y="2868598"/>
            <a:ext cx="1388138"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Family size</a:t>
            </a:r>
          </a:p>
        </p:txBody>
      </p:sp>
      <p:sp>
        <p:nvSpPr>
          <p:cNvPr id="72" name="Rectangle 71">
            <a:extLst>
              <a:ext uri="{FF2B5EF4-FFF2-40B4-BE49-F238E27FC236}">
                <a16:creationId xmlns:a16="http://schemas.microsoft.com/office/drawing/2014/main" id="{DBC46BCB-E411-863D-D927-198AE6BB4102}"/>
              </a:ext>
            </a:extLst>
          </p:cNvPr>
          <p:cNvSpPr/>
          <p:nvPr/>
        </p:nvSpPr>
        <p:spPr>
          <a:xfrm>
            <a:off x="8602614" y="2650388"/>
            <a:ext cx="159558"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73" name="Rectangle 72">
            <a:extLst>
              <a:ext uri="{FF2B5EF4-FFF2-40B4-BE49-F238E27FC236}">
                <a16:creationId xmlns:a16="http://schemas.microsoft.com/office/drawing/2014/main" id="{7114DA5B-F426-8B71-38D4-069524BDBAFA}"/>
              </a:ext>
            </a:extLst>
          </p:cNvPr>
          <p:cNvSpPr/>
          <p:nvPr/>
        </p:nvSpPr>
        <p:spPr>
          <a:xfrm>
            <a:off x="7503238" y="3169889"/>
            <a:ext cx="2032373" cy="10094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r>
              <a:rPr lang="en-US" sz="700" i="1">
                <a:solidFill>
                  <a:schemeClr val="tx1"/>
                </a:solidFill>
              </a:rPr>
              <a:t>Family size excludes the employee from the count</a:t>
            </a:r>
          </a:p>
        </p:txBody>
      </p:sp>
      <p:sp>
        <p:nvSpPr>
          <p:cNvPr id="74" name="Rectangle 73">
            <a:extLst>
              <a:ext uri="{FF2B5EF4-FFF2-40B4-BE49-F238E27FC236}">
                <a16:creationId xmlns:a16="http://schemas.microsoft.com/office/drawing/2014/main" id="{2D598974-4916-1B46-928B-A864DC31635A}"/>
              </a:ext>
            </a:extLst>
          </p:cNvPr>
          <p:cNvSpPr/>
          <p:nvPr/>
        </p:nvSpPr>
        <p:spPr>
          <a:xfrm>
            <a:off x="5017650" y="4496758"/>
            <a:ext cx="4307261" cy="288000"/>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people who will opt to get it done from OC</a:t>
            </a:r>
          </a:p>
        </p:txBody>
      </p:sp>
      <p:sp>
        <p:nvSpPr>
          <p:cNvPr id="75" name="Rectangle 74">
            <a:extLst>
              <a:ext uri="{FF2B5EF4-FFF2-40B4-BE49-F238E27FC236}">
                <a16:creationId xmlns:a16="http://schemas.microsoft.com/office/drawing/2014/main" id="{6F0697E9-3DCA-F913-D381-53DD595B53B5}"/>
              </a:ext>
            </a:extLst>
          </p:cNvPr>
          <p:cNvSpPr/>
          <p:nvPr/>
        </p:nvSpPr>
        <p:spPr>
          <a:xfrm>
            <a:off x="7091501" y="4279398"/>
            <a:ext cx="159558" cy="180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x</a:t>
            </a:r>
          </a:p>
        </p:txBody>
      </p:sp>
    </p:spTree>
    <p:extLst>
      <p:ext uri="{BB962C8B-B14F-4D97-AF65-F5344CB8AC3E}">
        <p14:creationId xmlns:p14="http://schemas.microsoft.com/office/powerpoint/2010/main" val="562727700"/>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9C4383-888F-8D8B-8FE6-D6C606D947DE}"/>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D810674C-6661-C62D-84A5-1C0200439DAC}"/>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D810674C-6661-C62D-84A5-1C0200439DAC}"/>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F0980274-EB6E-DD4C-1427-99C2317E9215}"/>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dirty="0">
                <a:solidFill>
                  <a:srgbClr val="0A0A0A"/>
                </a:solidFill>
                <a:latin typeface="Georgia" panose="02040502050405020303" pitchFamily="18" charset="0"/>
                <a:cs typeface="Arial" panose="020B0604020202020204" pitchFamily="34" charset="0"/>
              </a:rPr>
              <a:t>B2B Preventive Care: </a:t>
            </a:r>
            <a:r>
              <a:rPr lang="en-US" sz="2600" b="0" dirty="0">
                <a:solidFill>
                  <a:srgbClr val="0A0A0A"/>
                </a:solidFill>
                <a:latin typeface="Georgia" panose="02040502050405020303" pitchFamily="18" charset="0"/>
                <a:cs typeface="Arial" panose="020B0604020202020204" pitchFamily="34" charset="0"/>
              </a:rPr>
              <a:t>B2B cancer screening remains a small segment; growth will rely on targeted marketing campaigns</a:t>
            </a:r>
            <a:endPar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3" name="Slide Number Placeholder 2">
            <a:extLst>
              <a:ext uri="{FF2B5EF4-FFF2-40B4-BE49-F238E27FC236}">
                <a16:creationId xmlns:a16="http://schemas.microsoft.com/office/drawing/2014/main" id="{CF7AFD98-4E65-D7B5-3854-D85F9D838841}"/>
              </a:ext>
            </a:extLst>
          </p:cNvPr>
          <p:cNvSpPr>
            <a:spLocks noGrp="1"/>
          </p:cNvSpPr>
          <p:nvPr>
            <p:ph type="sldNum" sz="quarter" idx="12"/>
          </p:nvPr>
        </p:nvSpPr>
        <p:spPr/>
        <p:txBody>
          <a:bodyPr/>
          <a:lstStyle/>
          <a:p>
            <a:fld id="{8E1CF2E5-4A16-4FBD-9713-265FD1DAAE65}" type="slidenum">
              <a:rPr lang="en-US" smtClean="0"/>
              <a:t>65</a:t>
            </a:fld>
            <a:endParaRPr lang="en-US"/>
          </a:p>
        </p:txBody>
      </p:sp>
      <p:grpSp>
        <p:nvGrpSpPr>
          <p:cNvPr id="3171" name="Group 3170">
            <a:extLst>
              <a:ext uri="{FF2B5EF4-FFF2-40B4-BE49-F238E27FC236}">
                <a16:creationId xmlns:a16="http://schemas.microsoft.com/office/drawing/2014/main" id="{A4096367-4347-950F-F833-41376E95C63B}"/>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32C84AB9-808B-AA6B-DF0A-938A3608751C}"/>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E6F03E66-73CB-3806-E903-90B91AB07342}"/>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6E6557B4-72D9-CAD8-B651-6E3416EEBF81}"/>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12DDE1D3-6C03-E66B-4DB9-3C7A76CC2FF8}"/>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E9E63550-7041-A3D6-6A19-01BCE6F976C8}"/>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8F7AA330-A519-8E2C-437F-7FD57FFCF55F}"/>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8F72305C-34A2-CCC8-06BD-C46B83E681DB}"/>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8C4A9938-89AF-D5F4-0A27-61A170AD5ABE}"/>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28BF0E4B-2ABC-428F-B2BB-5BF6C8C2E3B4}"/>
              </a:ext>
            </a:extLst>
          </p:cNvPr>
          <p:cNvSpPr/>
          <p:nvPr/>
        </p:nvSpPr>
        <p:spPr>
          <a:xfrm>
            <a:off x="9504132" y="1764204"/>
            <a:ext cx="2176885"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lvl="1">
              <a:spcBef>
                <a:spcPts val="300"/>
              </a:spcBef>
              <a:spcAft>
                <a:spcPts val="300"/>
              </a:spcAft>
              <a:defRPr/>
            </a:pPr>
            <a:r>
              <a:rPr kumimoji="0" lang="en-US" sz="1050" i="0" u="none" strike="noStrike" kern="1200" cap="none" spc="0" normalizeH="0" baseline="0" noProof="0">
                <a:ln>
                  <a:noFill/>
                </a:ln>
                <a:solidFill>
                  <a:schemeClr val="tx1"/>
                </a:solidFill>
                <a:effectLst/>
                <a:uLnTx/>
                <a:uFillTx/>
                <a:latin typeface="Calibri" panose="020F0502020204030204"/>
                <a:ea typeface="+mn-ea"/>
                <a:cs typeface="+mn-cs"/>
              </a:rPr>
              <a:t>Proportion of male and female employees vary from company to company</a:t>
            </a:r>
          </a:p>
          <a:p>
            <a:pPr marL="0" lvl="1">
              <a:spcBef>
                <a:spcPts val="300"/>
              </a:spcBef>
              <a:spcAft>
                <a:spcPts val="300"/>
              </a:spcAft>
              <a:defRPr/>
            </a:pPr>
            <a:r>
              <a:rPr lang="en-US" sz="1050">
                <a:solidFill>
                  <a:schemeClr val="tx1"/>
                </a:solidFill>
                <a:latin typeface="Calibri" panose="020F0502020204030204"/>
              </a:rPr>
              <a:t>Mammogram penetration rate KSA:</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4%</a:t>
            </a:r>
          </a:p>
          <a:p>
            <a:pPr marL="0" lvl="1">
              <a:spcBef>
                <a:spcPts val="300"/>
              </a:spcBef>
              <a:spcAft>
                <a:spcPts val="300"/>
              </a:spcAft>
              <a:defRPr/>
            </a:pPr>
            <a:r>
              <a:rPr lang="en-US" sz="1050">
                <a:solidFill>
                  <a:schemeClr val="tx1"/>
                </a:solidFill>
                <a:latin typeface="Calibri" panose="020F0502020204030204"/>
              </a:rPr>
              <a:t>Incidence rate of prostate cancer in KSA:</a:t>
            </a: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Less than 1%</a:t>
            </a:r>
            <a:endParaRPr lang="en-US" sz="1050">
              <a:solidFill>
                <a:schemeClr val="tx1"/>
              </a:solidFill>
              <a:latin typeface="Calibri" panose="020F0502020204030204"/>
            </a:endParaRPr>
          </a:p>
          <a:p>
            <a:pPr marL="0" lvl="1">
              <a:spcBef>
                <a:spcPts val="300"/>
              </a:spcBef>
              <a:spcAft>
                <a:spcPts val="300"/>
              </a:spcAft>
              <a:defRPr/>
            </a:pPr>
            <a:r>
              <a:rPr lang="en-US" sz="1050">
                <a:solidFill>
                  <a:schemeClr val="tx1"/>
                </a:solidFill>
              </a:rPr>
              <a:t>Revenue share of OC with outsourced third-party provider assumed to be</a:t>
            </a:r>
            <a:endParaRPr lang="en-US" sz="1050">
              <a:solidFill>
                <a:schemeClr val="tx1"/>
              </a:solidFill>
              <a:latin typeface="Calibri" panose="020F0502020204030204"/>
            </a:endParaRPr>
          </a:p>
          <a:p>
            <a:pPr marL="171450" lvl="1"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40%</a:t>
            </a:r>
            <a:r>
              <a:rPr lang="en-US" sz="1050">
                <a:solidFill>
                  <a:schemeClr val="tx1"/>
                </a:solidFill>
                <a:latin typeface="Calibri" panose="020F0502020204030204"/>
              </a:rPr>
              <a:t> of the gross price</a:t>
            </a:r>
          </a:p>
        </p:txBody>
      </p:sp>
      <p:sp>
        <p:nvSpPr>
          <p:cNvPr id="5" name="Rectangle 4">
            <a:extLst>
              <a:ext uri="{FF2B5EF4-FFF2-40B4-BE49-F238E27FC236}">
                <a16:creationId xmlns:a16="http://schemas.microsoft.com/office/drawing/2014/main" id="{1BAFFA88-5C04-B174-39B6-50DC3D841A7A}"/>
              </a:ext>
            </a:extLst>
          </p:cNvPr>
          <p:cNvSpPr/>
          <p:nvPr/>
        </p:nvSpPr>
        <p:spPr>
          <a:xfrm>
            <a:off x="509288" y="1781457"/>
            <a:ext cx="8812147" cy="365121"/>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ysClr val="windowText" lastClr="000000"/>
                </a:solidFill>
              </a:rPr>
              <a:t>Total # of corporate employees who will opt to get PHEs done by OC (Corporate drive + OC walk-ins)</a:t>
            </a:r>
          </a:p>
        </p:txBody>
      </p:sp>
      <p:sp>
        <p:nvSpPr>
          <p:cNvPr id="3154" name="Rectangle 3153">
            <a:extLst>
              <a:ext uri="{FF2B5EF4-FFF2-40B4-BE49-F238E27FC236}">
                <a16:creationId xmlns:a16="http://schemas.microsoft.com/office/drawing/2014/main" id="{68CA0BAA-59E4-9314-FBD5-F40B07AB677B}"/>
              </a:ext>
            </a:extLst>
          </p:cNvPr>
          <p:cNvSpPr/>
          <p:nvPr/>
        </p:nvSpPr>
        <p:spPr>
          <a:xfrm>
            <a:off x="509289" y="3481491"/>
            <a:ext cx="4212000" cy="365121"/>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Mammogram penetration rate KSA</a:t>
            </a:r>
          </a:p>
        </p:txBody>
      </p:sp>
      <p:sp>
        <p:nvSpPr>
          <p:cNvPr id="123" name="Rectangle 122">
            <a:extLst>
              <a:ext uri="{FF2B5EF4-FFF2-40B4-BE49-F238E27FC236}">
                <a16:creationId xmlns:a16="http://schemas.microsoft.com/office/drawing/2014/main" id="{BD54D0CC-900D-66F6-BF8F-0E10DB12CE87}"/>
              </a:ext>
            </a:extLst>
          </p:cNvPr>
          <p:cNvSpPr/>
          <p:nvPr/>
        </p:nvSpPr>
        <p:spPr>
          <a:xfrm>
            <a:off x="509281" y="1312479"/>
            <a:ext cx="8812147"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Cancer Screenings</a:t>
            </a:r>
          </a:p>
        </p:txBody>
      </p:sp>
      <p:sp>
        <p:nvSpPr>
          <p:cNvPr id="125" name="Rectangle 124">
            <a:extLst>
              <a:ext uri="{FF2B5EF4-FFF2-40B4-BE49-F238E27FC236}">
                <a16:creationId xmlns:a16="http://schemas.microsoft.com/office/drawing/2014/main" id="{7CDA6723-5254-CD59-6FF8-E7D005EF3B24}"/>
              </a:ext>
            </a:extLst>
          </p:cNvPr>
          <p:cNvSpPr/>
          <p:nvPr/>
        </p:nvSpPr>
        <p:spPr>
          <a:xfrm>
            <a:off x="9504132" y="1312479"/>
            <a:ext cx="2166862"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81" name="Line 15">
            <a:extLst>
              <a:ext uri="{FF2B5EF4-FFF2-40B4-BE49-F238E27FC236}">
                <a16:creationId xmlns:a16="http://schemas.microsoft.com/office/drawing/2014/main" id="{438C0505-83E6-E2E7-FEC9-CCD8817342FC}"/>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36E19E32-C60F-0911-1E45-05FCA57D8F54}"/>
              </a:ext>
            </a:extLst>
          </p:cNvPr>
          <p:cNvSpPr/>
          <p:nvPr/>
        </p:nvSpPr>
        <p:spPr>
          <a:xfrm>
            <a:off x="5109435" y="3481491"/>
            <a:ext cx="4212000" cy="365121"/>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Incidence rate of prostate cancer in KSA </a:t>
            </a:r>
          </a:p>
        </p:txBody>
      </p:sp>
      <p:sp>
        <p:nvSpPr>
          <p:cNvPr id="6" name="Rectangle 5">
            <a:extLst>
              <a:ext uri="{FF2B5EF4-FFF2-40B4-BE49-F238E27FC236}">
                <a16:creationId xmlns:a16="http://schemas.microsoft.com/office/drawing/2014/main" id="{2A9F27FD-05AA-2C80-D2D6-9247C6AC1097}"/>
              </a:ext>
            </a:extLst>
          </p:cNvPr>
          <p:cNvSpPr/>
          <p:nvPr/>
        </p:nvSpPr>
        <p:spPr>
          <a:xfrm>
            <a:off x="509289" y="4331508"/>
            <a:ext cx="4212000" cy="365121"/>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female employees opting for OC</a:t>
            </a:r>
          </a:p>
        </p:txBody>
      </p:sp>
      <p:sp>
        <p:nvSpPr>
          <p:cNvPr id="8" name="Rectangle 7">
            <a:extLst>
              <a:ext uri="{FF2B5EF4-FFF2-40B4-BE49-F238E27FC236}">
                <a16:creationId xmlns:a16="http://schemas.microsoft.com/office/drawing/2014/main" id="{E8814D55-8855-B09E-074A-01BC38F4D970}"/>
              </a:ext>
            </a:extLst>
          </p:cNvPr>
          <p:cNvSpPr/>
          <p:nvPr/>
        </p:nvSpPr>
        <p:spPr>
          <a:xfrm>
            <a:off x="5109435" y="4331508"/>
            <a:ext cx="4212000" cy="365121"/>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male employees opting for OC</a:t>
            </a:r>
          </a:p>
        </p:txBody>
      </p:sp>
      <p:sp>
        <p:nvSpPr>
          <p:cNvPr id="27" name="Rectangle 26">
            <a:extLst>
              <a:ext uri="{FF2B5EF4-FFF2-40B4-BE49-F238E27FC236}">
                <a16:creationId xmlns:a16="http://schemas.microsoft.com/office/drawing/2014/main" id="{3D6EFF13-E7D5-1FF0-598B-4B06CBA6BC7D}"/>
              </a:ext>
            </a:extLst>
          </p:cNvPr>
          <p:cNvSpPr/>
          <p:nvPr/>
        </p:nvSpPr>
        <p:spPr>
          <a:xfrm>
            <a:off x="2356318" y="3124404"/>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29" name="Rectangle 28">
            <a:extLst>
              <a:ext uri="{FF2B5EF4-FFF2-40B4-BE49-F238E27FC236}">
                <a16:creationId xmlns:a16="http://schemas.microsoft.com/office/drawing/2014/main" id="{D779C4C4-26CA-7795-FDED-D0D8A03F5D83}"/>
              </a:ext>
            </a:extLst>
          </p:cNvPr>
          <p:cNvSpPr/>
          <p:nvPr/>
        </p:nvSpPr>
        <p:spPr>
          <a:xfrm>
            <a:off x="2356318" y="3974421"/>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2" name="Rectangle 11">
            <a:extLst>
              <a:ext uri="{FF2B5EF4-FFF2-40B4-BE49-F238E27FC236}">
                <a16:creationId xmlns:a16="http://schemas.microsoft.com/office/drawing/2014/main" id="{7584F859-52BD-C433-1D42-CBA6C8CB7036}"/>
              </a:ext>
            </a:extLst>
          </p:cNvPr>
          <p:cNvSpPr/>
          <p:nvPr/>
        </p:nvSpPr>
        <p:spPr>
          <a:xfrm>
            <a:off x="2356318" y="4824438"/>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49" name="Rectangle 48">
            <a:extLst>
              <a:ext uri="{FF2B5EF4-FFF2-40B4-BE49-F238E27FC236}">
                <a16:creationId xmlns:a16="http://schemas.microsoft.com/office/drawing/2014/main" id="{3B3171F0-B665-3542-CF7A-1E823F108657}"/>
              </a:ext>
            </a:extLst>
          </p:cNvPr>
          <p:cNvSpPr/>
          <p:nvPr/>
        </p:nvSpPr>
        <p:spPr>
          <a:xfrm>
            <a:off x="7147963" y="3124404"/>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0" name="Rectangle 49">
            <a:extLst>
              <a:ext uri="{FF2B5EF4-FFF2-40B4-BE49-F238E27FC236}">
                <a16:creationId xmlns:a16="http://schemas.microsoft.com/office/drawing/2014/main" id="{1218E3FF-020A-4A3A-1B07-3DA66AA733B3}"/>
              </a:ext>
            </a:extLst>
          </p:cNvPr>
          <p:cNvSpPr/>
          <p:nvPr/>
        </p:nvSpPr>
        <p:spPr>
          <a:xfrm>
            <a:off x="7147963" y="3974421"/>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52" name="Rectangle 51">
            <a:extLst>
              <a:ext uri="{FF2B5EF4-FFF2-40B4-BE49-F238E27FC236}">
                <a16:creationId xmlns:a16="http://schemas.microsoft.com/office/drawing/2014/main" id="{14A06C93-36A7-A547-891D-98D8DE10218B}"/>
              </a:ext>
            </a:extLst>
          </p:cNvPr>
          <p:cNvSpPr/>
          <p:nvPr/>
        </p:nvSpPr>
        <p:spPr>
          <a:xfrm>
            <a:off x="7147963" y="4824438"/>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6" name="Rectangle 15">
            <a:extLst>
              <a:ext uri="{FF2B5EF4-FFF2-40B4-BE49-F238E27FC236}">
                <a16:creationId xmlns:a16="http://schemas.microsoft.com/office/drawing/2014/main" id="{41204228-E2F0-CAED-9B4F-38432D7A6964}"/>
              </a:ext>
            </a:extLst>
          </p:cNvPr>
          <p:cNvSpPr/>
          <p:nvPr/>
        </p:nvSpPr>
        <p:spPr>
          <a:xfrm>
            <a:off x="509289" y="5181525"/>
            <a:ext cx="4212000" cy="365121"/>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19" name="Rectangle 18">
            <a:extLst>
              <a:ext uri="{FF2B5EF4-FFF2-40B4-BE49-F238E27FC236}">
                <a16:creationId xmlns:a16="http://schemas.microsoft.com/office/drawing/2014/main" id="{6D90B78C-3FF1-64A7-E715-AC7F0DE73077}"/>
              </a:ext>
            </a:extLst>
          </p:cNvPr>
          <p:cNvSpPr/>
          <p:nvPr/>
        </p:nvSpPr>
        <p:spPr>
          <a:xfrm>
            <a:off x="5109435" y="5181525"/>
            <a:ext cx="4212000" cy="365121"/>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Relevant package price</a:t>
            </a:r>
          </a:p>
        </p:txBody>
      </p:sp>
      <p:sp>
        <p:nvSpPr>
          <p:cNvPr id="11" name="Rectangle 10">
            <a:extLst>
              <a:ext uri="{FF2B5EF4-FFF2-40B4-BE49-F238E27FC236}">
                <a16:creationId xmlns:a16="http://schemas.microsoft.com/office/drawing/2014/main" id="{4D9BD245-1472-1458-FD1B-AB119E05DA53}"/>
              </a:ext>
            </a:extLst>
          </p:cNvPr>
          <p:cNvSpPr/>
          <p:nvPr/>
        </p:nvSpPr>
        <p:spPr>
          <a:xfrm>
            <a:off x="509289" y="2631474"/>
            <a:ext cx="4212000" cy="365121"/>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female employees</a:t>
            </a:r>
          </a:p>
        </p:txBody>
      </p:sp>
      <p:sp>
        <p:nvSpPr>
          <p:cNvPr id="13" name="Rectangle 12">
            <a:extLst>
              <a:ext uri="{FF2B5EF4-FFF2-40B4-BE49-F238E27FC236}">
                <a16:creationId xmlns:a16="http://schemas.microsoft.com/office/drawing/2014/main" id="{163CC4D8-C25E-2B4F-EF4B-78CBA83470AB}"/>
              </a:ext>
            </a:extLst>
          </p:cNvPr>
          <p:cNvSpPr/>
          <p:nvPr/>
        </p:nvSpPr>
        <p:spPr>
          <a:xfrm>
            <a:off x="5109435" y="2631474"/>
            <a:ext cx="4212000" cy="365121"/>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tx1"/>
                </a:solidFill>
              </a:rPr>
              <a:t>% of male employees</a:t>
            </a:r>
          </a:p>
        </p:txBody>
      </p:sp>
      <p:sp>
        <p:nvSpPr>
          <p:cNvPr id="14" name="Rectangle 13">
            <a:extLst>
              <a:ext uri="{FF2B5EF4-FFF2-40B4-BE49-F238E27FC236}">
                <a16:creationId xmlns:a16="http://schemas.microsoft.com/office/drawing/2014/main" id="{0E62ABAD-279D-40C6-0025-D30951283D8D}"/>
              </a:ext>
            </a:extLst>
          </p:cNvPr>
          <p:cNvSpPr/>
          <p:nvPr/>
        </p:nvSpPr>
        <p:spPr>
          <a:xfrm>
            <a:off x="2356318" y="2274387"/>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5" name="Rectangle 14">
            <a:extLst>
              <a:ext uri="{FF2B5EF4-FFF2-40B4-BE49-F238E27FC236}">
                <a16:creationId xmlns:a16="http://schemas.microsoft.com/office/drawing/2014/main" id="{7896CD78-86C0-841D-2953-C9C978E93B54}"/>
              </a:ext>
            </a:extLst>
          </p:cNvPr>
          <p:cNvSpPr/>
          <p:nvPr/>
        </p:nvSpPr>
        <p:spPr>
          <a:xfrm>
            <a:off x="7147963" y="2274387"/>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7" name="Rectangle 16">
            <a:extLst>
              <a:ext uri="{FF2B5EF4-FFF2-40B4-BE49-F238E27FC236}">
                <a16:creationId xmlns:a16="http://schemas.microsoft.com/office/drawing/2014/main" id="{C809BCBA-382E-149D-97F4-3DA4CB00626C}"/>
              </a:ext>
            </a:extLst>
          </p:cNvPr>
          <p:cNvSpPr/>
          <p:nvPr/>
        </p:nvSpPr>
        <p:spPr>
          <a:xfrm>
            <a:off x="509289" y="6031545"/>
            <a:ext cx="4212000" cy="365121"/>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18" name="Rectangle 17">
            <a:extLst>
              <a:ext uri="{FF2B5EF4-FFF2-40B4-BE49-F238E27FC236}">
                <a16:creationId xmlns:a16="http://schemas.microsoft.com/office/drawing/2014/main" id="{E636B8FD-0E69-ECAD-2DDE-44097B39148D}"/>
              </a:ext>
            </a:extLst>
          </p:cNvPr>
          <p:cNvSpPr/>
          <p:nvPr/>
        </p:nvSpPr>
        <p:spPr>
          <a:xfrm>
            <a:off x="5109435" y="6031545"/>
            <a:ext cx="4212000" cy="365121"/>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n-US" sz="1200">
                <a:solidFill>
                  <a:schemeClr val="bg1"/>
                </a:solidFill>
              </a:rPr>
              <a:t>Segment revenue</a:t>
            </a:r>
          </a:p>
        </p:txBody>
      </p:sp>
      <p:sp>
        <p:nvSpPr>
          <p:cNvPr id="21" name="Rectangle 20">
            <a:extLst>
              <a:ext uri="{FF2B5EF4-FFF2-40B4-BE49-F238E27FC236}">
                <a16:creationId xmlns:a16="http://schemas.microsoft.com/office/drawing/2014/main" id="{636E31DF-335B-70B1-CA60-AD2305076D80}"/>
              </a:ext>
            </a:extLst>
          </p:cNvPr>
          <p:cNvSpPr/>
          <p:nvPr/>
        </p:nvSpPr>
        <p:spPr>
          <a:xfrm>
            <a:off x="2356318" y="5674455"/>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24" name="Rectangle 23">
            <a:extLst>
              <a:ext uri="{FF2B5EF4-FFF2-40B4-BE49-F238E27FC236}">
                <a16:creationId xmlns:a16="http://schemas.microsoft.com/office/drawing/2014/main" id="{1DDD16DB-D279-F6F8-FF70-E885827EBF84}"/>
              </a:ext>
            </a:extLst>
          </p:cNvPr>
          <p:cNvSpPr/>
          <p:nvPr/>
        </p:nvSpPr>
        <p:spPr>
          <a:xfrm>
            <a:off x="7147963" y="5674455"/>
            <a:ext cx="326437" cy="22927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Tree>
    <p:extLst>
      <p:ext uri="{BB962C8B-B14F-4D97-AF65-F5344CB8AC3E}">
        <p14:creationId xmlns:p14="http://schemas.microsoft.com/office/powerpoint/2010/main" val="71889984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A09A86-E26F-7308-EF95-6AEC0D4EBE3C}"/>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AA30BF23-39D6-15E7-EB1C-BA55D586EF56}"/>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AA30BF23-39D6-15E7-EB1C-BA55D586EF56}"/>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A9187277-E3EC-B1B0-2E02-51ED3445AF12}"/>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dirty="0">
                <a:solidFill>
                  <a:srgbClr val="0A0A0A"/>
                </a:solidFill>
                <a:latin typeface="Georgia" panose="02040502050405020303" pitchFamily="18" charset="0"/>
                <a:cs typeface="Arial" panose="020B0604020202020204" pitchFamily="34" charset="0"/>
              </a:rPr>
              <a:t>B2C </a:t>
            </a:r>
            <a:r>
              <a:rPr lang="en-US" sz="2600" b="0" dirty="0">
                <a:solidFill>
                  <a:srgbClr val="0A0A0A"/>
                </a:solidFill>
                <a:latin typeface="Georgia" panose="02040502050405020303" pitchFamily="18" charset="0"/>
                <a:cs typeface="Arial" panose="020B0604020202020204" pitchFamily="34" charset="0"/>
              </a:rPr>
              <a:t>(unused):</a:t>
            </a:r>
            <a:r>
              <a:rPr lang="en-US" sz="2600" dirty="0">
                <a:solidFill>
                  <a:srgbClr val="0A0A0A"/>
                </a:solidFill>
                <a:latin typeface="Georgia" panose="02040502050405020303" pitchFamily="18" charset="0"/>
                <a:cs typeface="Arial" panose="020B0604020202020204" pitchFamily="34" charset="0"/>
              </a:rPr>
              <a:t> </a:t>
            </a:r>
            <a:r>
              <a:rPr lang="en-US" sz="2600" b="0" dirty="0">
                <a:solidFill>
                  <a:srgbClr val="0A0A0A"/>
                </a:solidFill>
                <a:latin typeface="Georgia" panose="02040502050405020303" pitchFamily="18" charset="0"/>
                <a:cs typeface="Arial" panose="020B0604020202020204" pitchFamily="34" charset="0"/>
              </a:rPr>
              <a:t>Opportunity to convert different customer touchpoints into long-term customers opting for periodic health examinations</a:t>
            </a:r>
            <a:endParaRPr kumimoji="0" lang="en-US" sz="260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3" name="Slide Number Placeholder 2">
            <a:extLst>
              <a:ext uri="{FF2B5EF4-FFF2-40B4-BE49-F238E27FC236}">
                <a16:creationId xmlns:a16="http://schemas.microsoft.com/office/drawing/2014/main" id="{218CC317-7D5B-5B4B-F10A-555430314636}"/>
              </a:ext>
            </a:extLst>
          </p:cNvPr>
          <p:cNvSpPr>
            <a:spLocks noGrp="1"/>
          </p:cNvSpPr>
          <p:nvPr>
            <p:ph type="sldNum" sz="quarter" idx="12"/>
          </p:nvPr>
        </p:nvSpPr>
        <p:spPr/>
        <p:txBody>
          <a:bodyPr/>
          <a:lstStyle/>
          <a:p>
            <a:fld id="{8E1CF2E5-4A16-4FBD-9713-265FD1DAAE65}" type="slidenum">
              <a:rPr lang="en-US" smtClean="0"/>
              <a:t>66</a:t>
            </a:fld>
            <a:endParaRPr lang="en-US"/>
          </a:p>
        </p:txBody>
      </p:sp>
      <p:grpSp>
        <p:nvGrpSpPr>
          <p:cNvPr id="3171" name="Group 3170">
            <a:extLst>
              <a:ext uri="{FF2B5EF4-FFF2-40B4-BE49-F238E27FC236}">
                <a16:creationId xmlns:a16="http://schemas.microsoft.com/office/drawing/2014/main" id="{F2902BD1-7F0A-F3D3-B518-CC7816F40C87}"/>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B05CB2E9-C3B3-BE31-2B75-2A0DE2564070}"/>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18361375-79FD-73FC-BE9E-919EA61DCE62}"/>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0C2EC7C3-9DC9-6A74-A8B7-6018D10E8A6A}"/>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AB78F44A-A43C-1218-D27D-88806AAB2791}"/>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865F4AB2-BF2B-550C-FC3C-89E5CE40C861}"/>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68FA6AEC-9F4B-0010-8929-99511748C0E8}"/>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A1D6634B-F664-94F5-86BF-FA8BF3E044D3}"/>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B328EE41-1B5E-218B-59E3-24D1F784182A}"/>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F2FB5132-0093-5487-C964-D342E57F9018}"/>
              </a:ext>
            </a:extLst>
          </p:cNvPr>
          <p:cNvSpPr/>
          <p:nvPr/>
        </p:nvSpPr>
        <p:spPr>
          <a:xfrm>
            <a:off x="9504132" y="1764204"/>
            <a:ext cx="2176885"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lvl="2">
              <a:spcBef>
                <a:spcPts val="300"/>
              </a:spcBef>
              <a:spcAft>
                <a:spcPts val="300"/>
              </a:spcAft>
              <a:defRPr/>
            </a:pPr>
            <a:r>
              <a:rPr lang="en-US" sz="1050">
                <a:solidFill>
                  <a:schemeClr val="tx1"/>
                </a:solidFill>
                <a:latin typeface="Calibri" panose="020F0502020204030204"/>
              </a:rPr>
              <a:t>Number of new appointments at OC in 2026</a:t>
            </a:r>
          </a:p>
          <a:p>
            <a:pPr marL="171450" lvl="2"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2083</a:t>
            </a:r>
          </a:p>
          <a:p>
            <a:pPr marL="0" lvl="2">
              <a:spcBef>
                <a:spcPts val="300"/>
              </a:spcBef>
              <a:spcAft>
                <a:spcPts val="300"/>
              </a:spcAft>
              <a:defRPr/>
            </a:pPr>
            <a:r>
              <a:rPr lang="en-US" sz="1050">
                <a:solidFill>
                  <a:schemeClr val="tx1"/>
                </a:solidFill>
                <a:latin typeface="Calibri" panose="020F0502020204030204"/>
              </a:rPr>
              <a:t>Number of new cancer patients in 2026</a:t>
            </a:r>
          </a:p>
          <a:p>
            <a:pPr marL="171450" lvl="2"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1297</a:t>
            </a:r>
          </a:p>
          <a:p>
            <a:pPr marL="0" lvl="2">
              <a:spcBef>
                <a:spcPts val="300"/>
              </a:spcBef>
              <a:spcAft>
                <a:spcPts val="300"/>
              </a:spcAft>
              <a:defRPr/>
            </a:pPr>
            <a:r>
              <a:rPr lang="en-US" sz="1050">
                <a:solidFill>
                  <a:schemeClr val="tx1"/>
                </a:solidFill>
                <a:latin typeface="Calibri" panose="020F0502020204030204"/>
              </a:rPr>
              <a:t>% of customer potentially returning for periodic health check-ups</a:t>
            </a:r>
          </a:p>
          <a:p>
            <a:pPr marL="171450" lvl="2"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50% </a:t>
            </a:r>
            <a:r>
              <a:rPr lang="en-US" sz="1050">
                <a:solidFill>
                  <a:schemeClr val="tx1"/>
                </a:solidFill>
                <a:latin typeface="Calibri" panose="020F0502020204030204"/>
              </a:rPr>
              <a:t>(from non-oncology scans &amp; non-patients from new appointments)</a:t>
            </a:r>
          </a:p>
          <a:p>
            <a:pPr marL="0" lvl="2">
              <a:spcBef>
                <a:spcPts val="300"/>
              </a:spcBef>
              <a:spcAft>
                <a:spcPts val="300"/>
              </a:spcAft>
              <a:defRPr/>
            </a:pPr>
            <a:r>
              <a:rPr lang="en-US" sz="1050">
                <a:solidFill>
                  <a:schemeClr val="tx1"/>
                </a:solidFill>
                <a:latin typeface="Calibri" panose="020F0502020204030204"/>
              </a:rPr>
              <a:t>% of cancer patients recovered within a year</a:t>
            </a:r>
          </a:p>
          <a:p>
            <a:pPr marL="171450" lvl="2"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50%</a:t>
            </a:r>
            <a:r>
              <a:rPr lang="en-US" sz="1050">
                <a:solidFill>
                  <a:schemeClr val="tx1"/>
                </a:solidFill>
                <a:latin typeface="Calibri" panose="020F0502020204030204"/>
              </a:rPr>
              <a:t> (assumed uniformly)</a:t>
            </a:r>
          </a:p>
          <a:p>
            <a:pPr marL="0" lvl="2">
              <a:spcBef>
                <a:spcPts val="300"/>
              </a:spcBef>
              <a:spcAft>
                <a:spcPts val="300"/>
              </a:spcAft>
              <a:defRPr/>
            </a:pPr>
            <a:r>
              <a:rPr lang="en-US" sz="1050">
                <a:solidFill>
                  <a:schemeClr val="tx1"/>
                </a:solidFill>
                <a:latin typeface="Calibri" panose="020F0502020204030204"/>
              </a:rPr>
              <a:t>Penetration rate for actual uptake of periodic health examinations</a:t>
            </a:r>
          </a:p>
          <a:p>
            <a:pPr marL="171450" lvl="2" indent="-171450">
              <a:spcBef>
                <a:spcPts val="300"/>
              </a:spcBef>
              <a:spcAft>
                <a:spcPts val="300"/>
              </a:spcAft>
              <a:buFont typeface="Arial" panose="020B0604020202020204" pitchFamily="34" charset="0"/>
              <a:buChar char="•"/>
              <a:defRPr/>
            </a:pPr>
            <a:r>
              <a:rPr lang="en-US" sz="1050" b="1">
                <a:solidFill>
                  <a:schemeClr val="tx1"/>
                </a:solidFill>
                <a:latin typeface="Calibri" panose="020F0502020204030204"/>
              </a:rPr>
              <a:t>25%</a:t>
            </a:r>
          </a:p>
          <a:p>
            <a:pPr marL="0" lvl="1">
              <a:spcBef>
                <a:spcPts val="300"/>
              </a:spcBef>
              <a:spcAft>
                <a:spcPts val="300"/>
              </a:spcAft>
              <a:defRPr/>
            </a:pPr>
            <a:r>
              <a:rPr lang="en-US" sz="1050">
                <a:solidFill>
                  <a:schemeClr val="tx1"/>
                </a:solidFill>
                <a:hlinkClick r:id="rId8"/>
              </a:rPr>
              <a:t>Pricing</a:t>
            </a:r>
            <a:endParaRPr lang="en-US" sz="1050">
              <a:solidFill>
                <a:schemeClr val="tx1"/>
              </a:solidFill>
            </a:endParaRPr>
          </a:p>
          <a:p>
            <a:pPr marL="171450" lvl="1" indent="-171450">
              <a:spcBef>
                <a:spcPts val="300"/>
              </a:spcBef>
              <a:spcAft>
                <a:spcPts val="300"/>
              </a:spcAft>
              <a:buFont typeface="Arial" panose="020B0604020202020204" pitchFamily="34" charset="0"/>
              <a:buChar char="•"/>
              <a:defRPr/>
            </a:pPr>
            <a:r>
              <a:rPr lang="en-US" sz="1050">
                <a:solidFill>
                  <a:schemeClr val="tx1"/>
                </a:solidFill>
              </a:rPr>
              <a:t>General package</a:t>
            </a:r>
            <a:r>
              <a:rPr lang="en-US" sz="1050" b="1">
                <a:solidFill>
                  <a:schemeClr val="tx1"/>
                </a:solidFill>
              </a:rPr>
              <a:t>:  3,891 SAR</a:t>
            </a:r>
          </a:p>
          <a:p>
            <a:pPr marL="171450" lvl="1" indent="-171450">
              <a:spcBef>
                <a:spcPts val="300"/>
              </a:spcBef>
              <a:spcAft>
                <a:spcPts val="300"/>
              </a:spcAft>
              <a:buFont typeface="Arial" panose="020B0604020202020204" pitchFamily="34" charset="0"/>
              <a:buChar char="•"/>
              <a:defRPr/>
            </a:pPr>
            <a:r>
              <a:rPr lang="en-US" sz="1050">
                <a:solidFill>
                  <a:schemeClr val="tx1"/>
                </a:solidFill>
              </a:rPr>
              <a:t>Premium package: </a:t>
            </a:r>
            <a:r>
              <a:rPr lang="en-US" sz="1050" b="1">
                <a:solidFill>
                  <a:schemeClr val="tx1"/>
                </a:solidFill>
              </a:rPr>
              <a:t>10,900 SAR</a:t>
            </a:r>
          </a:p>
          <a:p>
            <a:pPr marL="0" lvl="2">
              <a:spcBef>
                <a:spcPts val="300"/>
              </a:spcBef>
              <a:spcAft>
                <a:spcPts val="300"/>
              </a:spcAft>
              <a:defRPr/>
            </a:pPr>
            <a:endParaRPr lang="en-US" sz="1050" b="1">
              <a:solidFill>
                <a:schemeClr val="tx1"/>
              </a:solidFill>
              <a:latin typeface="Calibri" panose="020F0502020204030204"/>
            </a:endParaRPr>
          </a:p>
        </p:txBody>
      </p:sp>
      <p:sp>
        <p:nvSpPr>
          <p:cNvPr id="5" name="Rectangle 4">
            <a:extLst>
              <a:ext uri="{FF2B5EF4-FFF2-40B4-BE49-F238E27FC236}">
                <a16:creationId xmlns:a16="http://schemas.microsoft.com/office/drawing/2014/main" id="{6969662D-085F-8115-92F0-DD101296207C}"/>
              </a:ext>
            </a:extLst>
          </p:cNvPr>
          <p:cNvSpPr/>
          <p:nvPr/>
        </p:nvSpPr>
        <p:spPr>
          <a:xfrm>
            <a:off x="509289" y="1764204"/>
            <a:ext cx="2602212"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 of non-oncology scans</a:t>
            </a:r>
          </a:p>
        </p:txBody>
      </p:sp>
      <p:sp>
        <p:nvSpPr>
          <p:cNvPr id="3154" name="Rectangle 3153">
            <a:extLst>
              <a:ext uri="{FF2B5EF4-FFF2-40B4-BE49-F238E27FC236}">
                <a16:creationId xmlns:a16="http://schemas.microsoft.com/office/drawing/2014/main" id="{59CDDF72-14E3-6F2C-BA1A-F9419D9C38A7}"/>
              </a:ext>
            </a:extLst>
          </p:cNvPr>
          <p:cNvSpPr/>
          <p:nvPr/>
        </p:nvSpPr>
        <p:spPr>
          <a:xfrm>
            <a:off x="509271" y="4601968"/>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employees opting for premium package</a:t>
            </a:r>
          </a:p>
        </p:txBody>
      </p:sp>
      <p:sp>
        <p:nvSpPr>
          <p:cNvPr id="123" name="Rectangle 122">
            <a:extLst>
              <a:ext uri="{FF2B5EF4-FFF2-40B4-BE49-F238E27FC236}">
                <a16:creationId xmlns:a16="http://schemas.microsoft.com/office/drawing/2014/main" id="{93AC46D2-C51E-DC01-3D18-99B6DEC2CC1C}"/>
              </a:ext>
            </a:extLst>
          </p:cNvPr>
          <p:cNvSpPr/>
          <p:nvPr/>
        </p:nvSpPr>
        <p:spPr>
          <a:xfrm>
            <a:off x="509281" y="1312479"/>
            <a:ext cx="8812147"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Revenue from B2C PHEs of existing customer base</a:t>
            </a:r>
          </a:p>
        </p:txBody>
      </p:sp>
      <p:sp>
        <p:nvSpPr>
          <p:cNvPr id="125" name="Rectangle 124">
            <a:extLst>
              <a:ext uri="{FF2B5EF4-FFF2-40B4-BE49-F238E27FC236}">
                <a16:creationId xmlns:a16="http://schemas.microsoft.com/office/drawing/2014/main" id="{0AF9B500-326A-AE7E-A109-6A733D7FD7BE}"/>
              </a:ext>
            </a:extLst>
          </p:cNvPr>
          <p:cNvSpPr/>
          <p:nvPr/>
        </p:nvSpPr>
        <p:spPr>
          <a:xfrm>
            <a:off x="9504132" y="1312479"/>
            <a:ext cx="2166862"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81" name="Line 15">
            <a:extLst>
              <a:ext uri="{FF2B5EF4-FFF2-40B4-BE49-F238E27FC236}">
                <a16:creationId xmlns:a16="http://schemas.microsoft.com/office/drawing/2014/main" id="{4B884E4E-F010-C28F-624F-6A733E95E82C}"/>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A35EF8DF-2FDC-51B6-728D-36F12C96076F}"/>
              </a:ext>
            </a:extLst>
          </p:cNvPr>
          <p:cNvSpPr/>
          <p:nvPr/>
        </p:nvSpPr>
        <p:spPr>
          <a:xfrm>
            <a:off x="5300917" y="4601968"/>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employees opting for general package</a:t>
            </a:r>
          </a:p>
        </p:txBody>
      </p:sp>
      <p:sp>
        <p:nvSpPr>
          <p:cNvPr id="11" name="Rectangle 10">
            <a:extLst>
              <a:ext uri="{FF2B5EF4-FFF2-40B4-BE49-F238E27FC236}">
                <a16:creationId xmlns:a16="http://schemas.microsoft.com/office/drawing/2014/main" id="{6ED913BD-AECA-68DD-6355-07776FF9F8E6}"/>
              </a:ext>
            </a:extLst>
          </p:cNvPr>
          <p:cNvSpPr/>
          <p:nvPr/>
        </p:nvSpPr>
        <p:spPr>
          <a:xfrm>
            <a:off x="509271" y="5008596"/>
            <a:ext cx="4020493" cy="224195"/>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employees with premium screening</a:t>
            </a:r>
          </a:p>
        </p:txBody>
      </p:sp>
      <p:sp>
        <p:nvSpPr>
          <p:cNvPr id="20" name="Rectangle 19">
            <a:extLst>
              <a:ext uri="{FF2B5EF4-FFF2-40B4-BE49-F238E27FC236}">
                <a16:creationId xmlns:a16="http://schemas.microsoft.com/office/drawing/2014/main" id="{C7EB4B1A-3BFE-7E79-5671-70683FCF4098}"/>
              </a:ext>
            </a:extLst>
          </p:cNvPr>
          <p:cNvSpPr/>
          <p:nvPr/>
        </p:nvSpPr>
        <p:spPr>
          <a:xfrm>
            <a:off x="509281" y="3255792"/>
            <a:ext cx="8812129" cy="27127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incoming customers that can be recommended for periodic health checks</a:t>
            </a:r>
          </a:p>
        </p:txBody>
      </p:sp>
      <p:sp>
        <p:nvSpPr>
          <p:cNvPr id="24" name="Rectangle 23">
            <a:extLst>
              <a:ext uri="{FF2B5EF4-FFF2-40B4-BE49-F238E27FC236}">
                <a16:creationId xmlns:a16="http://schemas.microsoft.com/office/drawing/2014/main" id="{64ED6207-5699-2C2C-C868-09DF252BDF9A}"/>
              </a:ext>
            </a:extLst>
          </p:cNvPr>
          <p:cNvSpPr/>
          <p:nvPr/>
        </p:nvSpPr>
        <p:spPr>
          <a:xfrm>
            <a:off x="1717104" y="2285045"/>
            <a:ext cx="1391208" cy="39748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900" i="1">
                <a:solidFill>
                  <a:schemeClr val="tx1"/>
                </a:solidFill>
              </a:rPr>
              <a:t>Potential for  the</a:t>
            </a:r>
          </a:p>
          <a:p>
            <a:pPr algn="r"/>
            <a:r>
              <a:rPr lang="en-US" sz="900" i="1">
                <a:solidFill>
                  <a:schemeClr val="tx1"/>
                </a:solidFill>
              </a:rPr>
              <a:t> coming year</a:t>
            </a:r>
          </a:p>
        </p:txBody>
      </p:sp>
      <p:sp>
        <p:nvSpPr>
          <p:cNvPr id="27" name="Rectangle 26">
            <a:extLst>
              <a:ext uri="{FF2B5EF4-FFF2-40B4-BE49-F238E27FC236}">
                <a16:creationId xmlns:a16="http://schemas.microsoft.com/office/drawing/2014/main" id="{7FD6C735-E7FD-48FE-9FEF-0DB9FF9861FE}"/>
              </a:ext>
            </a:extLst>
          </p:cNvPr>
          <p:cNvSpPr/>
          <p:nvPr/>
        </p:nvSpPr>
        <p:spPr>
          <a:xfrm>
            <a:off x="2356300" y="4420517"/>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28" name="Rectangle 27">
            <a:extLst>
              <a:ext uri="{FF2B5EF4-FFF2-40B4-BE49-F238E27FC236}">
                <a16:creationId xmlns:a16="http://schemas.microsoft.com/office/drawing/2014/main" id="{8FED93DD-103E-FCED-4156-76D553092E0A}"/>
              </a:ext>
            </a:extLst>
          </p:cNvPr>
          <p:cNvSpPr/>
          <p:nvPr/>
        </p:nvSpPr>
        <p:spPr>
          <a:xfrm>
            <a:off x="1753776" y="1931554"/>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12" name="Rectangle 11">
            <a:extLst>
              <a:ext uri="{FF2B5EF4-FFF2-40B4-BE49-F238E27FC236}">
                <a16:creationId xmlns:a16="http://schemas.microsoft.com/office/drawing/2014/main" id="{D60D37D4-A212-55BF-79D2-5551FE459C7C}"/>
              </a:ext>
            </a:extLst>
          </p:cNvPr>
          <p:cNvSpPr/>
          <p:nvPr/>
        </p:nvSpPr>
        <p:spPr>
          <a:xfrm>
            <a:off x="2356300" y="4838359"/>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5" name="Rectangle 14">
            <a:extLst>
              <a:ext uri="{FF2B5EF4-FFF2-40B4-BE49-F238E27FC236}">
                <a16:creationId xmlns:a16="http://schemas.microsoft.com/office/drawing/2014/main" id="{E966F82E-BB26-71E0-D797-656F5218254A}"/>
              </a:ext>
            </a:extLst>
          </p:cNvPr>
          <p:cNvSpPr/>
          <p:nvPr/>
        </p:nvSpPr>
        <p:spPr>
          <a:xfrm>
            <a:off x="5300917" y="4995974"/>
            <a:ext cx="4020493" cy="224195"/>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employees with general screening</a:t>
            </a:r>
          </a:p>
        </p:txBody>
      </p:sp>
      <p:cxnSp>
        <p:nvCxnSpPr>
          <p:cNvPr id="41" name="Straight Arrow Connector 40">
            <a:extLst>
              <a:ext uri="{FF2B5EF4-FFF2-40B4-BE49-F238E27FC236}">
                <a16:creationId xmlns:a16="http://schemas.microsoft.com/office/drawing/2014/main" id="{87324226-18C5-EAE3-7AF3-7A8BEFBBC282}"/>
              </a:ext>
            </a:extLst>
          </p:cNvPr>
          <p:cNvCxnSpPr>
            <a:cxnSpLocks/>
          </p:cNvCxnSpPr>
          <p:nvPr/>
        </p:nvCxnSpPr>
        <p:spPr>
          <a:xfrm>
            <a:off x="1810395" y="2347506"/>
            <a:ext cx="0" cy="757049"/>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61" name="Rectangle 60">
            <a:extLst>
              <a:ext uri="{FF2B5EF4-FFF2-40B4-BE49-F238E27FC236}">
                <a16:creationId xmlns:a16="http://schemas.microsoft.com/office/drawing/2014/main" id="{C4CC9E96-DF74-8AE4-CB0B-B8E6FF47A2B2}"/>
              </a:ext>
            </a:extLst>
          </p:cNvPr>
          <p:cNvSpPr/>
          <p:nvPr/>
        </p:nvSpPr>
        <p:spPr>
          <a:xfrm>
            <a:off x="509271" y="5432726"/>
            <a:ext cx="4020494" cy="20381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Price of premium package</a:t>
            </a:r>
          </a:p>
        </p:txBody>
      </p:sp>
      <p:sp>
        <p:nvSpPr>
          <p:cNvPr id="62" name="Rectangle 61">
            <a:extLst>
              <a:ext uri="{FF2B5EF4-FFF2-40B4-BE49-F238E27FC236}">
                <a16:creationId xmlns:a16="http://schemas.microsoft.com/office/drawing/2014/main" id="{69F50C71-7D9B-CB49-8D0C-C876A87528D6}"/>
              </a:ext>
            </a:extLst>
          </p:cNvPr>
          <p:cNvSpPr/>
          <p:nvPr/>
        </p:nvSpPr>
        <p:spPr>
          <a:xfrm>
            <a:off x="5300917" y="5432726"/>
            <a:ext cx="4020493" cy="203814"/>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Price of general package</a:t>
            </a:r>
          </a:p>
        </p:txBody>
      </p:sp>
      <p:sp>
        <p:nvSpPr>
          <p:cNvPr id="3139" name="Rectangle 3138">
            <a:extLst>
              <a:ext uri="{FF2B5EF4-FFF2-40B4-BE49-F238E27FC236}">
                <a16:creationId xmlns:a16="http://schemas.microsoft.com/office/drawing/2014/main" id="{80C2A5A7-F83B-BCA9-7576-E7FF1B267BCC}"/>
              </a:ext>
            </a:extLst>
          </p:cNvPr>
          <p:cNvSpPr/>
          <p:nvPr/>
        </p:nvSpPr>
        <p:spPr>
          <a:xfrm>
            <a:off x="509271" y="5775785"/>
            <a:ext cx="4020494" cy="203814"/>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bg1"/>
                </a:solidFill>
              </a:rPr>
              <a:t>Revenue from premium package</a:t>
            </a:r>
          </a:p>
        </p:txBody>
      </p:sp>
      <p:sp>
        <p:nvSpPr>
          <p:cNvPr id="3140" name="Rectangle 3139">
            <a:extLst>
              <a:ext uri="{FF2B5EF4-FFF2-40B4-BE49-F238E27FC236}">
                <a16:creationId xmlns:a16="http://schemas.microsoft.com/office/drawing/2014/main" id="{6749F53D-FA57-B9D4-959D-A92D818C5441}"/>
              </a:ext>
            </a:extLst>
          </p:cNvPr>
          <p:cNvSpPr/>
          <p:nvPr/>
        </p:nvSpPr>
        <p:spPr>
          <a:xfrm>
            <a:off x="5300917" y="5775785"/>
            <a:ext cx="4020493" cy="203814"/>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bg1"/>
                </a:solidFill>
              </a:rPr>
              <a:t>Revenue from general package</a:t>
            </a:r>
          </a:p>
        </p:txBody>
      </p:sp>
      <p:sp>
        <p:nvSpPr>
          <p:cNvPr id="3141" name="Rectangle 3140">
            <a:extLst>
              <a:ext uri="{FF2B5EF4-FFF2-40B4-BE49-F238E27FC236}">
                <a16:creationId xmlns:a16="http://schemas.microsoft.com/office/drawing/2014/main" id="{62CED9D3-3DD5-4D51-6144-A7838FD71424}"/>
              </a:ext>
            </a:extLst>
          </p:cNvPr>
          <p:cNvSpPr/>
          <p:nvPr/>
        </p:nvSpPr>
        <p:spPr>
          <a:xfrm>
            <a:off x="2356300" y="5618159"/>
            <a:ext cx="326437" cy="1358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42" name="Rectangle 3141">
            <a:extLst>
              <a:ext uri="{FF2B5EF4-FFF2-40B4-BE49-F238E27FC236}">
                <a16:creationId xmlns:a16="http://schemas.microsoft.com/office/drawing/2014/main" id="{780AFCE8-1882-E18A-F2ED-9D05A76C3BFE}"/>
              </a:ext>
            </a:extLst>
          </p:cNvPr>
          <p:cNvSpPr/>
          <p:nvPr/>
        </p:nvSpPr>
        <p:spPr>
          <a:xfrm>
            <a:off x="7147944" y="5618159"/>
            <a:ext cx="326437" cy="1358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45" name="Rectangle 3144">
            <a:extLst>
              <a:ext uri="{FF2B5EF4-FFF2-40B4-BE49-F238E27FC236}">
                <a16:creationId xmlns:a16="http://schemas.microsoft.com/office/drawing/2014/main" id="{A11B4112-E2F7-A71B-67E9-DC8A664D1365}"/>
              </a:ext>
            </a:extLst>
          </p:cNvPr>
          <p:cNvSpPr/>
          <p:nvPr/>
        </p:nvSpPr>
        <p:spPr>
          <a:xfrm>
            <a:off x="7147944" y="4817980"/>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13" name="Rectangle 12">
            <a:extLst>
              <a:ext uri="{FF2B5EF4-FFF2-40B4-BE49-F238E27FC236}">
                <a16:creationId xmlns:a16="http://schemas.microsoft.com/office/drawing/2014/main" id="{2402EB85-9090-EB94-7D73-EA538AE6CA78}"/>
              </a:ext>
            </a:extLst>
          </p:cNvPr>
          <p:cNvSpPr/>
          <p:nvPr/>
        </p:nvSpPr>
        <p:spPr>
          <a:xfrm>
            <a:off x="3614256" y="1764204"/>
            <a:ext cx="2602212"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new appointments at OC</a:t>
            </a:r>
          </a:p>
        </p:txBody>
      </p:sp>
      <p:sp>
        <p:nvSpPr>
          <p:cNvPr id="14" name="Rectangle 13">
            <a:extLst>
              <a:ext uri="{FF2B5EF4-FFF2-40B4-BE49-F238E27FC236}">
                <a16:creationId xmlns:a16="http://schemas.microsoft.com/office/drawing/2014/main" id="{F1716BA7-11CC-786E-CECD-A6B3FAE04376}"/>
              </a:ext>
            </a:extLst>
          </p:cNvPr>
          <p:cNvSpPr/>
          <p:nvPr/>
        </p:nvSpPr>
        <p:spPr>
          <a:xfrm>
            <a:off x="6719222" y="1764204"/>
            <a:ext cx="2602212" cy="18528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new cancer patients at OC</a:t>
            </a:r>
          </a:p>
        </p:txBody>
      </p:sp>
      <p:sp>
        <p:nvSpPr>
          <p:cNvPr id="16" name="Rectangle 15">
            <a:extLst>
              <a:ext uri="{FF2B5EF4-FFF2-40B4-BE49-F238E27FC236}">
                <a16:creationId xmlns:a16="http://schemas.microsoft.com/office/drawing/2014/main" id="{2BFF4C39-A5BE-3690-B223-A5718F14D40D}"/>
              </a:ext>
            </a:extLst>
          </p:cNvPr>
          <p:cNvSpPr/>
          <p:nvPr/>
        </p:nvSpPr>
        <p:spPr>
          <a:xfrm>
            <a:off x="509289" y="2094469"/>
            <a:ext cx="2602212"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customer returning for PHEs</a:t>
            </a:r>
          </a:p>
        </p:txBody>
      </p:sp>
      <p:sp>
        <p:nvSpPr>
          <p:cNvPr id="17" name="Rectangle 16">
            <a:extLst>
              <a:ext uri="{FF2B5EF4-FFF2-40B4-BE49-F238E27FC236}">
                <a16:creationId xmlns:a16="http://schemas.microsoft.com/office/drawing/2014/main" id="{6AD2DFEB-5EA3-04BC-B927-B319CBC2CB81}"/>
              </a:ext>
            </a:extLst>
          </p:cNvPr>
          <p:cNvSpPr/>
          <p:nvPr/>
        </p:nvSpPr>
        <p:spPr>
          <a:xfrm>
            <a:off x="3614256" y="2094469"/>
            <a:ext cx="2602212"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new cancer patients at OC</a:t>
            </a:r>
          </a:p>
        </p:txBody>
      </p:sp>
      <p:sp>
        <p:nvSpPr>
          <p:cNvPr id="21" name="Rectangle 20">
            <a:extLst>
              <a:ext uri="{FF2B5EF4-FFF2-40B4-BE49-F238E27FC236}">
                <a16:creationId xmlns:a16="http://schemas.microsoft.com/office/drawing/2014/main" id="{2E5605A1-711F-D72F-DB3B-35A7619C648D}"/>
              </a:ext>
            </a:extLst>
          </p:cNvPr>
          <p:cNvSpPr/>
          <p:nvPr/>
        </p:nvSpPr>
        <p:spPr>
          <a:xfrm>
            <a:off x="6719222" y="2094469"/>
            <a:ext cx="2602212"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patients recovered in a year</a:t>
            </a:r>
          </a:p>
        </p:txBody>
      </p:sp>
      <p:sp>
        <p:nvSpPr>
          <p:cNvPr id="7" name="Rectangle 6">
            <a:extLst>
              <a:ext uri="{FF2B5EF4-FFF2-40B4-BE49-F238E27FC236}">
                <a16:creationId xmlns:a16="http://schemas.microsoft.com/office/drawing/2014/main" id="{F8051A35-30CA-FB46-99C6-8DEA25673CCC}"/>
              </a:ext>
            </a:extLst>
          </p:cNvPr>
          <p:cNvSpPr/>
          <p:nvPr/>
        </p:nvSpPr>
        <p:spPr>
          <a:xfrm>
            <a:off x="3614256" y="2418158"/>
            <a:ext cx="2602212" cy="18528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non-patients from new app.</a:t>
            </a:r>
          </a:p>
        </p:txBody>
      </p:sp>
      <p:sp>
        <p:nvSpPr>
          <p:cNvPr id="10" name="Rectangle 9">
            <a:extLst>
              <a:ext uri="{FF2B5EF4-FFF2-40B4-BE49-F238E27FC236}">
                <a16:creationId xmlns:a16="http://schemas.microsoft.com/office/drawing/2014/main" id="{AFE813B2-B9CA-F4B1-0CC8-D173252C68F5}"/>
              </a:ext>
            </a:extLst>
          </p:cNvPr>
          <p:cNvSpPr/>
          <p:nvPr/>
        </p:nvSpPr>
        <p:spPr>
          <a:xfrm>
            <a:off x="3614256" y="2751372"/>
            <a:ext cx="2602212"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 of non-patients for PHEs</a:t>
            </a:r>
          </a:p>
        </p:txBody>
      </p:sp>
      <p:sp>
        <p:nvSpPr>
          <p:cNvPr id="18" name="Rectangle 17">
            <a:extLst>
              <a:ext uri="{FF2B5EF4-FFF2-40B4-BE49-F238E27FC236}">
                <a16:creationId xmlns:a16="http://schemas.microsoft.com/office/drawing/2014/main" id="{A20FB91A-DCCF-883C-032F-ED112D63014B}"/>
              </a:ext>
            </a:extLst>
          </p:cNvPr>
          <p:cNvSpPr/>
          <p:nvPr/>
        </p:nvSpPr>
        <p:spPr>
          <a:xfrm>
            <a:off x="4752144" y="1931554"/>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30" name="Rectangle 29">
            <a:extLst>
              <a:ext uri="{FF2B5EF4-FFF2-40B4-BE49-F238E27FC236}">
                <a16:creationId xmlns:a16="http://schemas.microsoft.com/office/drawing/2014/main" id="{7C07A140-ABEA-B2B3-A76B-7CF5EB3CF553}"/>
              </a:ext>
            </a:extLst>
          </p:cNvPr>
          <p:cNvSpPr/>
          <p:nvPr/>
        </p:nvSpPr>
        <p:spPr>
          <a:xfrm>
            <a:off x="4752144" y="225708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33" name="Rectangle 32">
            <a:extLst>
              <a:ext uri="{FF2B5EF4-FFF2-40B4-BE49-F238E27FC236}">
                <a16:creationId xmlns:a16="http://schemas.microsoft.com/office/drawing/2014/main" id="{A75AD6D9-ED53-1751-B983-6EB3C2E582F4}"/>
              </a:ext>
            </a:extLst>
          </p:cNvPr>
          <p:cNvSpPr/>
          <p:nvPr/>
        </p:nvSpPr>
        <p:spPr>
          <a:xfrm>
            <a:off x="4752144" y="2583668"/>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34" name="Rectangle 33">
            <a:extLst>
              <a:ext uri="{FF2B5EF4-FFF2-40B4-BE49-F238E27FC236}">
                <a16:creationId xmlns:a16="http://schemas.microsoft.com/office/drawing/2014/main" id="{41DBB401-B280-8CD0-6AF9-239EDB563E95}"/>
              </a:ext>
            </a:extLst>
          </p:cNvPr>
          <p:cNvSpPr/>
          <p:nvPr/>
        </p:nvSpPr>
        <p:spPr>
          <a:xfrm>
            <a:off x="7857110" y="1931554"/>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cxnSp>
        <p:nvCxnSpPr>
          <p:cNvPr id="39" name="Straight Arrow Connector 38">
            <a:extLst>
              <a:ext uri="{FF2B5EF4-FFF2-40B4-BE49-F238E27FC236}">
                <a16:creationId xmlns:a16="http://schemas.microsoft.com/office/drawing/2014/main" id="{53A3E9E7-C787-C5D5-2844-FF86CC7EB4EC}"/>
              </a:ext>
            </a:extLst>
          </p:cNvPr>
          <p:cNvCxnSpPr>
            <a:cxnSpLocks/>
          </p:cNvCxnSpPr>
          <p:nvPr/>
        </p:nvCxnSpPr>
        <p:spPr>
          <a:xfrm>
            <a:off x="8020328" y="2347506"/>
            <a:ext cx="0" cy="757049"/>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1D1331D0-D67B-5E8C-8832-A98C1E4BC8E2}"/>
              </a:ext>
            </a:extLst>
          </p:cNvPr>
          <p:cNvCxnSpPr>
            <a:cxnSpLocks/>
            <a:stCxn id="10" idx="2"/>
          </p:cNvCxnSpPr>
          <p:nvPr/>
        </p:nvCxnSpPr>
        <p:spPr>
          <a:xfrm flipH="1">
            <a:off x="4915354" y="2936657"/>
            <a:ext cx="8" cy="167898"/>
          </a:xfrm>
          <a:prstGeom prst="straightConnector1">
            <a:avLst/>
          </a:prstGeom>
          <a:ln>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66BBFA48-5419-44EA-81D1-BF27835F1536}"/>
              </a:ext>
            </a:extLst>
          </p:cNvPr>
          <p:cNvSpPr/>
          <p:nvPr/>
        </p:nvSpPr>
        <p:spPr>
          <a:xfrm>
            <a:off x="509281" y="3705026"/>
            <a:ext cx="8812129"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Penetration rate for periodic health checkups (actual uptake from potential)</a:t>
            </a:r>
          </a:p>
        </p:txBody>
      </p:sp>
      <p:sp>
        <p:nvSpPr>
          <p:cNvPr id="48" name="Rectangle 47">
            <a:extLst>
              <a:ext uri="{FF2B5EF4-FFF2-40B4-BE49-F238E27FC236}">
                <a16:creationId xmlns:a16="http://schemas.microsoft.com/office/drawing/2014/main" id="{91E01ED1-DB21-E434-23FD-D9AF83398E69}"/>
              </a:ext>
            </a:extLst>
          </p:cNvPr>
          <p:cNvSpPr/>
          <p:nvPr/>
        </p:nvSpPr>
        <p:spPr>
          <a:xfrm>
            <a:off x="509281" y="4138954"/>
            <a:ext cx="8812129" cy="27127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Average frequency for periodic health examination</a:t>
            </a:r>
          </a:p>
        </p:txBody>
      </p:sp>
      <p:sp>
        <p:nvSpPr>
          <p:cNvPr id="49" name="Rectangle 48">
            <a:extLst>
              <a:ext uri="{FF2B5EF4-FFF2-40B4-BE49-F238E27FC236}">
                <a16:creationId xmlns:a16="http://schemas.microsoft.com/office/drawing/2014/main" id="{ED7640B2-D3A4-BBF4-1BE4-35708BBB8069}"/>
              </a:ext>
            </a:extLst>
          </p:cNvPr>
          <p:cNvSpPr/>
          <p:nvPr/>
        </p:nvSpPr>
        <p:spPr>
          <a:xfrm>
            <a:off x="2356300" y="5259633"/>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6" name="Rectangle 55">
            <a:extLst>
              <a:ext uri="{FF2B5EF4-FFF2-40B4-BE49-F238E27FC236}">
                <a16:creationId xmlns:a16="http://schemas.microsoft.com/office/drawing/2014/main" id="{A2074B3B-3D34-40F2-827B-4E8FF3A9E599}"/>
              </a:ext>
            </a:extLst>
          </p:cNvPr>
          <p:cNvSpPr/>
          <p:nvPr/>
        </p:nvSpPr>
        <p:spPr>
          <a:xfrm>
            <a:off x="7147944" y="5239254"/>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59" name="Rectangle 58">
            <a:extLst>
              <a:ext uri="{FF2B5EF4-FFF2-40B4-BE49-F238E27FC236}">
                <a16:creationId xmlns:a16="http://schemas.microsoft.com/office/drawing/2014/main" id="{73F61356-E10F-5681-137D-13D338F26071}"/>
              </a:ext>
            </a:extLst>
          </p:cNvPr>
          <p:cNvSpPr/>
          <p:nvPr/>
        </p:nvSpPr>
        <p:spPr>
          <a:xfrm>
            <a:off x="7147944" y="4420517"/>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60" name="Rectangle 59">
            <a:extLst>
              <a:ext uri="{FF2B5EF4-FFF2-40B4-BE49-F238E27FC236}">
                <a16:creationId xmlns:a16="http://schemas.microsoft.com/office/drawing/2014/main" id="{B3A4EE87-A87D-AA4D-19EE-F89B52086882}"/>
              </a:ext>
            </a:extLst>
          </p:cNvPr>
          <p:cNvSpPr/>
          <p:nvPr/>
        </p:nvSpPr>
        <p:spPr>
          <a:xfrm>
            <a:off x="4752144" y="3971327"/>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37" name="Rectangle 3136">
            <a:extLst>
              <a:ext uri="{FF2B5EF4-FFF2-40B4-BE49-F238E27FC236}">
                <a16:creationId xmlns:a16="http://schemas.microsoft.com/office/drawing/2014/main" id="{BF764399-2255-8506-CE80-E4AE3B44D7E8}"/>
              </a:ext>
            </a:extLst>
          </p:cNvPr>
          <p:cNvSpPr/>
          <p:nvPr/>
        </p:nvSpPr>
        <p:spPr>
          <a:xfrm>
            <a:off x="4752144" y="3532511"/>
            <a:ext cx="326437" cy="1808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38" name="Rectangle 3137">
            <a:extLst>
              <a:ext uri="{FF2B5EF4-FFF2-40B4-BE49-F238E27FC236}">
                <a16:creationId xmlns:a16="http://schemas.microsoft.com/office/drawing/2014/main" id="{13BC1D4A-BD22-6A0F-7CD2-12C2491B1D70}"/>
              </a:ext>
            </a:extLst>
          </p:cNvPr>
          <p:cNvSpPr/>
          <p:nvPr/>
        </p:nvSpPr>
        <p:spPr>
          <a:xfrm>
            <a:off x="509289" y="6474391"/>
            <a:ext cx="5159992" cy="292967"/>
          </a:xfrm>
          <a:prstGeom prst="rect">
            <a:avLst/>
          </a:prstGeom>
          <a:noFill/>
          <a:ln w="6350">
            <a:solidFill>
              <a:schemeClr val="tx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50" i="1">
                <a:solidFill>
                  <a:schemeClr val="tx1"/>
                </a:solidFill>
              </a:rPr>
              <a:t>Note: Revenue from this stream begins from 2027 onwards, as it is for returning customers</a:t>
            </a:r>
          </a:p>
        </p:txBody>
      </p:sp>
      <p:sp>
        <p:nvSpPr>
          <p:cNvPr id="3143" name="Rectangle 3142">
            <a:extLst>
              <a:ext uri="{FF2B5EF4-FFF2-40B4-BE49-F238E27FC236}">
                <a16:creationId xmlns:a16="http://schemas.microsoft.com/office/drawing/2014/main" id="{5EC3FAB7-F38E-A70E-7380-1C5F797598FD}"/>
              </a:ext>
            </a:extLst>
          </p:cNvPr>
          <p:cNvSpPr/>
          <p:nvPr/>
        </p:nvSpPr>
        <p:spPr>
          <a:xfrm>
            <a:off x="7936187" y="2285045"/>
            <a:ext cx="1391208" cy="39748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900" i="1">
                <a:solidFill>
                  <a:schemeClr val="tx1"/>
                </a:solidFill>
              </a:rPr>
              <a:t>Potential for the </a:t>
            </a:r>
          </a:p>
          <a:p>
            <a:pPr algn="r"/>
            <a:r>
              <a:rPr lang="en-US" sz="900" i="1">
                <a:solidFill>
                  <a:schemeClr val="tx1"/>
                </a:solidFill>
              </a:rPr>
              <a:t>coming year</a:t>
            </a:r>
          </a:p>
        </p:txBody>
      </p:sp>
      <p:sp>
        <p:nvSpPr>
          <p:cNvPr id="3147" name="Rectangle 3146">
            <a:extLst>
              <a:ext uri="{FF2B5EF4-FFF2-40B4-BE49-F238E27FC236}">
                <a16:creationId xmlns:a16="http://schemas.microsoft.com/office/drawing/2014/main" id="{5CEBFF35-CC6F-734F-C26C-E3D38AAA45F4}"/>
              </a:ext>
            </a:extLst>
          </p:cNvPr>
          <p:cNvSpPr/>
          <p:nvPr/>
        </p:nvSpPr>
        <p:spPr>
          <a:xfrm>
            <a:off x="4825260" y="2885253"/>
            <a:ext cx="1391208" cy="39748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900" i="1">
                <a:solidFill>
                  <a:schemeClr val="tx1"/>
                </a:solidFill>
              </a:rPr>
              <a:t>Potential for the </a:t>
            </a:r>
            <a:br>
              <a:rPr lang="en-US" sz="900" i="1">
                <a:solidFill>
                  <a:schemeClr val="tx1"/>
                </a:solidFill>
              </a:rPr>
            </a:br>
            <a:r>
              <a:rPr lang="en-US" sz="900" i="1">
                <a:solidFill>
                  <a:schemeClr val="tx1"/>
                </a:solidFill>
              </a:rPr>
              <a:t>coming year</a:t>
            </a:r>
          </a:p>
        </p:txBody>
      </p:sp>
      <p:sp>
        <p:nvSpPr>
          <p:cNvPr id="6" name="Rectangle 5">
            <a:extLst>
              <a:ext uri="{FF2B5EF4-FFF2-40B4-BE49-F238E27FC236}">
                <a16:creationId xmlns:a16="http://schemas.microsoft.com/office/drawing/2014/main" id="{63D6DA72-5C01-5BB3-EDCF-778DA071FE8D}"/>
              </a:ext>
            </a:extLst>
          </p:cNvPr>
          <p:cNvSpPr/>
          <p:nvPr/>
        </p:nvSpPr>
        <p:spPr>
          <a:xfrm>
            <a:off x="6629400" y="4182415"/>
            <a:ext cx="2692029" cy="2712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700" i="1">
                <a:solidFill>
                  <a:schemeClr val="tx1"/>
                </a:solidFill>
              </a:rPr>
              <a:t>Examination assumed to be conducted once every two years</a:t>
            </a:r>
          </a:p>
        </p:txBody>
      </p:sp>
    </p:spTree>
    <p:extLst>
      <p:ext uri="{BB962C8B-B14F-4D97-AF65-F5344CB8AC3E}">
        <p14:creationId xmlns:p14="http://schemas.microsoft.com/office/powerpoint/2010/main" val="241728093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D160E0-2646-44C6-5432-7CF4665B5A36}"/>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20903CA2-5F1F-F052-85C4-1D2DABF41C94}"/>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06" imgH="306" progId="TCLayout.ActiveDocument.1">
                  <p:embed/>
                </p:oleObj>
              </mc:Choice>
              <mc:Fallback>
                <p:oleObj name="think-cell Slide" r:id="rId6" imgW="306" imgH="306" progId="TCLayout.ActiveDocument.1">
                  <p:embed/>
                  <p:pic>
                    <p:nvPicPr>
                      <p:cNvPr id="9" name="Object 8" hidden="1">
                        <a:extLst>
                          <a:ext uri="{FF2B5EF4-FFF2-40B4-BE49-F238E27FC236}">
                            <a16:creationId xmlns:a16="http://schemas.microsoft.com/office/drawing/2014/main" id="{20903CA2-5F1F-F052-85C4-1D2DABF41C94}"/>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 name="2. Slide Title">
            <a:extLst>
              <a:ext uri="{FF2B5EF4-FFF2-40B4-BE49-F238E27FC236}">
                <a16:creationId xmlns:a16="http://schemas.microsoft.com/office/drawing/2014/main" id="{118F5BBF-ECF8-9D25-8734-83CAAE94F895}"/>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dirty="0">
                <a:solidFill>
                  <a:srgbClr val="0A0A0A"/>
                </a:solidFill>
                <a:latin typeface="Georgia" panose="02040502050405020303" pitchFamily="18" charset="0"/>
                <a:cs typeface="Arial" panose="020B0604020202020204" pitchFamily="34" charset="0"/>
              </a:rPr>
              <a:t>B2C </a:t>
            </a:r>
            <a:r>
              <a:rPr lang="en-US" sz="2600" b="0" dirty="0">
                <a:solidFill>
                  <a:srgbClr val="0A0A0A"/>
                </a:solidFill>
                <a:latin typeface="Georgia" panose="02040502050405020303" pitchFamily="18" charset="0"/>
                <a:cs typeface="Arial" panose="020B0604020202020204" pitchFamily="34" charset="0"/>
              </a:rPr>
              <a:t>(unused):</a:t>
            </a:r>
            <a:r>
              <a:rPr lang="en-US" sz="2600" dirty="0">
                <a:solidFill>
                  <a:srgbClr val="0A0A0A"/>
                </a:solidFill>
                <a:latin typeface="Georgia" panose="02040502050405020303" pitchFamily="18" charset="0"/>
                <a:cs typeface="Arial" panose="020B0604020202020204" pitchFamily="34" charset="0"/>
              </a:rPr>
              <a:t> </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Additional revenue streams from B2C segment through the general population in form of PHEs and CBC tests independent of packages</a:t>
            </a:r>
          </a:p>
        </p:txBody>
      </p:sp>
      <p:sp>
        <p:nvSpPr>
          <p:cNvPr id="3" name="Slide Number Placeholder 2">
            <a:extLst>
              <a:ext uri="{FF2B5EF4-FFF2-40B4-BE49-F238E27FC236}">
                <a16:creationId xmlns:a16="http://schemas.microsoft.com/office/drawing/2014/main" id="{6D73BFD7-E917-101F-4C4E-6442633ED253}"/>
              </a:ext>
            </a:extLst>
          </p:cNvPr>
          <p:cNvSpPr>
            <a:spLocks noGrp="1"/>
          </p:cNvSpPr>
          <p:nvPr>
            <p:ph type="sldNum" sz="quarter" idx="12"/>
          </p:nvPr>
        </p:nvSpPr>
        <p:spPr/>
        <p:txBody>
          <a:bodyPr/>
          <a:lstStyle/>
          <a:p>
            <a:fld id="{8E1CF2E5-4A16-4FBD-9713-265FD1DAAE65}" type="slidenum">
              <a:rPr lang="en-US" smtClean="0"/>
              <a:t>67</a:t>
            </a:fld>
            <a:endParaRPr lang="en-US"/>
          </a:p>
        </p:txBody>
      </p:sp>
      <p:grpSp>
        <p:nvGrpSpPr>
          <p:cNvPr id="3171" name="Group 3170">
            <a:extLst>
              <a:ext uri="{FF2B5EF4-FFF2-40B4-BE49-F238E27FC236}">
                <a16:creationId xmlns:a16="http://schemas.microsoft.com/office/drawing/2014/main" id="{48A17B79-6B0F-B950-C7AD-84BC63FE9AAB}"/>
              </a:ext>
            </a:extLst>
          </p:cNvPr>
          <p:cNvGrpSpPr/>
          <p:nvPr/>
        </p:nvGrpSpPr>
        <p:grpSpPr>
          <a:xfrm>
            <a:off x="-599376" y="219353"/>
            <a:ext cx="338328" cy="3872943"/>
            <a:chOff x="-460920" y="279546"/>
            <a:chExt cx="338328" cy="3872943"/>
          </a:xfrm>
        </p:grpSpPr>
        <p:sp>
          <p:nvSpPr>
            <p:cNvPr id="3172" name="Google Shape;139;p2">
              <a:extLst>
                <a:ext uri="{FF2B5EF4-FFF2-40B4-BE49-F238E27FC236}">
                  <a16:creationId xmlns:a16="http://schemas.microsoft.com/office/drawing/2014/main" id="{78671FFC-A909-AE70-ED49-F1393C684D64}"/>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3" name="Google Shape;140;p2">
              <a:extLst>
                <a:ext uri="{FF2B5EF4-FFF2-40B4-BE49-F238E27FC236}">
                  <a16:creationId xmlns:a16="http://schemas.microsoft.com/office/drawing/2014/main" id="{2FEF0967-EEEC-82DA-2ABD-6234B7F74DB0}"/>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4" name="Google Shape;141;p2">
              <a:extLst>
                <a:ext uri="{FF2B5EF4-FFF2-40B4-BE49-F238E27FC236}">
                  <a16:creationId xmlns:a16="http://schemas.microsoft.com/office/drawing/2014/main" id="{7544D5F5-87E8-8719-56FC-31AAF28B1E23}"/>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5" name="Google Shape;142;p2">
              <a:extLst>
                <a:ext uri="{FF2B5EF4-FFF2-40B4-BE49-F238E27FC236}">
                  <a16:creationId xmlns:a16="http://schemas.microsoft.com/office/drawing/2014/main" id="{1AA60F95-99F2-A5A1-A093-F9AF18C69603}"/>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6" name="Google Shape;143;p2">
              <a:extLst>
                <a:ext uri="{FF2B5EF4-FFF2-40B4-BE49-F238E27FC236}">
                  <a16:creationId xmlns:a16="http://schemas.microsoft.com/office/drawing/2014/main" id="{ADB943A7-C41E-D54F-0D7F-37C1B6A9B82F}"/>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7" name="Google Shape;147;p2">
              <a:extLst>
                <a:ext uri="{FF2B5EF4-FFF2-40B4-BE49-F238E27FC236}">
                  <a16:creationId xmlns:a16="http://schemas.microsoft.com/office/drawing/2014/main" id="{D20D36F2-88BC-1D8B-FEB7-D0B78916D5CE}"/>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8" name="Google Shape;151;p2">
              <a:extLst>
                <a:ext uri="{FF2B5EF4-FFF2-40B4-BE49-F238E27FC236}">
                  <a16:creationId xmlns:a16="http://schemas.microsoft.com/office/drawing/2014/main" id="{1077F676-82F2-8E2D-5CF2-AEDED5FFFA4C}"/>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3179" name="Google Shape;147;p2">
              <a:extLst>
                <a:ext uri="{FF2B5EF4-FFF2-40B4-BE49-F238E27FC236}">
                  <a16:creationId xmlns:a16="http://schemas.microsoft.com/office/drawing/2014/main" id="{4481E011-5921-29AE-CD7A-39A3F0A1A353}"/>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122" name="Rectangle 121">
            <a:extLst>
              <a:ext uri="{FF2B5EF4-FFF2-40B4-BE49-F238E27FC236}">
                <a16:creationId xmlns:a16="http://schemas.microsoft.com/office/drawing/2014/main" id="{AFCB909E-E8BF-1839-99F5-D439D139F23E}"/>
              </a:ext>
            </a:extLst>
          </p:cNvPr>
          <p:cNvSpPr/>
          <p:nvPr/>
        </p:nvSpPr>
        <p:spPr>
          <a:xfrm>
            <a:off x="9831348" y="1764204"/>
            <a:ext cx="1849669" cy="4632462"/>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R="0" lvl="0" defTabSz="914400" rtl="0" eaLnBrk="1" fontAlgn="auto" latinLnBrk="0" hangingPunct="1">
              <a:lnSpc>
                <a:spcPct val="100000"/>
              </a:lnSpc>
              <a:spcBef>
                <a:spcPts val="300"/>
              </a:spcBef>
              <a:spcAft>
                <a:spcPts val="300"/>
              </a:spcAft>
              <a:buClrTx/>
              <a:buSzTx/>
              <a:tabLst/>
              <a:defRPr/>
            </a:pPr>
            <a:r>
              <a:rPr kumimoji="0" lang="en-US" sz="1200" b="0" i="0" u="none" strike="noStrike" kern="1200" cap="none" spc="0" normalizeH="0" baseline="0" noProof="0">
                <a:ln>
                  <a:noFill/>
                </a:ln>
                <a:solidFill>
                  <a:schemeClr val="tx1"/>
                </a:solidFill>
                <a:effectLst/>
                <a:uLnTx/>
                <a:uFillTx/>
                <a:latin typeface="Calibri" panose="020F0502020204030204"/>
                <a:ea typeface="+mn-ea"/>
                <a:cs typeface="+mn-cs"/>
              </a:rPr>
              <a:t>Percentage of population in Riyadh carrying out a PHE in last 2 years</a:t>
            </a:r>
          </a:p>
          <a:p>
            <a:pPr marL="171450" marR="0" lvl="0" indent="-171450"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lang="en-US" sz="1200" b="1">
                <a:solidFill>
                  <a:schemeClr val="tx1"/>
                </a:solidFill>
                <a:latin typeface="Calibri" panose="020F0502020204030204"/>
              </a:rPr>
              <a:t>50%</a:t>
            </a:r>
            <a:endParaRPr lang="en-US" sz="1200">
              <a:solidFill>
                <a:schemeClr val="tx1"/>
              </a:solidFill>
              <a:latin typeface="Calibri" panose="020F0502020204030204"/>
            </a:endParaRPr>
          </a:p>
          <a:p>
            <a:pPr marL="0" lvl="1">
              <a:spcBef>
                <a:spcPts val="300"/>
              </a:spcBef>
              <a:spcAft>
                <a:spcPts val="300"/>
              </a:spcAft>
              <a:defRPr/>
            </a:pPr>
            <a:r>
              <a:rPr lang="en-US" sz="1050">
                <a:solidFill>
                  <a:schemeClr val="tx1"/>
                </a:solidFill>
                <a:hlinkClick r:id="rId8"/>
              </a:rPr>
              <a:t>Pricing</a:t>
            </a:r>
            <a:endParaRPr lang="en-US" sz="1050">
              <a:solidFill>
                <a:schemeClr val="tx1"/>
              </a:solidFill>
            </a:endParaRPr>
          </a:p>
          <a:p>
            <a:pPr marL="171450" lvl="1" indent="-171450">
              <a:spcBef>
                <a:spcPts val="300"/>
              </a:spcBef>
              <a:spcAft>
                <a:spcPts val="300"/>
              </a:spcAft>
              <a:buFont typeface="Arial" panose="020B0604020202020204" pitchFamily="34" charset="0"/>
              <a:buChar char="•"/>
              <a:defRPr/>
            </a:pPr>
            <a:r>
              <a:rPr lang="en-US" sz="1050">
                <a:solidFill>
                  <a:schemeClr val="tx1"/>
                </a:solidFill>
              </a:rPr>
              <a:t>General package:  </a:t>
            </a:r>
            <a:r>
              <a:rPr lang="en-US" sz="1050" b="1">
                <a:solidFill>
                  <a:schemeClr val="tx1"/>
                </a:solidFill>
              </a:rPr>
              <a:t>3,891</a:t>
            </a:r>
            <a:r>
              <a:rPr lang="en-US" sz="1050">
                <a:solidFill>
                  <a:schemeClr val="tx1"/>
                </a:solidFill>
              </a:rPr>
              <a:t> SAR</a:t>
            </a:r>
          </a:p>
          <a:p>
            <a:pPr marL="171450" lvl="1" indent="-171450">
              <a:spcBef>
                <a:spcPts val="300"/>
              </a:spcBef>
              <a:spcAft>
                <a:spcPts val="300"/>
              </a:spcAft>
              <a:buFont typeface="Arial" panose="020B0604020202020204" pitchFamily="34" charset="0"/>
              <a:buChar char="•"/>
              <a:defRPr/>
            </a:pPr>
            <a:r>
              <a:rPr lang="en-US" sz="1050">
                <a:solidFill>
                  <a:schemeClr val="tx1"/>
                </a:solidFill>
              </a:rPr>
              <a:t>Premium package: </a:t>
            </a:r>
            <a:r>
              <a:rPr lang="en-US" sz="1050" b="1">
                <a:solidFill>
                  <a:schemeClr val="tx1"/>
                </a:solidFill>
              </a:rPr>
              <a:t>10,900</a:t>
            </a:r>
            <a:r>
              <a:rPr lang="en-US" sz="1050">
                <a:solidFill>
                  <a:schemeClr val="tx1"/>
                </a:solidFill>
              </a:rPr>
              <a:t> SAR</a:t>
            </a:r>
          </a:p>
          <a:p>
            <a:pPr marL="171450" lvl="1" indent="-171450">
              <a:spcBef>
                <a:spcPts val="300"/>
              </a:spcBef>
              <a:spcAft>
                <a:spcPts val="300"/>
              </a:spcAft>
              <a:buFont typeface="Arial" panose="020B0604020202020204" pitchFamily="34" charset="0"/>
              <a:buChar char="•"/>
              <a:defRPr/>
            </a:pPr>
            <a:r>
              <a:rPr lang="en-US" sz="1050">
                <a:solidFill>
                  <a:schemeClr val="tx1"/>
                </a:solidFill>
              </a:rPr>
              <a:t>CBC Test: 55 SAR</a:t>
            </a:r>
          </a:p>
          <a:p>
            <a:pPr marL="0" lvl="1">
              <a:spcBef>
                <a:spcPts val="300"/>
              </a:spcBef>
              <a:spcAft>
                <a:spcPts val="300"/>
              </a:spcAft>
              <a:defRPr/>
            </a:pPr>
            <a:r>
              <a:rPr lang="en-US" sz="1050">
                <a:solidFill>
                  <a:schemeClr val="tx1"/>
                </a:solidFill>
              </a:rPr>
              <a:t>Right to win (2026-2028)</a:t>
            </a:r>
          </a:p>
          <a:p>
            <a:pPr marL="171450" lvl="1" indent="-171450">
              <a:spcBef>
                <a:spcPts val="300"/>
              </a:spcBef>
              <a:spcAft>
                <a:spcPts val="300"/>
              </a:spcAft>
              <a:buFont typeface="Arial" panose="020B0604020202020204" pitchFamily="34" charset="0"/>
              <a:buChar char="•"/>
              <a:defRPr/>
            </a:pPr>
            <a:r>
              <a:rPr lang="en-US" sz="1050">
                <a:solidFill>
                  <a:schemeClr val="tx1"/>
                </a:solidFill>
              </a:rPr>
              <a:t>B2B PHEs: </a:t>
            </a:r>
            <a:r>
              <a:rPr lang="en-US" sz="1050" b="1">
                <a:solidFill>
                  <a:schemeClr val="tx1"/>
                </a:solidFill>
              </a:rPr>
              <a:t>0.1%, 0.2% &amp; 0.3%</a:t>
            </a:r>
            <a:r>
              <a:rPr lang="en-US" sz="1050">
                <a:solidFill>
                  <a:schemeClr val="tx1"/>
                </a:solidFill>
              </a:rPr>
              <a:t> </a:t>
            </a:r>
          </a:p>
          <a:p>
            <a:pPr marL="171450" lvl="1" indent="-171450">
              <a:spcBef>
                <a:spcPts val="300"/>
              </a:spcBef>
              <a:spcAft>
                <a:spcPts val="300"/>
              </a:spcAft>
              <a:buFont typeface="Arial" panose="020B0604020202020204" pitchFamily="34" charset="0"/>
              <a:buChar char="•"/>
              <a:defRPr/>
            </a:pPr>
            <a:r>
              <a:rPr lang="en-US" sz="1050">
                <a:solidFill>
                  <a:schemeClr val="tx1"/>
                </a:solidFill>
              </a:rPr>
              <a:t>CBC tests: </a:t>
            </a:r>
            <a:r>
              <a:rPr lang="en-US" sz="1050" b="1">
                <a:solidFill>
                  <a:schemeClr val="tx1"/>
                </a:solidFill>
              </a:rPr>
              <a:t>0.1%, 0.2% &amp; 0.3%</a:t>
            </a:r>
            <a:r>
              <a:rPr lang="en-US" sz="1050">
                <a:solidFill>
                  <a:schemeClr val="tx1"/>
                </a:solidFill>
              </a:rPr>
              <a:t> </a:t>
            </a:r>
          </a:p>
          <a:p>
            <a:pPr marL="0" lvl="1">
              <a:spcBef>
                <a:spcPts val="300"/>
              </a:spcBef>
              <a:spcAft>
                <a:spcPts val="300"/>
              </a:spcAft>
              <a:defRPr/>
            </a:pPr>
            <a:r>
              <a:rPr lang="en-US" sz="1050">
                <a:solidFill>
                  <a:schemeClr val="tx1"/>
                </a:solidFill>
              </a:rPr>
              <a:t>Premium uptake (based on affluent class)</a:t>
            </a:r>
          </a:p>
          <a:p>
            <a:pPr marL="171450" lvl="1" indent="-171450">
              <a:spcBef>
                <a:spcPts val="300"/>
              </a:spcBef>
              <a:spcAft>
                <a:spcPts val="300"/>
              </a:spcAft>
              <a:buFont typeface="Arial" panose="020B0604020202020204" pitchFamily="34" charset="0"/>
              <a:buChar char="•"/>
              <a:defRPr/>
            </a:pPr>
            <a:r>
              <a:rPr lang="en-US" sz="1050" b="1">
                <a:solidFill>
                  <a:schemeClr val="tx1"/>
                </a:solidFill>
              </a:rPr>
              <a:t>11%</a:t>
            </a:r>
          </a:p>
          <a:p>
            <a:pPr marR="0" lvl="0" defTabSz="914400" rtl="0" eaLnBrk="1" fontAlgn="auto" latinLnBrk="0" hangingPunct="1">
              <a:lnSpc>
                <a:spcPct val="100000"/>
              </a:lnSpc>
              <a:spcBef>
                <a:spcPts val="300"/>
              </a:spcBef>
              <a:spcAft>
                <a:spcPts val="300"/>
              </a:spcAft>
              <a:buClrTx/>
              <a:buSzTx/>
              <a:tabLst/>
              <a:defRPr/>
            </a:pPr>
            <a:endParaRPr kumimoji="0" lang="en-US" sz="1200" b="1" i="0" u="none" strike="noStrike" kern="1200" cap="none" spc="0" normalizeH="0" baseline="0" noProof="0">
              <a:ln>
                <a:noFill/>
              </a:ln>
              <a:solidFill>
                <a:schemeClr val="tx1"/>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C4709A4A-EAC3-243A-CB71-98F24E4AD1B4}"/>
              </a:ext>
            </a:extLst>
          </p:cNvPr>
          <p:cNvSpPr/>
          <p:nvPr/>
        </p:nvSpPr>
        <p:spPr>
          <a:xfrm>
            <a:off x="611665" y="1764205"/>
            <a:ext cx="4432454" cy="4632461"/>
          </a:xfrm>
          <a:prstGeom prst="rect">
            <a:avLst/>
          </a:prstGeom>
          <a:noFill/>
          <a:ln w="6350" cap="sq">
            <a:solidFill>
              <a:srgbClr val="016347"/>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7BB3169A-797E-0F42-F4F1-C3BD5261DB9F}"/>
              </a:ext>
            </a:extLst>
          </p:cNvPr>
          <p:cNvSpPr/>
          <p:nvPr/>
        </p:nvSpPr>
        <p:spPr>
          <a:xfrm>
            <a:off x="789053" y="1896203"/>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Adult population of Riyadh (15+)</a:t>
            </a:r>
          </a:p>
        </p:txBody>
      </p:sp>
      <p:sp>
        <p:nvSpPr>
          <p:cNvPr id="7" name="Rectangle 6">
            <a:extLst>
              <a:ext uri="{FF2B5EF4-FFF2-40B4-BE49-F238E27FC236}">
                <a16:creationId xmlns:a16="http://schemas.microsoft.com/office/drawing/2014/main" id="{832C93FD-425F-2AC1-0C31-5CC121BBB346}"/>
              </a:ext>
            </a:extLst>
          </p:cNvPr>
          <p:cNvSpPr/>
          <p:nvPr/>
        </p:nvSpPr>
        <p:spPr>
          <a:xfrm>
            <a:off x="789053" y="2325345"/>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 of adult population in Riyadh with a PHE in last 2 years</a:t>
            </a:r>
          </a:p>
        </p:txBody>
      </p:sp>
      <p:sp>
        <p:nvSpPr>
          <p:cNvPr id="10" name="Rectangle 9">
            <a:extLst>
              <a:ext uri="{FF2B5EF4-FFF2-40B4-BE49-F238E27FC236}">
                <a16:creationId xmlns:a16="http://schemas.microsoft.com/office/drawing/2014/main" id="{DDBE8818-8841-75E3-AF0E-9309739DD023}"/>
              </a:ext>
            </a:extLst>
          </p:cNvPr>
          <p:cNvSpPr/>
          <p:nvPr/>
        </p:nvSpPr>
        <p:spPr>
          <a:xfrm>
            <a:off x="2636081" y="2148140"/>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16" name="Rectangle 15">
            <a:extLst>
              <a:ext uri="{FF2B5EF4-FFF2-40B4-BE49-F238E27FC236}">
                <a16:creationId xmlns:a16="http://schemas.microsoft.com/office/drawing/2014/main" id="{C52B3B8B-8BFF-74EE-1C74-F37B3C14905D}"/>
              </a:ext>
            </a:extLst>
          </p:cNvPr>
          <p:cNvSpPr/>
          <p:nvPr/>
        </p:nvSpPr>
        <p:spPr>
          <a:xfrm>
            <a:off x="2636081" y="2577282"/>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30" name="Rectangle 29">
            <a:extLst>
              <a:ext uri="{FF2B5EF4-FFF2-40B4-BE49-F238E27FC236}">
                <a16:creationId xmlns:a16="http://schemas.microsoft.com/office/drawing/2014/main" id="{9EAB6F28-4E02-295D-3845-0483A52BE52C}"/>
              </a:ext>
            </a:extLst>
          </p:cNvPr>
          <p:cNvSpPr/>
          <p:nvPr/>
        </p:nvSpPr>
        <p:spPr>
          <a:xfrm>
            <a:off x="789053" y="2754487"/>
            <a:ext cx="4020494" cy="22419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Adult population in Riyadh having done a PHE in last 2 years</a:t>
            </a:r>
          </a:p>
        </p:txBody>
      </p:sp>
      <p:sp>
        <p:nvSpPr>
          <p:cNvPr id="123" name="Rectangle 122">
            <a:extLst>
              <a:ext uri="{FF2B5EF4-FFF2-40B4-BE49-F238E27FC236}">
                <a16:creationId xmlns:a16="http://schemas.microsoft.com/office/drawing/2014/main" id="{F16B61FC-7DBD-FCA0-0A4A-D48085DCF9DE}"/>
              </a:ext>
            </a:extLst>
          </p:cNvPr>
          <p:cNvSpPr/>
          <p:nvPr/>
        </p:nvSpPr>
        <p:spPr>
          <a:xfrm>
            <a:off x="611665" y="1312479"/>
            <a:ext cx="4432454"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B2C Revenue from PHEs of general population</a:t>
            </a:r>
          </a:p>
        </p:txBody>
      </p:sp>
      <p:sp>
        <p:nvSpPr>
          <p:cNvPr id="18" name="Rectangle 17">
            <a:extLst>
              <a:ext uri="{FF2B5EF4-FFF2-40B4-BE49-F238E27FC236}">
                <a16:creationId xmlns:a16="http://schemas.microsoft.com/office/drawing/2014/main" id="{BE36FD8F-1791-7825-AE63-64BA3152FAA6}"/>
              </a:ext>
            </a:extLst>
          </p:cNvPr>
          <p:cNvSpPr/>
          <p:nvPr/>
        </p:nvSpPr>
        <p:spPr>
          <a:xfrm>
            <a:off x="5221507" y="1764204"/>
            <a:ext cx="4432454" cy="4632462"/>
          </a:xfrm>
          <a:prstGeom prst="rect">
            <a:avLst/>
          </a:prstGeom>
          <a:noFill/>
          <a:ln w="6350" cap="sq">
            <a:solidFill>
              <a:srgbClr val="016347"/>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4B221603-7FB6-596F-06C1-91AA025AA7CF}"/>
              </a:ext>
            </a:extLst>
          </p:cNvPr>
          <p:cNvSpPr/>
          <p:nvPr/>
        </p:nvSpPr>
        <p:spPr>
          <a:xfrm>
            <a:off x="5221507" y="1312479"/>
            <a:ext cx="4432454"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B2C Revenue from CBC tests (independent of packages)</a:t>
            </a:r>
          </a:p>
        </p:txBody>
      </p:sp>
      <p:sp>
        <p:nvSpPr>
          <p:cNvPr id="125" name="Rectangle 124">
            <a:extLst>
              <a:ext uri="{FF2B5EF4-FFF2-40B4-BE49-F238E27FC236}">
                <a16:creationId xmlns:a16="http://schemas.microsoft.com/office/drawing/2014/main" id="{6A798762-6CD4-07A4-58E6-C4FF444F2157}"/>
              </a:ext>
            </a:extLst>
          </p:cNvPr>
          <p:cNvSpPr/>
          <p:nvPr/>
        </p:nvSpPr>
        <p:spPr>
          <a:xfrm>
            <a:off x="9831349" y="1312479"/>
            <a:ext cx="1849668" cy="332751"/>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Key Assumptions</a:t>
            </a:r>
          </a:p>
        </p:txBody>
      </p:sp>
      <p:sp>
        <p:nvSpPr>
          <p:cNvPr id="81" name="Line 15">
            <a:extLst>
              <a:ext uri="{FF2B5EF4-FFF2-40B4-BE49-F238E27FC236}">
                <a16:creationId xmlns:a16="http://schemas.microsoft.com/office/drawing/2014/main" id="{A494B217-C096-6435-1F3A-BC3C6C287BEB}"/>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0E5C5787-0ACB-AC6B-678B-F184A6CBC9E5}"/>
              </a:ext>
            </a:extLst>
          </p:cNvPr>
          <p:cNvSpPr/>
          <p:nvPr/>
        </p:nvSpPr>
        <p:spPr>
          <a:xfrm>
            <a:off x="2636081" y="3006424"/>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11" name="Rectangle 10">
            <a:extLst>
              <a:ext uri="{FF2B5EF4-FFF2-40B4-BE49-F238E27FC236}">
                <a16:creationId xmlns:a16="http://schemas.microsoft.com/office/drawing/2014/main" id="{0A5FD0C1-C960-9076-EABA-AD42B59A1CDA}"/>
              </a:ext>
            </a:extLst>
          </p:cNvPr>
          <p:cNvSpPr/>
          <p:nvPr/>
        </p:nvSpPr>
        <p:spPr>
          <a:xfrm>
            <a:off x="789053" y="3183629"/>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Average time frequency for PHE</a:t>
            </a:r>
          </a:p>
        </p:txBody>
      </p:sp>
      <p:sp>
        <p:nvSpPr>
          <p:cNvPr id="12" name="Rectangle 11">
            <a:extLst>
              <a:ext uri="{FF2B5EF4-FFF2-40B4-BE49-F238E27FC236}">
                <a16:creationId xmlns:a16="http://schemas.microsoft.com/office/drawing/2014/main" id="{DD3F9833-55CB-33F5-0652-F902268AB1E0}"/>
              </a:ext>
            </a:extLst>
          </p:cNvPr>
          <p:cNvSpPr/>
          <p:nvPr/>
        </p:nvSpPr>
        <p:spPr>
          <a:xfrm>
            <a:off x="2636081" y="3435566"/>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14" name="Rectangle 13">
            <a:extLst>
              <a:ext uri="{FF2B5EF4-FFF2-40B4-BE49-F238E27FC236}">
                <a16:creationId xmlns:a16="http://schemas.microsoft.com/office/drawing/2014/main" id="{D32E99E1-AAE4-CBD9-559D-C9CE699CD663}"/>
              </a:ext>
            </a:extLst>
          </p:cNvPr>
          <p:cNvSpPr/>
          <p:nvPr/>
        </p:nvSpPr>
        <p:spPr>
          <a:xfrm>
            <a:off x="789053" y="3612771"/>
            <a:ext cx="4020494" cy="22419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Number of PHE tests carried out annually</a:t>
            </a:r>
          </a:p>
        </p:txBody>
      </p:sp>
      <p:sp>
        <p:nvSpPr>
          <p:cNvPr id="19" name="Rectangle 18">
            <a:extLst>
              <a:ext uri="{FF2B5EF4-FFF2-40B4-BE49-F238E27FC236}">
                <a16:creationId xmlns:a16="http://schemas.microsoft.com/office/drawing/2014/main" id="{2C74F266-990A-2761-A8CD-CCFD9B480550}"/>
              </a:ext>
            </a:extLst>
          </p:cNvPr>
          <p:cNvSpPr/>
          <p:nvPr/>
        </p:nvSpPr>
        <p:spPr>
          <a:xfrm>
            <a:off x="2636081" y="3864708"/>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20" name="Rectangle 19">
            <a:extLst>
              <a:ext uri="{FF2B5EF4-FFF2-40B4-BE49-F238E27FC236}">
                <a16:creationId xmlns:a16="http://schemas.microsoft.com/office/drawing/2014/main" id="{DFC0ED59-4736-860C-F45F-AFD2EF8A12F7}"/>
              </a:ext>
            </a:extLst>
          </p:cNvPr>
          <p:cNvSpPr/>
          <p:nvPr/>
        </p:nvSpPr>
        <p:spPr>
          <a:xfrm>
            <a:off x="789053" y="4041913"/>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Number of PHEs carried out in B2B segment</a:t>
            </a:r>
          </a:p>
        </p:txBody>
      </p:sp>
      <p:sp>
        <p:nvSpPr>
          <p:cNvPr id="21" name="Rectangle 20">
            <a:extLst>
              <a:ext uri="{FF2B5EF4-FFF2-40B4-BE49-F238E27FC236}">
                <a16:creationId xmlns:a16="http://schemas.microsoft.com/office/drawing/2014/main" id="{10440D17-5E63-A733-7305-D7B51222AC89}"/>
              </a:ext>
            </a:extLst>
          </p:cNvPr>
          <p:cNvSpPr/>
          <p:nvPr/>
        </p:nvSpPr>
        <p:spPr>
          <a:xfrm>
            <a:off x="2636081" y="4293850"/>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22" name="Rectangle 21">
            <a:extLst>
              <a:ext uri="{FF2B5EF4-FFF2-40B4-BE49-F238E27FC236}">
                <a16:creationId xmlns:a16="http://schemas.microsoft.com/office/drawing/2014/main" id="{240C3A39-3574-E018-D687-686083452AB8}"/>
              </a:ext>
            </a:extLst>
          </p:cNvPr>
          <p:cNvSpPr/>
          <p:nvPr/>
        </p:nvSpPr>
        <p:spPr>
          <a:xfrm>
            <a:off x="789053" y="4471055"/>
            <a:ext cx="4020494" cy="22419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Number of PHEs carried out in B2C segment</a:t>
            </a:r>
          </a:p>
        </p:txBody>
      </p:sp>
      <p:sp>
        <p:nvSpPr>
          <p:cNvPr id="25" name="Rectangle 24">
            <a:extLst>
              <a:ext uri="{FF2B5EF4-FFF2-40B4-BE49-F238E27FC236}">
                <a16:creationId xmlns:a16="http://schemas.microsoft.com/office/drawing/2014/main" id="{E2F69E2C-6D8B-AB5E-D81B-3B6A75BDD9B7}"/>
              </a:ext>
            </a:extLst>
          </p:cNvPr>
          <p:cNvSpPr/>
          <p:nvPr/>
        </p:nvSpPr>
        <p:spPr>
          <a:xfrm>
            <a:off x="789053" y="4900197"/>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Right to win for OC</a:t>
            </a:r>
          </a:p>
        </p:txBody>
      </p:sp>
      <p:sp>
        <p:nvSpPr>
          <p:cNvPr id="26" name="Rectangle 25">
            <a:extLst>
              <a:ext uri="{FF2B5EF4-FFF2-40B4-BE49-F238E27FC236}">
                <a16:creationId xmlns:a16="http://schemas.microsoft.com/office/drawing/2014/main" id="{D80D86AC-D2BA-F44C-2014-697FE01449B9}"/>
              </a:ext>
            </a:extLst>
          </p:cNvPr>
          <p:cNvSpPr/>
          <p:nvPr/>
        </p:nvSpPr>
        <p:spPr>
          <a:xfrm>
            <a:off x="789053" y="5329339"/>
            <a:ext cx="1847028"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 of premium uptake</a:t>
            </a:r>
          </a:p>
        </p:txBody>
      </p:sp>
      <p:sp>
        <p:nvSpPr>
          <p:cNvPr id="27" name="Rectangle 26">
            <a:extLst>
              <a:ext uri="{FF2B5EF4-FFF2-40B4-BE49-F238E27FC236}">
                <a16:creationId xmlns:a16="http://schemas.microsoft.com/office/drawing/2014/main" id="{2E43302A-7D6B-D0D1-FD45-1F8E5BCBE90A}"/>
              </a:ext>
            </a:extLst>
          </p:cNvPr>
          <p:cNvSpPr/>
          <p:nvPr/>
        </p:nvSpPr>
        <p:spPr>
          <a:xfrm>
            <a:off x="2962519" y="5329339"/>
            <a:ext cx="1847028"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 of general uptake</a:t>
            </a:r>
          </a:p>
        </p:txBody>
      </p:sp>
      <p:sp>
        <p:nvSpPr>
          <p:cNvPr id="28" name="Rectangle 27">
            <a:extLst>
              <a:ext uri="{FF2B5EF4-FFF2-40B4-BE49-F238E27FC236}">
                <a16:creationId xmlns:a16="http://schemas.microsoft.com/office/drawing/2014/main" id="{42E8DE96-7045-68FB-D8DF-B06E83A4BAFC}"/>
              </a:ext>
            </a:extLst>
          </p:cNvPr>
          <p:cNvSpPr/>
          <p:nvPr/>
        </p:nvSpPr>
        <p:spPr>
          <a:xfrm>
            <a:off x="789053" y="5719571"/>
            <a:ext cx="1847028"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Price for premium</a:t>
            </a:r>
          </a:p>
        </p:txBody>
      </p:sp>
      <p:sp>
        <p:nvSpPr>
          <p:cNvPr id="29" name="Rectangle 28">
            <a:extLst>
              <a:ext uri="{FF2B5EF4-FFF2-40B4-BE49-F238E27FC236}">
                <a16:creationId xmlns:a16="http://schemas.microsoft.com/office/drawing/2014/main" id="{B493E731-F226-A341-9FDD-FBDAE94F89AB}"/>
              </a:ext>
            </a:extLst>
          </p:cNvPr>
          <p:cNvSpPr/>
          <p:nvPr/>
        </p:nvSpPr>
        <p:spPr>
          <a:xfrm>
            <a:off x="2962519" y="5719571"/>
            <a:ext cx="1847028" cy="18528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Price for general</a:t>
            </a:r>
          </a:p>
        </p:txBody>
      </p:sp>
      <p:sp>
        <p:nvSpPr>
          <p:cNvPr id="32" name="Rectangle 31">
            <a:extLst>
              <a:ext uri="{FF2B5EF4-FFF2-40B4-BE49-F238E27FC236}">
                <a16:creationId xmlns:a16="http://schemas.microsoft.com/office/drawing/2014/main" id="{028D7D80-5CF7-9A12-6988-0425684722BE}"/>
              </a:ext>
            </a:extLst>
          </p:cNvPr>
          <p:cNvSpPr/>
          <p:nvPr/>
        </p:nvSpPr>
        <p:spPr>
          <a:xfrm>
            <a:off x="789053" y="6109804"/>
            <a:ext cx="1847028" cy="18528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rPr>
              <a:t>Revenue from premium</a:t>
            </a:r>
          </a:p>
        </p:txBody>
      </p:sp>
      <p:sp>
        <p:nvSpPr>
          <p:cNvPr id="34" name="Rectangle 33">
            <a:extLst>
              <a:ext uri="{FF2B5EF4-FFF2-40B4-BE49-F238E27FC236}">
                <a16:creationId xmlns:a16="http://schemas.microsoft.com/office/drawing/2014/main" id="{3872904A-BB36-9AE8-6A87-2A6C875A068F}"/>
              </a:ext>
            </a:extLst>
          </p:cNvPr>
          <p:cNvSpPr/>
          <p:nvPr/>
        </p:nvSpPr>
        <p:spPr>
          <a:xfrm>
            <a:off x="2962519" y="6109804"/>
            <a:ext cx="1847028" cy="18528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rPr>
              <a:t>Revenue from general</a:t>
            </a:r>
          </a:p>
        </p:txBody>
      </p:sp>
      <p:sp>
        <p:nvSpPr>
          <p:cNvPr id="36" name="Rectangle 35">
            <a:extLst>
              <a:ext uri="{FF2B5EF4-FFF2-40B4-BE49-F238E27FC236}">
                <a16:creationId xmlns:a16="http://schemas.microsoft.com/office/drawing/2014/main" id="{16544779-C032-1EF9-6978-961F11648CC0}"/>
              </a:ext>
            </a:extLst>
          </p:cNvPr>
          <p:cNvSpPr/>
          <p:nvPr/>
        </p:nvSpPr>
        <p:spPr>
          <a:xfrm>
            <a:off x="2636081" y="4722496"/>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37" name="Rectangle 36">
            <a:extLst>
              <a:ext uri="{FF2B5EF4-FFF2-40B4-BE49-F238E27FC236}">
                <a16:creationId xmlns:a16="http://schemas.microsoft.com/office/drawing/2014/main" id="{60809530-8E99-01F0-D808-0AEC385E904D}"/>
              </a:ext>
            </a:extLst>
          </p:cNvPr>
          <p:cNvSpPr/>
          <p:nvPr/>
        </p:nvSpPr>
        <p:spPr>
          <a:xfrm>
            <a:off x="1549348" y="5148308"/>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41" name="Rectangle 40">
            <a:extLst>
              <a:ext uri="{FF2B5EF4-FFF2-40B4-BE49-F238E27FC236}">
                <a16:creationId xmlns:a16="http://schemas.microsoft.com/office/drawing/2014/main" id="{C9056A29-85F4-8360-E828-5397BA0B6D33}"/>
              </a:ext>
            </a:extLst>
          </p:cNvPr>
          <p:cNvSpPr/>
          <p:nvPr/>
        </p:nvSpPr>
        <p:spPr>
          <a:xfrm>
            <a:off x="3722814" y="5148308"/>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42" name="Rectangle 41">
            <a:extLst>
              <a:ext uri="{FF2B5EF4-FFF2-40B4-BE49-F238E27FC236}">
                <a16:creationId xmlns:a16="http://schemas.microsoft.com/office/drawing/2014/main" id="{C47E812D-19FC-0C8D-6A90-22EFF090ED4C}"/>
              </a:ext>
            </a:extLst>
          </p:cNvPr>
          <p:cNvSpPr/>
          <p:nvPr/>
        </p:nvSpPr>
        <p:spPr>
          <a:xfrm>
            <a:off x="1549348" y="5535802"/>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43" name="Rectangle 42">
            <a:extLst>
              <a:ext uri="{FF2B5EF4-FFF2-40B4-BE49-F238E27FC236}">
                <a16:creationId xmlns:a16="http://schemas.microsoft.com/office/drawing/2014/main" id="{69958390-C0F7-0B1F-631B-94DC0106A2AD}"/>
              </a:ext>
            </a:extLst>
          </p:cNvPr>
          <p:cNvSpPr/>
          <p:nvPr/>
        </p:nvSpPr>
        <p:spPr>
          <a:xfrm>
            <a:off x="3722814" y="5535802"/>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44" name="Rectangle 43">
            <a:extLst>
              <a:ext uri="{FF2B5EF4-FFF2-40B4-BE49-F238E27FC236}">
                <a16:creationId xmlns:a16="http://schemas.microsoft.com/office/drawing/2014/main" id="{4B73F6D9-FE55-4D25-5BB6-9E4ABD64835D}"/>
              </a:ext>
            </a:extLst>
          </p:cNvPr>
          <p:cNvSpPr/>
          <p:nvPr/>
        </p:nvSpPr>
        <p:spPr>
          <a:xfrm>
            <a:off x="1549348" y="5932598"/>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45" name="Rectangle 44">
            <a:extLst>
              <a:ext uri="{FF2B5EF4-FFF2-40B4-BE49-F238E27FC236}">
                <a16:creationId xmlns:a16="http://schemas.microsoft.com/office/drawing/2014/main" id="{1E9829D9-E4E0-43D2-0245-8B09F6AEE54B}"/>
              </a:ext>
            </a:extLst>
          </p:cNvPr>
          <p:cNvSpPr/>
          <p:nvPr/>
        </p:nvSpPr>
        <p:spPr>
          <a:xfrm>
            <a:off x="3722814" y="5932598"/>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47" name="Rectangle 46">
            <a:extLst>
              <a:ext uri="{FF2B5EF4-FFF2-40B4-BE49-F238E27FC236}">
                <a16:creationId xmlns:a16="http://schemas.microsoft.com/office/drawing/2014/main" id="{8A216164-EA59-52BA-109B-E908C3F38B0C}"/>
              </a:ext>
            </a:extLst>
          </p:cNvPr>
          <p:cNvSpPr/>
          <p:nvPr/>
        </p:nvSpPr>
        <p:spPr>
          <a:xfrm>
            <a:off x="5427487" y="1896203"/>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Number of CBC tests in Riyadh</a:t>
            </a:r>
          </a:p>
        </p:txBody>
      </p:sp>
      <p:sp>
        <p:nvSpPr>
          <p:cNvPr id="49" name="Rectangle 48">
            <a:extLst>
              <a:ext uri="{FF2B5EF4-FFF2-40B4-BE49-F238E27FC236}">
                <a16:creationId xmlns:a16="http://schemas.microsoft.com/office/drawing/2014/main" id="{DE55B398-C331-77FB-A073-78475F20FC68}"/>
              </a:ext>
            </a:extLst>
          </p:cNvPr>
          <p:cNvSpPr/>
          <p:nvPr/>
        </p:nvSpPr>
        <p:spPr>
          <a:xfrm>
            <a:off x="5427487" y="2325345"/>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Number of tests as part of corporate package</a:t>
            </a:r>
          </a:p>
        </p:txBody>
      </p:sp>
      <p:sp>
        <p:nvSpPr>
          <p:cNvPr id="50" name="Rectangle 49">
            <a:extLst>
              <a:ext uri="{FF2B5EF4-FFF2-40B4-BE49-F238E27FC236}">
                <a16:creationId xmlns:a16="http://schemas.microsoft.com/office/drawing/2014/main" id="{9358B7D4-F7E7-C42B-2CB1-E2177E372DE1}"/>
              </a:ext>
            </a:extLst>
          </p:cNvPr>
          <p:cNvSpPr/>
          <p:nvPr/>
        </p:nvSpPr>
        <p:spPr>
          <a:xfrm>
            <a:off x="7274516" y="2148140"/>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51" name="Rectangle 50">
            <a:extLst>
              <a:ext uri="{FF2B5EF4-FFF2-40B4-BE49-F238E27FC236}">
                <a16:creationId xmlns:a16="http://schemas.microsoft.com/office/drawing/2014/main" id="{24B01CFF-378B-247D-7EA4-1AB7C69DF12D}"/>
              </a:ext>
            </a:extLst>
          </p:cNvPr>
          <p:cNvSpPr/>
          <p:nvPr/>
        </p:nvSpPr>
        <p:spPr>
          <a:xfrm>
            <a:off x="7274516" y="2577282"/>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52" name="Rectangle 51">
            <a:extLst>
              <a:ext uri="{FF2B5EF4-FFF2-40B4-BE49-F238E27FC236}">
                <a16:creationId xmlns:a16="http://schemas.microsoft.com/office/drawing/2014/main" id="{764795F4-F221-22AA-9F25-3AEA72BADACC}"/>
              </a:ext>
            </a:extLst>
          </p:cNvPr>
          <p:cNvSpPr/>
          <p:nvPr/>
        </p:nvSpPr>
        <p:spPr>
          <a:xfrm>
            <a:off x="5427487" y="2754487"/>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Number of tests as part of B2C PHEs</a:t>
            </a:r>
          </a:p>
        </p:txBody>
      </p:sp>
      <p:sp>
        <p:nvSpPr>
          <p:cNvPr id="55" name="Rectangle 54">
            <a:extLst>
              <a:ext uri="{FF2B5EF4-FFF2-40B4-BE49-F238E27FC236}">
                <a16:creationId xmlns:a16="http://schemas.microsoft.com/office/drawing/2014/main" id="{D413FC2E-AB75-DD4A-CEB7-9B0C0E4F9E69}"/>
              </a:ext>
            </a:extLst>
          </p:cNvPr>
          <p:cNvSpPr/>
          <p:nvPr/>
        </p:nvSpPr>
        <p:spPr>
          <a:xfrm>
            <a:off x="7274516" y="3006424"/>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57" name="Rectangle 56">
            <a:extLst>
              <a:ext uri="{FF2B5EF4-FFF2-40B4-BE49-F238E27FC236}">
                <a16:creationId xmlns:a16="http://schemas.microsoft.com/office/drawing/2014/main" id="{2F91102D-9F80-3517-7D88-81D521E38E33}"/>
              </a:ext>
            </a:extLst>
          </p:cNvPr>
          <p:cNvSpPr/>
          <p:nvPr/>
        </p:nvSpPr>
        <p:spPr>
          <a:xfrm>
            <a:off x="5427487" y="3183629"/>
            <a:ext cx="4020494" cy="22419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CBC tests independent of PHEs in Riyadh</a:t>
            </a:r>
          </a:p>
        </p:txBody>
      </p:sp>
      <p:sp>
        <p:nvSpPr>
          <p:cNvPr id="58" name="Rectangle 57">
            <a:extLst>
              <a:ext uri="{FF2B5EF4-FFF2-40B4-BE49-F238E27FC236}">
                <a16:creationId xmlns:a16="http://schemas.microsoft.com/office/drawing/2014/main" id="{78B8240E-CD0F-136D-BD1A-4F0184203D36}"/>
              </a:ext>
            </a:extLst>
          </p:cNvPr>
          <p:cNvSpPr/>
          <p:nvPr/>
        </p:nvSpPr>
        <p:spPr>
          <a:xfrm>
            <a:off x="7274516" y="3435566"/>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59" name="Rectangle 58">
            <a:extLst>
              <a:ext uri="{FF2B5EF4-FFF2-40B4-BE49-F238E27FC236}">
                <a16:creationId xmlns:a16="http://schemas.microsoft.com/office/drawing/2014/main" id="{FBB4D453-1169-CD6F-9116-6028056D503D}"/>
              </a:ext>
            </a:extLst>
          </p:cNvPr>
          <p:cNvSpPr/>
          <p:nvPr/>
        </p:nvSpPr>
        <p:spPr>
          <a:xfrm>
            <a:off x="5427487" y="3612771"/>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Right to win for OC</a:t>
            </a:r>
          </a:p>
        </p:txBody>
      </p:sp>
      <p:sp>
        <p:nvSpPr>
          <p:cNvPr id="60" name="Rectangle 59">
            <a:extLst>
              <a:ext uri="{FF2B5EF4-FFF2-40B4-BE49-F238E27FC236}">
                <a16:creationId xmlns:a16="http://schemas.microsoft.com/office/drawing/2014/main" id="{9B764F58-1033-F709-01FA-3B4FF8EEFF39}"/>
              </a:ext>
            </a:extLst>
          </p:cNvPr>
          <p:cNvSpPr/>
          <p:nvPr/>
        </p:nvSpPr>
        <p:spPr>
          <a:xfrm>
            <a:off x="7274516" y="3864708"/>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
        <p:nvSpPr>
          <p:cNvPr id="61" name="Rectangle 60">
            <a:extLst>
              <a:ext uri="{FF2B5EF4-FFF2-40B4-BE49-F238E27FC236}">
                <a16:creationId xmlns:a16="http://schemas.microsoft.com/office/drawing/2014/main" id="{DD68477B-F439-A3E1-A2E5-6C08155AC0C9}"/>
              </a:ext>
            </a:extLst>
          </p:cNvPr>
          <p:cNvSpPr/>
          <p:nvPr/>
        </p:nvSpPr>
        <p:spPr>
          <a:xfrm>
            <a:off x="5427487" y="4041913"/>
            <a:ext cx="4020494" cy="224195"/>
          </a:xfrm>
          <a:prstGeom prst="rect">
            <a:avLst/>
          </a:prstGeom>
          <a:solidFill>
            <a:srgbClr val="EDE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Number of CBC tests carried out by OC</a:t>
            </a:r>
          </a:p>
        </p:txBody>
      </p:sp>
      <p:sp>
        <p:nvSpPr>
          <p:cNvPr id="62" name="Rectangle 61">
            <a:extLst>
              <a:ext uri="{FF2B5EF4-FFF2-40B4-BE49-F238E27FC236}">
                <a16:creationId xmlns:a16="http://schemas.microsoft.com/office/drawing/2014/main" id="{D72086A2-BBA2-ABA5-79ED-4EEFBF1DAA90}"/>
              </a:ext>
            </a:extLst>
          </p:cNvPr>
          <p:cNvSpPr/>
          <p:nvPr/>
        </p:nvSpPr>
        <p:spPr>
          <a:xfrm>
            <a:off x="7274516" y="4293850"/>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x</a:t>
            </a:r>
          </a:p>
        </p:txBody>
      </p:sp>
      <p:sp>
        <p:nvSpPr>
          <p:cNvPr id="63" name="Rectangle 62">
            <a:extLst>
              <a:ext uri="{FF2B5EF4-FFF2-40B4-BE49-F238E27FC236}">
                <a16:creationId xmlns:a16="http://schemas.microsoft.com/office/drawing/2014/main" id="{93B94D93-67AE-35F1-D08F-92C8A4F68288}"/>
              </a:ext>
            </a:extLst>
          </p:cNvPr>
          <p:cNvSpPr/>
          <p:nvPr/>
        </p:nvSpPr>
        <p:spPr>
          <a:xfrm>
            <a:off x="5427487" y="4471055"/>
            <a:ext cx="4020494" cy="224195"/>
          </a:xfrm>
          <a:prstGeom prst="rect">
            <a:avLst/>
          </a:prstGeom>
          <a:solidFill>
            <a:srgbClr val="E2F0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chemeClr val="tx1"/>
                </a:solidFill>
              </a:rPr>
              <a:t>Average price for a CBC test</a:t>
            </a:r>
          </a:p>
        </p:txBody>
      </p:sp>
      <p:sp>
        <p:nvSpPr>
          <p:cNvPr id="3136" name="Rectangle 3135">
            <a:extLst>
              <a:ext uri="{FF2B5EF4-FFF2-40B4-BE49-F238E27FC236}">
                <a16:creationId xmlns:a16="http://schemas.microsoft.com/office/drawing/2014/main" id="{27C33AEA-A383-174B-044E-AD884F178AC8}"/>
              </a:ext>
            </a:extLst>
          </p:cNvPr>
          <p:cNvSpPr/>
          <p:nvPr/>
        </p:nvSpPr>
        <p:spPr>
          <a:xfrm>
            <a:off x="5427487" y="4900197"/>
            <a:ext cx="4020494" cy="224195"/>
          </a:xfrm>
          <a:prstGeom prst="rect">
            <a:avLst/>
          </a:prstGeom>
          <a:solidFill>
            <a:srgbClr val="17B2A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rPr>
              <a:t>Revenue from CBC tests</a:t>
            </a:r>
          </a:p>
        </p:txBody>
      </p:sp>
      <p:sp>
        <p:nvSpPr>
          <p:cNvPr id="3148" name="Rectangle 3147">
            <a:extLst>
              <a:ext uri="{FF2B5EF4-FFF2-40B4-BE49-F238E27FC236}">
                <a16:creationId xmlns:a16="http://schemas.microsoft.com/office/drawing/2014/main" id="{3A0D8EFA-34DD-0612-069C-85F7AF908147}"/>
              </a:ext>
            </a:extLst>
          </p:cNvPr>
          <p:cNvSpPr/>
          <p:nvPr/>
        </p:nvSpPr>
        <p:spPr>
          <a:xfrm>
            <a:off x="7274516" y="4722496"/>
            <a:ext cx="326437" cy="1494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a:solidFill>
                  <a:sysClr val="windowText" lastClr="000000"/>
                </a:solidFill>
              </a:rPr>
              <a:t>=</a:t>
            </a:r>
          </a:p>
        </p:txBody>
      </p:sp>
    </p:spTree>
    <p:extLst>
      <p:ext uri="{BB962C8B-B14F-4D97-AF65-F5344CB8AC3E}">
        <p14:creationId xmlns:p14="http://schemas.microsoft.com/office/powerpoint/2010/main" val="55124749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FB0F7AB3-42FD-9D46-6F01-4248775A7A52}"/>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6" progId="TCLayout.ActiveDocument.1">
                  <p:embed/>
                </p:oleObj>
              </mc:Choice>
              <mc:Fallback>
                <p:oleObj name="think-cell Slide" r:id="rId6" imgW="395" imgH="396" progId="TCLayout.ActiveDocument.1">
                  <p:embed/>
                  <p:pic>
                    <p:nvPicPr>
                      <p:cNvPr id="5" name="think-cell data - do not delete" hidden="1">
                        <a:extLst>
                          <a:ext uri="{FF2B5EF4-FFF2-40B4-BE49-F238E27FC236}">
                            <a16:creationId xmlns:a16="http://schemas.microsoft.com/office/drawing/2014/main" id="{FB0F7AB3-42FD-9D46-6F01-4248775A7A52}"/>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8" name="Espaço Reservado para Número de Slide 5">
            <a:extLst>
              <a:ext uri="{FF2B5EF4-FFF2-40B4-BE49-F238E27FC236}">
                <a16:creationId xmlns:a16="http://schemas.microsoft.com/office/drawing/2014/main" id="{AD678A66-6D1F-3DD8-D4EE-9638897B23CB}"/>
              </a:ext>
            </a:extLst>
          </p:cNvPr>
          <p:cNvSpPr txBox="1">
            <a:spLocks/>
          </p:cNvSpPr>
          <p:nvPr/>
        </p:nvSpPr>
        <p:spPr>
          <a:xfrm>
            <a:off x="9031941"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14BDE4-840A-4586-B946-2B3474FE743E}" type="slidenum">
              <a:rPr kumimoji="0" lang="en-US" sz="1200" b="0" i="0" u="none" strike="noStrike" kern="1200" cap="none" spc="0" normalizeH="0" baseline="0" noProof="0" smtClean="0">
                <a:ln>
                  <a:noFill/>
                </a:ln>
                <a:solidFill>
                  <a:srgbClr val="2C3846">
                    <a:tint val="75000"/>
                  </a:srgbClr>
                </a:solidFill>
                <a:effectLst/>
                <a:uLnTx/>
                <a:uFillTx/>
                <a:latin typeface="Calibri" panose="020F0502020204030204"/>
                <a:ea typeface="Calibri" panose="020F0502020204030204" pitchFamily="34" charset="0"/>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srgbClr val="2C3846">
                  <a:tint val="75000"/>
                </a:srgbClr>
              </a:solidFill>
              <a:effectLst/>
              <a:uLnTx/>
              <a:uFillTx/>
              <a:latin typeface="Calibri" panose="020F0502020204030204"/>
              <a:ea typeface="Calibri" panose="020F0502020204030204" pitchFamily="34" charset="0"/>
              <a:cs typeface="Calibri" panose="020F0502020204030204" pitchFamily="34" charset="0"/>
              <a:sym typeface="Calibri" panose="020F0502020204030204" pitchFamily="34" charset="0"/>
            </a:endParaRPr>
          </a:p>
        </p:txBody>
      </p:sp>
      <p:grpSp>
        <p:nvGrpSpPr>
          <p:cNvPr id="39" name="Group 38">
            <a:extLst>
              <a:ext uri="{FF2B5EF4-FFF2-40B4-BE49-F238E27FC236}">
                <a16:creationId xmlns:a16="http://schemas.microsoft.com/office/drawing/2014/main" id="{7BBFD827-4FA3-CBDB-2AD0-053A94F5EF81}"/>
              </a:ext>
            </a:extLst>
          </p:cNvPr>
          <p:cNvGrpSpPr/>
          <p:nvPr/>
        </p:nvGrpSpPr>
        <p:grpSpPr>
          <a:xfrm>
            <a:off x="-897410" y="279546"/>
            <a:ext cx="338328" cy="3872943"/>
            <a:chOff x="-460920" y="279546"/>
            <a:chExt cx="338328" cy="3872943"/>
          </a:xfrm>
        </p:grpSpPr>
        <p:sp>
          <p:nvSpPr>
            <p:cNvPr id="40" name="Google Shape;139;p2">
              <a:extLst>
                <a:ext uri="{FF2B5EF4-FFF2-40B4-BE49-F238E27FC236}">
                  <a16:creationId xmlns:a16="http://schemas.microsoft.com/office/drawing/2014/main" id="{6498C532-F18C-81B1-AB76-3B92175E94A4}"/>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1" name="Google Shape;140;p2">
              <a:extLst>
                <a:ext uri="{FF2B5EF4-FFF2-40B4-BE49-F238E27FC236}">
                  <a16:creationId xmlns:a16="http://schemas.microsoft.com/office/drawing/2014/main" id="{C5EAF735-20C9-9612-8516-DB385016E917}"/>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2" name="Google Shape;141;p2">
              <a:extLst>
                <a:ext uri="{FF2B5EF4-FFF2-40B4-BE49-F238E27FC236}">
                  <a16:creationId xmlns:a16="http://schemas.microsoft.com/office/drawing/2014/main" id="{F1620C68-CACC-7138-73D0-50DDC80AA25B}"/>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3" name="Google Shape;142;p2">
              <a:extLst>
                <a:ext uri="{FF2B5EF4-FFF2-40B4-BE49-F238E27FC236}">
                  <a16:creationId xmlns:a16="http://schemas.microsoft.com/office/drawing/2014/main" id="{BB6F852B-3166-9D07-280F-1DB2DC5B6033}"/>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4" name="Google Shape;143;p2">
              <a:extLst>
                <a:ext uri="{FF2B5EF4-FFF2-40B4-BE49-F238E27FC236}">
                  <a16:creationId xmlns:a16="http://schemas.microsoft.com/office/drawing/2014/main" id="{061F1674-D9DC-480A-E80D-8D962F10F9A9}"/>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5" name="Google Shape;147;p2">
              <a:extLst>
                <a:ext uri="{FF2B5EF4-FFF2-40B4-BE49-F238E27FC236}">
                  <a16:creationId xmlns:a16="http://schemas.microsoft.com/office/drawing/2014/main" id="{1019AD96-DFD6-CE59-1B77-504EE3C75511}"/>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6" name="Google Shape;151;p2">
              <a:extLst>
                <a:ext uri="{FF2B5EF4-FFF2-40B4-BE49-F238E27FC236}">
                  <a16:creationId xmlns:a16="http://schemas.microsoft.com/office/drawing/2014/main" id="{2004F59D-D6AF-6F50-64FE-697D7A3F9C46}"/>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7" name="Google Shape;147;p2">
              <a:extLst>
                <a:ext uri="{FF2B5EF4-FFF2-40B4-BE49-F238E27FC236}">
                  <a16:creationId xmlns:a16="http://schemas.microsoft.com/office/drawing/2014/main" id="{4248B656-F178-C5DB-B68A-D8B1F7F37BA4}"/>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51" name="TextBox 50">
            <a:extLst>
              <a:ext uri="{FF2B5EF4-FFF2-40B4-BE49-F238E27FC236}">
                <a16:creationId xmlns:a16="http://schemas.microsoft.com/office/drawing/2014/main" id="{1D20475A-C607-C1CE-E7A0-ED7C09F3915A}"/>
              </a:ext>
            </a:extLst>
          </p:cNvPr>
          <p:cNvSpPr txBox="1"/>
          <p:nvPr/>
        </p:nvSpPr>
        <p:spPr>
          <a:xfrm>
            <a:off x="615368" y="1258291"/>
            <a:ext cx="63754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254061"/>
                </a:solidFill>
                <a:effectLst/>
                <a:uLnTx/>
                <a:uFillTx/>
                <a:latin typeface="Calibri" panose="020F0502020204030204"/>
                <a:ea typeface="+mn-ea"/>
                <a:cs typeface="Arial" panose="020B0604020202020204" pitchFamily="34" charset="0"/>
              </a:rPr>
              <a:t>Approach &amp; Methodology</a:t>
            </a:r>
          </a:p>
        </p:txBody>
      </p:sp>
      <p:sp>
        <p:nvSpPr>
          <p:cNvPr id="100" name="Rectangle 99">
            <a:extLst>
              <a:ext uri="{FF2B5EF4-FFF2-40B4-BE49-F238E27FC236}">
                <a16:creationId xmlns:a16="http://schemas.microsoft.com/office/drawing/2014/main" id="{95818F6E-8FB2-4F2C-D6DA-C3244FD77139}"/>
              </a:ext>
            </a:extLst>
          </p:cNvPr>
          <p:cNvSpPr/>
          <p:nvPr/>
        </p:nvSpPr>
        <p:spPr>
          <a:xfrm>
            <a:off x="351693" y="1644699"/>
            <a:ext cx="3888000" cy="2559600"/>
          </a:xfrm>
          <a:prstGeom prst="rect">
            <a:avLst/>
          </a:prstGeom>
          <a:solidFill>
            <a:schemeClr val="bg1"/>
          </a:solidFill>
          <a:l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7FBD7AC-41FC-F0BD-8448-646789B51BD0}"/>
              </a:ext>
            </a:extLst>
          </p:cNvPr>
          <p:cNvSpPr/>
          <p:nvPr/>
        </p:nvSpPr>
        <p:spPr>
          <a:xfrm>
            <a:off x="592382" y="3782993"/>
            <a:ext cx="3406623" cy="274320"/>
          </a:xfrm>
          <a:prstGeom prst="rect">
            <a:avLst/>
          </a:prstGeom>
          <a:solidFill>
            <a:srgbClr val="0474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chemeClr val="bg1"/>
                </a:solidFill>
                <a:effectLst/>
                <a:uLnTx/>
                <a:uFillTx/>
                <a:latin typeface="Calibri" panose="020F0502020204030204"/>
                <a:ea typeface="+mn-ea"/>
                <a:cs typeface="Arial" panose="020B0604020202020204" pitchFamily="34" charset="0"/>
              </a:rPr>
              <a:t>Total scans needed to meet target market share </a:t>
            </a:r>
          </a:p>
        </p:txBody>
      </p:sp>
      <p:sp>
        <p:nvSpPr>
          <p:cNvPr id="61" name="TextBox 60">
            <a:extLst>
              <a:ext uri="{FF2B5EF4-FFF2-40B4-BE49-F238E27FC236}">
                <a16:creationId xmlns:a16="http://schemas.microsoft.com/office/drawing/2014/main" id="{25529EAC-6771-7BBB-E257-7B2D194C696F}"/>
              </a:ext>
            </a:extLst>
          </p:cNvPr>
          <p:cNvSpPr txBox="1"/>
          <p:nvPr/>
        </p:nvSpPr>
        <p:spPr>
          <a:xfrm>
            <a:off x="2189298" y="3524748"/>
            <a:ext cx="21279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62" name="Rectangle 61">
            <a:extLst>
              <a:ext uri="{FF2B5EF4-FFF2-40B4-BE49-F238E27FC236}">
                <a16:creationId xmlns:a16="http://schemas.microsoft.com/office/drawing/2014/main" id="{0147EB10-8BF3-0CC0-FB5E-73805C45604C}"/>
              </a:ext>
            </a:extLst>
          </p:cNvPr>
          <p:cNvSpPr/>
          <p:nvPr/>
        </p:nvSpPr>
        <p:spPr>
          <a:xfrm>
            <a:off x="592893" y="2224998"/>
            <a:ext cx="3405600" cy="27432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Riyadh population as a % of KSA</a:t>
            </a:r>
          </a:p>
        </p:txBody>
      </p:sp>
      <p:sp>
        <p:nvSpPr>
          <p:cNvPr id="63" name="Rectangle 62">
            <a:extLst>
              <a:ext uri="{FF2B5EF4-FFF2-40B4-BE49-F238E27FC236}">
                <a16:creationId xmlns:a16="http://schemas.microsoft.com/office/drawing/2014/main" id="{9C5AA162-D56F-7790-64E1-B09AA3112B65}"/>
              </a:ext>
            </a:extLst>
          </p:cNvPr>
          <p:cNvSpPr/>
          <p:nvPr/>
        </p:nvSpPr>
        <p:spPr>
          <a:xfrm>
            <a:off x="592893" y="1711569"/>
            <a:ext cx="3405600" cy="27432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No. of scans conducted in the private sector in KSA</a:t>
            </a:r>
          </a:p>
        </p:txBody>
      </p:sp>
      <p:sp>
        <p:nvSpPr>
          <p:cNvPr id="64" name="Rectangle 63">
            <a:extLst>
              <a:ext uri="{FF2B5EF4-FFF2-40B4-BE49-F238E27FC236}">
                <a16:creationId xmlns:a16="http://schemas.microsoft.com/office/drawing/2014/main" id="{C571DC0A-C437-924A-753A-C38AE67E54AE}"/>
              </a:ext>
            </a:extLst>
          </p:cNvPr>
          <p:cNvSpPr/>
          <p:nvPr/>
        </p:nvSpPr>
        <p:spPr>
          <a:xfrm>
            <a:off x="592893" y="2740555"/>
            <a:ext cx="3405600" cy="27432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i="0" u="none" strike="noStrike" kern="1200" cap="none" spc="0" normalizeH="0" baseline="0" noProof="0">
                <a:ln>
                  <a:noFill/>
                </a:ln>
                <a:solidFill>
                  <a:schemeClr val="tx1"/>
                </a:solidFill>
                <a:effectLst/>
                <a:uLnTx/>
                <a:uFillTx/>
                <a:latin typeface="Calibri" panose="020F0502020204030204"/>
                <a:ea typeface="+mn-ea"/>
                <a:cs typeface="Arial" panose="020B0604020202020204" pitchFamily="34" charset="0"/>
              </a:rPr>
              <a:t>No. of scans conducted in private sector - Riyadh</a:t>
            </a:r>
          </a:p>
        </p:txBody>
      </p:sp>
      <p:sp>
        <p:nvSpPr>
          <p:cNvPr id="65" name="TextBox 64">
            <a:extLst>
              <a:ext uri="{FF2B5EF4-FFF2-40B4-BE49-F238E27FC236}">
                <a16:creationId xmlns:a16="http://schemas.microsoft.com/office/drawing/2014/main" id="{C3E6A7A1-3390-0EF6-9525-29AF78D3293F}"/>
              </a:ext>
            </a:extLst>
          </p:cNvPr>
          <p:cNvSpPr txBox="1"/>
          <p:nvPr/>
        </p:nvSpPr>
        <p:spPr>
          <a:xfrm>
            <a:off x="2199064" y="1982333"/>
            <a:ext cx="193259"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p>
        </p:txBody>
      </p:sp>
      <p:sp>
        <p:nvSpPr>
          <p:cNvPr id="66" name="TextBox 65">
            <a:extLst>
              <a:ext uri="{FF2B5EF4-FFF2-40B4-BE49-F238E27FC236}">
                <a16:creationId xmlns:a16="http://schemas.microsoft.com/office/drawing/2014/main" id="{A2028697-7FD4-3489-4DE0-624291469223}"/>
              </a:ext>
            </a:extLst>
          </p:cNvPr>
          <p:cNvSpPr txBox="1"/>
          <p:nvPr/>
        </p:nvSpPr>
        <p:spPr>
          <a:xfrm>
            <a:off x="1735645" y="2495762"/>
            <a:ext cx="1120096" cy="24834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67" name="Rectangle 66">
            <a:extLst>
              <a:ext uri="{FF2B5EF4-FFF2-40B4-BE49-F238E27FC236}">
                <a16:creationId xmlns:a16="http://schemas.microsoft.com/office/drawing/2014/main" id="{F01D53F6-2457-4498-BC7C-05A16E996236}"/>
              </a:ext>
            </a:extLst>
          </p:cNvPr>
          <p:cNvSpPr/>
          <p:nvPr/>
        </p:nvSpPr>
        <p:spPr>
          <a:xfrm>
            <a:off x="592893" y="3253984"/>
            <a:ext cx="3405600" cy="27432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Right to win in Riyadh</a:t>
            </a:r>
          </a:p>
        </p:txBody>
      </p:sp>
      <p:sp>
        <p:nvSpPr>
          <p:cNvPr id="76" name="TextBox 75">
            <a:extLst>
              <a:ext uri="{FF2B5EF4-FFF2-40B4-BE49-F238E27FC236}">
                <a16:creationId xmlns:a16="http://schemas.microsoft.com/office/drawing/2014/main" id="{F6A28B05-A744-284C-411A-D4142BD605E3}"/>
              </a:ext>
            </a:extLst>
          </p:cNvPr>
          <p:cNvSpPr txBox="1"/>
          <p:nvPr/>
        </p:nvSpPr>
        <p:spPr>
          <a:xfrm>
            <a:off x="2133379" y="3011319"/>
            <a:ext cx="324628" cy="246221"/>
          </a:xfrm>
          <a:prstGeom prst="rect">
            <a:avLst/>
          </a:prstGeom>
          <a:noFill/>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en-US" sz="1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Rectangle 100">
            <a:extLst>
              <a:ext uri="{FF2B5EF4-FFF2-40B4-BE49-F238E27FC236}">
                <a16:creationId xmlns:a16="http://schemas.microsoft.com/office/drawing/2014/main" id="{F30E935F-40AB-BF68-F97A-381A1C503FAD}"/>
              </a:ext>
            </a:extLst>
          </p:cNvPr>
          <p:cNvSpPr/>
          <p:nvPr/>
        </p:nvSpPr>
        <p:spPr>
          <a:xfrm>
            <a:off x="4424290" y="1644699"/>
            <a:ext cx="3888000" cy="2559600"/>
          </a:xfrm>
          <a:prstGeom prst="rect">
            <a:avLst/>
          </a:prstGeom>
          <a:solidFill>
            <a:schemeClr val="bg1"/>
          </a:solidFill>
          <a:l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94E29BD3-94F0-4007-690F-EE8278233FAD}"/>
              </a:ext>
            </a:extLst>
          </p:cNvPr>
          <p:cNvSpPr txBox="1"/>
          <p:nvPr/>
        </p:nvSpPr>
        <p:spPr>
          <a:xfrm>
            <a:off x="4539490" y="2695341"/>
            <a:ext cx="365760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60" name="TextBox 59">
            <a:extLst>
              <a:ext uri="{FF2B5EF4-FFF2-40B4-BE49-F238E27FC236}">
                <a16:creationId xmlns:a16="http://schemas.microsoft.com/office/drawing/2014/main" id="{13F7D3EA-4BBF-0F06-77B2-39BDDBD290A9}"/>
              </a:ext>
            </a:extLst>
          </p:cNvPr>
          <p:cNvSpPr txBox="1"/>
          <p:nvPr/>
        </p:nvSpPr>
        <p:spPr>
          <a:xfrm>
            <a:off x="4539490" y="1901275"/>
            <a:ext cx="365760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p>
        </p:txBody>
      </p:sp>
      <p:sp>
        <p:nvSpPr>
          <p:cNvPr id="68" name="Rectangle 67">
            <a:extLst>
              <a:ext uri="{FF2B5EF4-FFF2-40B4-BE49-F238E27FC236}">
                <a16:creationId xmlns:a16="http://schemas.microsoft.com/office/drawing/2014/main" id="{64DE1D12-6A4E-E46D-18D6-30AD65D90438}"/>
              </a:ext>
            </a:extLst>
          </p:cNvPr>
          <p:cNvSpPr/>
          <p:nvPr/>
        </p:nvSpPr>
        <p:spPr>
          <a:xfrm>
            <a:off x="4665490" y="1711569"/>
            <a:ext cx="3405600" cy="2286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Daily working hours</a:t>
            </a:r>
          </a:p>
        </p:txBody>
      </p:sp>
      <p:sp>
        <p:nvSpPr>
          <p:cNvPr id="77" name="Rectangle 76">
            <a:extLst>
              <a:ext uri="{FF2B5EF4-FFF2-40B4-BE49-F238E27FC236}">
                <a16:creationId xmlns:a16="http://schemas.microsoft.com/office/drawing/2014/main" id="{A8BFECD9-345D-8415-EBF6-363BA8568442}"/>
              </a:ext>
            </a:extLst>
          </p:cNvPr>
          <p:cNvSpPr/>
          <p:nvPr/>
        </p:nvSpPr>
        <p:spPr>
          <a:xfrm>
            <a:off x="4665490" y="2108602"/>
            <a:ext cx="3405600" cy="2286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Total yearly availability</a:t>
            </a:r>
          </a:p>
        </p:txBody>
      </p:sp>
      <p:sp>
        <p:nvSpPr>
          <p:cNvPr id="78" name="Rectangle 77">
            <a:extLst>
              <a:ext uri="{FF2B5EF4-FFF2-40B4-BE49-F238E27FC236}">
                <a16:creationId xmlns:a16="http://schemas.microsoft.com/office/drawing/2014/main" id="{7FE9A305-651A-2CD9-7BA5-A875F2B43211}"/>
              </a:ext>
            </a:extLst>
          </p:cNvPr>
          <p:cNvSpPr/>
          <p:nvPr/>
        </p:nvSpPr>
        <p:spPr>
          <a:xfrm>
            <a:off x="4665490" y="2505635"/>
            <a:ext cx="3405600" cy="2286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Spare capacity at the clinic</a:t>
            </a:r>
          </a:p>
        </p:txBody>
      </p:sp>
      <p:sp>
        <p:nvSpPr>
          <p:cNvPr id="79" name="Rectangle 78">
            <a:extLst>
              <a:ext uri="{FF2B5EF4-FFF2-40B4-BE49-F238E27FC236}">
                <a16:creationId xmlns:a16="http://schemas.microsoft.com/office/drawing/2014/main" id="{F5AFE22E-0C93-F004-C9C4-9F1645AE1D7B}"/>
              </a:ext>
            </a:extLst>
          </p:cNvPr>
          <p:cNvSpPr/>
          <p:nvPr/>
        </p:nvSpPr>
        <p:spPr>
          <a:xfrm>
            <a:off x="4665490" y="2902668"/>
            <a:ext cx="3405600" cy="2286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Total hours available for oncology scans</a:t>
            </a:r>
          </a:p>
        </p:txBody>
      </p:sp>
      <p:sp>
        <p:nvSpPr>
          <p:cNvPr id="80" name="Rectangle 79">
            <a:extLst>
              <a:ext uri="{FF2B5EF4-FFF2-40B4-BE49-F238E27FC236}">
                <a16:creationId xmlns:a16="http://schemas.microsoft.com/office/drawing/2014/main" id="{4ECD4439-6A59-686B-5D23-8A762E3FE924}"/>
              </a:ext>
            </a:extLst>
          </p:cNvPr>
          <p:cNvSpPr/>
          <p:nvPr/>
        </p:nvSpPr>
        <p:spPr>
          <a:xfrm>
            <a:off x="4665490" y="3299704"/>
            <a:ext cx="3405600" cy="2286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Average time per scan</a:t>
            </a:r>
          </a:p>
        </p:txBody>
      </p:sp>
      <p:sp>
        <p:nvSpPr>
          <p:cNvPr id="81" name="Rectangle 80">
            <a:extLst>
              <a:ext uri="{FF2B5EF4-FFF2-40B4-BE49-F238E27FC236}">
                <a16:creationId xmlns:a16="http://schemas.microsoft.com/office/drawing/2014/main" id="{57986F72-756D-E706-3685-CCB4535C72D3}"/>
              </a:ext>
            </a:extLst>
          </p:cNvPr>
          <p:cNvSpPr/>
          <p:nvPr/>
        </p:nvSpPr>
        <p:spPr>
          <a:xfrm>
            <a:off x="4664836" y="3782993"/>
            <a:ext cx="3406909" cy="274320"/>
          </a:xfrm>
          <a:prstGeom prst="rect">
            <a:avLst/>
          </a:prstGeom>
          <a:solidFill>
            <a:srgbClr val="04748A"/>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chemeClr val="bg1"/>
                </a:solidFill>
                <a:effectLst/>
                <a:uLnTx/>
                <a:uFillTx/>
                <a:latin typeface="Calibri" panose="020F0502020204030204"/>
                <a:ea typeface="+mn-ea"/>
                <a:cs typeface="Arial" panose="020B0604020202020204" pitchFamily="34" charset="0"/>
              </a:rPr>
              <a:t>Total scans that can be done based on capacity</a:t>
            </a:r>
          </a:p>
        </p:txBody>
      </p:sp>
      <p:sp>
        <p:nvSpPr>
          <p:cNvPr id="86" name="TextBox 85">
            <a:extLst>
              <a:ext uri="{FF2B5EF4-FFF2-40B4-BE49-F238E27FC236}">
                <a16:creationId xmlns:a16="http://schemas.microsoft.com/office/drawing/2014/main" id="{7301FC52-43BF-DE29-C9B9-C0E22ADD5C09}"/>
              </a:ext>
            </a:extLst>
          </p:cNvPr>
          <p:cNvSpPr txBox="1"/>
          <p:nvPr/>
        </p:nvSpPr>
        <p:spPr>
          <a:xfrm>
            <a:off x="4539490" y="2298308"/>
            <a:ext cx="365760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x</a:t>
            </a:r>
          </a:p>
        </p:txBody>
      </p:sp>
      <p:sp>
        <p:nvSpPr>
          <p:cNvPr id="90" name="TextBox 89">
            <a:extLst>
              <a:ext uri="{FF2B5EF4-FFF2-40B4-BE49-F238E27FC236}">
                <a16:creationId xmlns:a16="http://schemas.microsoft.com/office/drawing/2014/main" id="{6A56EB76-2BB6-A960-5F26-CD5EEBEA718B}"/>
              </a:ext>
            </a:extLst>
          </p:cNvPr>
          <p:cNvSpPr txBox="1"/>
          <p:nvPr/>
        </p:nvSpPr>
        <p:spPr>
          <a:xfrm>
            <a:off x="4539490" y="3092374"/>
            <a:ext cx="365760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91" name="TextBox 90">
            <a:extLst>
              <a:ext uri="{FF2B5EF4-FFF2-40B4-BE49-F238E27FC236}">
                <a16:creationId xmlns:a16="http://schemas.microsoft.com/office/drawing/2014/main" id="{A7FCECF8-1E86-8FF4-BE5C-4DFF97A13B2B}"/>
              </a:ext>
            </a:extLst>
          </p:cNvPr>
          <p:cNvSpPr txBox="1"/>
          <p:nvPr/>
        </p:nvSpPr>
        <p:spPr>
          <a:xfrm>
            <a:off x="4539490" y="3582825"/>
            <a:ext cx="365760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97" name="TextBox 96">
            <a:extLst>
              <a:ext uri="{FF2B5EF4-FFF2-40B4-BE49-F238E27FC236}">
                <a16:creationId xmlns:a16="http://schemas.microsoft.com/office/drawing/2014/main" id="{32C1F0CF-0D6C-3FC3-E08E-F1597F75B473}"/>
              </a:ext>
            </a:extLst>
          </p:cNvPr>
          <p:cNvSpPr txBox="1"/>
          <p:nvPr/>
        </p:nvSpPr>
        <p:spPr>
          <a:xfrm>
            <a:off x="3762561" y="4170416"/>
            <a:ext cx="1147666"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Lower of the two</a:t>
            </a:r>
          </a:p>
        </p:txBody>
      </p:sp>
      <p:sp>
        <p:nvSpPr>
          <p:cNvPr id="102" name="Rectangle 101">
            <a:extLst>
              <a:ext uri="{FF2B5EF4-FFF2-40B4-BE49-F238E27FC236}">
                <a16:creationId xmlns:a16="http://schemas.microsoft.com/office/drawing/2014/main" id="{1484745A-73BB-28A2-527E-C4DFAC20EBC7}"/>
              </a:ext>
            </a:extLst>
          </p:cNvPr>
          <p:cNvSpPr/>
          <p:nvPr/>
        </p:nvSpPr>
        <p:spPr>
          <a:xfrm>
            <a:off x="556974" y="4594250"/>
            <a:ext cx="7560000" cy="1938435"/>
          </a:xfrm>
          <a:prstGeom prst="rect">
            <a:avLst/>
          </a:prstGeom>
          <a:solidFill>
            <a:schemeClr val="bg1"/>
          </a:solid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DE33B87F-6A83-905D-F21E-423E57BFCD03}"/>
              </a:ext>
            </a:extLst>
          </p:cNvPr>
          <p:cNvSpPr/>
          <p:nvPr/>
        </p:nvSpPr>
        <p:spPr>
          <a:xfrm>
            <a:off x="648410" y="4704242"/>
            <a:ext cx="7363252" cy="182881"/>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Total scans that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Arial" panose="020B0604020202020204" pitchFamily="34" charset="0"/>
              </a:rPr>
              <a:t>OC</a:t>
            </a: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 can realistically do</a:t>
            </a:r>
          </a:p>
        </p:txBody>
      </p:sp>
      <p:sp>
        <p:nvSpPr>
          <p:cNvPr id="82" name="Rectangle 81">
            <a:extLst>
              <a:ext uri="{FF2B5EF4-FFF2-40B4-BE49-F238E27FC236}">
                <a16:creationId xmlns:a16="http://schemas.microsoft.com/office/drawing/2014/main" id="{828C706C-372E-338F-5E07-BA99ED072DC7}"/>
              </a:ext>
            </a:extLst>
          </p:cNvPr>
          <p:cNvSpPr/>
          <p:nvPr/>
        </p:nvSpPr>
        <p:spPr>
          <a:xfrm>
            <a:off x="648410" y="5096938"/>
            <a:ext cx="7363252" cy="182881"/>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Average price per scan adjusted for inflation</a:t>
            </a:r>
          </a:p>
        </p:txBody>
      </p:sp>
      <p:sp>
        <p:nvSpPr>
          <p:cNvPr id="83" name="Rectangle 82">
            <a:extLst>
              <a:ext uri="{FF2B5EF4-FFF2-40B4-BE49-F238E27FC236}">
                <a16:creationId xmlns:a16="http://schemas.microsoft.com/office/drawing/2014/main" id="{5C7D1B13-1BFC-5ED3-40C3-62A4471B0C85}"/>
              </a:ext>
            </a:extLst>
          </p:cNvPr>
          <p:cNvSpPr/>
          <p:nvPr/>
        </p:nvSpPr>
        <p:spPr>
          <a:xfrm>
            <a:off x="648410" y="5493772"/>
            <a:ext cx="7363252" cy="182881"/>
          </a:xfrm>
          <a:prstGeom prst="rect">
            <a:avLst/>
          </a:prstGeom>
          <a:solidFill>
            <a:srgbClr val="04748A"/>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chemeClr val="bg1"/>
                </a:solidFill>
                <a:effectLst/>
                <a:uLnTx/>
                <a:uFillTx/>
                <a:latin typeface="Calibri" panose="020F0502020204030204"/>
                <a:ea typeface="+mn-ea"/>
                <a:cs typeface="Arial" panose="020B0604020202020204" pitchFamily="34" charset="0"/>
              </a:rPr>
              <a:t>Revenue that can be obtained</a:t>
            </a:r>
          </a:p>
        </p:txBody>
      </p:sp>
      <p:sp>
        <p:nvSpPr>
          <p:cNvPr id="84" name="Rectangle 83">
            <a:extLst>
              <a:ext uri="{FF2B5EF4-FFF2-40B4-BE49-F238E27FC236}">
                <a16:creationId xmlns:a16="http://schemas.microsoft.com/office/drawing/2014/main" id="{49A70D0D-B026-3818-025C-EEAF6F534FFA}"/>
              </a:ext>
            </a:extLst>
          </p:cNvPr>
          <p:cNvSpPr/>
          <p:nvPr/>
        </p:nvSpPr>
        <p:spPr>
          <a:xfrm>
            <a:off x="648410" y="5886468"/>
            <a:ext cx="7363252" cy="182881"/>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Net profit margin</a:t>
            </a:r>
          </a:p>
        </p:txBody>
      </p:sp>
      <p:sp>
        <p:nvSpPr>
          <p:cNvPr id="85" name="Rectangle 84">
            <a:extLst>
              <a:ext uri="{FF2B5EF4-FFF2-40B4-BE49-F238E27FC236}">
                <a16:creationId xmlns:a16="http://schemas.microsoft.com/office/drawing/2014/main" id="{636B9A6C-8365-0D81-3393-F987BA97D64D}"/>
              </a:ext>
            </a:extLst>
          </p:cNvPr>
          <p:cNvSpPr/>
          <p:nvPr/>
        </p:nvSpPr>
        <p:spPr>
          <a:xfrm>
            <a:off x="648410" y="6208658"/>
            <a:ext cx="7363252" cy="249382"/>
          </a:xfrm>
          <a:prstGeom prst="rect">
            <a:avLst/>
          </a:prstGeom>
          <a:solidFill>
            <a:srgbClr val="04748A"/>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chemeClr val="bg1"/>
                </a:solidFill>
                <a:effectLst/>
                <a:uLnTx/>
                <a:uFillTx/>
                <a:latin typeface="Calibri" panose="020F0502020204030204"/>
                <a:ea typeface="+mn-ea"/>
                <a:cs typeface="Arial" panose="020B0604020202020204" pitchFamily="34" charset="0"/>
              </a:rPr>
              <a:t>Net Income that can be obtained</a:t>
            </a:r>
          </a:p>
        </p:txBody>
      </p:sp>
      <p:sp>
        <p:nvSpPr>
          <p:cNvPr id="87" name="TextBox 86">
            <a:extLst>
              <a:ext uri="{FF2B5EF4-FFF2-40B4-BE49-F238E27FC236}">
                <a16:creationId xmlns:a16="http://schemas.microsoft.com/office/drawing/2014/main" id="{69ED8A55-FA61-32F2-4E42-76B657CA730B}"/>
              </a:ext>
            </a:extLst>
          </p:cNvPr>
          <p:cNvSpPr txBox="1"/>
          <p:nvPr/>
        </p:nvSpPr>
        <p:spPr>
          <a:xfrm>
            <a:off x="4238037" y="4861226"/>
            <a:ext cx="183999" cy="2616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p>
        </p:txBody>
      </p:sp>
      <p:sp>
        <p:nvSpPr>
          <p:cNvPr id="88" name="TextBox 87">
            <a:extLst>
              <a:ext uri="{FF2B5EF4-FFF2-40B4-BE49-F238E27FC236}">
                <a16:creationId xmlns:a16="http://schemas.microsoft.com/office/drawing/2014/main" id="{A1D1C147-9081-5BCE-14A9-2C396610D0E4}"/>
              </a:ext>
            </a:extLst>
          </p:cNvPr>
          <p:cNvSpPr txBox="1"/>
          <p:nvPr/>
        </p:nvSpPr>
        <p:spPr>
          <a:xfrm>
            <a:off x="4238037" y="5650756"/>
            <a:ext cx="183999" cy="2616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p>
        </p:txBody>
      </p:sp>
      <p:sp>
        <p:nvSpPr>
          <p:cNvPr id="92" name="TextBox 91">
            <a:extLst>
              <a:ext uri="{FF2B5EF4-FFF2-40B4-BE49-F238E27FC236}">
                <a16:creationId xmlns:a16="http://schemas.microsoft.com/office/drawing/2014/main" id="{A80CFDE3-0318-41F9-9311-5882564785F6}"/>
              </a:ext>
            </a:extLst>
          </p:cNvPr>
          <p:cNvSpPr txBox="1"/>
          <p:nvPr/>
        </p:nvSpPr>
        <p:spPr>
          <a:xfrm>
            <a:off x="4238037" y="6008199"/>
            <a:ext cx="183999" cy="2616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93" name="TextBox 92">
            <a:extLst>
              <a:ext uri="{FF2B5EF4-FFF2-40B4-BE49-F238E27FC236}">
                <a16:creationId xmlns:a16="http://schemas.microsoft.com/office/drawing/2014/main" id="{14EADAE5-2944-1E99-57B8-B5DE5B3AB4CF}"/>
              </a:ext>
            </a:extLst>
          </p:cNvPr>
          <p:cNvSpPr txBox="1"/>
          <p:nvPr/>
        </p:nvSpPr>
        <p:spPr>
          <a:xfrm>
            <a:off x="4238037" y="5255991"/>
            <a:ext cx="183999" cy="2616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98" name="TextBox 97">
            <a:extLst>
              <a:ext uri="{FF2B5EF4-FFF2-40B4-BE49-F238E27FC236}">
                <a16:creationId xmlns:a16="http://schemas.microsoft.com/office/drawing/2014/main" id="{1CD28358-30AE-90AF-D155-1E4A0AF1823D}"/>
              </a:ext>
            </a:extLst>
          </p:cNvPr>
          <p:cNvSpPr txBox="1"/>
          <p:nvPr/>
        </p:nvSpPr>
        <p:spPr>
          <a:xfrm>
            <a:off x="4244395" y="4322794"/>
            <a:ext cx="183999" cy="25035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7" name="TextBox 6">
            <a:extLst>
              <a:ext uri="{FF2B5EF4-FFF2-40B4-BE49-F238E27FC236}">
                <a16:creationId xmlns:a16="http://schemas.microsoft.com/office/drawing/2014/main" id="{1E8519AD-765B-134E-B227-95887DBDD108}"/>
              </a:ext>
            </a:extLst>
          </p:cNvPr>
          <p:cNvSpPr txBox="1"/>
          <p:nvPr/>
        </p:nvSpPr>
        <p:spPr>
          <a:xfrm>
            <a:off x="8472793" y="1258291"/>
            <a:ext cx="928077"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254061"/>
                </a:solidFill>
                <a:effectLst/>
                <a:uLnTx/>
                <a:uFillTx/>
                <a:latin typeface="Calibri" panose="020F0502020204030204"/>
                <a:ea typeface="+mn-ea"/>
                <a:cs typeface="Arial" panose="020B0604020202020204" pitchFamily="34" charset="0"/>
              </a:rPr>
              <a:t>Details</a:t>
            </a:r>
          </a:p>
        </p:txBody>
      </p:sp>
      <p:sp>
        <p:nvSpPr>
          <p:cNvPr id="9" name="Rectangle 8">
            <a:extLst>
              <a:ext uri="{FF2B5EF4-FFF2-40B4-BE49-F238E27FC236}">
                <a16:creationId xmlns:a16="http://schemas.microsoft.com/office/drawing/2014/main" id="{B1E61314-F2D1-EFF7-F989-0548E6A30969}"/>
              </a:ext>
            </a:extLst>
          </p:cNvPr>
          <p:cNvSpPr/>
          <p:nvPr/>
        </p:nvSpPr>
        <p:spPr>
          <a:xfrm>
            <a:off x="8433342" y="1619171"/>
            <a:ext cx="3483582" cy="846978"/>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Number of scans performed in the private sector — Baseline national volumes from market reports/operating model, used as starting point.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1" u="none" strike="noStrike" kern="1200" cap="none" spc="0" normalizeH="0" baseline="0" noProof="0">
              <a:ln>
                <a:noFill/>
              </a:ln>
              <a:solidFill>
                <a:srgbClr val="000000"/>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Daily hours available — Operational inputs from </a:t>
            </a:r>
            <a:r>
              <a:rPr kumimoji="0" lang="en-US" sz="900" b="0" i="1" u="none" strike="noStrike" kern="1200" cap="none" spc="0" normalizeH="0" baseline="0" noProof="0" err="1">
                <a:ln>
                  <a:noFill/>
                </a:ln>
                <a:solidFill>
                  <a:srgbClr val="000000"/>
                </a:solidFill>
                <a:effectLst/>
                <a:uLnTx/>
                <a:uFillTx/>
                <a:latin typeface="Calibri" panose="020F0502020204030204"/>
                <a:ea typeface="+mn-ea"/>
                <a:cs typeface="+mn-cs"/>
              </a:rPr>
              <a:t>Oncoclínicas</a:t>
            </a: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 on machine/department working hours.</a:t>
            </a:r>
          </a:p>
        </p:txBody>
      </p:sp>
      <p:sp>
        <p:nvSpPr>
          <p:cNvPr id="10" name="Rectangle 9">
            <a:extLst>
              <a:ext uri="{FF2B5EF4-FFF2-40B4-BE49-F238E27FC236}">
                <a16:creationId xmlns:a16="http://schemas.microsoft.com/office/drawing/2014/main" id="{CFBC58B9-AFB9-96EE-8508-EB0F45D97CFE}"/>
              </a:ext>
            </a:extLst>
          </p:cNvPr>
          <p:cNvSpPr/>
          <p:nvPr/>
        </p:nvSpPr>
        <p:spPr>
          <a:xfrm>
            <a:off x="8433342" y="2167794"/>
            <a:ext cx="3483582" cy="296860"/>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000" b="0" i="1"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D12AF095-7934-C1DC-C5FB-1C9D6E9CAE85}"/>
              </a:ext>
            </a:extLst>
          </p:cNvPr>
          <p:cNvSpPr/>
          <p:nvPr/>
        </p:nvSpPr>
        <p:spPr>
          <a:xfrm>
            <a:off x="8433342" y="5776535"/>
            <a:ext cx="3483582" cy="235254"/>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1"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1799EF89-1886-EF04-5837-48DF0710435A}"/>
              </a:ext>
            </a:extLst>
          </p:cNvPr>
          <p:cNvSpPr/>
          <p:nvPr/>
        </p:nvSpPr>
        <p:spPr>
          <a:xfrm>
            <a:off x="8433342" y="1920347"/>
            <a:ext cx="3483582" cy="296860"/>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800" b="0" i="1"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BBB117CC-0CB8-17B5-8883-44E4DAB99FB7}"/>
              </a:ext>
            </a:extLst>
          </p:cNvPr>
          <p:cNvSpPr/>
          <p:nvPr/>
        </p:nvSpPr>
        <p:spPr>
          <a:xfrm>
            <a:off x="8433342" y="2527926"/>
            <a:ext cx="3483582" cy="395121"/>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Total annual hours — Daily hours × 19 working days/month × 12 months.</a:t>
            </a:r>
          </a:p>
        </p:txBody>
      </p:sp>
      <p:sp>
        <p:nvSpPr>
          <p:cNvPr id="19" name="Rectangle 18">
            <a:extLst>
              <a:ext uri="{FF2B5EF4-FFF2-40B4-BE49-F238E27FC236}">
                <a16:creationId xmlns:a16="http://schemas.microsoft.com/office/drawing/2014/main" id="{50F3604B-6A7D-0388-A607-20B885DC859A}"/>
              </a:ext>
            </a:extLst>
          </p:cNvPr>
          <p:cNvSpPr/>
          <p:nvPr/>
        </p:nvSpPr>
        <p:spPr>
          <a:xfrm>
            <a:off x="8433342" y="3004619"/>
            <a:ext cx="3483582" cy="769980"/>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Market share for a new player — Assumed achievable ~5% by Year 3, based on expert input and market benchmarks.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1" u="none" strike="noStrike" kern="1200" cap="none" spc="0" normalizeH="0" baseline="0" noProof="0">
              <a:ln>
                <a:noFill/>
              </a:ln>
              <a:solidFill>
                <a:srgbClr val="000000"/>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Hours available for non-oncology scans — Annual hours × utilization rate reserved for non-oncology use.</a:t>
            </a:r>
          </a:p>
        </p:txBody>
      </p:sp>
      <p:sp>
        <p:nvSpPr>
          <p:cNvPr id="20" name="Rectangle 19">
            <a:extLst>
              <a:ext uri="{FF2B5EF4-FFF2-40B4-BE49-F238E27FC236}">
                <a16:creationId xmlns:a16="http://schemas.microsoft.com/office/drawing/2014/main" id="{AA34E623-3F17-5F01-23AE-27D402502637}"/>
              </a:ext>
            </a:extLst>
          </p:cNvPr>
          <p:cNvSpPr/>
          <p:nvPr/>
        </p:nvSpPr>
        <p:spPr>
          <a:xfrm>
            <a:off x="8433342" y="3885005"/>
            <a:ext cx="3483582" cy="359201"/>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Number of scans required to meet target share — Derived from Riyadh’s private-sector scan base × market share.</a:t>
            </a:r>
          </a:p>
        </p:txBody>
      </p:sp>
      <p:sp>
        <p:nvSpPr>
          <p:cNvPr id="21" name="Rectangle 20">
            <a:extLst>
              <a:ext uri="{FF2B5EF4-FFF2-40B4-BE49-F238E27FC236}">
                <a16:creationId xmlns:a16="http://schemas.microsoft.com/office/drawing/2014/main" id="{15E5C6B6-4070-71F9-AD09-7423906A9DB2}"/>
              </a:ext>
            </a:extLst>
          </p:cNvPr>
          <p:cNvSpPr/>
          <p:nvPr/>
        </p:nvSpPr>
        <p:spPr>
          <a:xfrm>
            <a:off x="8433342" y="4597269"/>
            <a:ext cx="3483582" cy="395121"/>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Realistic scan volume — Chosen as the lower of scans required to meet market share and scans possible within available capacity</a:t>
            </a:r>
          </a:p>
        </p:txBody>
      </p:sp>
      <p:sp>
        <p:nvSpPr>
          <p:cNvPr id="22" name="Rectangle 21">
            <a:extLst>
              <a:ext uri="{FF2B5EF4-FFF2-40B4-BE49-F238E27FC236}">
                <a16:creationId xmlns:a16="http://schemas.microsoft.com/office/drawing/2014/main" id="{02B69392-E19D-2B95-D497-6F967DCF5D15}"/>
              </a:ext>
            </a:extLst>
          </p:cNvPr>
          <p:cNvSpPr/>
          <p:nvPr/>
        </p:nvSpPr>
        <p:spPr>
          <a:xfrm>
            <a:off x="8433342" y="5775588"/>
            <a:ext cx="3483582" cy="395121"/>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1" u="none" strike="noStrike" kern="1200" cap="none" spc="0" normalizeH="0" baseline="0" noProof="0">
              <a:ln>
                <a:noFill/>
              </a:ln>
              <a:solidFill>
                <a:srgbClr val="000000"/>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Net profit margin — Assumed ~10-15% per scan (expert input).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900" b="0" i="1"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 name="Slide Number Placeholder 1">
            <a:extLst>
              <a:ext uri="{FF2B5EF4-FFF2-40B4-BE49-F238E27FC236}">
                <a16:creationId xmlns:a16="http://schemas.microsoft.com/office/drawing/2014/main" id="{271B9184-F37F-4BB8-CB1A-0388B7559F6B}"/>
              </a:ext>
            </a:extLst>
          </p:cNvPr>
          <p:cNvSpPr>
            <a:spLocks noGrp="1"/>
          </p:cNvSpPr>
          <p:nvPr>
            <p:ph type="sldNum" sz="quarter" idx="4"/>
          </p:nvPr>
        </p:nvSpPr>
        <p:spPr/>
        <p:txBody>
          <a:bodyPr/>
          <a:lstStyle/>
          <a:p>
            <a:fld id="{9B14BDE4-840A-4586-B946-2B3474FE743E}" type="slidenum">
              <a:rPr lang="en-US" smtClean="0"/>
              <a:pPr/>
              <a:t>68</a:t>
            </a:fld>
            <a:endParaRPr lang="en-US"/>
          </a:p>
        </p:txBody>
      </p:sp>
      <p:sp>
        <p:nvSpPr>
          <p:cNvPr id="4" name="Line 15">
            <a:extLst>
              <a:ext uri="{FF2B5EF4-FFF2-40B4-BE49-F238E27FC236}">
                <a16:creationId xmlns:a16="http://schemas.microsoft.com/office/drawing/2014/main" id="{0AC2CBB8-ACEB-2969-591F-77C683DE0B3E}"/>
              </a:ext>
            </a:extLst>
          </p:cNvPr>
          <p:cNvSpPr>
            <a:spLocks noChangeShapeType="1"/>
          </p:cNvSpPr>
          <p:nvPr>
            <p:custDataLst>
              <p:tags r:id="rId2"/>
            </p:custDataLst>
          </p:nvPr>
        </p:nvSpPr>
        <p:spPr bwMode="auto">
          <a:xfrm rot="5400000">
            <a:off x="3146526" y="2893773"/>
            <a:ext cx="2364408"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2. Slide Title">
            <a:extLst>
              <a:ext uri="{FF2B5EF4-FFF2-40B4-BE49-F238E27FC236}">
                <a16:creationId xmlns:a16="http://schemas.microsoft.com/office/drawing/2014/main" id="{09637C78-F111-C168-2AFE-5EA66283A55E}"/>
              </a:ext>
            </a:extLst>
          </p:cNvPr>
          <p:cNvSpPr txBox="1">
            <a:spLocks/>
          </p:cNvSpPr>
          <p:nvPr>
            <p:custDataLst>
              <p:tags r:id="rId3"/>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b="0" dirty="0">
                <a:solidFill>
                  <a:srgbClr val="0A0A0A"/>
                </a:solidFill>
                <a:latin typeface="Georgia" panose="02040502050405020303" pitchFamily="18" charset="0"/>
                <a:cs typeface="Arial" panose="020B0604020202020204" pitchFamily="34" charset="0"/>
              </a:rPr>
              <a:t>Non-Oncology Diagnostics</a:t>
            </a:r>
            <a:endPar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8" name="Line 15">
            <a:extLst>
              <a:ext uri="{FF2B5EF4-FFF2-40B4-BE49-F238E27FC236}">
                <a16:creationId xmlns:a16="http://schemas.microsoft.com/office/drawing/2014/main" id="{60991DB4-D271-D41C-5C08-030837B058AC}"/>
              </a:ext>
            </a:extLst>
          </p:cNvPr>
          <p:cNvSpPr>
            <a:spLocks noChangeShapeType="1"/>
          </p:cNvSpPr>
          <p:nvPr>
            <p:custDataLst>
              <p:tags r:id="rId4"/>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9815751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E4A668-30EA-93E4-5D13-D3B5D9955909}"/>
            </a:ext>
          </a:extLst>
        </p:cNvPr>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D2811C09-DEC1-0C8F-4F37-D06CCA056B9C}"/>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395" imgH="396" progId="TCLayout.ActiveDocument.1">
                  <p:embed/>
                </p:oleObj>
              </mc:Choice>
              <mc:Fallback>
                <p:oleObj name="think-cell Slide" r:id="rId6" imgW="395" imgH="396" progId="TCLayout.ActiveDocument.1">
                  <p:embed/>
                  <p:pic>
                    <p:nvPicPr>
                      <p:cNvPr id="5" name="think-cell data - do not delete" hidden="1">
                        <a:extLst>
                          <a:ext uri="{FF2B5EF4-FFF2-40B4-BE49-F238E27FC236}">
                            <a16:creationId xmlns:a16="http://schemas.microsoft.com/office/drawing/2014/main" id="{D2811C09-DEC1-0C8F-4F37-D06CCA056B9C}"/>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8" name="Espaço Reservado para Número de Slide 5">
            <a:extLst>
              <a:ext uri="{FF2B5EF4-FFF2-40B4-BE49-F238E27FC236}">
                <a16:creationId xmlns:a16="http://schemas.microsoft.com/office/drawing/2014/main" id="{9C7EEFA0-78BD-B39D-CB9C-E636576FB73E}"/>
              </a:ext>
            </a:extLst>
          </p:cNvPr>
          <p:cNvSpPr txBox="1">
            <a:spLocks/>
          </p:cNvSpPr>
          <p:nvPr/>
        </p:nvSpPr>
        <p:spPr>
          <a:xfrm>
            <a:off x="9031941"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14BDE4-840A-4586-B946-2B3474FE743E}" type="slidenum">
              <a:rPr kumimoji="0" lang="en-US" sz="1200" b="0" i="0" u="none" strike="noStrike" kern="1200" cap="none" spc="0" normalizeH="0" baseline="0" noProof="0" smtClean="0">
                <a:ln>
                  <a:noFill/>
                </a:ln>
                <a:solidFill>
                  <a:srgbClr val="2C3846">
                    <a:tint val="75000"/>
                  </a:srgbClr>
                </a:solidFill>
                <a:effectLst/>
                <a:uLnTx/>
                <a:uFillTx/>
                <a:latin typeface="Calibri" panose="020F0502020204030204"/>
                <a:ea typeface="Calibri" panose="020F0502020204030204" pitchFamily="34" charset="0"/>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srgbClr val="2C3846">
                  <a:tint val="75000"/>
                </a:srgbClr>
              </a:solidFill>
              <a:effectLst/>
              <a:uLnTx/>
              <a:uFillTx/>
              <a:latin typeface="Calibri" panose="020F0502020204030204"/>
              <a:ea typeface="Calibri" panose="020F0502020204030204" pitchFamily="34" charset="0"/>
              <a:cs typeface="Calibri" panose="020F0502020204030204" pitchFamily="34" charset="0"/>
              <a:sym typeface="Calibri" panose="020F0502020204030204" pitchFamily="34" charset="0"/>
            </a:endParaRPr>
          </a:p>
        </p:txBody>
      </p:sp>
      <p:grpSp>
        <p:nvGrpSpPr>
          <p:cNvPr id="39" name="Group 38">
            <a:extLst>
              <a:ext uri="{FF2B5EF4-FFF2-40B4-BE49-F238E27FC236}">
                <a16:creationId xmlns:a16="http://schemas.microsoft.com/office/drawing/2014/main" id="{0837D23C-12B3-492C-BE02-E26DDB926D4C}"/>
              </a:ext>
            </a:extLst>
          </p:cNvPr>
          <p:cNvGrpSpPr/>
          <p:nvPr/>
        </p:nvGrpSpPr>
        <p:grpSpPr>
          <a:xfrm>
            <a:off x="-897410" y="279546"/>
            <a:ext cx="338328" cy="3872943"/>
            <a:chOff x="-460920" y="279546"/>
            <a:chExt cx="338328" cy="3872943"/>
          </a:xfrm>
        </p:grpSpPr>
        <p:sp>
          <p:nvSpPr>
            <p:cNvPr id="40" name="Google Shape;139;p2">
              <a:extLst>
                <a:ext uri="{FF2B5EF4-FFF2-40B4-BE49-F238E27FC236}">
                  <a16:creationId xmlns:a16="http://schemas.microsoft.com/office/drawing/2014/main" id="{BEF6EDC0-F8E6-4F20-DC23-E4289C960D3A}"/>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1" name="Google Shape;140;p2">
              <a:extLst>
                <a:ext uri="{FF2B5EF4-FFF2-40B4-BE49-F238E27FC236}">
                  <a16:creationId xmlns:a16="http://schemas.microsoft.com/office/drawing/2014/main" id="{52BED182-A866-7EE9-1EAB-E3EA69444999}"/>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2" name="Google Shape;141;p2">
              <a:extLst>
                <a:ext uri="{FF2B5EF4-FFF2-40B4-BE49-F238E27FC236}">
                  <a16:creationId xmlns:a16="http://schemas.microsoft.com/office/drawing/2014/main" id="{7BE10925-FE06-A339-D2BF-F25BBDB4628F}"/>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3" name="Google Shape;142;p2">
              <a:extLst>
                <a:ext uri="{FF2B5EF4-FFF2-40B4-BE49-F238E27FC236}">
                  <a16:creationId xmlns:a16="http://schemas.microsoft.com/office/drawing/2014/main" id="{0694DD54-95DB-C154-E0C9-1537555E1B40}"/>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4" name="Google Shape;143;p2">
              <a:extLst>
                <a:ext uri="{FF2B5EF4-FFF2-40B4-BE49-F238E27FC236}">
                  <a16:creationId xmlns:a16="http://schemas.microsoft.com/office/drawing/2014/main" id="{FCA88E7E-9C39-84A4-F477-615416F11CDA}"/>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5" name="Google Shape;147;p2">
              <a:extLst>
                <a:ext uri="{FF2B5EF4-FFF2-40B4-BE49-F238E27FC236}">
                  <a16:creationId xmlns:a16="http://schemas.microsoft.com/office/drawing/2014/main" id="{362A6EC7-9BA2-48EB-D263-8043B940E684}"/>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6" name="Google Shape;151;p2">
              <a:extLst>
                <a:ext uri="{FF2B5EF4-FFF2-40B4-BE49-F238E27FC236}">
                  <a16:creationId xmlns:a16="http://schemas.microsoft.com/office/drawing/2014/main" id="{5195770A-642E-CF5B-D7C0-DBD0289AB745}"/>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7" name="Google Shape;147;p2">
              <a:extLst>
                <a:ext uri="{FF2B5EF4-FFF2-40B4-BE49-F238E27FC236}">
                  <a16:creationId xmlns:a16="http://schemas.microsoft.com/office/drawing/2014/main" id="{5A176D03-4115-D71F-8B2E-CC35EDA7DCC3}"/>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51" name="TextBox 50">
            <a:extLst>
              <a:ext uri="{FF2B5EF4-FFF2-40B4-BE49-F238E27FC236}">
                <a16:creationId xmlns:a16="http://schemas.microsoft.com/office/drawing/2014/main" id="{6C5B00E6-A5E8-1F8D-6D37-FA8B9349F319}"/>
              </a:ext>
            </a:extLst>
          </p:cNvPr>
          <p:cNvSpPr txBox="1"/>
          <p:nvPr/>
        </p:nvSpPr>
        <p:spPr>
          <a:xfrm>
            <a:off x="615368" y="1182091"/>
            <a:ext cx="63754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254061"/>
                </a:solidFill>
                <a:effectLst/>
                <a:uLnTx/>
                <a:uFillTx/>
                <a:latin typeface="Calibri" panose="020F0502020204030204"/>
                <a:ea typeface="+mn-ea"/>
                <a:cs typeface="Arial" panose="020B0604020202020204" pitchFamily="34" charset="0"/>
              </a:rPr>
              <a:t>Approach &amp; Methodology</a:t>
            </a:r>
          </a:p>
        </p:txBody>
      </p:sp>
      <p:sp>
        <p:nvSpPr>
          <p:cNvPr id="56" name="Rectangle 55">
            <a:extLst>
              <a:ext uri="{FF2B5EF4-FFF2-40B4-BE49-F238E27FC236}">
                <a16:creationId xmlns:a16="http://schemas.microsoft.com/office/drawing/2014/main" id="{76563F0F-83A6-FB74-0731-76A725B71C39}"/>
              </a:ext>
            </a:extLst>
          </p:cNvPr>
          <p:cNvSpPr/>
          <p:nvPr/>
        </p:nvSpPr>
        <p:spPr>
          <a:xfrm>
            <a:off x="592382" y="3690692"/>
            <a:ext cx="3406623" cy="23040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i="0" u="none" strike="noStrike" kern="1200" cap="none" spc="0" normalizeH="0" baseline="0" noProof="0">
                <a:ln>
                  <a:noFill/>
                </a:ln>
                <a:solidFill>
                  <a:schemeClr val="tx1"/>
                </a:solidFill>
                <a:effectLst/>
                <a:uLnTx/>
                <a:uFillTx/>
                <a:latin typeface="Calibri" panose="020F0502020204030204"/>
                <a:ea typeface="+mn-ea"/>
                <a:cs typeface="Arial" panose="020B0604020202020204" pitchFamily="34" charset="0"/>
              </a:rPr>
              <a:t>Revenue target to achieve market share</a:t>
            </a:r>
          </a:p>
        </p:txBody>
      </p:sp>
      <p:sp>
        <p:nvSpPr>
          <p:cNvPr id="61" name="TextBox 60">
            <a:extLst>
              <a:ext uri="{FF2B5EF4-FFF2-40B4-BE49-F238E27FC236}">
                <a16:creationId xmlns:a16="http://schemas.microsoft.com/office/drawing/2014/main" id="{E084D12B-FDD0-5729-F81D-2C061FBA6A80}"/>
              </a:ext>
            </a:extLst>
          </p:cNvPr>
          <p:cNvSpPr txBox="1"/>
          <p:nvPr/>
        </p:nvSpPr>
        <p:spPr>
          <a:xfrm>
            <a:off x="2189298" y="3477462"/>
            <a:ext cx="21279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62" name="Rectangle 61">
            <a:extLst>
              <a:ext uri="{FF2B5EF4-FFF2-40B4-BE49-F238E27FC236}">
                <a16:creationId xmlns:a16="http://schemas.microsoft.com/office/drawing/2014/main" id="{1FE6DD35-12B5-5093-65C2-3602D679AA74}"/>
              </a:ext>
            </a:extLst>
          </p:cNvPr>
          <p:cNvSpPr/>
          <p:nvPr/>
        </p:nvSpPr>
        <p:spPr>
          <a:xfrm>
            <a:off x="592893" y="2046008"/>
            <a:ext cx="3405600" cy="23040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Riyadh population as a % of KSA</a:t>
            </a:r>
          </a:p>
        </p:txBody>
      </p:sp>
      <p:sp>
        <p:nvSpPr>
          <p:cNvPr id="63" name="Rectangle 62">
            <a:extLst>
              <a:ext uri="{FF2B5EF4-FFF2-40B4-BE49-F238E27FC236}">
                <a16:creationId xmlns:a16="http://schemas.microsoft.com/office/drawing/2014/main" id="{9A43EE26-1181-681C-E1A0-C2F05EC868B1}"/>
              </a:ext>
            </a:extLst>
          </p:cNvPr>
          <p:cNvSpPr/>
          <p:nvPr/>
        </p:nvSpPr>
        <p:spPr>
          <a:xfrm>
            <a:off x="592893" y="1635369"/>
            <a:ext cx="3405600" cy="23040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KSA non-oncology infusions market - primary research</a:t>
            </a:r>
          </a:p>
        </p:txBody>
      </p:sp>
      <p:sp>
        <p:nvSpPr>
          <p:cNvPr id="64" name="Rectangle 63">
            <a:extLst>
              <a:ext uri="{FF2B5EF4-FFF2-40B4-BE49-F238E27FC236}">
                <a16:creationId xmlns:a16="http://schemas.microsoft.com/office/drawing/2014/main" id="{794374C1-03FD-C64D-C086-F38FBB4DF112}"/>
              </a:ext>
            </a:extLst>
          </p:cNvPr>
          <p:cNvSpPr/>
          <p:nvPr/>
        </p:nvSpPr>
        <p:spPr>
          <a:xfrm>
            <a:off x="592893" y="2458775"/>
            <a:ext cx="3405600" cy="23040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i="0" u="none" strike="noStrike" kern="1200" cap="none" spc="0" normalizeH="0" baseline="0" noProof="0">
                <a:ln>
                  <a:noFill/>
                </a:ln>
                <a:solidFill>
                  <a:schemeClr val="tx1"/>
                </a:solidFill>
                <a:effectLst/>
                <a:uLnTx/>
                <a:uFillTx/>
                <a:latin typeface="Calibri" panose="020F0502020204030204"/>
                <a:ea typeface="+mn-ea"/>
                <a:cs typeface="Arial" panose="020B0604020202020204" pitchFamily="34" charset="0"/>
              </a:rPr>
              <a:t>Riyadh total non-oncology infusions market size</a:t>
            </a:r>
          </a:p>
        </p:txBody>
      </p:sp>
      <p:sp>
        <p:nvSpPr>
          <p:cNvPr id="65" name="TextBox 64">
            <a:extLst>
              <a:ext uri="{FF2B5EF4-FFF2-40B4-BE49-F238E27FC236}">
                <a16:creationId xmlns:a16="http://schemas.microsoft.com/office/drawing/2014/main" id="{727447E4-1D14-BF6A-3883-2777E29A9A44}"/>
              </a:ext>
            </a:extLst>
          </p:cNvPr>
          <p:cNvSpPr txBox="1"/>
          <p:nvPr/>
        </p:nvSpPr>
        <p:spPr>
          <a:xfrm>
            <a:off x="2199064" y="1832778"/>
            <a:ext cx="193259"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p>
        </p:txBody>
      </p:sp>
      <p:sp>
        <p:nvSpPr>
          <p:cNvPr id="66" name="TextBox 65">
            <a:extLst>
              <a:ext uri="{FF2B5EF4-FFF2-40B4-BE49-F238E27FC236}">
                <a16:creationId xmlns:a16="http://schemas.microsoft.com/office/drawing/2014/main" id="{412EA374-0B49-9416-517A-15AFF9106995}"/>
              </a:ext>
            </a:extLst>
          </p:cNvPr>
          <p:cNvSpPr txBox="1"/>
          <p:nvPr/>
        </p:nvSpPr>
        <p:spPr>
          <a:xfrm>
            <a:off x="1735645" y="2243417"/>
            <a:ext cx="1120096" cy="24834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67" name="Rectangle 66">
            <a:extLst>
              <a:ext uri="{FF2B5EF4-FFF2-40B4-BE49-F238E27FC236}">
                <a16:creationId xmlns:a16="http://schemas.microsoft.com/office/drawing/2014/main" id="{1F06EACB-1C5A-EAFF-4E07-B5C0A61E43F5}"/>
              </a:ext>
            </a:extLst>
          </p:cNvPr>
          <p:cNvSpPr/>
          <p:nvPr/>
        </p:nvSpPr>
        <p:spPr>
          <a:xfrm>
            <a:off x="592893" y="2869414"/>
            <a:ext cx="3405600" cy="2304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Obtainable market (% middle class and above in KSA)</a:t>
            </a:r>
          </a:p>
        </p:txBody>
      </p:sp>
      <p:sp>
        <p:nvSpPr>
          <p:cNvPr id="76" name="TextBox 75">
            <a:extLst>
              <a:ext uri="{FF2B5EF4-FFF2-40B4-BE49-F238E27FC236}">
                <a16:creationId xmlns:a16="http://schemas.microsoft.com/office/drawing/2014/main" id="{8419905A-6D5B-221D-2D81-CFBE23A34FD6}"/>
              </a:ext>
            </a:extLst>
          </p:cNvPr>
          <p:cNvSpPr txBox="1"/>
          <p:nvPr/>
        </p:nvSpPr>
        <p:spPr>
          <a:xfrm>
            <a:off x="2133379" y="2656184"/>
            <a:ext cx="324628" cy="246221"/>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en-US" sz="1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108A53D1-1360-42AE-8C8F-846A8EB8ED16}"/>
              </a:ext>
            </a:extLst>
          </p:cNvPr>
          <p:cNvSpPr txBox="1"/>
          <p:nvPr/>
        </p:nvSpPr>
        <p:spPr>
          <a:xfrm>
            <a:off x="4539490" y="3937178"/>
            <a:ext cx="365760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a:solidFill>
                  <a:srgbClr val="002060"/>
                </a:solidFill>
                <a:latin typeface="Arial" panose="020B0604020202020204" pitchFamily="34" charset="0"/>
                <a:cs typeface="Arial" panose="020B0604020202020204" pitchFamily="34" charset="0"/>
              </a:rPr>
              <a:t>x</a:t>
            </a:r>
            <a:endPar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endParaRPr>
          </a:p>
        </p:txBody>
      </p:sp>
      <p:sp>
        <p:nvSpPr>
          <p:cNvPr id="60" name="TextBox 59">
            <a:extLst>
              <a:ext uri="{FF2B5EF4-FFF2-40B4-BE49-F238E27FC236}">
                <a16:creationId xmlns:a16="http://schemas.microsoft.com/office/drawing/2014/main" id="{3B0D5F81-3D0C-5AC5-5F56-3D75B084FE4F}"/>
              </a:ext>
            </a:extLst>
          </p:cNvPr>
          <p:cNvSpPr txBox="1"/>
          <p:nvPr/>
        </p:nvSpPr>
        <p:spPr>
          <a:xfrm>
            <a:off x="4539490" y="3100464"/>
            <a:ext cx="365760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p>
        </p:txBody>
      </p:sp>
      <p:sp>
        <p:nvSpPr>
          <p:cNvPr id="68" name="Rectangle 67">
            <a:extLst>
              <a:ext uri="{FF2B5EF4-FFF2-40B4-BE49-F238E27FC236}">
                <a16:creationId xmlns:a16="http://schemas.microsoft.com/office/drawing/2014/main" id="{6B816901-B904-88A0-9D54-90E68493F394}"/>
              </a:ext>
            </a:extLst>
          </p:cNvPr>
          <p:cNvSpPr/>
          <p:nvPr/>
        </p:nvSpPr>
        <p:spPr>
          <a:xfrm>
            <a:off x="4665490" y="2900096"/>
            <a:ext cx="3405600" cy="2286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Installed infusion capacity (No. of </a:t>
            </a:r>
            <a:r>
              <a:rPr kumimoji="0" lang="en-US" sz="1100" b="0" i="0" u="none" strike="noStrike" kern="1200" cap="none" spc="0" normalizeH="0" baseline="0" noProof="0" err="1">
                <a:ln>
                  <a:noFill/>
                </a:ln>
                <a:solidFill>
                  <a:srgbClr val="000000"/>
                </a:solidFill>
                <a:effectLst/>
                <a:uLnTx/>
                <a:uFillTx/>
                <a:latin typeface="Calibri" panose="020F0502020204030204"/>
                <a:ea typeface="+mn-ea"/>
                <a:cs typeface="Arial" panose="020B0604020202020204" pitchFamily="34" charset="0"/>
              </a:rPr>
              <a:t>onco</a:t>
            </a: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 sessions)</a:t>
            </a:r>
          </a:p>
        </p:txBody>
      </p:sp>
      <p:sp>
        <p:nvSpPr>
          <p:cNvPr id="77" name="Rectangle 76">
            <a:extLst>
              <a:ext uri="{FF2B5EF4-FFF2-40B4-BE49-F238E27FC236}">
                <a16:creationId xmlns:a16="http://schemas.microsoft.com/office/drawing/2014/main" id="{19815425-35A8-3F73-EBE7-7FF48DF1F824}"/>
              </a:ext>
            </a:extLst>
          </p:cNvPr>
          <p:cNvSpPr/>
          <p:nvPr/>
        </p:nvSpPr>
        <p:spPr>
          <a:xfrm>
            <a:off x="4665490" y="3318453"/>
            <a:ext cx="3405600" cy="2286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a:solidFill>
                  <a:srgbClr val="000000"/>
                </a:solidFill>
                <a:latin typeface="Calibri" panose="020F0502020204030204"/>
                <a:cs typeface="Arial" panose="020B0604020202020204" pitchFamily="34" charset="0"/>
              </a:rPr>
              <a:t>(1 - Capacity utilization % of oncology infusions)</a:t>
            </a:r>
            <a:endPar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endParaRPr>
          </a:p>
        </p:txBody>
      </p:sp>
      <p:sp>
        <p:nvSpPr>
          <p:cNvPr id="78" name="Rectangle 77">
            <a:extLst>
              <a:ext uri="{FF2B5EF4-FFF2-40B4-BE49-F238E27FC236}">
                <a16:creationId xmlns:a16="http://schemas.microsoft.com/office/drawing/2014/main" id="{6864412A-4FC4-AB21-3B1A-8D838CA992E5}"/>
              </a:ext>
            </a:extLst>
          </p:cNvPr>
          <p:cNvSpPr/>
          <p:nvPr/>
        </p:nvSpPr>
        <p:spPr>
          <a:xfrm>
            <a:off x="4665490" y="3736810"/>
            <a:ext cx="3405600" cy="2286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Spare capacity of </a:t>
            </a:r>
            <a:r>
              <a:rPr kumimoji="0" lang="en-US" sz="1100" b="0" i="0" u="none" strike="noStrike" kern="1200" cap="none" spc="0" normalizeH="0" baseline="0" noProof="0" err="1">
                <a:ln>
                  <a:noFill/>
                </a:ln>
                <a:solidFill>
                  <a:srgbClr val="000000"/>
                </a:solidFill>
                <a:effectLst/>
                <a:uLnTx/>
                <a:uFillTx/>
                <a:latin typeface="Calibri" panose="020F0502020204030204"/>
                <a:ea typeface="+mn-ea"/>
                <a:cs typeface="Arial" panose="020B0604020202020204" pitchFamily="34" charset="0"/>
              </a:rPr>
              <a:t>onco</a:t>
            </a: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 infusions</a:t>
            </a:r>
          </a:p>
        </p:txBody>
      </p:sp>
      <p:sp>
        <p:nvSpPr>
          <p:cNvPr id="79" name="Rectangle 78">
            <a:extLst>
              <a:ext uri="{FF2B5EF4-FFF2-40B4-BE49-F238E27FC236}">
                <a16:creationId xmlns:a16="http://schemas.microsoft.com/office/drawing/2014/main" id="{674AE5C7-4A8A-1361-D6E2-E56AEB21A9CE}"/>
              </a:ext>
            </a:extLst>
          </p:cNvPr>
          <p:cNvSpPr/>
          <p:nvPr/>
        </p:nvSpPr>
        <p:spPr>
          <a:xfrm>
            <a:off x="4665490" y="4155167"/>
            <a:ext cx="3405600" cy="2286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No. of non-</a:t>
            </a:r>
            <a:r>
              <a:rPr kumimoji="0" lang="en-US" sz="1100" b="0" i="0" u="none" strike="noStrike" kern="1200" cap="none" spc="0" normalizeH="0" baseline="0" noProof="0" err="1">
                <a:ln>
                  <a:noFill/>
                </a:ln>
                <a:solidFill>
                  <a:srgbClr val="000000"/>
                </a:solidFill>
                <a:effectLst/>
                <a:uLnTx/>
                <a:uFillTx/>
                <a:latin typeface="Calibri" panose="020F0502020204030204"/>
                <a:ea typeface="+mn-ea"/>
                <a:cs typeface="Arial" panose="020B0604020202020204" pitchFamily="34" charset="0"/>
              </a:rPr>
              <a:t>onco</a:t>
            </a: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 sessions within an </a:t>
            </a:r>
            <a:r>
              <a:rPr kumimoji="0" lang="en-US" sz="1100" b="0" i="0" u="none" strike="noStrike" kern="1200" cap="none" spc="0" normalizeH="0" baseline="0" noProof="0" err="1">
                <a:ln>
                  <a:noFill/>
                </a:ln>
                <a:solidFill>
                  <a:srgbClr val="000000"/>
                </a:solidFill>
                <a:effectLst/>
                <a:uLnTx/>
                <a:uFillTx/>
                <a:latin typeface="Calibri" panose="020F0502020204030204"/>
                <a:ea typeface="+mn-ea"/>
                <a:cs typeface="Arial" panose="020B0604020202020204" pitchFamily="34" charset="0"/>
              </a:rPr>
              <a:t>onco</a:t>
            </a: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 session duration</a:t>
            </a:r>
          </a:p>
        </p:txBody>
      </p:sp>
      <p:sp>
        <p:nvSpPr>
          <p:cNvPr id="81" name="Rectangle 80">
            <a:extLst>
              <a:ext uri="{FF2B5EF4-FFF2-40B4-BE49-F238E27FC236}">
                <a16:creationId xmlns:a16="http://schemas.microsoft.com/office/drawing/2014/main" id="{36BCC3BE-6B37-8F81-D58D-40665C53C8E5}"/>
              </a:ext>
            </a:extLst>
          </p:cNvPr>
          <p:cNvSpPr/>
          <p:nvPr/>
        </p:nvSpPr>
        <p:spPr>
          <a:xfrm>
            <a:off x="4664836" y="4573523"/>
            <a:ext cx="3406909" cy="230400"/>
          </a:xfrm>
          <a:prstGeom prst="rect">
            <a:avLst/>
          </a:prstGeom>
          <a:solidFill>
            <a:srgbClr val="04748A"/>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a:solidFill>
                  <a:schemeClr val="bg1"/>
                </a:solidFill>
                <a:latin typeface="Calibri" panose="020F0502020204030204"/>
                <a:cs typeface="Arial" panose="020B0604020202020204" pitchFamily="34" charset="0"/>
              </a:rPr>
              <a:t>Annual capacity of non-</a:t>
            </a:r>
            <a:r>
              <a:rPr lang="en-US" sz="1100" b="1" err="1">
                <a:solidFill>
                  <a:schemeClr val="bg1"/>
                </a:solidFill>
                <a:latin typeface="Calibri" panose="020F0502020204030204"/>
                <a:cs typeface="Arial" panose="020B0604020202020204" pitchFamily="34" charset="0"/>
              </a:rPr>
              <a:t>onco</a:t>
            </a:r>
            <a:r>
              <a:rPr lang="en-US" sz="1100" b="1">
                <a:solidFill>
                  <a:schemeClr val="bg1"/>
                </a:solidFill>
                <a:latin typeface="Calibri" panose="020F0502020204030204"/>
                <a:cs typeface="Arial" panose="020B0604020202020204" pitchFamily="34" charset="0"/>
              </a:rPr>
              <a:t> infusion sessions</a:t>
            </a:r>
            <a:endParaRPr kumimoji="0" lang="en-US" sz="1100" b="1" i="0" u="none" strike="noStrike" kern="1200" cap="none" spc="0" normalizeH="0" baseline="0" noProof="0">
              <a:ln>
                <a:noFill/>
              </a:ln>
              <a:solidFill>
                <a:schemeClr val="bg1"/>
              </a:solidFill>
              <a:effectLst/>
              <a:uLnTx/>
              <a:uFillTx/>
              <a:latin typeface="Calibri" panose="020F0502020204030204"/>
              <a:ea typeface="+mn-ea"/>
              <a:cs typeface="Arial" panose="020B0604020202020204" pitchFamily="34" charset="0"/>
            </a:endParaRPr>
          </a:p>
        </p:txBody>
      </p:sp>
      <p:sp>
        <p:nvSpPr>
          <p:cNvPr id="86" name="TextBox 85">
            <a:extLst>
              <a:ext uri="{FF2B5EF4-FFF2-40B4-BE49-F238E27FC236}">
                <a16:creationId xmlns:a16="http://schemas.microsoft.com/office/drawing/2014/main" id="{044318B3-D563-BA36-6533-ACA51D39AFAB}"/>
              </a:ext>
            </a:extLst>
          </p:cNvPr>
          <p:cNvSpPr txBox="1"/>
          <p:nvPr/>
        </p:nvSpPr>
        <p:spPr>
          <a:xfrm>
            <a:off x="4539490" y="3518821"/>
            <a:ext cx="365760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a:t>
            </a:r>
          </a:p>
        </p:txBody>
      </p:sp>
      <p:sp>
        <p:nvSpPr>
          <p:cNvPr id="90" name="TextBox 89">
            <a:extLst>
              <a:ext uri="{FF2B5EF4-FFF2-40B4-BE49-F238E27FC236}">
                <a16:creationId xmlns:a16="http://schemas.microsoft.com/office/drawing/2014/main" id="{681D3B59-C87B-E449-5447-9788CF5BA0E0}"/>
              </a:ext>
            </a:extLst>
          </p:cNvPr>
          <p:cNvSpPr txBox="1"/>
          <p:nvPr/>
        </p:nvSpPr>
        <p:spPr>
          <a:xfrm>
            <a:off x="4539490" y="4355535"/>
            <a:ext cx="3657600"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97" name="TextBox 96">
            <a:extLst>
              <a:ext uri="{FF2B5EF4-FFF2-40B4-BE49-F238E27FC236}">
                <a16:creationId xmlns:a16="http://schemas.microsoft.com/office/drawing/2014/main" id="{6D368B9A-C098-A18E-F35D-2BE076734136}"/>
              </a:ext>
            </a:extLst>
          </p:cNvPr>
          <p:cNvSpPr txBox="1"/>
          <p:nvPr/>
        </p:nvSpPr>
        <p:spPr>
          <a:xfrm>
            <a:off x="3762561" y="4924069"/>
            <a:ext cx="1147666"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Lower of the two</a:t>
            </a:r>
          </a:p>
        </p:txBody>
      </p:sp>
      <p:sp>
        <p:nvSpPr>
          <p:cNvPr id="102" name="Rectangle 101">
            <a:extLst>
              <a:ext uri="{FF2B5EF4-FFF2-40B4-BE49-F238E27FC236}">
                <a16:creationId xmlns:a16="http://schemas.microsoft.com/office/drawing/2014/main" id="{D77BAB02-4D77-24AE-778F-947BF6EE74EA}"/>
              </a:ext>
            </a:extLst>
          </p:cNvPr>
          <p:cNvSpPr/>
          <p:nvPr/>
        </p:nvSpPr>
        <p:spPr>
          <a:xfrm>
            <a:off x="556974" y="5325044"/>
            <a:ext cx="7560000" cy="1220850"/>
          </a:xfrm>
          <a:prstGeom prst="rect">
            <a:avLst/>
          </a:prstGeom>
          <a:solidFill>
            <a:schemeClr val="bg1"/>
          </a:solid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687C0A8F-D545-5BB8-9932-9D835488D96B}"/>
              </a:ext>
            </a:extLst>
          </p:cNvPr>
          <p:cNvSpPr/>
          <p:nvPr/>
        </p:nvSpPr>
        <p:spPr>
          <a:xfrm>
            <a:off x="655348" y="5412174"/>
            <a:ext cx="7363252" cy="2304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a:solidFill>
                  <a:srgbClr val="000000"/>
                </a:solidFill>
                <a:latin typeface="Calibri" panose="020F0502020204030204"/>
                <a:cs typeface="Arial" panose="020B0604020202020204" pitchFamily="34" charset="0"/>
              </a:rPr>
              <a:t>Total number of sessions completed</a:t>
            </a:r>
            <a:endPar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endParaRPr>
          </a:p>
        </p:txBody>
      </p:sp>
      <p:sp>
        <p:nvSpPr>
          <p:cNvPr id="84" name="Rectangle 83">
            <a:extLst>
              <a:ext uri="{FF2B5EF4-FFF2-40B4-BE49-F238E27FC236}">
                <a16:creationId xmlns:a16="http://schemas.microsoft.com/office/drawing/2014/main" id="{DEBC7DF9-2010-11AB-3195-38A3C04E6007}"/>
              </a:ext>
            </a:extLst>
          </p:cNvPr>
          <p:cNvSpPr/>
          <p:nvPr/>
        </p:nvSpPr>
        <p:spPr>
          <a:xfrm>
            <a:off x="655348" y="5821524"/>
            <a:ext cx="7363252" cy="2304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Weighted average price per session</a:t>
            </a:r>
          </a:p>
        </p:txBody>
      </p:sp>
      <p:sp>
        <p:nvSpPr>
          <p:cNvPr id="85" name="Rectangle 84">
            <a:extLst>
              <a:ext uri="{FF2B5EF4-FFF2-40B4-BE49-F238E27FC236}">
                <a16:creationId xmlns:a16="http://schemas.microsoft.com/office/drawing/2014/main" id="{3D8D114D-0B3A-1998-6935-FC1986AABBE5}"/>
              </a:ext>
            </a:extLst>
          </p:cNvPr>
          <p:cNvSpPr/>
          <p:nvPr/>
        </p:nvSpPr>
        <p:spPr>
          <a:xfrm>
            <a:off x="655348" y="6230874"/>
            <a:ext cx="7363252" cy="249382"/>
          </a:xfrm>
          <a:prstGeom prst="rect">
            <a:avLst/>
          </a:prstGeom>
          <a:solidFill>
            <a:srgbClr val="04748A"/>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chemeClr val="bg1"/>
                </a:solidFill>
                <a:effectLst/>
                <a:uLnTx/>
                <a:uFillTx/>
                <a:latin typeface="Calibri" panose="020F0502020204030204"/>
                <a:ea typeface="+mn-ea"/>
                <a:cs typeface="Arial" panose="020B0604020202020204" pitchFamily="34" charset="0"/>
              </a:rPr>
              <a:t>Revenue from non-oncology infusions</a:t>
            </a:r>
          </a:p>
        </p:txBody>
      </p:sp>
      <p:sp>
        <p:nvSpPr>
          <p:cNvPr id="88" name="TextBox 87">
            <a:extLst>
              <a:ext uri="{FF2B5EF4-FFF2-40B4-BE49-F238E27FC236}">
                <a16:creationId xmlns:a16="http://schemas.microsoft.com/office/drawing/2014/main" id="{F94FC0A3-FF65-F4B9-D47F-63E0A856505A}"/>
              </a:ext>
            </a:extLst>
          </p:cNvPr>
          <p:cNvSpPr txBox="1"/>
          <p:nvPr/>
        </p:nvSpPr>
        <p:spPr>
          <a:xfrm>
            <a:off x="4244975" y="5601244"/>
            <a:ext cx="183999" cy="2616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p>
        </p:txBody>
      </p:sp>
      <p:sp>
        <p:nvSpPr>
          <p:cNvPr id="92" name="TextBox 91">
            <a:extLst>
              <a:ext uri="{FF2B5EF4-FFF2-40B4-BE49-F238E27FC236}">
                <a16:creationId xmlns:a16="http://schemas.microsoft.com/office/drawing/2014/main" id="{CCD46A1C-3BE9-1566-C44A-277B103A3165}"/>
              </a:ext>
            </a:extLst>
          </p:cNvPr>
          <p:cNvSpPr txBox="1"/>
          <p:nvPr/>
        </p:nvSpPr>
        <p:spPr>
          <a:xfrm>
            <a:off x="4244975" y="6010594"/>
            <a:ext cx="183999" cy="2616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98" name="TextBox 97">
            <a:extLst>
              <a:ext uri="{FF2B5EF4-FFF2-40B4-BE49-F238E27FC236}">
                <a16:creationId xmlns:a16="http://schemas.microsoft.com/office/drawing/2014/main" id="{9890CCE6-D00E-5F1F-FB63-1EA2FB002B97}"/>
              </a:ext>
            </a:extLst>
          </p:cNvPr>
          <p:cNvSpPr txBox="1"/>
          <p:nvPr/>
        </p:nvSpPr>
        <p:spPr>
          <a:xfrm>
            <a:off x="4244395" y="5078516"/>
            <a:ext cx="183999"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rgbClr val="002060"/>
                </a:solidFill>
                <a:latin typeface="Arial" panose="020B0604020202020204" pitchFamily="34" charset="0"/>
                <a:cs typeface="Arial" panose="020B0604020202020204" pitchFamily="34" charset="0"/>
              </a:rPr>
              <a:t>=</a:t>
            </a:r>
            <a:endParaRPr kumimoji="0" lang="en-US" sz="1000" b="1"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D0F0BED2-69C2-5472-8BDB-9AF4E409ADA8}"/>
              </a:ext>
            </a:extLst>
          </p:cNvPr>
          <p:cNvSpPr txBox="1"/>
          <p:nvPr/>
        </p:nvSpPr>
        <p:spPr>
          <a:xfrm>
            <a:off x="8472793" y="1182091"/>
            <a:ext cx="928077"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254061"/>
                </a:solidFill>
                <a:effectLst/>
                <a:uLnTx/>
                <a:uFillTx/>
                <a:latin typeface="Calibri" panose="020F0502020204030204"/>
                <a:ea typeface="+mn-ea"/>
                <a:cs typeface="Arial" panose="020B0604020202020204" pitchFamily="34" charset="0"/>
              </a:rPr>
              <a:t>Details</a:t>
            </a:r>
          </a:p>
        </p:txBody>
      </p:sp>
      <p:sp>
        <p:nvSpPr>
          <p:cNvPr id="9" name="Rectangle 8">
            <a:extLst>
              <a:ext uri="{FF2B5EF4-FFF2-40B4-BE49-F238E27FC236}">
                <a16:creationId xmlns:a16="http://schemas.microsoft.com/office/drawing/2014/main" id="{CC7E233B-AE4D-8F50-17D1-652EB2A55AAE}"/>
              </a:ext>
            </a:extLst>
          </p:cNvPr>
          <p:cNvSpPr/>
          <p:nvPr/>
        </p:nvSpPr>
        <p:spPr>
          <a:xfrm>
            <a:off x="8433342" y="1639787"/>
            <a:ext cx="3483582" cy="636347"/>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No. of chair assumed in 2026: 30</a:t>
            </a:r>
          </a:p>
          <a:p>
            <a:pPr marR="0" lvl="0" algn="l" defTabSz="914400" rtl="0" eaLnBrk="1" fontAlgn="auto" latinLnBrk="0" hangingPunct="1">
              <a:lnSpc>
                <a:spcPct val="100000"/>
              </a:lnSpc>
              <a:spcBef>
                <a:spcPts val="0"/>
              </a:spcBef>
              <a:spcAft>
                <a:spcPts val="0"/>
              </a:spcAft>
              <a:buClrTx/>
              <a:buSzTx/>
              <a:tabLst/>
              <a:defRPr/>
            </a:pPr>
            <a:endParaRPr lang="en-US" sz="900" i="1">
              <a:solidFill>
                <a:srgbClr val="000000"/>
              </a:solidFill>
              <a:latin typeface="Calibri" panose="020F0502020204030204"/>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900" b="0" i="1" u="none" strike="noStrike" kern="1200" cap="none" spc="0" normalizeH="0" baseline="0" noProof="0">
              <a:ln>
                <a:noFill/>
              </a:ln>
              <a:solidFill>
                <a:srgbClr val="000000"/>
              </a:solidFill>
              <a:effectLst/>
              <a:uLnTx/>
              <a:uFillTx/>
              <a:latin typeface="Calibri" panose="020F050202020403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Hours per </a:t>
            </a:r>
            <a:r>
              <a:rPr lang="en-US" sz="900" i="1">
                <a:solidFill>
                  <a:srgbClr val="000000"/>
                </a:solidFill>
                <a:latin typeface="Calibri" panose="020F0502020204030204"/>
              </a:rPr>
              <a:t>oncology session: 3</a:t>
            </a:r>
            <a:endParaRPr kumimoji="0" lang="en-US" sz="900" b="0" i="1"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6D17ACEF-AC50-B27C-EE3D-546D89CCE03D}"/>
              </a:ext>
            </a:extLst>
          </p:cNvPr>
          <p:cNvSpPr/>
          <p:nvPr/>
        </p:nvSpPr>
        <p:spPr>
          <a:xfrm>
            <a:off x="8433342" y="2091594"/>
            <a:ext cx="3483582" cy="296860"/>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000" b="0" i="1"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9BD9709E-7E95-5C3E-EF78-4F472D5C4D48}"/>
              </a:ext>
            </a:extLst>
          </p:cNvPr>
          <p:cNvSpPr/>
          <p:nvPr/>
        </p:nvSpPr>
        <p:spPr>
          <a:xfrm>
            <a:off x="8433342" y="5700335"/>
            <a:ext cx="3483582" cy="235254"/>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1"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E4A4C912-A683-380D-A91A-3E2BC73276AD}"/>
              </a:ext>
            </a:extLst>
          </p:cNvPr>
          <p:cNvSpPr/>
          <p:nvPr/>
        </p:nvSpPr>
        <p:spPr>
          <a:xfrm>
            <a:off x="8433342" y="1844147"/>
            <a:ext cx="3483582" cy="296860"/>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800" b="0" i="1"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4365DD44-6A97-A456-4D16-0A4683E75618}"/>
              </a:ext>
            </a:extLst>
          </p:cNvPr>
          <p:cNvSpPr/>
          <p:nvPr/>
        </p:nvSpPr>
        <p:spPr>
          <a:xfrm>
            <a:off x="8433342" y="2451378"/>
            <a:ext cx="3483582" cy="326546"/>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Number of working days: 24 per month x 12 months</a:t>
            </a:r>
          </a:p>
        </p:txBody>
      </p:sp>
      <p:sp>
        <p:nvSpPr>
          <p:cNvPr id="19" name="Rectangle 18">
            <a:extLst>
              <a:ext uri="{FF2B5EF4-FFF2-40B4-BE49-F238E27FC236}">
                <a16:creationId xmlns:a16="http://schemas.microsoft.com/office/drawing/2014/main" id="{80DA3C70-575F-EADB-CF23-7A652E615C52}"/>
              </a:ext>
            </a:extLst>
          </p:cNvPr>
          <p:cNvSpPr/>
          <p:nvPr/>
        </p:nvSpPr>
        <p:spPr>
          <a:xfrm>
            <a:off x="8433342" y="3306117"/>
            <a:ext cx="3483582" cy="434633"/>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Capacity utilization of oncology infusions: 43% (OC Operating Co model)</a:t>
            </a:r>
          </a:p>
        </p:txBody>
      </p:sp>
      <p:sp>
        <p:nvSpPr>
          <p:cNvPr id="20" name="Rectangle 19">
            <a:extLst>
              <a:ext uri="{FF2B5EF4-FFF2-40B4-BE49-F238E27FC236}">
                <a16:creationId xmlns:a16="http://schemas.microsoft.com/office/drawing/2014/main" id="{C4AF5064-4B8D-44A1-A993-210208AB4439}"/>
              </a:ext>
            </a:extLst>
          </p:cNvPr>
          <p:cNvSpPr/>
          <p:nvPr/>
        </p:nvSpPr>
        <p:spPr>
          <a:xfrm>
            <a:off x="8433342" y="4169022"/>
            <a:ext cx="3483582" cy="359201"/>
          </a:xfrm>
          <a:prstGeom prst="rect">
            <a:avLst/>
          </a:prstGeom>
          <a:no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1" u="none" strike="noStrike" kern="1200" cap="none" spc="0" normalizeH="0" baseline="0" noProof="0">
                <a:ln>
                  <a:noFill/>
                </a:ln>
                <a:solidFill>
                  <a:srgbClr val="000000"/>
                </a:solidFill>
                <a:effectLst/>
                <a:uLnTx/>
                <a:uFillTx/>
                <a:latin typeface="Calibri" panose="020F0502020204030204"/>
                <a:ea typeface="+mn-ea"/>
                <a:cs typeface="+mn-cs"/>
              </a:rPr>
              <a:t>3 non-oncology sessions can be conducted in the time required to complete 1 oncology session (OC Operating Co model)</a:t>
            </a:r>
          </a:p>
        </p:txBody>
      </p:sp>
      <p:sp>
        <p:nvSpPr>
          <p:cNvPr id="2" name="Slide Number Placeholder 1">
            <a:extLst>
              <a:ext uri="{FF2B5EF4-FFF2-40B4-BE49-F238E27FC236}">
                <a16:creationId xmlns:a16="http://schemas.microsoft.com/office/drawing/2014/main" id="{CD49CBCA-9AC5-7470-37A5-B8A14AE56ABD}"/>
              </a:ext>
            </a:extLst>
          </p:cNvPr>
          <p:cNvSpPr>
            <a:spLocks noGrp="1"/>
          </p:cNvSpPr>
          <p:nvPr>
            <p:ph type="sldNum" sz="quarter" idx="4"/>
          </p:nvPr>
        </p:nvSpPr>
        <p:spPr/>
        <p:txBody>
          <a:bodyPr/>
          <a:lstStyle/>
          <a:p>
            <a:fld id="{9B14BDE4-840A-4586-B946-2B3474FE743E}" type="slidenum">
              <a:rPr lang="en-US" smtClean="0"/>
              <a:pPr/>
              <a:t>69</a:t>
            </a:fld>
            <a:endParaRPr lang="en-US"/>
          </a:p>
        </p:txBody>
      </p:sp>
      <p:sp>
        <p:nvSpPr>
          <p:cNvPr id="4" name="Line 15">
            <a:extLst>
              <a:ext uri="{FF2B5EF4-FFF2-40B4-BE49-F238E27FC236}">
                <a16:creationId xmlns:a16="http://schemas.microsoft.com/office/drawing/2014/main" id="{D8D8BB19-BB17-75AE-4F58-840024ED438D}"/>
              </a:ext>
            </a:extLst>
          </p:cNvPr>
          <p:cNvSpPr>
            <a:spLocks noChangeShapeType="1"/>
          </p:cNvSpPr>
          <p:nvPr>
            <p:custDataLst>
              <p:tags r:id="rId2"/>
            </p:custDataLst>
          </p:nvPr>
        </p:nvSpPr>
        <p:spPr bwMode="auto">
          <a:xfrm rot="5400000">
            <a:off x="2744453" y="3219646"/>
            <a:ext cx="3168554"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398E8534-BBDE-5B4E-B301-CA9856318667}"/>
              </a:ext>
            </a:extLst>
          </p:cNvPr>
          <p:cNvSpPr/>
          <p:nvPr/>
        </p:nvSpPr>
        <p:spPr>
          <a:xfrm>
            <a:off x="592893" y="3280053"/>
            <a:ext cx="3405600" cy="2304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Market share attained by a new player (right to win)</a:t>
            </a:r>
          </a:p>
        </p:txBody>
      </p:sp>
      <p:sp>
        <p:nvSpPr>
          <p:cNvPr id="6" name="TextBox 5">
            <a:extLst>
              <a:ext uri="{FF2B5EF4-FFF2-40B4-BE49-F238E27FC236}">
                <a16:creationId xmlns:a16="http://schemas.microsoft.com/office/drawing/2014/main" id="{2F56913C-3FCC-C3E0-3F56-8E079B65A772}"/>
              </a:ext>
            </a:extLst>
          </p:cNvPr>
          <p:cNvSpPr txBox="1"/>
          <p:nvPr/>
        </p:nvSpPr>
        <p:spPr>
          <a:xfrm>
            <a:off x="2133379" y="3066823"/>
            <a:ext cx="324628" cy="246221"/>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en-US" sz="1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F1C496A3-47F8-461A-43D5-D28ABA6058B8}"/>
              </a:ext>
            </a:extLst>
          </p:cNvPr>
          <p:cNvSpPr/>
          <p:nvPr/>
        </p:nvSpPr>
        <p:spPr>
          <a:xfrm>
            <a:off x="592893" y="4132109"/>
            <a:ext cx="3405600" cy="230400"/>
          </a:xfrm>
          <a:prstGeom prst="rect">
            <a:avLst/>
          </a:prstGeom>
          <a:solidFill>
            <a:schemeClr val="bg1">
              <a:lumMod val="95000"/>
            </a:schemeClr>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Weighted average price per session</a:t>
            </a:r>
          </a:p>
        </p:txBody>
      </p:sp>
      <p:sp>
        <p:nvSpPr>
          <p:cNvPr id="13" name="TextBox 12">
            <a:extLst>
              <a:ext uri="{FF2B5EF4-FFF2-40B4-BE49-F238E27FC236}">
                <a16:creationId xmlns:a16="http://schemas.microsoft.com/office/drawing/2014/main" id="{F34317E3-BB7D-3C2E-CA20-AE1327D4B3B1}"/>
              </a:ext>
            </a:extLst>
          </p:cNvPr>
          <p:cNvSpPr txBox="1"/>
          <p:nvPr/>
        </p:nvSpPr>
        <p:spPr>
          <a:xfrm>
            <a:off x="2133379" y="3888101"/>
            <a:ext cx="324628" cy="276999"/>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prstClr val="black"/>
                </a:solidFill>
                <a:latin typeface="Arial" panose="020B0604020202020204" pitchFamily="34" charset="0"/>
                <a:cs typeface="Arial" panose="020B0604020202020204" pitchFamily="34" charset="0"/>
              </a:rPr>
              <a:t>÷</a:t>
            </a: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977F5DE2-3519-EC9A-F29F-6474E53C3A6D}"/>
              </a:ext>
            </a:extLst>
          </p:cNvPr>
          <p:cNvSpPr/>
          <p:nvPr/>
        </p:nvSpPr>
        <p:spPr>
          <a:xfrm>
            <a:off x="592893" y="4573523"/>
            <a:ext cx="3405600" cy="230400"/>
          </a:xfrm>
          <a:prstGeom prst="rect">
            <a:avLst/>
          </a:prstGeom>
          <a:solidFill>
            <a:srgbClr val="04748A"/>
          </a:solidFill>
          <a:ln w="952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chemeClr val="bg1"/>
                </a:solidFill>
                <a:effectLst/>
                <a:uLnTx/>
                <a:uFillTx/>
                <a:latin typeface="Calibri" panose="020F0502020204030204"/>
                <a:ea typeface="+mn-ea"/>
                <a:cs typeface="Arial" panose="020B0604020202020204" pitchFamily="34" charset="0"/>
              </a:rPr>
              <a:t>Number of sessions required to attain revenue target</a:t>
            </a:r>
          </a:p>
        </p:txBody>
      </p:sp>
      <p:sp>
        <p:nvSpPr>
          <p:cNvPr id="15" name="TextBox 14">
            <a:extLst>
              <a:ext uri="{FF2B5EF4-FFF2-40B4-BE49-F238E27FC236}">
                <a16:creationId xmlns:a16="http://schemas.microsoft.com/office/drawing/2014/main" id="{0693CB73-6E3C-EC83-BDB6-A4230A0BDA2D}"/>
              </a:ext>
            </a:extLst>
          </p:cNvPr>
          <p:cNvSpPr txBox="1"/>
          <p:nvPr/>
        </p:nvSpPr>
        <p:spPr>
          <a:xfrm>
            <a:off x="2133379" y="4329518"/>
            <a:ext cx="324628" cy="276999"/>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a:t>
            </a:r>
          </a:p>
        </p:txBody>
      </p:sp>
      <p:sp>
        <p:nvSpPr>
          <p:cNvPr id="16" name="Rectangle 15">
            <a:extLst>
              <a:ext uri="{FF2B5EF4-FFF2-40B4-BE49-F238E27FC236}">
                <a16:creationId xmlns:a16="http://schemas.microsoft.com/office/drawing/2014/main" id="{57981A33-F868-0A85-71E3-1CC4CF050C7A}"/>
              </a:ext>
            </a:extLst>
          </p:cNvPr>
          <p:cNvSpPr/>
          <p:nvPr/>
        </p:nvSpPr>
        <p:spPr>
          <a:xfrm>
            <a:off x="4664836" y="2055526"/>
            <a:ext cx="3405600" cy="23040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a:solidFill>
                  <a:srgbClr val="000000"/>
                </a:solidFill>
                <a:latin typeface="Calibri" panose="020F0502020204030204"/>
                <a:cs typeface="Arial" panose="020B0604020202020204" pitchFamily="34" charset="0"/>
              </a:rPr>
              <a:t>Number of </a:t>
            </a:r>
            <a:r>
              <a:rPr lang="en-US" sz="1100" err="1">
                <a:solidFill>
                  <a:srgbClr val="000000"/>
                </a:solidFill>
                <a:latin typeface="Calibri" panose="020F0502020204030204"/>
                <a:cs typeface="Arial" panose="020B0604020202020204" pitchFamily="34" charset="0"/>
              </a:rPr>
              <a:t>onco</a:t>
            </a:r>
            <a:r>
              <a:rPr lang="en-US" sz="1100">
                <a:solidFill>
                  <a:srgbClr val="000000"/>
                </a:solidFill>
                <a:latin typeface="Calibri" panose="020F0502020204030204"/>
                <a:cs typeface="Arial" panose="020B0604020202020204" pitchFamily="34" charset="0"/>
              </a:rPr>
              <a:t> infusions per day</a:t>
            </a:r>
            <a:endPar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endParaRPr>
          </a:p>
        </p:txBody>
      </p:sp>
      <p:sp>
        <p:nvSpPr>
          <p:cNvPr id="23" name="Rectangle 22">
            <a:extLst>
              <a:ext uri="{FF2B5EF4-FFF2-40B4-BE49-F238E27FC236}">
                <a16:creationId xmlns:a16="http://schemas.microsoft.com/office/drawing/2014/main" id="{BC5BC989-B46B-F771-5343-E4FB210CB28D}"/>
              </a:ext>
            </a:extLst>
          </p:cNvPr>
          <p:cNvSpPr/>
          <p:nvPr/>
        </p:nvSpPr>
        <p:spPr>
          <a:xfrm>
            <a:off x="4664836" y="1635369"/>
            <a:ext cx="3405600" cy="23040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Number of infusion chairs</a:t>
            </a:r>
          </a:p>
        </p:txBody>
      </p:sp>
      <p:sp>
        <p:nvSpPr>
          <p:cNvPr id="24" name="TextBox 23">
            <a:extLst>
              <a:ext uri="{FF2B5EF4-FFF2-40B4-BE49-F238E27FC236}">
                <a16:creationId xmlns:a16="http://schemas.microsoft.com/office/drawing/2014/main" id="{7879BE7C-64FF-22C9-CF0B-5D1DC95B0B4A}"/>
              </a:ext>
            </a:extLst>
          </p:cNvPr>
          <p:cNvSpPr txBox="1"/>
          <p:nvPr/>
        </p:nvSpPr>
        <p:spPr>
          <a:xfrm>
            <a:off x="6271007" y="1837537"/>
            <a:ext cx="193259"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x</a:t>
            </a:r>
          </a:p>
        </p:txBody>
      </p:sp>
      <p:sp>
        <p:nvSpPr>
          <p:cNvPr id="25" name="TextBox 24">
            <a:extLst>
              <a:ext uri="{FF2B5EF4-FFF2-40B4-BE49-F238E27FC236}">
                <a16:creationId xmlns:a16="http://schemas.microsoft.com/office/drawing/2014/main" id="{E2076F99-35ED-1E62-C4C4-FC5C98DC0D5D}"/>
              </a:ext>
            </a:extLst>
          </p:cNvPr>
          <p:cNvSpPr txBox="1"/>
          <p:nvPr/>
        </p:nvSpPr>
        <p:spPr>
          <a:xfrm>
            <a:off x="5807588" y="2257694"/>
            <a:ext cx="1120096" cy="24834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x</a:t>
            </a:r>
          </a:p>
        </p:txBody>
      </p:sp>
      <p:sp>
        <p:nvSpPr>
          <p:cNvPr id="26" name="Rectangle 25">
            <a:extLst>
              <a:ext uri="{FF2B5EF4-FFF2-40B4-BE49-F238E27FC236}">
                <a16:creationId xmlns:a16="http://schemas.microsoft.com/office/drawing/2014/main" id="{185E1BD0-C152-6E11-6EB8-F9D6966B6C5D}"/>
              </a:ext>
            </a:extLst>
          </p:cNvPr>
          <p:cNvSpPr/>
          <p:nvPr/>
        </p:nvSpPr>
        <p:spPr>
          <a:xfrm>
            <a:off x="4664836" y="2477811"/>
            <a:ext cx="3405600" cy="23040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a:solidFill>
                  <a:srgbClr val="000000"/>
                </a:solidFill>
                <a:latin typeface="Calibri" panose="020F0502020204030204"/>
                <a:cs typeface="Arial" panose="020B0604020202020204" pitchFamily="34" charset="0"/>
              </a:rPr>
              <a:t>Number of working days in a year</a:t>
            </a:r>
            <a:endPar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endParaRPr>
          </a:p>
        </p:txBody>
      </p:sp>
      <p:sp>
        <p:nvSpPr>
          <p:cNvPr id="28" name="TextBox 27">
            <a:extLst>
              <a:ext uri="{FF2B5EF4-FFF2-40B4-BE49-F238E27FC236}">
                <a16:creationId xmlns:a16="http://schemas.microsoft.com/office/drawing/2014/main" id="{80B3A827-4E58-AB30-6406-5398D275DDB3}"/>
              </a:ext>
            </a:extLst>
          </p:cNvPr>
          <p:cNvSpPr txBox="1"/>
          <p:nvPr/>
        </p:nvSpPr>
        <p:spPr>
          <a:xfrm>
            <a:off x="5807588" y="2679979"/>
            <a:ext cx="1120096" cy="24834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2060"/>
                </a:solidFill>
                <a:effectLst/>
                <a:uLnTx/>
                <a:uFillTx/>
                <a:latin typeface="Arial" panose="020B0604020202020204" pitchFamily="34" charset="0"/>
                <a:ea typeface="+mn-ea"/>
                <a:cs typeface="Arial" panose="020B0604020202020204" pitchFamily="34" charset="0"/>
              </a:rPr>
              <a:t>=</a:t>
            </a:r>
          </a:p>
        </p:txBody>
      </p:sp>
      <p:sp>
        <p:nvSpPr>
          <p:cNvPr id="8" name="2. Slide Title">
            <a:extLst>
              <a:ext uri="{FF2B5EF4-FFF2-40B4-BE49-F238E27FC236}">
                <a16:creationId xmlns:a16="http://schemas.microsoft.com/office/drawing/2014/main" id="{CDE1C3D8-49B9-E444-5230-4EB1B9AB8F11}"/>
              </a:ext>
            </a:extLst>
          </p:cNvPr>
          <p:cNvSpPr txBox="1">
            <a:spLocks/>
          </p:cNvSpPr>
          <p:nvPr>
            <p:custDataLst>
              <p:tags r:id="rId3"/>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lvl="0">
              <a:defRPr/>
            </a:pPr>
            <a:r>
              <a:rPr lang="en-US" sz="2600" b="0" dirty="0">
                <a:solidFill>
                  <a:srgbClr val="0A0A0A"/>
                </a:solidFill>
                <a:latin typeface="Georgia" panose="02040502050405020303" pitchFamily="18" charset="0"/>
                <a:cs typeface="Arial" panose="020B0604020202020204" pitchFamily="34" charset="0"/>
              </a:rPr>
              <a:t>Non-Oncology Infusions</a:t>
            </a:r>
            <a:endPar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endParaRPr>
          </a:p>
        </p:txBody>
      </p:sp>
      <p:sp>
        <p:nvSpPr>
          <p:cNvPr id="22" name="Line 15">
            <a:extLst>
              <a:ext uri="{FF2B5EF4-FFF2-40B4-BE49-F238E27FC236}">
                <a16:creationId xmlns:a16="http://schemas.microsoft.com/office/drawing/2014/main" id="{D99AC9E7-4EA6-9DDB-5600-B863EA57CBFD}"/>
              </a:ext>
            </a:extLst>
          </p:cNvPr>
          <p:cNvSpPr>
            <a:spLocks noChangeShapeType="1"/>
          </p:cNvSpPr>
          <p:nvPr>
            <p:custDataLst>
              <p:tags r:id="rId4"/>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3014456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16C308-31C5-7013-B152-FA7F338D906F}"/>
            </a:ext>
          </a:extLst>
        </p:cNvPr>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B3013844-03BA-5293-2301-E8C265C71754}"/>
              </a:ext>
            </a:extLst>
          </p:cNvPr>
          <p:cNvGraphicFramePr>
            <a:graphicFrameLocks/>
          </p:cNvGraphicFramePr>
          <p:nvPr>
            <p:custDataLst>
              <p:tags r:id="rId1"/>
            </p:custDataLst>
            <p:extLst>
              <p:ext uri="{D42A27DB-BD31-4B8C-83A1-F6EECF244321}">
                <p14:modId xmlns:p14="http://schemas.microsoft.com/office/powerpoint/2010/main" val="268566266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306" imgH="306" progId="TCLayout.ActiveDocument.1">
                  <p:embed/>
                </p:oleObj>
              </mc:Choice>
              <mc:Fallback>
                <p:oleObj name="think-cell Slide" r:id="rId7" imgW="306" imgH="306" progId="TCLayout.ActiveDocument.1">
                  <p:embed/>
                  <p:pic>
                    <p:nvPicPr>
                      <p:cNvPr id="9" name="Object 8" hidden="1">
                        <a:extLst>
                          <a:ext uri="{FF2B5EF4-FFF2-40B4-BE49-F238E27FC236}">
                            <a16:creationId xmlns:a16="http://schemas.microsoft.com/office/drawing/2014/main" id="{B3013844-03BA-5293-2301-E8C265C71754}"/>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175" name="Rectangle 3174">
            <a:extLst>
              <a:ext uri="{FF2B5EF4-FFF2-40B4-BE49-F238E27FC236}">
                <a16:creationId xmlns:a16="http://schemas.microsoft.com/office/drawing/2014/main" id="{5F0880F3-FED9-9B54-9011-B1FC9B747D2B}"/>
              </a:ext>
            </a:extLst>
          </p:cNvPr>
          <p:cNvSpPr/>
          <p:nvPr/>
        </p:nvSpPr>
        <p:spPr>
          <a:xfrm>
            <a:off x="7919882" y="2049735"/>
            <a:ext cx="1742081" cy="380698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sp>
        <p:nvSpPr>
          <p:cNvPr id="3172" name="Rectangle 3171">
            <a:extLst>
              <a:ext uri="{FF2B5EF4-FFF2-40B4-BE49-F238E27FC236}">
                <a16:creationId xmlns:a16="http://schemas.microsoft.com/office/drawing/2014/main" id="{6BDDDB1E-0A06-295A-ECD4-9AD400BF5FC9}"/>
              </a:ext>
            </a:extLst>
          </p:cNvPr>
          <p:cNvSpPr/>
          <p:nvPr/>
        </p:nvSpPr>
        <p:spPr>
          <a:xfrm>
            <a:off x="5883103" y="2049735"/>
            <a:ext cx="1912225" cy="380698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sp>
        <p:nvSpPr>
          <p:cNvPr id="3171" name="Rectangle 3170">
            <a:extLst>
              <a:ext uri="{FF2B5EF4-FFF2-40B4-BE49-F238E27FC236}">
                <a16:creationId xmlns:a16="http://schemas.microsoft.com/office/drawing/2014/main" id="{7972BCDE-B3A4-2707-8CD1-7CD8486845D8}"/>
              </a:ext>
            </a:extLst>
          </p:cNvPr>
          <p:cNvSpPr/>
          <p:nvPr/>
        </p:nvSpPr>
        <p:spPr>
          <a:xfrm>
            <a:off x="4175339" y="2049735"/>
            <a:ext cx="1564215" cy="380698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sp>
        <p:nvSpPr>
          <p:cNvPr id="3170" name="Rectangle 3169">
            <a:extLst>
              <a:ext uri="{FF2B5EF4-FFF2-40B4-BE49-F238E27FC236}">
                <a16:creationId xmlns:a16="http://schemas.microsoft.com/office/drawing/2014/main" id="{1D2779FA-35FE-47A2-7E48-C3FD2F92E720}"/>
              </a:ext>
            </a:extLst>
          </p:cNvPr>
          <p:cNvSpPr/>
          <p:nvPr/>
        </p:nvSpPr>
        <p:spPr>
          <a:xfrm>
            <a:off x="2309894" y="2049735"/>
            <a:ext cx="1719776" cy="380698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sp>
        <p:nvSpPr>
          <p:cNvPr id="3169" name="Rectangle 3168">
            <a:extLst>
              <a:ext uri="{FF2B5EF4-FFF2-40B4-BE49-F238E27FC236}">
                <a16:creationId xmlns:a16="http://schemas.microsoft.com/office/drawing/2014/main" id="{D904C47C-FB23-7BD2-2BC8-68A450F1175B}"/>
              </a:ext>
            </a:extLst>
          </p:cNvPr>
          <p:cNvSpPr/>
          <p:nvPr/>
        </p:nvSpPr>
        <p:spPr>
          <a:xfrm>
            <a:off x="425895" y="2049735"/>
            <a:ext cx="1719776" cy="3806983"/>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300"/>
              </a:spcBef>
              <a:spcAft>
                <a:spcPts val="300"/>
              </a:spcAft>
            </a:pPr>
            <a:endParaRPr lang="en-US" sz="1600">
              <a:solidFill>
                <a:srgbClr val="FFFFFF"/>
              </a:solidFill>
              <a:latin typeface="Calibri" panose="020F0502020204030204"/>
            </a:endParaRPr>
          </a:p>
        </p:txBody>
      </p:sp>
      <p:sp>
        <p:nvSpPr>
          <p:cNvPr id="2" name="2. Slide Title">
            <a:extLst>
              <a:ext uri="{FF2B5EF4-FFF2-40B4-BE49-F238E27FC236}">
                <a16:creationId xmlns:a16="http://schemas.microsoft.com/office/drawing/2014/main" id="{1311883B-063D-325D-440C-65D77AF2C4AD}"/>
              </a:ext>
            </a:extLst>
          </p:cNvPr>
          <p:cNvSpPr txBox="1">
            <a:spLocks/>
          </p:cNvSpPr>
          <p:nvPr>
            <p:custDataLst>
              <p:tags r:id="rId2"/>
            </p:custDataLst>
          </p:nvPr>
        </p:nvSpPr>
        <p:spPr>
          <a:xfrm>
            <a:off x="546645" y="175925"/>
            <a:ext cx="11003204"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600" b="1"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IV </a:t>
            </a:r>
            <a:r>
              <a:rPr lang="en-US" sz="2600" dirty="0">
                <a:solidFill>
                  <a:srgbClr val="0A0A0A"/>
                </a:solidFill>
                <a:latin typeface="Georgia" panose="02040502050405020303" pitchFamily="18" charset="0"/>
                <a:cs typeface="Arial" panose="020B0604020202020204" pitchFamily="34" charset="0"/>
              </a:rPr>
              <a:t>Therapy / </a:t>
            </a:r>
            <a:r>
              <a:rPr kumimoji="0" lang="en-US" sz="2600" b="1"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Supportive Care – </a:t>
            </a:r>
            <a:r>
              <a:rPr kumimoji="0" lang="en-US" sz="2600" b="0" i="0" u="none" strike="noStrike" kern="1200" cap="none" spc="0" normalizeH="0" baseline="0" noProof="0" dirty="0">
                <a:ln w="6350" cap="flat">
                  <a:noFill/>
                  <a:miter lim="800000"/>
                </a:ln>
                <a:solidFill>
                  <a:srgbClr val="0A0A0A"/>
                </a:solidFill>
                <a:effectLst/>
                <a:uLnTx/>
                <a:uFillTx/>
                <a:latin typeface="Georgia" panose="02040502050405020303" pitchFamily="18" charset="0"/>
                <a:ea typeface="+mj-ea"/>
                <a:cs typeface="Arial" panose="020B0604020202020204" pitchFamily="34" charset="0"/>
              </a:rPr>
              <a:t>Schematic</a:t>
            </a:r>
          </a:p>
        </p:txBody>
      </p:sp>
      <p:grpSp>
        <p:nvGrpSpPr>
          <p:cNvPr id="40" name="Group 39">
            <a:extLst>
              <a:ext uri="{FF2B5EF4-FFF2-40B4-BE49-F238E27FC236}">
                <a16:creationId xmlns:a16="http://schemas.microsoft.com/office/drawing/2014/main" id="{C8177A5B-031D-E467-E245-530D571FF439}"/>
              </a:ext>
            </a:extLst>
          </p:cNvPr>
          <p:cNvGrpSpPr/>
          <p:nvPr/>
        </p:nvGrpSpPr>
        <p:grpSpPr>
          <a:xfrm>
            <a:off x="-460920" y="267189"/>
            <a:ext cx="338328" cy="6397662"/>
            <a:chOff x="-460920" y="279546"/>
            <a:chExt cx="338328" cy="6397662"/>
          </a:xfrm>
        </p:grpSpPr>
        <p:sp>
          <p:nvSpPr>
            <p:cNvPr id="41" name="Google Shape;139;p2">
              <a:extLst>
                <a:ext uri="{FF2B5EF4-FFF2-40B4-BE49-F238E27FC236}">
                  <a16:creationId xmlns:a16="http://schemas.microsoft.com/office/drawing/2014/main" id="{E8D38471-B22A-B69D-4A95-60BBF26B03EB}"/>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3" name="Google Shape;140;p2">
              <a:extLst>
                <a:ext uri="{FF2B5EF4-FFF2-40B4-BE49-F238E27FC236}">
                  <a16:creationId xmlns:a16="http://schemas.microsoft.com/office/drawing/2014/main" id="{E9892EF0-D6B8-6560-A85D-E8D06AD6521A}"/>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4" name="Google Shape;141;p2">
              <a:extLst>
                <a:ext uri="{FF2B5EF4-FFF2-40B4-BE49-F238E27FC236}">
                  <a16:creationId xmlns:a16="http://schemas.microsoft.com/office/drawing/2014/main" id="{121687A5-28B8-D46E-7E31-03A9C44BC8FE}"/>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5" name="Google Shape;142;p2">
              <a:extLst>
                <a:ext uri="{FF2B5EF4-FFF2-40B4-BE49-F238E27FC236}">
                  <a16:creationId xmlns:a16="http://schemas.microsoft.com/office/drawing/2014/main" id="{F86404A4-5D3B-F948-6B8E-A3BDE4103958}"/>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6" name="Google Shape;143;p2">
              <a:extLst>
                <a:ext uri="{FF2B5EF4-FFF2-40B4-BE49-F238E27FC236}">
                  <a16:creationId xmlns:a16="http://schemas.microsoft.com/office/drawing/2014/main" id="{3274B2F8-F2FC-6260-E635-ABA53C4DD555}"/>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7" name="Google Shape;144;p2">
              <a:extLst>
                <a:ext uri="{FF2B5EF4-FFF2-40B4-BE49-F238E27FC236}">
                  <a16:creationId xmlns:a16="http://schemas.microsoft.com/office/drawing/2014/main" id="{DF19BC67-A12E-DCF9-8864-2712DB91D2AC}"/>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8" name="Google Shape;145;p2">
              <a:extLst>
                <a:ext uri="{FF2B5EF4-FFF2-40B4-BE49-F238E27FC236}">
                  <a16:creationId xmlns:a16="http://schemas.microsoft.com/office/drawing/2014/main" id="{0BF40D32-3D6E-607E-BEE7-C3DBB6F6CFBB}"/>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9" name="Google Shape;146;p2">
              <a:extLst>
                <a:ext uri="{FF2B5EF4-FFF2-40B4-BE49-F238E27FC236}">
                  <a16:creationId xmlns:a16="http://schemas.microsoft.com/office/drawing/2014/main" id="{32466D19-EBD9-CF24-7FC5-1BCCF5334B7A}"/>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0" name="Google Shape;147;p2">
              <a:extLst>
                <a:ext uri="{FF2B5EF4-FFF2-40B4-BE49-F238E27FC236}">
                  <a16:creationId xmlns:a16="http://schemas.microsoft.com/office/drawing/2014/main" id="{63929182-144F-C656-82B4-D7F67D7BD331}"/>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1" name="Google Shape;148;p2">
              <a:extLst>
                <a:ext uri="{FF2B5EF4-FFF2-40B4-BE49-F238E27FC236}">
                  <a16:creationId xmlns:a16="http://schemas.microsoft.com/office/drawing/2014/main" id="{BA0F91AC-AD63-9CB0-4265-0868FE429CC9}"/>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2" name="Google Shape;149;p2">
              <a:extLst>
                <a:ext uri="{FF2B5EF4-FFF2-40B4-BE49-F238E27FC236}">
                  <a16:creationId xmlns:a16="http://schemas.microsoft.com/office/drawing/2014/main" id="{A7F6062B-0127-5214-87D1-7EE2F9923735}"/>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3" name="Google Shape;151;p2">
              <a:extLst>
                <a:ext uri="{FF2B5EF4-FFF2-40B4-BE49-F238E27FC236}">
                  <a16:creationId xmlns:a16="http://schemas.microsoft.com/office/drawing/2014/main" id="{AE33F9CC-6A9D-D58C-6263-9BAD030F223F}"/>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54" name="Google Shape;147;p2">
              <a:extLst>
                <a:ext uri="{FF2B5EF4-FFF2-40B4-BE49-F238E27FC236}">
                  <a16:creationId xmlns:a16="http://schemas.microsoft.com/office/drawing/2014/main" id="{8834FD9F-CC71-4CA8-D3C6-6FCEB82FE4A8}"/>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grpSp>
        <p:nvGrpSpPr>
          <p:cNvPr id="58" name="Group 57">
            <a:extLst>
              <a:ext uri="{FF2B5EF4-FFF2-40B4-BE49-F238E27FC236}">
                <a16:creationId xmlns:a16="http://schemas.microsoft.com/office/drawing/2014/main" id="{9850EF53-0E12-7FC1-B4F5-52E6642FAAD2}"/>
              </a:ext>
            </a:extLst>
          </p:cNvPr>
          <p:cNvGrpSpPr/>
          <p:nvPr/>
        </p:nvGrpSpPr>
        <p:grpSpPr>
          <a:xfrm>
            <a:off x="-897410" y="279546"/>
            <a:ext cx="338328" cy="3872943"/>
            <a:chOff x="-460920" y="279546"/>
            <a:chExt cx="338328" cy="3872943"/>
          </a:xfrm>
        </p:grpSpPr>
        <p:sp>
          <p:nvSpPr>
            <p:cNvPr id="59" name="Google Shape;139;p2">
              <a:extLst>
                <a:ext uri="{FF2B5EF4-FFF2-40B4-BE49-F238E27FC236}">
                  <a16:creationId xmlns:a16="http://schemas.microsoft.com/office/drawing/2014/main" id="{9D3517F7-3DA2-303A-7720-D6B26BE201D3}"/>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1" name="Google Shape;140;p2">
              <a:extLst>
                <a:ext uri="{FF2B5EF4-FFF2-40B4-BE49-F238E27FC236}">
                  <a16:creationId xmlns:a16="http://schemas.microsoft.com/office/drawing/2014/main" id="{BAE15BE2-1237-EE13-C651-4A80427E288F}"/>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2" name="Google Shape;141;p2">
              <a:extLst>
                <a:ext uri="{FF2B5EF4-FFF2-40B4-BE49-F238E27FC236}">
                  <a16:creationId xmlns:a16="http://schemas.microsoft.com/office/drawing/2014/main" id="{3D75A5DD-C396-760E-1F74-FF6B3D5340D6}"/>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3" name="Google Shape;142;p2">
              <a:extLst>
                <a:ext uri="{FF2B5EF4-FFF2-40B4-BE49-F238E27FC236}">
                  <a16:creationId xmlns:a16="http://schemas.microsoft.com/office/drawing/2014/main" id="{C78C6385-DD9A-3CAF-9636-38D9819C2796}"/>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36" name="Google Shape;143;p2">
              <a:extLst>
                <a:ext uri="{FF2B5EF4-FFF2-40B4-BE49-F238E27FC236}">
                  <a16:creationId xmlns:a16="http://schemas.microsoft.com/office/drawing/2014/main" id="{FAAF2B5F-08C5-BF09-0F14-2380CB96193A}"/>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38" name="Google Shape;147;p2">
              <a:extLst>
                <a:ext uri="{FF2B5EF4-FFF2-40B4-BE49-F238E27FC236}">
                  <a16:creationId xmlns:a16="http://schemas.microsoft.com/office/drawing/2014/main" id="{D4C259EA-9F03-EA81-E160-2B84433561EB}"/>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39" name="Google Shape;151;p2">
              <a:extLst>
                <a:ext uri="{FF2B5EF4-FFF2-40B4-BE49-F238E27FC236}">
                  <a16:creationId xmlns:a16="http://schemas.microsoft.com/office/drawing/2014/main" id="{7AB70DA3-EA9D-A48D-C8B5-23CB2226F3C1}"/>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140" name="Google Shape;147;p2">
              <a:extLst>
                <a:ext uri="{FF2B5EF4-FFF2-40B4-BE49-F238E27FC236}">
                  <a16:creationId xmlns:a16="http://schemas.microsoft.com/office/drawing/2014/main" id="{37494E18-7883-CE0D-0350-2818527EBF19}"/>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sp>
        <p:nvSpPr>
          <p:cNvPr id="3" name="Slide Number Placeholder 2">
            <a:extLst>
              <a:ext uri="{FF2B5EF4-FFF2-40B4-BE49-F238E27FC236}">
                <a16:creationId xmlns:a16="http://schemas.microsoft.com/office/drawing/2014/main" id="{22D8F952-1F8E-2348-F9B3-7E9C91116B4A}"/>
              </a:ext>
            </a:extLst>
          </p:cNvPr>
          <p:cNvSpPr>
            <a:spLocks noGrp="1"/>
          </p:cNvSpPr>
          <p:nvPr>
            <p:ph type="sldNum" sz="quarter" idx="12"/>
          </p:nvPr>
        </p:nvSpPr>
        <p:spPr/>
        <p:txBody>
          <a:bodyPr/>
          <a:lstStyle/>
          <a:p>
            <a:fld id="{8E1CF2E5-4A16-4FBD-9713-265FD1DAAE65}" type="slidenum">
              <a:rPr lang="en-US" smtClean="0"/>
              <a:t>70</a:t>
            </a:fld>
            <a:endParaRPr lang="en-US"/>
          </a:p>
        </p:txBody>
      </p:sp>
      <p:grpSp>
        <p:nvGrpSpPr>
          <p:cNvPr id="3207" name="Group 3206">
            <a:extLst>
              <a:ext uri="{FF2B5EF4-FFF2-40B4-BE49-F238E27FC236}">
                <a16:creationId xmlns:a16="http://schemas.microsoft.com/office/drawing/2014/main" id="{13D4CCEE-4816-0703-2124-12D0395F43AB}"/>
              </a:ext>
            </a:extLst>
          </p:cNvPr>
          <p:cNvGrpSpPr/>
          <p:nvPr/>
        </p:nvGrpSpPr>
        <p:grpSpPr>
          <a:xfrm>
            <a:off x="9767733" y="1310409"/>
            <a:ext cx="2092697" cy="5099657"/>
            <a:chOff x="9767733" y="1310409"/>
            <a:chExt cx="2092697" cy="5099657"/>
          </a:xfrm>
        </p:grpSpPr>
        <p:sp>
          <p:nvSpPr>
            <p:cNvPr id="3218" name="TextBox 3217">
              <a:extLst>
                <a:ext uri="{FF2B5EF4-FFF2-40B4-BE49-F238E27FC236}">
                  <a16:creationId xmlns:a16="http://schemas.microsoft.com/office/drawing/2014/main" id="{959AC635-27CB-A164-8E96-8B268DFE98FB}"/>
                </a:ext>
              </a:extLst>
            </p:cNvPr>
            <p:cNvSpPr txBox="1"/>
            <p:nvPr/>
          </p:nvSpPr>
          <p:spPr>
            <a:xfrm>
              <a:off x="9767733" y="1711889"/>
              <a:ext cx="1848870" cy="4689068"/>
            </a:xfrm>
            <a:prstGeom prst="rect">
              <a:avLst/>
            </a:prstGeom>
            <a:noFill/>
          </p:spPr>
          <p:txBody>
            <a:bodyPr wrap="square" rtlCol="0" anchor="ctr">
              <a:noAutofit/>
            </a:bodyPr>
            <a:lstStyle/>
            <a:p>
              <a:pPr marL="295275" lvl="0" indent="-285750">
                <a:spcBef>
                  <a:spcPts val="800"/>
                </a:spcBef>
                <a:spcAft>
                  <a:spcPts val="800"/>
                </a:spcAft>
                <a:buFont typeface="Arial" panose="020B0604020202020204" pitchFamily="34" charset="0"/>
                <a:buChar char="•"/>
                <a:defRPr/>
              </a:pPr>
              <a:endParaRPr lang="en-US" sz="1200" b="1">
                <a:solidFill>
                  <a:prstClr val="black"/>
                </a:solidFill>
                <a:latin typeface="Calibri" panose="020F0502020204030204"/>
              </a:endParaRPr>
            </a:p>
            <a:p>
              <a:pPr marL="295275" lvl="0" indent="-285750">
                <a:spcBef>
                  <a:spcPts val="800"/>
                </a:spcBef>
                <a:spcAft>
                  <a:spcPts val="800"/>
                </a:spcAft>
                <a:buFont typeface="Arial" panose="020B0604020202020204" pitchFamily="34" charset="0"/>
                <a:buChar char="•"/>
                <a:defRPr/>
              </a:pPr>
              <a:r>
                <a:rPr lang="en-US" sz="1200" b="1">
                  <a:solidFill>
                    <a:prstClr val="black"/>
                  </a:solidFill>
                  <a:latin typeface="Calibri" panose="020F0502020204030204"/>
                </a:rPr>
                <a:t>70-80%</a:t>
              </a:r>
              <a:r>
                <a:rPr lang="en-US" sz="1200">
                  <a:solidFill>
                    <a:prstClr val="black"/>
                  </a:solidFill>
                  <a:latin typeface="Calibri" panose="020F0502020204030204"/>
                </a:rPr>
                <a:t> of OC patients will require Hydration, Gastro, and Hematological IVs</a:t>
              </a:r>
            </a:p>
            <a:p>
              <a:pPr marL="295275" lvl="0" indent="-285750">
                <a:spcBef>
                  <a:spcPts val="800"/>
                </a:spcBef>
                <a:spcAft>
                  <a:spcPts val="800"/>
                </a:spcAft>
                <a:buFont typeface="Arial" panose="020B0604020202020204" pitchFamily="34" charset="0"/>
                <a:buChar char="•"/>
                <a:defRPr/>
              </a:pPr>
              <a:r>
                <a:rPr lang="en-US" sz="1200" b="1">
                  <a:solidFill>
                    <a:prstClr val="black"/>
                  </a:solidFill>
                  <a:latin typeface="Calibri" panose="020F0502020204030204"/>
                </a:rPr>
                <a:t>5-10%</a:t>
              </a:r>
              <a:r>
                <a:rPr lang="en-US" sz="1200">
                  <a:solidFill>
                    <a:prstClr val="black"/>
                  </a:solidFill>
                  <a:latin typeface="Calibri" panose="020F0502020204030204"/>
                </a:rPr>
                <a:t> of OC patients will need Nutrition, Pain management support</a:t>
              </a:r>
            </a:p>
            <a:p>
              <a:pPr marL="295275" lvl="0" indent="-285750">
                <a:spcBef>
                  <a:spcPts val="800"/>
                </a:spcBef>
                <a:spcAft>
                  <a:spcPts val="800"/>
                </a:spcAft>
                <a:buFont typeface="Arial" panose="020B0604020202020204" pitchFamily="34" charset="0"/>
                <a:buChar char="•"/>
                <a:defRPr/>
              </a:pPr>
              <a:r>
                <a:rPr lang="en-US" sz="1200">
                  <a:solidFill>
                    <a:prstClr val="black"/>
                  </a:solidFill>
                  <a:latin typeface="Calibri" panose="020F0502020204030204"/>
                </a:rPr>
                <a:t>Net profit margin of </a:t>
              </a:r>
              <a:r>
                <a:rPr lang="en-US" sz="1200" b="1">
                  <a:solidFill>
                    <a:prstClr val="black"/>
                  </a:solidFill>
                  <a:latin typeface="Calibri" panose="020F0502020204030204"/>
                </a:rPr>
                <a:t>30%</a:t>
              </a:r>
              <a:r>
                <a:rPr lang="en-US" sz="1200">
                  <a:solidFill>
                    <a:prstClr val="black"/>
                  </a:solidFill>
                  <a:latin typeface="Calibri" panose="020F0502020204030204"/>
                </a:rPr>
                <a:t> is assumed for IV hydration business</a:t>
              </a:r>
            </a:p>
            <a:p>
              <a:pPr marL="295275" lvl="0" indent="-285750">
                <a:spcBef>
                  <a:spcPts val="800"/>
                </a:spcBef>
                <a:spcAft>
                  <a:spcPts val="800"/>
                </a:spcAft>
                <a:buFont typeface="Arial" panose="020B0604020202020204" pitchFamily="34" charset="0"/>
                <a:buChar char="•"/>
                <a:defRPr/>
              </a:pPr>
              <a:r>
                <a:rPr lang="en-US" sz="1200" b="1">
                  <a:solidFill>
                    <a:prstClr val="black"/>
                  </a:solidFill>
                  <a:latin typeface="Calibri" panose="020F0502020204030204"/>
                </a:rPr>
                <a:t>Gastro, Pain, and Hematological IVs </a:t>
              </a:r>
              <a:r>
                <a:rPr lang="en-US" sz="1200">
                  <a:solidFill>
                    <a:prstClr val="black"/>
                  </a:solidFill>
                  <a:latin typeface="Calibri" panose="020F0502020204030204"/>
                </a:rPr>
                <a:t>are administered once per chemotherapy cycle while hydration and nutrition IVs can be more frequent depending upon patient needs</a:t>
              </a:r>
            </a:p>
            <a:p>
              <a:pPr marL="295275" lvl="0" indent="-285750">
                <a:spcBef>
                  <a:spcPts val="800"/>
                </a:spcBef>
                <a:spcAft>
                  <a:spcPts val="800"/>
                </a:spcAft>
                <a:buFont typeface="Arial" panose="020B0604020202020204" pitchFamily="34" charset="0"/>
                <a:buChar char="•"/>
                <a:defRPr/>
              </a:pPr>
              <a:endParaRPr lang="en-US" sz="1200">
                <a:solidFill>
                  <a:prstClr val="black"/>
                </a:solidFill>
                <a:latin typeface="Calibri" panose="020F0502020204030204"/>
              </a:endParaRPr>
            </a:p>
          </p:txBody>
        </p:sp>
        <p:sp>
          <p:nvSpPr>
            <p:cNvPr id="16" name="Rectangle 15">
              <a:extLst>
                <a:ext uri="{FF2B5EF4-FFF2-40B4-BE49-F238E27FC236}">
                  <a16:creationId xmlns:a16="http://schemas.microsoft.com/office/drawing/2014/main" id="{54DF9045-9169-3CCA-4316-86AEDF41DEF1}"/>
                </a:ext>
              </a:extLst>
            </p:cNvPr>
            <p:cNvSpPr/>
            <p:nvPr/>
          </p:nvSpPr>
          <p:spPr>
            <a:xfrm>
              <a:off x="9767733" y="1310409"/>
              <a:ext cx="1878829" cy="5099657"/>
            </a:xfrm>
            <a:prstGeom prst="rect">
              <a:avLst/>
            </a:prstGeom>
            <a:noFill/>
            <a:ln w="6350" cap="sq">
              <a:solidFill>
                <a:srgbClr val="016347"/>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196" name="Rectangle 3195">
              <a:extLst>
                <a:ext uri="{FF2B5EF4-FFF2-40B4-BE49-F238E27FC236}">
                  <a16:creationId xmlns:a16="http://schemas.microsoft.com/office/drawing/2014/main" id="{47ED848C-69AA-EC5C-2940-DDC74A9BBD04}"/>
                </a:ext>
              </a:extLst>
            </p:cNvPr>
            <p:cNvSpPr/>
            <p:nvPr>
              <p:custDataLst>
                <p:tags r:id="rId4"/>
              </p:custDataLst>
            </p:nvPr>
          </p:nvSpPr>
          <p:spPr>
            <a:xfrm>
              <a:off x="9838485" y="1349416"/>
              <a:ext cx="2021945" cy="317738"/>
            </a:xfrm>
            <a:prstGeom prst="rect">
              <a:avLst/>
            </a:prstGeom>
            <a:noFill/>
            <a:ln w="9525" cap="sq">
              <a:no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Key </a:t>
              </a:r>
              <a:r>
                <a:rPr lang="en-US" sz="1600" b="1">
                  <a:solidFill>
                    <a:srgbClr val="DDDDDD">
                      <a:lumMod val="10000"/>
                    </a:srgbClr>
                  </a:solidFill>
                  <a:latin typeface="Calibri" panose="020F0502020204030204"/>
                  <a:ea typeface="Calibri" panose="020F0502020204030204" pitchFamily="34" charset="0"/>
                  <a:cs typeface="Calibri" panose="020F0502020204030204" pitchFamily="34" charset="0"/>
                </a:rPr>
                <a:t>A</a:t>
              </a:r>
              <a:r>
                <a:rPr kumimoji="0" lang="en-US" sz="1600" b="1" i="0" u="none" strike="noStrike" kern="1200" cap="none" spc="0" normalizeH="0" baseline="0" noProof="0" err="1">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rPr>
                <a:t>ssumptions</a:t>
              </a:r>
              <a:endParaRPr kumimoji="0" lang="en-US" sz="1600" b="0" i="0" u="none" strike="noStrike" kern="1200" cap="none" spc="0" normalizeH="0" baseline="0" noProof="0">
                <a:ln>
                  <a:noFill/>
                </a:ln>
                <a:solidFill>
                  <a:srgbClr val="DDDDDD">
                    <a:lumMod val="10000"/>
                  </a:srgbClr>
                </a:solidFill>
                <a:effectLst/>
                <a:uLnTx/>
                <a:uFillTx/>
                <a:latin typeface="Calibri" panose="020F0502020204030204"/>
                <a:ea typeface="Calibri" panose="020F0502020204030204" pitchFamily="34" charset="0"/>
                <a:cs typeface="Calibri" panose="020F0502020204030204" pitchFamily="34" charset="0"/>
              </a:endParaRPr>
            </a:p>
          </p:txBody>
        </p:sp>
        <p:cxnSp>
          <p:nvCxnSpPr>
            <p:cNvPr id="3197" name="Straight Connector 3196">
              <a:extLst>
                <a:ext uri="{FF2B5EF4-FFF2-40B4-BE49-F238E27FC236}">
                  <a16:creationId xmlns:a16="http://schemas.microsoft.com/office/drawing/2014/main" id="{DDB15BA5-F4F4-BC8D-47FB-D0CBCA0440C6}"/>
                </a:ext>
              </a:extLst>
            </p:cNvPr>
            <p:cNvCxnSpPr>
              <a:cxnSpLocks/>
            </p:cNvCxnSpPr>
            <p:nvPr/>
          </p:nvCxnSpPr>
          <p:spPr>
            <a:xfrm flipV="1">
              <a:off x="9838485" y="1622546"/>
              <a:ext cx="1551197" cy="5218"/>
            </a:xfrm>
            <a:prstGeom prst="line">
              <a:avLst/>
            </a:prstGeom>
            <a:ln w="6350" cap="flat">
              <a:solidFill>
                <a:schemeClr val="bg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0" name="Line 15">
            <a:extLst>
              <a:ext uri="{FF2B5EF4-FFF2-40B4-BE49-F238E27FC236}">
                <a16:creationId xmlns:a16="http://schemas.microsoft.com/office/drawing/2014/main" id="{7DF7BA09-0BE7-BA78-9ED7-2BAE312DFEEC}"/>
              </a:ext>
            </a:extLst>
          </p:cNvPr>
          <p:cNvSpPr>
            <a:spLocks noChangeShapeType="1"/>
          </p:cNvSpPr>
          <p:nvPr>
            <p:custDataLst>
              <p:tags r:id="rId3"/>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D0BF18AE-F08E-9248-1B36-C79B05FE23B7}"/>
              </a:ext>
            </a:extLst>
          </p:cNvPr>
          <p:cNvSpPr/>
          <p:nvPr/>
        </p:nvSpPr>
        <p:spPr>
          <a:xfrm>
            <a:off x="425895" y="1291703"/>
            <a:ext cx="9236068"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Total new cancer patients - OC</a:t>
            </a:r>
          </a:p>
        </p:txBody>
      </p:sp>
      <p:sp>
        <p:nvSpPr>
          <p:cNvPr id="8" name="Rectangle 7">
            <a:extLst>
              <a:ext uri="{FF2B5EF4-FFF2-40B4-BE49-F238E27FC236}">
                <a16:creationId xmlns:a16="http://schemas.microsoft.com/office/drawing/2014/main" id="{98645CA9-6CAC-1896-D2CB-0801819B6FE8}"/>
              </a:ext>
            </a:extLst>
          </p:cNvPr>
          <p:cNvSpPr/>
          <p:nvPr/>
        </p:nvSpPr>
        <p:spPr>
          <a:xfrm>
            <a:off x="4798984" y="1851728"/>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10" name="Rectangle 9">
            <a:extLst>
              <a:ext uri="{FF2B5EF4-FFF2-40B4-BE49-F238E27FC236}">
                <a16:creationId xmlns:a16="http://schemas.microsoft.com/office/drawing/2014/main" id="{BBA5E2CC-388B-D065-D1DA-779153393D76}"/>
              </a:ext>
            </a:extLst>
          </p:cNvPr>
          <p:cNvSpPr/>
          <p:nvPr/>
        </p:nvSpPr>
        <p:spPr>
          <a:xfrm>
            <a:off x="4796253" y="2726404"/>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23" name="Rectangle 22">
            <a:extLst>
              <a:ext uri="{FF2B5EF4-FFF2-40B4-BE49-F238E27FC236}">
                <a16:creationId xmlns:a16="http://schemas.microsoft.com/office/drawing/2014/main" id="{69D01D57-8AEB-AFDC-365C-39EA2AF167D1}"/>
              </a:ext>
            </a:extLst>
          </p:cNvPr>
          <p:cNvSpPr/>
          <p:nvPr/>
        </p:nvSpPr>
        <p:spPr>
          <a:xfrm>
            <a:off x="4796253" y="3492206"/>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25" name="Rectangle 24">
            <a:extLst>
              <a:ext uri="{FF2B5EF4-FFF2-40B4-BE49-F238E27FC236}">
                <a16:creationId xmlns:a16="http://schemas.microsoft.com/office/drawing/2014/main" id="{7866EFEC-E323-9290-E0A4-3307C18557AF}"/>
              </a:ext>
            </a:extLst>
          </p:cNvPr>
          <p:cNvSpPr/>
          <p:nvPr/>
        </p:nvSpPr>
        <p:spPr>
          <a:xfrm>
            <a:off x="4796253" y="4258008"/>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7" name="Rectangle 6">
            <a:extLst>
              <a:ext uri="{FF2B5EF4-FFF2-40B4-BE49-F238E27FC236}">
                <a16:creationId xmlns:a16="http://schemas.microsoft.com/office/drawing/2014/main" id="{C8645133-B7A9-B0DC-CD57-EF24CAB0F9B4}"/>
              </a:ext>
            </a:extLst>
          </p:cNvPr>
          <p:cNvSpPr/>
          <p:nvPr/>
        </p:nvSpPr>
        <p:spPr>
          <a:xfrm>
            <a:off x="509282" y="2158316"/>
            <a:ext cx="1564215"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patients for </a:t>
            </a:r>
            <a:r>
              <a:rPr lang="en-US" sz="1200" b="1">
                <a:solidFill>
                  <a:sysClr val="windowText" lastClr="000000"/>
                </a:solidFill>
              </a:rPr>
              <a:t>Hydration</a:t>
            </a:r>
          </a:p>
        </p:txBody>
      </p:sp>
      <p:sp>
        <p:nvSpPr>
          <p:cNvPr id="11" name="Rectangle 10">
            <a:extLst>
              <a:ext uri="{FF2B5EF4-FFF2-40B4-BE49-F238E27FC236}">
                <a16:creationId xmlns:a16="http://schemas.microsoft.com/office/drawing/2014/main" id="{242272FA-F57C-5A35-4454-81D265554B47}"/>
              </a:ext>
            </a:extLst>
          </p:cNvPr>
          <p:cNvSpPr/>
          <p:nvPr/>
        </p:nvSpPr>
        <p:spPr>
          <a:xfrm>
            <a:off x="509282" y="2924118"/>
            <a:ext cx="1564215"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patients</a:t>
            </a:r>
          </a:p>
        </p:txBody>
      </p:sp>
      <p:sp>
        <p:nvSpPr>
          <p:cNvPr id="12" name="Rectangle 11">
            <a:extLst>
              <a:ext uri="{FF2B5EF4-FFF2-40B4-BE49-F238E27FC236}">
                <a16:creationId xmlns:a16="http://schemas.microsoft.com/office/drawing/2014/main" id="{3958E41D-55E7-234F-2322-FBA3F2AE5131}"/>
              </a:ext>
            </a:extLst>
          </p:cNvPr>
          <p:cNvSpPr/>
          <p:nvPr/>
        </p:nvSpPr>
        <p:spPr>
          <a:xfrm>
            <a:off x="509281" y="4455722"/>
            <a:ext cx="1564215"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Annual volume of </a:t>
            </a:r>
            <a:r>
              <a:rPr lang="en-US" sz="1200" b="1">
                <a:solidFill>
                  <a:schemeClr val="tx1"/>
                </a:solidFill>
              </a:rPr>
              <a:t>Hydration</a:t>
            </a:r>
            <a:r>
              <a:rPr lang="en-US" sz="1200">
                <a:solidFill>
                  <a:schemeClr val="tx1"/>
                </a:solidFill>
              </a:rPr>
              <a:t> IVs</a:t>
            </a:r>
          </a:p>
        </p:txBody>
      </p:sp>
      <p:sp>
        <p:nvSpPr>
          <p:cNvPr id="21" name="Rectangle 20">
            <a:extLst>
              <a:ext uri="{FF2B5EF4-FFF2-40B4-BE49-F238E27FC236}">
                <a16:creationId xmlns:a16="http://schemas.microsoft.com/office/drawing/2014/main" id="{560E7EC9-991C-EEF7-AD73-3BB8F2CAEEA8}"/>
              </a:ext>
            </a:extLst>
          </p:cNvPr>
          <p:cNvSpPr/>
          <p:nvPr/>
        </p:nvSpPr>
        <p:spPr>
          <a:xfrm>
            <a:off x="509281" y="3689920"/>
            <a:ext cx="1564215" cy="548634"/>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Annual frequency of drug per patient</a:t>
            </a:r>
          </a:p>
        </p:txBody>
      </p:sp>
      <p:sp>
        <p:nvSpPr>
          <p:cNvPr id="38" name="Rectangle 37">
            <a:extLst>
              <a:ext uri="{FF2B5EF4-FFF2-40B4-BE49-F238E27FC236}">
                <a16:creationId xmlns:a16="http://schemas.microsoft.com/office/drawing/2014/main" id="{53231194-BA01-D36E-E487-26F438D8D212}"/>
              </a:ext>
            </a:extLst>
          </p:cNvPr>
          <p:cNvSpPr/>
          <p:nvPr/>
        </p:nvSpPr>
        <p:spPr>
          <a:xfrm>
            <a:off x="509281" y="6072504"/>
            <a:ext cx="9064131" cy="365125"/>
          </a:xfrm>
          <a:prstGeom prst="rect">
            <a:avLst/>
          </a:prstGeom>
          <a:solidFill>
            <a:srgbClr val="04748A"/>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rPr>
              <a:t>Total Revenue from Supportive Care</a:t>
            </a:r>
          </a:p>
        </p:txBody>
      </p:sp>
      <p:sp>
        <p:nvSpPr>
          <p:cNvPr id="39" name="Rectangle 38">
            <a:extLst>
              <a:ext uri="{FF2B5EF4-FFF2-40B4-BE49-F238E27FC236}">
                <a16:creationId xmlns:a16="http://schemas.microsoft.com/office/drawing/2014/main" id="{06DD60DA-B070-77A2-D487-22A8F54C10DA}"/>
              </a:ext>
            </a:extLst>
          </p:cNvPr>
          <p:cNvSpPr/>
          <p:nvPr/>
        </p:nvSpPr>
        <p:spPr>
          <a:xfrm>
            <a:off x="4358217" y="5874816"/>
            <a:ext cx="1128183"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42" name="Rectangle 41">
            <a:extLst>
              <a:ext uri="{FF2B5EF4-FFF2-40B4-BE49-F238E27FC236}">
                <a16:creationId xmlns:a16="http://schemas.microsoft.com/office/drawing/2014/main" id="{B6D077D6-4FD4-5E46-4970-972983661D96}"/>
              </a:ext>
            </a:extLst>
          </p:cNvPr>
          <p:cNvSpPr/>
          <p:nvPr/>
        </p:nvSpPr>
        <p:spPr>
          <a:xfrm>
            <a:off x="2387675" y="2158316"/>
            <a:ext cx="1564215"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patients for </a:t>
            </a:r>
            <a:r>
              <a:rPr lang="en-US" sz="1200" b="1">
                <a:solidFill>
                  <a:sysClr val="windowText" lastClr="000000"/>
                </a:solidFill>
              </a:rPr>
              <a:t>Nutrition</a:t>
            </a:r>
          </a:p>
        </p:txBody>
      </p:sp>
      <p:sp>
        <p:nvSpPr>
          <p:cNvPr id="60" name="Rectangle 59">
            <a:extLst>
              <a:ext uri="{FF2B5EF4-FFF2-40B4-BE49-F238E27FC236}">
                <a16:creationId xmlns:a16="http://schemas.microsoft.com/office/drawing/2014/main" id="{05829D44-8AB7-AA47-89A9-861BA843A58D}"/>
              </a:ext>
            </a:extLst>
          </p:cNvPr>
          <p:cNvSpPr/>
          <p:nvPr/>
        </p:nvSpPr>
        <p:spPr>
          <a:xfrm>
            <a:off x="2387675" y="2924118"/>
            <a:ext cx="1564215"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patients</a:t>
            </a:r>
          </a:p>
        </p:txBody>
      </p:sp>
      <p:sp>
        <p:nvSpPr>
          <p:cNvPr id="3145" name="Rectangle 3144">
            <a:extLst>
              <a:ext uri="{FF2B5EF4-FFF2-40B4-BE49-F238E27FC236}">
                <a16:creationId xmlns:a16="http://schemas.microsoft.com/office/drawing/2014/main" id="{B4C7D00E-6115-AB05-07D3-34CE26641D58}"/>
              </a:ext>
            </a:extLst>
          </p:cNvPr>
          <p:cNvSpPr/>
          <p:nvPr/>
        </p:nvSpPr>
        <p:spPr>
          <a:xfrm>
            <a:off x="2387675" y="3689914"/>
            <a:ext cx="1564215"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Annual frequency of drug per patient</a:t>
            </a:r>
          </a:p>
        </p:txBody>
      </p:sp>
      <p:sp>
        <p:nvSpPr>
          <p:cNvPr id="3149" name="Rectangle 3148">
            <a:extLst>
              <a:ext uri="{FF2B5EF4-FFF2-40B4-BE49-F238E27FC236}">
                <a16:creationId xmlns:a16="http://schemas.microsoft.com/office/drawing/2014/main" id="{C189E5E1-531C-32AC-8019-37FDC2D15831}"/>
              </a:ext>
            </a:extLst>
          </p:cNvPr>
          <p:cNvSpPr/>
          <p:nvPr/>
        </p:nvSpPr>
        <p:spPr>
          <a:xfrm>
            <a:off x="2387675" y="4453759"/>
            <a:ext cx="1564215"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Annual volume of </a:t>
            </a:r>
            <a:r>
              <a:rPr lang="en-US" sz="1200" b="1">
                <a:solidFill>
                  <a:schemeClr val="tx1"/>
                </a:solidFill>
              </a:rPr>
              <a:t>Nutrition</a:t>
            </a:r>
            <a:r>
              <a:rPr lang="en-US" sz="1200">
                <a:solidFill>
                  <a:schemeClr val="tx1"/>
                </a:solidFill>
              </a:rPr>
              <a:t> IVs</a:t>
            </a:r>
          </a:p>
        </p:txBody>
      </p:sp>
      <p:sp>
        <p:nvSpPr>
          <p:cNvPr id="55" name="Rectangle 54">
            <a:extLst>
              <a:ext uri="{FF2B5EF4-FFF2-40B4-BE49-F238E27FC236}">
                <a16:creationId xmlns:a16="http://schemas.microsoft.com/office/drawing/2014/main" id="{9BE5D62A-39D7-0A7D-1FC6-F60FEBB6145D}"/>
              </a:ext>
            </a:extLst>
          </p:cNvPr>
          <p:cNvSpPr/>
          <p:nvPr/>
        </p:nvSpPr>
        <p:spPr>
          <a:xfrm>
            <a:off x="4268799" y="2158316"/>
            <a:ext cx="1386806"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patients for </a:t>
            </a:r>
            <a:r>
              <a:rPr lang="en-US" sz="1200" b="1">
                <a:solidFill>
                  <a:sysClr val="windowText" lastClr="000000"/>
                </a:solidFill>
              </a:rPr>
              <a:t>Gastro</a:t>
            </a:r>
          </a:p>
        </p:txBody>
      </p:sp>
      <p:sp>
        <p:nvSpPr>
          <p:cNvPr id="3142" name="Rectangle 3141">
            <a:extLst>
              <a:ext uri="{FF2B5EF4-FFF2-40B4-BE49-F238E27FC236}">
                <a16:creationId xmlns:a16="http://schemas.microsoft.com/office/drawing/2014/main" id="{E395C23B-5F4F-5398-6AB5-9AB251D4F19B}"/>
              </a:ext>
            </a:extLst>
          </p:cNvPr>
          <p:cNvSpPr/>
          <p:nvPr/>
        </p:nvSpPr>
        <p:spPr>
          <a:xfrm>
            <a:off x="4266068" y="2924118"/>
            <a:ext cx="1386807"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patients</a:t>
            </a:r>
          </a:p>
        </p:txBody>
      </p:sp>
      <p:sp>
        <p:nvSpPr>
          <p:cNvPr id="3146" name="Rectangle 3145">
            <a:extLst>
              <a:ext uri="{FF2B5EF4-FFF2-40B4-BE49-F238E27FC236}">
                <a16:creationId xmlns:a16="http://schemas.microsoft.com/office/drawing/2014/main" id="{628100D8-319A-8555-D2BF-ACC0F444A8FF}"/>
              </a:ext>
            </a:extLst>
          </p:cNvPr>
          <p:cNvSpPr/>
          <p:nvPr/>
        </p:nvSpPr>
        <p:spPr>
          <a:xfrm>
            <a:off x="4268799" y="3689914"/>
            <a:ext cx="1386806"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Annual frequency of drug per patient</a:t>
            </a:r>
          </a:p>
        </p:txBody>
      </p:sp>
      <p:sp>
        <p:nvSpPr>
          <p:cNvPr id="3150" name="Rectangle 3149">
            <a:extLst>
              <a:ext uri="{FF2B5EF4-FFF2-40B4-BE49-F238E27FC236}">
                <a16:creationId xmlns:a16="http://schemas.microsoft.com/office/drawing/2014/main" id="{B5D762E4-BBA7-72B4-E145-24447BA44EC6}"/>
              </a:ext>
            </a:extLst>
          </p:cNvPr>
          <p:cNvSpPr/>
          <p:nvPr/>
        </p:nvSpPr>
        <p:spPr>
          <a:xfrm>
            <a:off x="4266068" y="4453759"/>
            <a:ext cx="1386807"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Annual volume of </a:t>
            </a:r>
            <a:r>
              <a:rPr lang="en-US" sz="1200" b="1">
                <a:solidFill>
                  <a:schemeClr val="tx1"/>
                </a:solidFill>
              </a:rPr>
              <a:t>Gastro</a:t>
            </a:r>
            <a:r>
              <a:rPr lang="en-US" sz="1200">
                <a:solidFill>
                  <a:schemeClr val="tx1"/>
                </a:solidFill>
              </a:rPr>
              <a:t> IVs</a:t>
            </a:r>
          </a:p>
        </p:txBody>
      </p:sp>
      <p:sp>
        <p:nvSpPr>
          <p:cNvPr id="56" name="Rectangle 55">
            <a:extLst>
              <a:ext uri="{FF2B5EF4-FFF2-40B4-BE49-F238E27FC236}">
                <a16:creationId xmlns:a16="http://schemas.microsoft.com/office/drawing/2014/main" id="{E6B31BEE-EDAD-5DA6-8E54-684B8A323A5F}"/>
              </a:ext>
            </a:extLst>
          </p:cNvPr>
          <p:cNvSpPr/>
          <p:nvPr/>
        </p:nvSpPr>
        <p:spPr>
          <a:xfrm>
            <a:off x="5975244" y="2158316"/>
            <a:ext cx="1719776"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patients for </a:t>
            </a:r>
            <a:r>
              <a:rPr lang="en-US" sz="1200" b="1">
                <a:solidFill>
                  <a:sysClr val="windowText" lastClr="000000"/>
                </a:solidFill>
              </a:rPr>
              <a:t>Hematological</a:t>
            </a:r>
          </a:p>
        </p:txBody>
      </p:sp>
      <p:sp>
        <p:nvSpPr>
          <p:cNvPr id="3143" name="Rectangle 3142">
            <a:extLst>
              <a:ext uri="{FF2B5EF4-FFF2-40B4-BE49-F238E27FC236}">
                <a16:creationId xmlns:a16="http://schemas.microsoft.com/office/drawing/2014/main" id="{EFE5AA5B-C207-9E8B-F49F-5E8F47C25F83}"/>
              </a:ext>
            </a:extLst>
          </p:cNvPr>
          <p:cNvSpPr/>
          <p:nvPr/>
        </p:nvSpPr>
        <p:spPr>
          <a:xfrm>
            <a:off x="5969783" y="2924118"/>
            <a:ext cx="1719776"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patients</a:t>
            </a:r>
          </a:p>
        </p:txBody>
      </p:sp>
      <p:sp>
        <p:nvSpPr>
          <p:cNvPr id="3147" name="Rectangle 3146">
            <a:extLst>
              <a:ext uri="{FF2B5EF4-FFF2-40B4-BE49-F238E27FC236}">
                <a16:creationId xmlns:a16="http://schemas.microsoft.com/office/drawing/2014/main" id="{2BBABA9B-CF88-680B-8729-ED9BAFF55E80}"/>
              </a:ext>
            </a:extLst>
          </p:cNvPr>
          <p:cNvSpPr/>
          <p:nvPr/>
        </p:nvSpPr>
        <p:spPr>
          <a:xfrm>
            <a:off x="5975244" y="3689914"/>
            <a:ext cx="1719776"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Annual frequency of drug per patient</a:t>
            </a:r>
          </a:p>
        </p:txBody>
      </p:sp>
      <p:sp>
        <p:nvSpPr>
          <p:cNvPr id="3151" name="Rectangle 3150">
            <a:extLst>
              <a:ext uri="{FF2B5EF4-FFF2-40B4-BE49-F238E27FC236}">
                <a16:creationId xmlns:a16="http://schemas.microsoft.com/office/drawing/2014/main" id="{1C561E48-354F-C0B9-C2D0-A3DE8D463AE5}"/>
              </a:ext>
            </a:extLst>
          </p:cNvPr>
          <p:cNvSpPr/>
          <p:nvPr/>
        </p:nvSpPr>
        <p:spPr>
          <a:xfrm>
            <a:off x="5969783" y="4453759"/>
            <a:ext cx="1719776"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Annual volume of </a:t>
            </a:r>
            <a:r>
              <a:rPr lang="en-US" sz="1200" b="1">
                <a:solidFill>
                  <a:schemeClr val="tx1"/>
                </a:solidFill>
              </a:rPr>
              <a:t>Hematological</a:t>
            </a:r>
            <a:r>
              <a:rPr lang="en-US" sz="1200">
                <a:solidFill>
                  <a:schemeClr val="tx1"/>
                </a:solidFill>
              </a:rPr>
              <a:t> IVs</a:t>
            </a:r>
          </a:p>
        </p:txBody>
      </p:sp>
      <p:sp>
        <p:nvSpPr>
          <p:cNvPr id="57" name="Rectangle 56">
            <a:extLst>
              <a:ext uri="{FF2B5EF4-FFF2-40B4-BE49-F238E27FC236}">
                <a16:creationId xmlns:a16="http://schemas.microsoft.com/office/drawing/2014/main" id="{DED92E01-6F6F-6291-C623-B978CAA04842}"/>
              </a:ext>
            </a:extLst>
          </p:cNvPr>
          <p:cNvSpPr/>
          <p:nvPr/>
        </p:nvSpPr>
        <p:spPr>
          <a:xfrm>
            <a:off x="8017390" y="2158316"/>
            <a:ext cx="1564215"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Percentage of patients for </a:t>
            </a:r>
            <a:r>
              <a:rPr lang="en-US" sz="1200" b="1">
                <a:solidFill>
                  <a:sysClr val="windowText" lastClr="000000"/>
                </a:solidFill>
              </a:rPr>
              <a:t>Pain</a:t>
            </a:r>
          </a:p>
        </p:txBody>
      </p:sp>
      <p:sp>
        <p:nvSpPr>
          <p:cNvPr id="3144" name="Rectangle 3143">
            <a:extLst>
              <a:ext uri="{FF2B5EF4-FFF2-40B4-BE49-F238E27FC236}">
                <a16:creationId xmlns:a16="http://schemas.microsoft.com/office/drawing/2014/main" id="{62215E2F-5373-D0A1-D847-854494029B1E}"/>
              </a:ext>
            </a:extLst>
          </p:cNvPr>
          <p:cNvSpPr/>
          <p:nvPr/>
        </p:nvSpPr>
        <p:spPr>
          <a:xfrm>
            <a:off x="8009197" y="2924118"/>
            <a:ext cx="1564215"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Number of patients</a:t>
            </a:r>
          </a:p>
        </p:txBody>
      </p:sp>
      <p:sp>
        <p:nvSpPr>
          <p:cNvPr id="3148" name="Rectangle 3147">
            <a:extLst>
              <a:ext uri="{FF2B5EF4-FFF2-40B4-BE49-F238E27FC236}">
                <a16:creationId xmlns:a16="http://schemas.microsoft.com/office/drawing/2014/main" id="{19CF9E65-A80D-ED41-CD66-9972F3DFDC27}"/>
              </a:ext>
            </a:extLst>
          </p:cNvPr>
          <p:cNvSpPr/>
          <p:nvPr/>
        </p:nvSpPr>
        <p:spPr>
          <a:xfrm>
            <a:off x="8017390" y="3689914"/>
            <a:ext cx="1564215"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Annual frequency of drug per patient</a:t>
            </a:r>
          </a:p>
        </p:txBody>
      </p:sp>
      <p:sp>
        <p:nvSpPr>
          <p:cNvPr id="3152" name="Rectangle 3151">
            <a:extLst>
              <a:ext uri="{FF2B5EF4-FFF2-40B4-BE49-F238E27FC236}">
                <a16:creationId xmlns:a16="http://schemas.microsoft.com/office/drawing/2014/main" id="{5296E2F8-5DDD-DC2B-CE04-89F96E3DE37F}"/>
              </a:ext>
            </a:extLst>
          </p:cNvPr>
          <p:cNvSpPr/>
          <p:nvPr/>
        </p:nvSpPr>
        <p:spPr>
          <a:xfrm>
            <a:off x="8009197" y="4453759"/>
            <a:ext cx="1564215" cy="548640"/>
          </a:xfrm>
          <a:prstGeom prst="rect">
            <a:avLst/>
          </a:prstGeom>
          <a:solidFill>
            <a:srgbClr val="BFBFBF"/>
          </a:solidFill>
          <a:ln>
            <a:solidFill>
              <a:srgbClr val="BFBFB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Annual volume of </a:t>
            </a:r>
            <a:r>
              <a:rPr lang="en-US" sz="1200" b="1">
                <a:solidFill>
                  <a:schemeClr val="tx1"/>
                </a:solidFill>
              </a:rPr>
              <a:t>Pain</a:t>
            </a:r>
            <a:r>
              <a:rPr lang="en-US" sz="1200">
                <a:solidFill>
                  <a:schemeClr val="tx1"/>
                </a:solidFill>
              </a:rPr>
              <a:t> </a:t>
            </a:r>
            <a:r>
              <a:rPr lang="en-US" sz="1200" b="1">
                <a:solidFill>
                  <a:schemeClr val="tx1"/>
                </a:solidFill>
              </a:rPr>
              <a:t>management</a:t>
            </a:r>
            <a:r>
              <a:rPr lang="en-US" sz="1200">
                <a:solidFill>
                  <a:schemeClr val="tx1"/>
                </a:solidFill>
              </a:rPr>
              <a:t> IVs</a:t>
            </a:r>
          </a:p>
        </p:txBody>
      </p:sp>
      <p:sp>
        <p:nvSpPr>
          <p:cNvPr id="3178" name="Rectangle 3177">
            <a:extLst>
              <a:ext uri="{FF2B5EF4-FFF2-40B4-BE49-F238E27FC236}">
                <a16:creationId xmlns:a16="http://schemas.microsoft.com/office/drawing/2014/main" id="{74F1F17D-C631-E15D-BFEB-63532ADD5CAB}"/>
              </a:ext>
            </a:extLst>
          </p:cNvPr>
          <p:cNvSpPr/>
          <p:nvPr/>
        </p:nvSpPr>
        <p:spPr>
          <a:xfrm>
            <a:off x="4796253" y="5017300"/>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79" name="Rectangle 3178">
            <a:extLst>
              <a:ext uri="{FF2B5EF4-FFF2-40B4-BE49-F238E27FC236}">
                <a16:creationId xmlns:a16="http://schemas.microsoft.com/office/drawing/2014/main" id="{473B5C4C-9A24-9792-EA62-1DE00C2C3DAF}"/>
              </a:ext>
            </a:extLst>
          </p:cNvPr>
          <p:cNvSpPr/>
          <p:nvPr/>
        </p:nvSpPr>
        <p:spPr>
          <a:xfrm>
            <a:off x="4266068" y="5221524"/>
            <a:ext cx="1386807"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Drug Price</a:t>
            </a:r>
          </a:p>
        </p:txBody>
      </p:sp>
      <p:sp>
        <p:nvSpPr>
          <p:cNvPr id="3180" name="Rectangle 3179">
            <a:extLst>
              <a:ext uri="{FF2B5EF4-FFF2-40B4-BE49-F238E27FC236}">
                <a16:creationId xmlns:a16="http://schemas.microsoft.com/office/drawing/2014/main" id="{75F1CF51-6BB9-68E5-D133-A9937E154054}"/>
              </a:ext>
            </a:extLst>
          </p:cNvPr>
          <p:cNvSpPr/>
          <p:nvPr/>
        </p:nvSpPr>
        <p:spPr>
          <a:xfrm>
            <a:off x="6664256" y="2726404"/>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81" name="Rectangle 3180">
            <a:extLst>
              <a:ext uri="{FF2B5EF4-FFF2-40B4-BE49-F238E27FC236}">
                <a16:creationId xmlns:a16="http://schemas.microsoft.com/office/drawing/2014/main" id="{41420A1B-D144-DE9F-C36A-5A5B4BE2ABFB}"/>
              </a:ext>
            </a:extLst>
          </p:cNvPr>
          <p:cNvSpPr/>
          <p:nvPr/>
        </p:nvSpPr>
        <p:spPr>
          <a:xfrm>
            <a:off x="6664256" y="3492206"/>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82" name="Rectangle 3181">
            <a:extLst>
              <a:ext uri="{FF2B5EF4-FFF2-40B4-BE49-F238E27FC236}">
                <a16:creationId xmlns:a16="http://schemas.microsoft.com/office/drawing/2014/main" id="{5B52469D-9BC2-1D5B-4CD6-FAD9AA264FBA}"/>
              </a:ext>
            </a:extLst>
          </p:cNvPr>
          <p:cNvSpPr/>
          <p:nvPr/>
        </p:nvSpPr>
        <p:spPr>
          <a:xfrm>
            <a:off x="6664256" y="4258008"/>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83" name="Rectangle 3182">
            <a:extLst>
              <a:ext uri="{FF2B5EF4-FFF2-40B4-BE49-F238E27FC236}">
                <a16:creationId xmlns:a16="http://schemas.microsoft.com/office/drawing/2014/main" id="{E52DC2DA-4FC5-ADD6-64FC-5B2615BFA807}"/>
              </a:ext>
            </a:extLst>
          </p:cNvPr>
          <p:cNvSpPr/>
          <p:nvPr/>
        </p:nvSpPr>
        <p:spPr>
          <a:xfrm>
            <a:off x="6664256" y="5017300"/>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84" name="Rectangle 3183">
            <a:extLst>
              <a:ext uri="{FF2B5EF4-FFF2-40B4-BE49-F238E27FC236}">
                <a16:creationId xmlns:a16="http://schemas.microsoft.com/office/drawing/2014/main" id="{FED972D3-C782-E97F-6F73-5943AD373892}"/>
              </a:ext>
            </a:extLst>
          </p:cNvPr>
          <p:cNvSpPr/>
          <p:nvPr/>
        </p:nvSpPr>
        <p:spPr>
          <a:xfrm>
            <a:off x="8636661" y="2726404"/>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85" name="Rectangle 3184">
            <a:extLst>
              <a:ext uri="{FF2B5EF4-FFF2-40B4-BE49-F238E27FC236}">
                <a16:creationId xmlns:a16="http://schemas.microsoft.com/office/drawing/2014/main" id="{179ECAA0-AF6E-FC19-96BA-6C6A2353B10F}"/>
              </a:ext>
            </a:extLst>
          </p:cNvPr>
          <p:cNvSpPr/>
          <p:nvPr/>
        </p:nvSpPr>
        <p:spPr>
          <a:xfrm>
            <a:off x="8636661" y="3492206"/>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86" name="Rectangle 3185">
            <a:extLst>
              <a:ext uri="{FF2B5EF4-FFF2-40B4-BE49-F238E27FC236}">
                <a16:creationId xmlns:a16="http://schemas.microsoft.com/office/drawing/2014/main" id="{BC2E78AD-C8A6-5E7D-A91D-3E15EC738993}"/>
              </a:ext>
            </a:extLst>
          </p:cNvPr>
          <p:cNvSpPr/>
          <p:nvPr/>
        </p:nvSpPr>
        <p:spPr>
          <a:xfrm>
            <a:off x="8636661" y="4258008"/>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87" name="Rectangle 3186">
            <a:extLst>
              <a:ext uri="{FF2B5EF4-FFF2-40B4-BE49-F238E27FC236}">
                <a16:creationId xmlns:a16="http://schemas.microsoft.com/office/drawing/2014/main" id="{8B3351D5-3F61-359C-5EE0-379A331EC2CC}"/>
              </a:ext>
            </a:extLst>
          </p:cNvPr>
          <p:cNvSpPr/>
          <p:nvPr/>
        </p:nvSpPr>
        <p:spPr>
          <a:xfrm>
            <a:off x="8636661" y="5017300"/>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88" name="Rectangle 3187">
            <a:extLst>
              <a:ext uri="{FF2B5EF4-FFF2-40B4-BE49-F238E27FC236}">
                <a16:creationId xmlns:a16="http://schemas.microsoft.com/office/drawing/2014/main" id="{E5A1394B-C8C2-A5A8-3B33-FBF210B86870}"/>
              </a:ext>
            </a:extLst>
          </p:cNvPr>
          <p:cNvSpPr/>
          <p:nvPr/>
        </p:nvSpPr>
        <p:spPr>
          <a:xfrm>
            <a:off x="1042632" y="2726404"/>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89" name="Rectangle 3188">
            <a:extLst>
              <a:ext uri="{FF2B5EF4-FFF2-40B4-BE49-F238E27FC236}">
                <a16:creationId xmlns:a16="http://schemas.microsoft.com/office/drawing/2014/main" id="{B7062073-C5FE-E613-36DF-C9407AFAEE77}"/>
              </a:ext>
            </a:extLst>
          </p:cNvPr>
          <p:cNvSpPr/>
          <p:nvPr/>
        </p:nvSpPr>
        <p:spPr>
          <a:xfrm>
            <a:off x="1042632" y="3492206"/>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90" name="Rectangle 3189">
            <a:extLst>
              <a:ext uri="{FF2B5EF4-FFF2-40B4-BE49-F238E27FC236}">
                <a16:creationId xmlns:a16="http://schemas.microsoft.com/office/drawing/2014/main" id="{26D1DA76-196B-29A4-EF59-0BAEAE86CA08}"/>
              </a:ext>
            </a:extLst>
          </p:cNvPr>
          <p:cNvSpPr/>
          <p:nvPr/>
        </p:nvSpPr>
        <p:spPr>
          <a:xfrm>
            <a:off x="1042632" y="4258008"/>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191" name="Rectangle 3190">
            <a:extLst>
              <a:ext uri="{FF2B5EF4-FFF2-40B4-BE49-F238E27FC236}">
                <a16:creationId xmlns:a16="http://schemas.microsoft.com/office/drawing/2014/main" id="{D79DA227-D286-2299-B19C-7CAFEEA9867D}"/>
              </a:ext>
            </a:extLst>
          </p:cNvPr>
          <p:cNvSpPr/>
          <p:nvPr/>
        </p:nvSpPr>
        <p:spPr>
          <a:xfrm>
            <a:off x="1042632" y="5017300"/>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199" name="Rectangle 3198">
            <a:extLst>
              <a:ext uri="{FF2B5EF4-FFF2-40B4-BE49-F238E27FC236}">
                <a16:creationId xmlns:a16="http://schemas.microsoft.com/office/drawing/2014/main" id="{4BAB5E1B-BA3D-9364-BC58-7FA8083BD0C5}"/>
              </a:ext>
            </a:extLst>
          </p:cNvPr>
          <p:cNvSpPr/>
          <p:nvPr/>
        </p:nvSpPr>
        <p:spPr>
          <a:xfrm>
            <a:off x="3001443" y="2726404"/>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200" name="Rectangle 3199">
            <a:extLst>
              <a:ext uri="{FF2B5EF4-FFF2-40B4-BE49-F238E27FC236}">
                <a16:creationId xmlns:a16="http://schemas.microsoft.com/office/drawing/2014/main" id="{3BA5650B-60E5-7C23-AE28-E467C93D987D}"/>
              </a:ext>
            </a:extLst>
          </p:cNvPr>
          <p:cNvSpPr/>
          <p:nvPr/>
        </p:nvSpPr>
        <p:spPr>
          <a:xfrm>
            <a:off x="3001443" y="3492206"/>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201" name="Rectangle 3200">
            <a:extLst>
              <a:ext uri="{FF2B5EF4-FFF2-40B4-BE49-F238E27FC236}">
                <a16:creationId xmlns:a16="http://schemas.microsoft.com/office/drawing/2014/main" id="{70088B01-3F1E-017F-1201-EF04F9E6C83A}"/>
              </a:ext>
            </a:extLst>
          </p:cNvPr>
          <p:cNvSpPr/>
          <p:nvPr/>
        </p:nvSpPr>
        <p:spPr>
          <a:xfrm>
            <a:off x="3001443" y="4258008"/>
            <a:ext cx="326437" cy="1808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202" name="Rectangle 3201">
            <a:extLst>
              <a:ext uri="{FF2B5EF4-FFF2-40B4-BE49-F238E27FC236}">
                <a16:creationId xmlns:a16="http://schemas.microsoft.com/office/drawing/2014/main" id="{486832A4-17DD-3A9A-6F5F-AE33D4C61249}"/>
              </a:ext>
            </a:extLst>
          </p:cNvPr>
          <p:cNvSpPr/>
          <p:nvPr/>
        </p:nvSpPr>
        <p:spPr>
          <a:xfrm>
            <a:off x="3001443" y="5017300"/>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203" name="Rectangle 3202">
            <a:extLst>
              <a:ext uri="{FF2B5EF4-FFF2-40B4-BE49-F238E27FC236}">
                <a16:creationId xmlns:a16="http://schemas.microsoft.com/office/drawing/2014/main" id="{90FC3648-674E-E79F-E12C-E71B1140C505}"/>
              </a:ext>
            </a:extLst>
          </p:cNvPr>
          <p:cNvSpPr/>
          <p:nvPr/>
        </p:nvSpPr>
        <p:spPr>
          <a:xfrm>
            <a:off x="2387675" y="5221524"/>
            <a:ext cx="1564215"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Drug Price</a:t>
            </a:r>
          </a:p>
        </p:txBody>
      </p:sp>
      <p:sp>
        <p:nvSpPr>
          <p:cNvPr id="3204" name="Rectangle 3203">
            <a:extLst>
              <a:ext uri="{FF2B5EF4-FFF2-40B4-BE49-F238E27FC236}">
                <a16:creationId xmlns:a16="http://schemas.microsoft.com/office/drawing/2014/main" id="{6C624731-FAE1-FBB5-6CC8-1F632AA306B8}"/>
              </a:ext>
            </a:extLst>
          </p:cNvPr>
          <p:cNvSpPr/>
          <p:nvPr/>
        </p:nvSpPr>
        <p:spPr>
          <a:xfrm>
            <a:off x="512446" y="5221524"/>
            <a:ext cx="1561050"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Drug Price</a:t>
            </a:r>
          </a:p>
        </p:txBody>
      </p:sp>
      <p:sp>
        <p:nvSpPr>
          <p:cNvPr id="3205" name="Rectangle 3204">
            <a:extLst>
              <a:ext uri="{FF2B5EF4-FFF2-40B4-BE49-F238E27FC236}">
                <a16:creationId xmlns:a16="http://schemas.microsoft.com/office/drawing/2014/main" id="{721B3B29-24DC-EC10-E980-F6EEC920ADAD}"/>
              </a:ext>
            </a:extLst>
          </p:cNvPr>
          <p:cNvSpPr/>
          <p:nvPr/>
        </p:nvSpPr>
        <p:spPr>
          <a:xfrm>
            <a:off x="5969783" y="5221524"/>
            <a:ext cx="1719776"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Drug Price</a:t>
            </a:r>
          </a:p>
        </p:txBody>
      </p:sp>
      <p:sp>
        <p:nvSpPr>
          <p:cNvPr id="3206" name="Rectangle 3205">
            <a:extLst>
              <a:ext uri="{FF2B5EF4-FFF2-40B4-BE49-F238E27FC236}">
                <a16:creationId xmlns:a16="http://schemas.microsoft.com/office/drawing/2014/main" id="{B4B448B2-AAC6-C151-2AF7-6ACCDF92E680}"/>
              </a:ext>
            </a:extLst>
          </p:cNvPr>
          <p:cNvSpPr/>
          <p:nvPr/>
        </p:nvSpPr>
        <p:spPr>
          <a:xfrm>
            <a:off x="8017390" y="5221524"/>
            <a:ext cx="1556022" cy="54864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Drug Price</a:t>
            </a:r>
          </a:p>
        </p:txBody>
      </p:sp>
      <p:sp>
        <p:nvSpPr>
          <p:cNvPr id="3211" name="Rectangle 3210">
            <a:extLst>
              <a:ext uri="{FF2B5EF4-FFF2-40B4-BE49-F238E27FC236}">
                <a16:creationId xmlns:a16="http://schemas.microsoft.com/office/drawing/2014/main" id="{A75F9A12-7625-3D65-F6E9-F22E845A5A3D}"/>
              </a:ext>
            </a:extLst>
          </p:cNvPr>
          <p:cNvSpPr/>
          <p:nvPr/>
        </p:nvSpPr>
        <p:spPr>
          <a:xfrm>
            <a:off x="6664255" y="1851728"/>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212" name="Rectangle 3211">
            <a:extLst>
              <a:ext uri="{FF2B5EF4-FFF2-40B4-BE49-F238E27FC236}">
                <a16:creationId xmlns:a16="http://schemas.microsoft.com/office/drawing/2014/main" id="{2F0C4E48-E7D1-5531-63F4-26072075FC20}"/>
              </a:ext>
            </a:extLst>
          </p:cNvPr>
          <p:cNvSpPr/>
          <p:nvPr/>
        </p:nvSpPr>
        <p:spPr>
          <a:xfrm>
            <a:off x="8636279" y="1851728"/>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213" name="Rectangle 3212">
            <a:extLst>
              <a:ext uri="{FF2B5EF4-FFF2-40B4-BE49-F238E27FC236}">
                <a16:creationId xmlns:a16="http://schemas.microsoft.com/office/drawing/2014/main" id="{81C17C1A-0544-B322-4D17-5443DECA12F7}"/>
              </a:ext>
            </a:extLst>
          </p:cNvPr>
          <p:cNvSpPr/>
          <p:nvPr/>
        </p:nvSpPr>
        <p:spPr>
          <a:xfrm>
            <a:off x="3001443" y="1851728"/>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214" name="Rectangle 3213">
            <a:extLst>
              <a:ext uri="{FF2B5EF4-FFF2-40B4-BE49-F238E27FC236}">
                <a16:creationId xmlns:a16="http://schemas.microsoft.com/office/drawing/2014/main" id="{C00B1FB2-8E7F-531F-46C1-FD9D8BC2CAA3}"/>
              </a:ext>
            </a:extLst>
          </p:cNvPr>
          <p:cNvSpPr/>
          <p:nvPr/>
        </p:nvSpPr>
        <p:spPr>
          <a:xfrm>
            <a:off x="1128171" y="1851728"/>
            <a:ext cx="326437" cy="180850"/>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x</a:t>
            </a:r>
          </a:p>
        </p:txBody>
      </p:sp>
      <p:sp>
        <p:nvSpPr>
          <p:cNvPr id="3215" name="Rectangle 3214">
            <a:extLst>
              <a:ext uri="{FF2B5EF4-FFF2-40B4-BE49-F238E27FC236}">
                <a16:creationId xmlns:a16="http://schemas.microsoft.com/office/drawing/2014/main" id="{E3F5CBF4-BAAE-8BBE-DF54-75EA23836281}"/>
              </a:ext>
            </a:extLst>
          </p:cNvPr>
          <p:cNvSpPr/>
          <p:nvPr/>
        </p:nvSpPr>
        <p:spPr>
          <a:xfrm>
            <a:off x="2164225" y="3894668"/>
            <a:ext cx="132017" cy="126392"/>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216" name="Rectangle 3215">
            <a:extLst>
              <a:ext uri="{FF2B5EF4-FFF2-40B4-BE49-F238E27FC236}">
                <a16:creationId xmlns:a16="http://schemas.microsoft.com/office/drawing/2014/main" id="{00E4695F-17B3-DDBA-3E08-3B784CD2BC44}"/>
              </a:ext>
            </a:extLst>
          </p:cNvPr>
          <p:cNvSpPr/>
          <p:nvPr/>
        </p:nvSpPr>
        <p:spPr>
          <a:xfrm>
            <a:off x="4050785" y="3894668"/>
            <a:ext cx="103439" cy="126392"/>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217" name="Rectangle 3216">
            <a:extLst>
              <a:ext uri="{FF2B5EF4-FFF2-40B4-BE49-F238E27FC236}">
                <a16:creationId xmlns:a16="http://schemas.microsoft.com/office/drawing/2014/main" id="{B8E79BA3-45B2-F201-44A1-D87D0BDF6D3C}"/>
              </a:ext>
            </a:extLst>
          </p:cNvPr>
          <p:cNvSpPr/>
          <p:nvPr/>
        </p:nvSpPr>
        <p:spPr>
          <a:xfrm>
            <a:off x="5758549" y="3894668"/>
            <a:ext cx="105559" cy="126392"/>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
        <p:nvSpPr>
          <p:cNvPr id="3219" name="Rectangle 3218">
            <a:extLst>
              <a:ext uri="{FF2B5EF4-FFF2-40B4-BE49-F238E27FC236}">
                <a16:creationId xmlns:a16="http://schemas.microsoft.com/office/drawing/2014/main" id="{46A21015-441F-BBC5-2A40-8EE40BE7DF02}"/>
              </a:ext>
            </a:extLst>
          </p:cNvPr>
          <p:cNvSpPr/>
          <p:nvPr/>
        </p:nvSpPr>
        <p:spPr>
          <a:xfrm>
            <a:off x="7814324" y="3894668"/>
            <a:ext cx="89840" cy="126392"/>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solidFill>
                  <a:sysClr val="windowText" lastClr="000000"/>
                </a:solidFill>
              </a:rPr>
              <a:t>+</a:t>
            </a:r>
          </a:p>
        </p:txBody>
      </p:sp>
    </p:spTree>
    <p:extLst>
      <p:ext uri="{BB962C8B-B14F-4D97-AF65-F5344CB8AC3E}">
        <p14:creationId xmlns:p14="http://schemas.microsoft.com/office/powerpoint/2010/main" val="2238889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FB0F7AB3-42FD-9D46-6F01-4248775A7A52}"/>
              </a:ext>
            </a:extLst>
          </p:cNvPr>
          <p:cNvGraphicFramePr>
            <a:graphicFrameLocks/>
          </p:cNvGraphicFramePr>
          <p:nvPr>
            <p:custDataLst>
              <p:tags r:id="rId1"/>
            </p:custDataLst>
            <p:extLst>
              <p:ext uri="{D42A27DB-BD31-4B8C-83A1-F6EECF244321}">
                <p14:modId xmlns:p14="http://schemas.microsoft.com/office/powerpoint/2010/main" val="185299610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395" imgH="396" progId="TCLayout.ActiveDocument.1">
                  <p:embed/>
                </p:oleObj>
              </mc:Choice>
              <mc:Fallback>
                <p:oleObj name="think-cell Slide" r:id="rId11" imgW="395" imgH="396" progId="TCLayout.ActiveDocument.1">
                  <p:embed/>
                  <p:pic>
                    <p:nvPicPr>
                      <p:cNvPr id="5" name="think-cell data - do not delete" hidden="1">
                        <a:extLst>
                          <a:ext uri="{FF2B5EF4-FFF2-40B4-BE49-F238E27FC236}">
                            <a16:creationId xmlns:a16="http://schemas.microsoft.com/office/drawing/2014/main" id="{FB0F7AB3-42FD-9D46-6F01-4248775A7A52}"/>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38" name="Espaço Reservado para Número de Slide 5">
            <a:extLst>
              <a:ext uri="{FF2B5EF4-FFF2-40B4-BE49-F238E27FC236}">
                <a16:creationId xmlns:a16="http://schemas.microsoft.com/office/drawing/2014/main" id="{AD678A66-6D1F-3DD8-D4EE-9638897B23CB}"/>
              </a:ext>
            </a:extLst>
          </p:cNvPr>
          <p:cNvSpPr txBox="1">
            <a:spLocks/>
          </p:cNvSpPr>
          <p:nvPr/>
        </p:nvSpPr>
        <p:spPr>
          <a:xfrm>
            <a:off x="9031941"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14BDE4-840A-4586-B946-2B3474FE743E}" type="slidenum">
              <a:rPr kumimoji="0" lang="en-US" sz="1200" b="0" i="0" u="none" strike="noStrike" kern="1200" cap="none" spc="0" normalizeH="0" baseline="0" noProof="0" smtClean="0">
                <a:ln>
                  <a:noFill/>
                </a:ln>
                <a:solidFill>
                  <a:srgbClr val="2C3846">
                    <a:tint val="75000"/>
                  </a:srgbClr>
                </a:solidFill>
                <a:effectLst/>
                <a:uLnTx/>
                <a:uFillTx/>
                <a:latin typeface="Calibri" panose="020F0502020204030204"/>
                <a:ea typeface="Calibri" panose="020F0502020204030204" pitchFamily="34" charset="0"/>
                <a:cs typeface="Calibri" panose="020F0502020204030204" pitchFamily="34" charset="0"/>
                <a:sym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srgbClr val="2C3846">
                  <a:tint val="75000"/>
                </a:srgbClr>
              </a:solidFill>
              <a:effectLst/>
              <a:uLnTx/>
              <a:uFillTx/>
              <a:latin typeface="Calibri" panose="020F0502020204030204"/>
              <a:ea typeface="Calibri" panose="020F0502020204030204" pitchFamily="34" charset="0"/>
              <a:cs typeface="Calibri" panose="020F0502020204030204" pitchFamily="34" charset="0"/>
              <a:sym typeface="Calibri" panose="020F0502020204030204" pitchFamily="34" charset="0"/>
            </a:endParaRPr>
          </a:p>
        </p:txBody>
      </p:sp>
      <p:grpSp>
        <p:nvGrpSpPr>
          <p:cNvPr id="39" name="Group 38">
            <a:extLst>
              <a:ext uri="{FF2B5EF4-FFF2-40B4-BE49-F238E27FC236}">
                <a16:creationId xmlns:a16="http://schemas.microsoft.com/office/drawing/2014/main" id="{7BBFD827-4FA3-CBDB-2AD0-053A94F5EF81}"/>
              </a:ext>
            </a:extLst>
          </p:cNvPr>
          <p:cNvGrpSpPr/>
          <p:nvPr/>
        </p:nvGrpSpPr>
        <p:grpSpPr>
          <a:xfrm>
            <a:off x="-599376" y="219353"/>
            <a:ext cx="338328" cy="3872943"/>
            <a:chOff x="-460920" y="279546"/>
            <a:chExt cx="338328" cy="3872943"/>
          </a:xfrm>
        </p:grpSpPr>
        <p:sp>
          <p:nvSpPr>
            <p:cNvPr id="40" name="Google Shape;139;p2">
              <a:extLst>
                <a:ext uri="{FF2B5EF4-FFF2-40B4-BE49-F238E27FC236}">
                  <a16:creationId xmlns:a16="http://schemas.microsoft.com/office/drawing/2014/main" id="{6498C532-F18C-81B1-AB76-3B92175E94A4}"/>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1" name="Google Shape;140;p2">
              <a:extLst>
                <a:ext uri="{FF2B5EF4-FFF2-40B4-BE49-F238E27FC236}">
                  <a16:creationId xmlns:a16="http://schemas.microsoft.com/office/drawing/2014/main" id="{C5EAF735-20C9-9612-8516-DB385016E917}"/>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2" name="Google Shape;141;p2">
              <a:extLst>
                <a:ext uri="{FF2B5EF4-FFF2-40B4-BE49-F238E27FC236}">
                  <a16:creationId xmlns:a16="http://schemas.microsoft.com/office/drawing/2014/main" id="{F1620C68-CACC-7138-73D0-50DDC80AA25B}"/>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3" name="Google Shape;142;p2">
              <a:extLst>
                <a:ext uri="{FF2B5EF4-FFF2-40B4-BE49-F238E27FC236}">
                  <a16:creationId xmlns:a16="http://schemas.microsoft.com/office/drawing/2014/main" id="{BB6F852B-3166-9D07-280F-1DB2DC5B6033}"/>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4" name="Google Shape;143;p2">
              <a:extLst>
                <a:ext uri="{FF2B5EF4-FFF2-40B4-BE49-F238E27FC236}">
                  <a16:creationId xmlns:a16="http://schemas.microsoft.com/office/drawing/2014/main" id="{061F1674-D9DC-480A-E80D-8D962F10F9A9}"/>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5" name="Google Shape;147;p2">
              <a:extLst>
                <a:ext uri="{FF2B5EF4-FFF2-40B4-BE49-F238E27FC236}">
                  <a16:creationId xmlns:a16="http://schemas.microsoft.com/office/drawing/2014/main" id="{1019AD96-DFD6-CE59-1B77-504EE3C75511}"/>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6" name="Google Shape;151;p2">
              <a:extLst>
                <a:ext uri="{FF2B5EF4-FFF2-40B4-BE49-F238E27FC236}">
                  <a16:creationId xmlns:a16="http://schemas.microsoft.com/office/drawing/2014/main" id="{2004F59D-D6AF-6F50-64FE-697D7A3F9C46}"/>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sp>
          <p:nvSpPr>
            <p:cNvPr id="47" name="Google Shape;147;p2">
              <a:extLst>
                <a:ext uri="{FF2B5EF4-FFF2-40B4-BE49-F238E27FC236}">
                  <a16:creationId xmlns:a16="http://schemas.microsoft.com/office/drawing/2014/main" id="{4248B656-F178-C5DB-B68A-D8B1F7F37BA4}"/>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Calibri" panose="020F0502020204030204"/>
                <a:ea typeface="Arial"/>
                <a:cs typeface="Arial"/>
                <a:sym typeface="Arial"/>
              </a:endParaRPr>
            </a:p>
          </p:txBody>
        </p:sp>
      </p:grpSp>
      <p:sp>
        <p:nvSpPr>
          <p:cNvPr id="50" name="Line 15">
            <a:extLst>
              <a:ext uri="{FF2B5EF4-FFF2-40B4-BE49-F238E27FC236}">
                <a16:creationId xmlns:a16="http://schemas.microsoft.com/office/drawing/2014/main" id="{E72BAD7A-8BE7-DF4B-394A-04E96D1D87BA}"/>
              </a:ext>
            </a:extLst>
          </p:cNvPr>
          <p:cNvSpPr>
            <a:spLocks noChangeShapeType="1"/>
          </p:cNvSpPr>
          <p:nvPr>
            <p:custDataLst>
              <p:tags r:id="rId2"/>
            </p:custDataLst>
          </p:nvPr>
        </p:nvSpPr>
        <p:spPr bwMode="auto">
          <a:xfrm>
            <a:off x="509281" y="1172735"/>
            <a:ext cx="11161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Google Shape;1111;p12">
            <a:extLst>
              <a:ext uri="{FF2B5EF4-FFF2-40B4-BE49-F238E27FC236}">
                <a16:creationId xmlns:a16="http://schemas.microsoft.com/office/drawing/2014/main" id="{D886ED31-10ED-1EB3-07A0-C14080837257}"/>
              </a:ext>
            </a:extLst>
          </p:cNvPr>
          <p:cNvSpPr txBox="1"/>
          <p:nvPr/>
        </p:nvSpPr>
        <p:spPr>
          <a:xfrm>
            <a:off x="731520" y="6453001"/>
            <a:ext cx="2345056"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Calibri" panose="020F0502020204030204"/>
                <a:ea typeface="Arial"/>
                <a:cs typeface="Arial" panose="020B0604020202020204" pitchFamily="34" charset="0"/>
                <a:sym typeface="Arial"/>
              </a:rPr>
              <a:t>Source: Intellia Research &amp; Analysis</a:t>
            </a:r>
            <a:endParaRPr kumimoji="0" sz="1800" b="0" i="0" u="none" strike="noStrike" kern="1200" cap="none" spc="0" normalizeH="0" baseline="0" noProof="0">
              <a:ln>
                <a:noFill/>
              </a:ln>
              <a:solidFill>
                <a:srgbClr val="000000"/>
              </a:solidFill>
              <a:effectLst/>
              <a:uLnTx/>
              <a:uFillTx/>
              <a:latin typeface="Calibri" panose="020F0502020204030204"/>
              <a:ea typeface="Calibri"/>
              <a:cs typeface="Arial" panose="020B0604020202020204" pitchFamily="34" charset="0"/>
              <a:sym typeface="Calibri"/>
            </a:endParaRPr>
          </a:p>
        </p:txBody>
      </p:sp>
      <p:sp>
        <p:nvSpPr>
          <p:cNvPr id="95" name="Google Shape;1305;p19">
            <a:extLst>
              <a:ext uri="{FF2B5EF4-FFF2-40B4-BE49-F238E27FC236}">
                <a16:creationId xmlns:a16="http://schemas.microsoft.com/office/drawing/2014/main" id="{510EC18F-134B-E7A1-3A04-5DDA77CE8034}"/>
              </a:ext>
            </a:extLst>
          </p:cNvPr>
          <p:cNvSpPr txBox="1"/>
          <p:nvPr/>
        </p:nvSpPr>
        <p:spPr>
          <a:xfrm>
            <a:off x="518746" y="6286213"/>
            <a:ext cx="10783045"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1" u="none" strike="noStrike" kern="0" cap="none" spc="0" normalizeH="0" baseline="0" noProof="0">
                <a:ln>
                  <a:noFill/>
                </a:ln>
                <a:solidFill>
                  <a:prstClr val="black"/>
                </a:solidFill>
                <a:effectLst/>
                <a:uLnTx/>
                <a:uFillTx/>
                <a:latin typeface="Calibri" panose="020F0502020204030204"/>
                <a:ea typeface="Arial"/>
                <a:cs typeface="Arial" panose="020B0604020202020204" pitchFamily="34" charset="0"/>
                <a:sym typeface="Arial" panose="020B0604020202020204" pitchFamily="34" charset="0"/>
              </a:rPr>
              <a:t>Note: *As per International Trade Administration, Saudi government aims to increase private sector participation in the health sector from 20% to 35% by 2030</a:t>
            </a:r>
            <a:endParaRPr kumimoji="0" lang="en-US" sz="1000" b="0" i="1" u="none" strike="noStrike" kern="0" cap="none" spc="0" normalizeH="0" baseline="0" noProof="0">
              <a:ln>
                <a:noFill/>
              </a:ln>
              <a:solidFill>
                <a:prstClr val="black"/>
              </a:solidFill>
              <a:effectLst/>
              <a:uLnTx/>
              <a:uFillTx/>
              <a:latin typeface="Calibri" panose="020F0502020204030204"/>
              <a:ea typeface="Calibri"/>
              <a:cs typeface="Arial" panose="020B0604020202020204" pitchFamily="34" charset="0"/>
              <a:sym typeface="Arial" panose="020B0604020202020204" pitchFamily="34" charset="0"/>
            </a:endParaRPr>
          </a:p>
        </p:txBody>
      </p:sp>
      <p:sp>
        <p:nvSpPr>
          <p:cNvPr id="62" name="Rectangle 61">
            <a:extLst>
              <a:ext uri="{FF2B5EF4-FFF2-40B4-BE49-F238E27FC236}">
                <a16:creationId xmlns:a16="http://schemas.microsoft.com/office/drawing/2014/main" id="{8E8A80E9-FB54-718A-B8CE-58DA39457C8A}"/>
              </a:ext>
            </a:extLst>
          </p:cNvPr>
          <p:cNvSpPr/>
          <p:nvPr/>
        </p:nvSpPr>
        <p:spPr>
          <a:xfrm>
            <a:off x="433877" y="3882648"/>
            <a:ext cx="5464175" cy="374904"/>
          </a:xfrm>
          <a:prstGeom prst="rect">
            <a:avLst/>
          </a:prstGeom>
          <a:solidFill>
            <a:srgbClr val="20697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rPr>
              <a:t>Major M&amp;A &amp; JV deals in healthcare and Oncology within KSA</a:t>
            </a:r>
            <a:endParaRPr kumimoji="0" lang="en-GB" sz="1400" b="1"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graphicFrame>
        <p:nvGraphicFramePr>
          <p:cNvPr id="7" name="Chart 6">
            <a:extLst>
              <a:ext uri="{FF2B5EF4-FFF2-40B4-BE49-F238E27FC236}">
                <a16:creationId xmlns:a16="http://schemas.microsoft.com/office/drawing/2014/main" id="{3658A709-9365-0BFE-543D-6D597ADF92FB}"/>
              </a:ext>
            </a:extLst>
          </p:cNvPr>
          <p:cNvGraphicFramePr/>
          <p:nvPr>
            <p:custDataLst>
              <p:tags r:id="rId3"/>
            </p:custDataLst>
            <p:extLst>
              <p:ext uri="{D42A27DB-BD31-4B8C-83A1-F6EECF244321}">
                <p14:modId xmlns:p14="http://schemas.microsoft.com/office/powerpoint/2010/main" val="4072614973"/>
              </p:ext>
            </p:extLst>
          </p:nvPr>
        </p:nvGraphicFramePr>
        <p:xfrm>
          <a:off x="449263" y="1882775"/>
          <a:ext cx="5449887" cy="2011363"/>
        </p:xfrm>
        <a:graphic>
          <a:graphicData uri="http://schemas.openxmlformats.org/drawingml/2006/chart">
            <c:chart xmlns:c="http://schemas.openxmlformats.org/drawingml/2006/chart" xmlns:r="http://schemas.openxmlformats.org/officeDocument/2006/relationships" r:id="rId13"/>
          </a:graphicData>
        </a:graphic>
      </p:graphicFrame>
      <p:cxnSp>
        <p:nvCxnSpPr>
          <p:cNvPr id="260" name="Straight Connector 259">
            <a:extLst>
              <a:ext uri="{FF2B5EF4-FFF2-40B4-BE49-F238E27FC236}">
                <a16:creationId xmlns:a16="http://schemas.microsoft.com/office/drawing/2014/main" id="{55070717-B183-ADFD-4595-4D4E23C7654B}"/>
              </a:ext>
            </a:extLst>
          </p:cNvPr>
          <p:cNvCxnSpPr/>
          <p:nvPr>
            <p:custDataLst>
              <p:tags r:id="rId4"/>
            </p:custDataLst>
          </p:nvPr>
        </p:nvCxnSpPr>
        <p:spPr bwMode="auto">
          <a:xfrm flipV="1">
            <a:off x="1666875" y="1935163"/>
            <a:ext cx="3319463" cy="75406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61" name="Text Placeholder 2">
            <a:extLst>
              <a:ext uri="{FF2B5EF4-FFF2-40B4-BE49-F238E27FC236}">
                <a16:creationId xmlns:a16="http://schemas.microsoft.com/office/drawing/2014/main" id="{FA696065-4D50-C486-C31B-E8559AD79D16}"/>
              </a:ext>
            </a:extLst>
          </p:cNvPr>
          <p:cNvSpPr>
            <a:spLocks/>
          </p:cNvSpPr>
          <p:nvPr>
            <p:custDataLst>
              <p:tags r:id="rId5"/>
            </p:custDataLst>
          </p:nvPr>
        </p:nvSpPr>
        <p:spPr bwMode="auto">
          <a:xfrm>
            <a:off x="1401763" y="3694113"/>
            <a:ext cx="5302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731BA340-2DBD-48C0-B22B-A332DE4F3C47}" type="datetime'''''''''''''Q''''''''3''’'''''' ''''2''''0''''2''''''''3'''''">
              <a:rPr kumimoji="0" lang="en-GB" altLang="en-US" sz="1100" b="0" i="0" u="none" strike="noStrike" kern="1200" cap="none" spc="0" normalizeH="0" baseline="0" noProof="0" smtClean="0">
                <a:ln>
                  <a:noFill/>
                </a:ln>
                <a:solidFill>
                  <a:srgbClr val="000000"/>
                </a:solidFill>
                <a:effectLst/>
                <a:uLnTx/>
                <a:uFillTx/>
                <a:latin typeface="Calibri" panose="020F0502020204030204"/>
                <a:ea typeface="+mn-ea"/>
                <a:cs typeface="Arial" panose="020B0604020202020204" pitchFamily="34" charset="0"/>
                <a:sym typeface="Arial" panose="020B0604020202020204" pitchFamily="34" charset="0"/>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Q3’ 2023</a:t>
            </a:fld>
            <a:endParaRPr kumimoji="0" lang="en-GB"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sym typeface="Arial" panose="020B0604020202020204" pitchFamily="34" charset="0"/>
            </a:endParaRPr>
          </a:p>
        </p:txBody>
      </p:sp>
      <p:sp>
        <p:nvSpPr>
          <p:cNvPr id="262" name="Text Placeholder 2">
            <a:extLst>
              <a:ext uri="{FF2B5EF4-FFF2-40B4-BE49-F238E27FC236}">
                <a16:creationId xmlns:a16="http://schemas.microsoft.com/office/drawing/2014/main" id="{D9B381A1-B0A2-5E24-F6A3-7FF03308CD7C}"/>
              </a:ext>
            </a:extLst>
          </p:cNvPr>
          <p:cNvSpPr>
            <a:spLocks/>
          </p:cNvSpPr>
          <p:nvPr>
            <p:custDataLst>
              <p:tags r:id="rId6"/>
            </p:custDataLst>
          </p:nvPr>
        </p:nvSpPr>
        <p:spPr bwMode="auto">
          <a:xfrm>
            <a:off x="3060700" y="3694113"/>
            <a:ext cx="5302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88AFBA9E-1A38-4D74-9213-88F8229EB632}" type="datetime'''''''''''''''''''Q''4''''''''''''’ ''''''''2''''''02''''''3'">
              <a:rPr kumimoji="0" lang="en-GB" altLang="en-US" sz="1100" b="0" i="0" u="none" strike="noStrike" kern="1200" cap="none" spc="0" normalizeH="0" baseline="0" noProof="0" smtClean="0">
                <a:ln>
                  <a:noFill/>
                </a:ln>
                <a:solidFill>
                  <a:srgbClr val="000000"/>
                </a:solidFill>
                <a:effectLst/>
                <a:uLnTx/>
                <a:uFillTx/>
                <a:latin typeface="Calibri" panose="020F0502020204030204"/>
                <a:ea typeface="+mn-ea"/>
                <a:cs typeface="Arial" panose="020B0604020202020204" pitchFamily="34" charset="0"/>
                <a:sym typeface="Arial" panose="020B0604020202020204" pitchFamily="34" charset="0"/>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Q4’ 2023</a:t>
            </a:fld>
            <a:endParaRPr kumimoji="0" lang="en-GB"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sym typeface="Arial" panose="020B0604020202020204" pitchFamily="34" charset="0"/>
            </a:endParaRPr>
          </a:p>
        </p:txBody>
      </p:sp>
      <p:sp>
        <p:nvSpPr>
          <p:cNvPr id="263" name="Text Placeholder 2">
            <a:extLst>
              <a:ext uri="{FF2B5EF4-FFF2-40B4-BE49-F238E27FC236}">
                <a16:creationId xmlns:a16="http://schemas.microsoft.com/office/drawing/2014/main" id="{495B481B-E77E-6CCF-E6E0-D5B363EC02F2}"/>
              </a:ext>
            </a:extLst>
          </p:cNvPr>
          <p:cNvSpPr>
            <a:spLocks/>
          </p:cNvSpPr>
          <p:nvPr>
            <p:custDataLst>
              <p:tags r:id="rId7"/>
            </p:custDataLst>
          </p:nvPr>
        </p:nvSpPr>
        <p:spPr bwMode="auto">
          <a:xfrm>
            <a:off x="4721225" y="3694113"/>
            <a:ext cx="5302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515D801E-9400-4720-AB6E-AE79DD92093F}" type="datetime'''''''''''''''Q1''''''''''’'' ''''''''''''2''''''''''024'">
              <a:rPr kumimoji="0" lang="en-GB" altLang="en-US" sz="1100" b="0" i="0" u="none" strike="noStrike" kern="1200" cap="none" spc="0" normalizeH="0" baseline="0" noProof="0" smtClean="0">
                <a:ln>
                  <a:noFill/>
                </a:ln>
                <a:solidFill>
                  <a:srgbClr val="000000"/>
                </a:solidFill>
                <a:effectLst/>
                <a:uLnTx/>
                <a:uFillTx/>
                <a:latin typeface="Calibri" panose="020F0502020204030204"/>
                <a:ea typeface="+mn-ea"/>
                <a:cs typeface="Arial" panose="020B0604020202020204" pitchFamily="34" charset="0"/>
                <a:sym typeface="Arial" panose="020B0604020202020204" pitchFamily="34" charset="0"/>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Q1’ 2024</a:t>
            </a:fld>
            <a:endParaRPr kumimoji="0" lang="en-GB" sz="11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sym typeface="Arial" panose="020B0604020202020204" pitchFamily="34" charset="0"/>
            </a:endParaRPr>
          </a:p>
        </p:txBody>
      </p:sp>
      <p:sp>
        <p:nvSpPr>
          <p:cNvPr id="264" name="Text Placeholder 2">
            <a:extLst>
              <a:ext uri="{FF2B5EF4-FFF2-40B4-BE49-F238E27FC236}">
                <a16:creationId xmlns:a16="http://schemas.microsoft.com/office/drawing/2014/main" id="{8016DC04-AEA0-2DFA-BD39-999CB9C6E0C6}"/>
              </a:ext>
            </a:extLst>
          </p:cNvPr>
          <p:cNvSpPr>
            <a:spLocks/>
          </p:cNvSpPr>
          <p:nvPr>
            <p:custDataLst>
              <p:tags r:id="rId8"/>
            </p:custDataLst>
          </p:nvPr>
        </p:nvSpPr>
        <p:spPr bwMode="auto">
          <a:xfrm>
            <a:off x="3025775" y="2205038"/>
            <a:ext cx="600075" cy="214313"/>
          </a:xfrm>
          <a:prstGeom prst="ellipse">
            <a:avLst/>
          </a:prstGeom>
          <a:solidFill>
            <a:schemeClr val="bg1"/>
          </a:solidFill>
          <a:ln w="9525" cmpd="sng" algn="ctr">
            <a:solidFill>
              <a:schemeClr val="tx1"/>
            </a:solidFill>
          </a:ln>
          <a:effec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ptos" panose="020B0004020202020204" pitchFamily="34" charset="0"/>
                <a:ea typeface="+mn-ea"/>
                <a:cs typeface="Arial" panose="020B0604020202020204" pitchFamily="34" charset="0"/>
                <a:sym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fld id="{DC58C02E-2A39-4D48-B1D4-98EAF77784C3}" type="datetime'''''+''''''''4''6.''4''''''''''''''''%'''">
              <a:rPr kumimoji="0" lang="en-GB" altLang="en-US" sz="1100" b="1" i="0" u="none" strike="noStrike" kern="1200" cap="none" spc="0" normalizeH="0" baseline="0" noProof="0" smtClean="0">
                <a:ln>
                  <a:noFill/>
                </a:ln>
                <a:solidFill>
                  <a:srgbClr val="000000"/>
                </a:solidFill>
                <a:effectLst/>
                <a:uLnTx/>
                <a:uFillTx/>
                <a:latin typeface="Calibri" panose="020F0502020204030204"/>
                <a:ea typeface="+mn-ea"/>
                <a:cs typeface="Arial" panose="020B0604020202020204" pitchFamily="34" charset="0"/>
                <a:sym typeface="Arial" panose="020B0604020202020204" pitchFamily="34" charset="0"/>
              </a:rPr>
              <a:pPr marL="0" marR="0" lvl="0" indent="0" algn="ctr" defTabSz="914400" rtl="0" eaLnBrk="1" fontAlgn="auto" latinLnBrk="0" hangingPunct="1">
                <a:lnSpc>
                  <a:spcPct val="90000"/>
                </a:lnSpc>
                <a:spcBef>
                  <a:spcPct val="0"/>
                </a:spcBef>
                <a:spcAft>
                  <a:spcPct val="0"/>
                </a:spcAft>
                <a:buClrTx/>
                <a:buSzTx/>
                <a:buFont typeface="Arial" panose="020B0604020202020204" pitchFamily="34" charset="0"/>
                <a:buNone/>
                <a:tabLst/>
                <a:defRPr/>
              </a:pPr>
              <a:t>+46.4%</a:t>
            </a:fld>
            <a:endParaRPr kumimoji="0" lang="en-GB" sz="11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sym typeface="Arial" panose="020B0604020202020204" pitchFamily="34" charset="0"/>
            </a:endParaRPr>
          </a:p>
        </p:txBody>
      </p:sp>
      <p:sp>
        <p:nvSpPr>
          <p:cNvPr id="265" name="Rectangle 264">
            <a:extLst>
              <a:ext uri="{FF2B5EF4-FFF2-40B4-BE49-F238E27FC236}">
                <a16:creationId xmlns:a16="http://schemas.microsoft.com/office/drawing/2014/main" id="{20447621-CB02-B50E-4AE3-1640FBB6B1CB}"/>
              </a:ext>
            </a:extLst>
          </p:cNvPr>
          <p:cNvSpPr/>
          <p:nvPr/>
        </p:nvSpPr>
        <p:spPr>
          <a:xfrm>
            <a:off x="365125" y="1698625"/>
            <a:ext cx="4738688" cy="457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1" i="0" u="none" strike="noStrike" kern="1200" cap="none" spc="0" normalizeH="0" baseline="0" noProof="0">
                <a:ln>
                  <a:noFill/>
                </a:ln>
                <a:solidFill>
                  <a:srgbClr val="000000"/>
                </a:solidFill>
                <a:effectLst/>
                <a:uLnTx/>
                <a:uFillTx/>
                <a:latin typeface="Calibri" panose="020F0502020204030204"/>
                <a:ea typeface="Arial"/>
                <a:cs typeface="Arial" panose="020B0604020202020204" pitchFamily="34" charset="0"/>
                <a:sym typeface="Arial"/>
              </a:rPr>
              <a:t>M&amp;A deals in healthcare in GCC (predominantly KSA)</a:t>
            </a:r>
            <a:endParaRPr kumimoji="0" lang="en-US"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sym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sym typeface="Arial" panose="020B0604020202020204" pitchFamily="34" charset="0"/>
              </a:rPr>
              <a:t>#, 2023-24</a:t>
            </a:r>
          </a:p>
        </p:txBody>
      </p:sp>
      <p:sp>
        <p:nvSpPr>
          <p:cNvPr id="270" name="Rectangle 269">
            <a:extLst>
              <a:ext uri="{FF2B5EF4-FFF2-40B4-BE49-F238E27FC236}">
                <a16:creationId xmlns:a16="http://schemas.microsoft.com/office/drawing/2014/main" id="{E2B39243-CA9A-0E82-D056-E83B47EDD8D4}"/>
              </a:ext>
            </a:extLst>
          </p:cNvPr>
          <p:cNvSpPr/>
          <p:nvPr/>
        </p:nvSpPr>
        <p:spPr>
          <a:xfrm>
            <a:off x="6265879" y="1277818"/>
            <a:ext cx="5464175" cy="374904"/>
          </a:xfrm>
          <a:prstGeom prst="rect">
            <a:avLst/>
          </a:prstGeom>
          <a:solidFill>
            <a:srgbClr val="20697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rPr>
              <a:t>Recent healthcare listings within KSA</a:t>
            </a:r>
            <a:endParaRPr kumimoji="0" lang="en-GB" sz="1400" b="1"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272" name="Rectangle 271">
            <a:extLst>
              <a:ext uri="{FF2B5EF4-FFF2-40B4-BE49-F238E27FC236}">
                <a16:creationId xmlns:a16="http://schemas.microsoft.com/office/drawing/2014/main" id="{2B0495C5-5EFF-B312-7022-D72DB77EBA82}"/>
              </a:ext>
            </a:extLst>
          </p:cNvPr>
          <p:cNvSpPr/>
          <p:nvPr/>
        </p:nvSpPr>
        <p:spPr>
          <a:xfrm>
            <a:off x="7725725" y="2044396"/>
            <a:ext cx="3945817" cy="448051"/>
          </a:xfrm>
          <a:prstGeom prst="rect">
            <a:avLst/>
          </a:prstGeom>
          <a:solidFill>
            <a:schemeClr val="bg1">
              <a:lumMod val="95000"/>
            </a:schemeClr>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In 2024, </a:t>
            </a: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Fakeeh Care Group announced plans to proceed with an IPO, selling a 21.47% stake</a:t>
            </a:r>
            <a:endParaRPr kumimoji="0" lang="en-GB"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73" name="Rectangle 272">
            <a:extLst>
              <a:ext uri="{FF2B5EF4-FFF2-40B4-BE49-F238E27FC236}">
                <a16:creationId xmlns:a16="http://schemas.microsoft.com/office/drawing/2014/main" id="{81851C1B-82BF-285F-8F3C-018C748F011A}"/>
              </a:ext>
            </a:extLst>
          </p:cNvPr>
          <p:cNvSpPr/>
          <p:nvPr/>
        </p:nvSpPr>
        <p:spPr>
          <a:xfrm>
            <a:off x="6222023" y="1907233"/>
            <a:ext cx="190500" cy="722376"/>
          </a:xfrm>
          <a:prstGeom prst="rect">
            <a:avLst/>
          </a:prstGeom>
          <a:solidFill>
            <a:srgbClr val="1F476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1</a:t>
            </a:r>
            <a:endParaRPr kumimoji="0" lang="en-GB"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74" name="Rectangle 273">
            <a:extLst>
              <a:ext uri="{FF2B5EF4-FFF2-40B4-BE49-F238E27FC236}">
                <a16:creationId xmlns:a16="http://schemas.microsoft.com/office/drawing/2014/main" id="{F02414E6-CFCD-4B87-F8BE-7C3148E1962F}"/>
              </a:ext>
            </a:extLst>
          </p:cNvPr>
          <p:cNvSpPr/>
          <p:nvPr/>
        </p:nvSpPr>
        <p:spPr>
          <a:xfrm>
            <a:off x="6222023" y="2843786"/>
            <a:ext cx="190500" cy="722376"/>
          </a:xfrm>
          <a:prstGeom prst="rect">
            <a:avLst/>
          </a:prstGeom>
          <a:solidFill>
            <a:srgbClr val="1F476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2</a:t>
            </a:r>
            <a:endParaRPr kumimoji="0" lang="en-GB"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75" name="Rectangle 274">
            <a:extLst>
              <a:ext uri="{FF2B5EF4-FFF2-40B4-BE49-F238E27FC236}">
                <a16:creationId xmlns:a16="http://schemas.microsoft.com/office/drawing/2014/main" id="{8228BBB0-0FB3-D3D3-A692-635E50A09990}"/>
              </a:ext>
            </a:extLst>
          </p:cNvPr>
          <p:cNvSpPr/>
          <p:nvPr/>
        </p:nvSpPr>
        <p:spPr>
          <a:xfrm>
            <a:off x="7743310" y="2980949"/>
            <a:ext cx="3945817" cy="448051"/>
          </a:xfrm>
          <a:prstGeom prst="rect">
            <a:avLst/>
          </a:prstGeom>
          <a:solidFill>
            <a:schemeClr val="bg1">
              <a:lumMod val="95000"/>
            </a:schemeClr>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Specialized Medical Company (SMC) completes a SAR 1.875 billion IPO on the Saudi Exchange</a:t>
            </a:r>
            <a:endParaRPr kumimoji="0" lang="en-GB"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76" name="Rectangle 275">
            <a:extLst>
              <a:ext uri="{FF2B5EF4-FFF2-40B4-BE49-F238E27FC236}">
                <a16:creationId xmlns:a16="http://schemas.microsoft.com/office/drawing/2014/main" id="{B07D3CCE-6A17-B413-EA36-E9EE7CFDD753}"/>
              </a:ext>
            </a:extLst>
          </p:cNvPr>
          <p:cNvSpPr/>
          <p:nvPr/>
        </p:nvSpPr>
        <p:spPr>
          <a:xfrm>
            <a:off x="376727" y="1277945"/>
            <a:ext cx="5578475" cy="374650"/>
          </a:xfrm>
          <a:prstGeom prst="rect">
            <a:avLst/>
          </a:prstGeom>
          <a:solidFill>
            <a:srgbClr val="20697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rPr>
              <a:t>GCC region has seen a surge in M&amp;A deals, joint ventures and healthcare listings, driven by sector competition and government efforts</a:t>
            </a:r>
            <a:endParaRPr kumimoji="0" lang="en-GB" sz="1400" b="1"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pic>
        <p:nvPicPr>
          <p:cNvPr id="280" name="Picture 4">
            <a:extLst>
              <a:ext uri="{FF2B5EF4-FFF2-40B4-BE49-F238E27FC236}">
                <a16:creationId xmlns:a16="http://schemas.microsoft.com/office/drawing/2014/main" id="{BBCD9B61-8373-B25A-7D16-AABCC023ACD4}"/>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623795" y="2026664"/>
            <a:ext cx="870327" cy="483515"/>
          </a:xfrm>
          <a:prstGeom prst="rect">
            <a:avLst/>
          </a:prstGeom>
          <a:noFill/>
          <a:extLst>
            <a:ext uri="{909E8E84-426E-40DD-AFC4-6F175D3DCCD1}">
              <a14:hiddenFill xmlns:a14="http://schemas.microsoft.com/office/drawing/2010/main">
                <a:solidFill>
                  <a:srgbClr val="FFFFFF"/>
                </a:solidFill>
              </a14:hiddenFill>
            </a:ext>
          </a:extLst>
        </p:spPr>
      </p:pic>
      <p:sp>
        <p:nvSpPr>
          <p:cNvPr id="59" name="Rectangle 58">
            <a:extLst>
              <a:ext uri="{FF2B5EF4-FFF2-40B4-BE49-F238E27FC236}">
                <a16:creationId xmlns:a16="http://schemas.microsoft.com/office/drawing/2014/main" id="{C9986FB8-B71C-75F7-22C9-60D3CB99283D}"/>
              </a:ext>
            </a:extLst>
          </p:cNvPr>
          <p:cNvSpPr/>
          <p:nvPr/>
        </p:nvSpPr>
        <p:spPr>
          <a:xfrm>
            <a:off x="2503096" y="4498654"/>
            <a:ext cx="3401568" cy="301752"/>
          </a:xfrm>
          <a:prstGeom prst="rect">
            <a:avLst/>
          </a:prstGeom>
          <a:solidFill>
            <a:schemeClr val="bg1">
              <a:lumMod val="95000"/>
            </a:schemeClr>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In 2024, Gulf Islamic Investments acquired stake in Abeer Medical Company for SAR 600Mn</a:t>
            </a:r>
            <a:endParaRPr kumimoji="0" lang="en-GB"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pic>
        <p:nvPicPr>
          <p:cNvPr id="60" name="Picture 59">
            <a:extLst>
              <a:ext uri="{FF2B5EF4-FFF2-40B4-BE49-F238E27FC236}">
                <a16:creationId xmlns:a16="http://schemas.microsoft.com/office/drawing/2014/main" id="{A43AA525-D62B-A185-6099-5714D902642C}"/>
              </a:ext>
            </a:extLst>
          </p:cNvPr>
          <p:cNvPicPr>
            <a:picLocks noChangeAspect="1"/>
          </p:cNvPicPr>
          <p:nvPr/>
        </p:nvPicPr>
        <p:blipFill>
          <a:blip r:embed="rId15">
            <a:clrChange>
              <a:clrFrom>
                <a:srgbClr val="FFFFFF"/>
              </a:clrFrom>
              <a:clrTo>
                <a:srgbClr val="FFFFFF">
                  <a:alpha val="0"/>
                </a:srgbClr>
              </a:clrTo>
            </a:clrChange>
          </a:blip>
          <a:stretch>
            <a:fillRect/>
          </a:stretch>
        </p:blipFill>
        <p:spPr>
          <a:xfrm>
            <a:off x="665638" y="4434584"/>
            <a:ext cx="719417" cy="480315"/>
          </a:xfrm>
          <a:prstGeom prst="rect">
            <a:avLst/>
          </a:prstGeom>
        </p:spPr>
      </p:pic>
      <p:pic>
        <p:nvPicPr>
          <p:cNvPr id="61" name="Picture 60">
            <a:extLst>
              <a:ext uri="{FF2B5EF4-FFF2-40B4-BE49-F238E27FC236}">
                <a16:creationId xmlns:a16="http://schemas.microsoft.com/office/drawing/2014/main" id="{95B287E6-DEA5-AD7B-3F20-252E2FCEF08D}"/>
              </a:ext>
            </a:extLst>
          </p:cNvPr>
          <p:cNvPicPr>
            <a:picLocks noChangeAspect="1"/>
          </p:cNvPicPr>
          <p:nvPr/>
        </p:nvPicPr>
        <p:blipFill>
          <a:blip r:embed="rId16">
            <a:extLst>
              <a:ext uri="{BEBA8EAE-BF5A-486C-A8C5-ECC9F3942E4B}">
                <a14:imgProps xmlns:a14="http://schemas.microsoft.com/office/drawing/2010/main">
                  <a14:imgLayer r:embed="rId17">
                    <a14:imgEffect>
                      <a14:backgroundRemoval t="10000" b="90000" l="10000" r="90000">
                        <a14:foregroundMark x1="29910" y1="52286" x2="29910" y2="52286"/>
                        <a14:foregroundMark x1="26667" y1="58286" x2="26667" y2="58286"/>
                        <a14:foregroundMark x1="54414" y1="62000" x2="54414" y2="62000"/>
                        <a14:foregroundMark x1="57297" y1="60286" x2="57297" y2="60286"/>
                        <a14:foregroundMark x1="63243" y1="59714" x2="63243" y2="59714"/>
                        <a14:foregroundMark x1="69369" y1="61714" x2="69369" y2="61714"/>
                        <a14:foregroundMark x1="75676" y1="62286" x2="75676" y2="62286"/>
                        <a14:foregroundMark x1="77117" y1="40857" x2="77117" y2="40857"/>
                        <a14:foregroundMark x1="73874" y1="40571" x2="73874" y2="40571"/>
                        <a14:foregroundMark x1="63063" y1="48286" x2="63063" y2="48286"/>
                        <a14:foregroundMark x1="59279" y1="48571" x2="59279" y2="48571"/>
                        <a14:foregroundMark x1="57117" y1="48571" x2="57117" y2="48571"/>
                        <a14:backgroundMark x1="53153" y1="63429" x2="53153" y2="63429"/>
                        <a14:backgroundMark x1="65405" y1="58571" x2="65405" y2="58571"/>
                        <a14:backgroundMark x1="71532" y1="58857" x2="71532" y2="58857"/>
                      </a14:backgroundRemoval>
                    </a14:imgEffect>
                  </a14:imgLayer>
                </a14:imgProps>
              </a:ext>
            </a:extLst>
          </a:blip>
          <a:stretch>
            <a:fillRect/>
          </a:stretch>
        </p:blipFill>
        <p:spPr>
          <a:xfrm>
            <a:off x="1724523" y="4384905"/>
            <a:ext cx="839241" cy="529251"/>
          </a:xfrm>
          <a:prstGeom prst="rect">
            <a:avLst/>
          </a:prstGeom>
        </p:spPr>
      </p:pic>
      <p:sp>
        <p:nvSpPr>
          <p:cNvPr id="63" name="Rectangle 62">
            <a:extLst>
              <a:ext uri="{FF2B5EF4-FFF2-40B4-BE49-F238E27FC236}">
                <a16:creationId xmlns:a16="http://schemas.microsoft.com/office/drawing/2014/main" id="{FD46ECEC-75D9-0E27-A9F9-7FDD86BCA80A}"/>
              </a:ext>
            </a:extLst>
          </p:cNvPr>
          <p:cNvSpPr/>
          <p:nvPr/>
        </p:nvSpPr>
        <p:spPr>
          <a:xfrm>
            <a:off x="502627" y="4395459"/>
            <a:ext cx="152400" cy="502280"/>
          </a:xfrm>
          <a:prstGeom prst="rect">
            <a:avLst/>
          </a:prstGeom>
          <a:solidFill>
            <a:srgbClr val="1F476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1</a:t>
            </a:r>
            <a:endParaRPr kumimoji="0" lang="en-GB"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56" name="Rectangle 255">
            <a:extLst>
              <a:ext uri="{FF2B5EF4-FFF2-40B4-BE49-F238E27FC236}">
                <a16:creationId xmlns:a16="http://schemas.microsoft.com/office/drawing/2014/main" id="{307464F1-AFBA-85B1-C504-4CA83B426ABB}"/>
              </a:ext>
            </a:extLst>
          </p:cNvPr>
          <p:cNvSpPr/>
          <p:nvPr/>
        </p:nvSpPr>
        <p:spPr>
          <a:xfrm>
            <a:off x="502627" y="4945782"/>
            <a:ext cx="152400" cy="502280"/>
          </a:xfrm>
          <a:prstGeom prst="rect">
            <a:avLst/>
          </a:prstGeom>
          <a:solidFill>
            <a:srgbClr val="1F476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2</a:t>
            </a:r>
            <a:endParaRPr kumimoji="0" lang="en-GB"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68" name="Rectangle 267">
            <a:extLst>
              <a:ext uri="{FF2B5EF4-FFF2-40B4-BE49-F238E27FC236}">
                <a16:creationId xmlns:a16="http://schemas.microsoft.com/office/drawing/2014/main" id="{7BBB3FCE-232C-CCCA-E149-4798B4E815A0}"/>
              </a:ext>
            </a:extLst>
          </p:cNvPr>
          <p:cNvSpPr/>
          <p:nvPr/>
        </p:nvSpPr>
        <p:spPr>
          <a:xfrm>
            <a:off x="502627" y="5528119"/>
            <a:ext cx="152400" cy="502280"/>
          </a:xfrm>
          <a:prstGeom prst="rect">
            <a:avLst/>
          </a:prstGeom>
          <a:solidFill>
            <a:srgbClr val="1F476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3</a:t>
            </a:r>
            <a:endParaRPr kumimoji="0" lang="en-GB"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14" name="Rectangle 213">
            <a:extLst>
              <a:ext uri="{FF2B5EF4-FFF2-40B4-BE49-F238E27FC236}">
                <a16:creationId xmlns:a16="http://schemas.microsoft.com/office/drawing/2014/main" id="{750ED6A0-B747-ADC5-1046-AD04145F3C7B}"/>
              </a:ext>
            </a:extLst>
          </p:cNvPr>
          <p:cNvSpPr/>
          <p:nvPr/>
        </p:nvSpPr>
        <p:spPr>
          <a:xfrm>
            <a:off x="2503095" y="5048977"/>
            <a:ext cx="3401568" cy="301752"/>
          </a:xfrm>
          <a:prstGeom prst="rect">
            <a:avLst/>
          </a:prstGeom>
          <a:solidFill>
            <a:schemeClr val="bg1">
              <a:lumMod val="95000"/>
            </a:schemeClr>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In 2025, </a:t>
            </a:r>
            <a:r>
              <a:rPr kumimoji="0" lang="en-US" sz="1100" b="0" i="0" u="none" strike="noStrike" kern="1200" cap="none" spc="0" normalizeH="0" baseline="0" noProof="0" err="1">
                <a:ln>
                  <a:noFill/>
                </a:ln>
                <a:solidFill>
                  <a:prstClr val="black"/>
                </a:solidFill>
                <a:effectLst/>
                <a:uLnTx/>
                <a:uFillTx/>
                <a:latin typeface="Calibri" panose="020F0502020204030204"/>
                <a:ea typeface="+mn-ea"/>
                <a:cs typeface="Arial" panose="020B0604020202020204" pitchFamily="34" charset="0"/>
              </a:rPr>
              <a:t>Rakovina</a:t>
            </a: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 Therapeutics and </a:t>
            </a:r>
            <a:r>
              <a:rPr kumimoji="0" lang="en-US" sz="1100" b="0" i="0" u="none" strike="noStrike" kern="1200" cap="none" spc="0" normalizeH="0" baseline="0" noProof="0" err="1">
                <a:ln>
                  <a:noFill/>
                </a:ln>
                <a:solidFill>
                  <a:prstClr val="black"/>
                </a:solidFill>
                <a:effectLst/>
                <a:uLnTx/>
                <a:uFillTx/>
                <a:latin typeface="Calibri" panose="020F0502020204030204"/>
                <a:ea typeface="+mn-ea"/>
                <a:cs typeface="Arial" panose="020B0604020202020204" pitchFamily="34" charset="0"/>
              </a:rPr>
              <a:t>NanoPalm</a:t>
            </a: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 Ltd. plan a Saudi-domiciled joint venture</a:t>
            </a:r>
            <a:endParaRPr kumimoji="0" lang="en-GB"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15" name="Rectangle 214">
            <a:extLst>
              <a:ext uri="{FF2B5EF4-FFF2-40B4-BE49-F238E27FC236}">
                <a16:creationId xmlns:a16="http://schemas.microsoft.com/office/drawing/2014/main" id="{ADC1E3D6-FDCB-6863-541C-41C6F605ADA3}"/>
              </a:ext>
            </a:extLst>
          </p:cNvPr>
          <p:cNvSpPr/>
          <p:nvPr/>
        </p:nvSpPr>
        <p:spPr>
          <a:xfrm>
            <a:off x="7655388" y="4483773"/>
            <a:ext cx="3642729" cy="351691"/>
          </a:xfrm>
          <a:prstGeom prst="rect">
            <a:avLst/>
          </a:prstGeom>
          <a:solidFill>
            <a:schemeClr val="bg1">
              <a:lumMod val="95000"/>
            </a:schemeClr>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In 2025, Johns Hopkins Aramco announced an Oncology Center in Riyadh</a:t>
            </a:r>
            <a:endParaRPr kumimoji="0" lang="en-GB"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pic>
        <p:nvPicPr>
          <p:cNvPr id="297" name="Picture 296">
            <a:extLst>
              <a:ext uri="{FF2B5EF4-FFF2-40B4-BE49-F238E27FC236}">
                <a16:creationId xmlns:a16="http://schemas.microsoft.com/office/drawing/2014/main" id="{17C4E2DB-DF51-C238-0E0E-6379F3B6D392}"/>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6550271" y="4180438"/>
            <a:ext cx="958360" cy="958360"/>
          </a:xfrm>
          <a:prstGeom prst="rect">
            <a:avLst/>
          </a:prstGeom>
        </p:spPr>
      </p:pic>
      <p:pic>
        <p:nvPicPr>
          <p:cNvPr id="299" name="Picture 298">
            <a:extLst>
              <a:ext uri="{FF2B5EF4-FFF2-40B4-BE49-F238E27FC236}">
                <a16:creationId xmlns:a16="http://schemas.microsoft.com/office/drawing/2014/main" id="{DB6BBEF5-94F0-D3DF-1143-2F36598AFE1B}"/>
              </a:ext>
            </a:extLst>
          </p:cNvPr>
          <p:cNvPicPr>
            <a:picLocks noChangeAspect="1"/>
          </p:cNvPicPr>
          <p:nvPr/>
        </p:nvPicPr>
        <p:blipFill rotWithShape="1">
          <a:blip r:embed="rId19">
            <a:extLst>
              <a:ext uri="{28A0092B-C50C-407E-A947-70E740481C1C}">
                <a14:useLocalDpi xmlns:a14="http://schemas.microsoft.com/office/drawing/2010/main" val="0"/>
              </a:ext>
            </a:extLst>
          </a:blip>
          <a:srcRect l="4147" t="30086" r="5228" b="33315"/>
          <a:stretch/>
        </p:blipFill>
        <p:spPr>
          <a:xfrm>
            <a:off x="797081" y="5107534"/>
            <a:ext cx="456530" cy="184639"/>
          </a:xfrm>
          <a:prstGeom prst="rect">
            <a:avLst/>
          </a:prstGeom>
        </p:spPr>
      </p:pic>
      <p:pic>
        <p:nvPicPr>
          <p:cNvPr id="301" name="Picture 300">
            <a:extLst>
              <a:ext uri="{FF2B5EF4-FFF2-40B4-BE49-F238E27FC236}">
                <a16:creationId xmlns:a16="http://schemas.microsoft.com/office/drawing/2014/main" id="{CC0E4B21-EE9D-8074-440F-FE109031F57A}"/>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1819531" y="5098103"/>
            <a:ext cx="649224" cy="203500"/>
          </a:xfrm>
          <a:prstGeom prst="rect">
            <a:avLst/>
          </a:prstGeom>
        </p:spPr>
      </p:pic>
      <p:pic>
        <p:nvPicPr>
          <p:cNvPr id="14" name="Picture 13">
            <a:extLst>
              <a:ext uri="{FF2B5EF4-FFF2-40B4-BE49-F238E27FC236}">
                <a16:creationId xmlns:a16="http://schemas.microsoft.com/office/drawing/2014/main" id="{DF6A1817-B1B7-DF75-8D36-0BB9CEFACA23}"/>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6439482" y="2929012"/>
            <a:ext cx="1326877" cy="551924"/>
          </a:xfrm>
          <a:prstGeom prst="rect">
            <a:avLst/>
          </a:prstGeom>
        </p:spPr>
      </p:pic>
      <p:sp>
        <p:nvSpPr>
          <p:cNvPr id="21" name="TextBox 20">
            <a:extLst>
              <a:ext uri="{FF2B5EF4-FFF2-40B4-BE49-F238E27FC236}">
                <a16:creationId xmlns:a16="http://schemas.microsoft.com/office/drawing/2014/main" id="{A0854E64-E992-851D-83B2-2BFDD6A906B0}"/>
              </a:ext>
            </a:extLst>
          </p:cNvPr>
          <p:cNvSpPr txBox="1"/>
          <p:nvPr/>
        </p:nvSpPr>
        <p:spPr>
          <a:xfrm>
            <a:off x="1239021" y="4518725"/>
            <a:ext cx="606668" cy="26161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mn-cs"/>
              </a:rPr>
              <a:t>x (22x)</a:t>
            </a:r>
          </a:p>
        </p:txBody>
      </p:sp>
      <p:sp>
        <p:nvSpPr>
          <p:cNvPr id="22" name="TextBox 21">
            <a:extLst>
              <a:ext uri="{FF2B5EF4-FFF2-40B4-BE49-F238E27FC236}">
                <a16:creationId xmlns:a16="http://schemas.microsoft.com/office/drawing/2014/main" id="{BED67820-4582-2B02-A658-18A03FB07FF9}"/>
              </a:ext>
            </a:extLst>
          </p:cNvPr>
          <p:cNvSpPr txBox="1"/>
          <p:nvPr/>
        </p:nvSpPr>
        <p:spPr>
          <a:xfrm>
            <a:off x="1239021" y="5069048"/>
            <a:ext cx="606668" cy="26161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mn-cs"/>
              </a:rPr>
              <a:t>x (17x)</a:t>
            </a:r>
          </a:p>
        </p:txBody>
      </p:sp>
      <p:sp>
        <p:nvSpPr>
          <p:cNvPr id="23" name="Rectangle 22">
            <a:extLst>
              <a:ext uri="{FF2B5EF4-FFF2-40B4-BE49-F238E27FC236}">
                <a16:creationId xmlns:a16="http://schemas.microsoft.com/office/drawing/2014/main" id="{E452C2C4-FDBE-B4ED-46B7-4AE61F271C5F}"/>
              </a:ext>
            </a:extLst>
          </p:cNvPr>
          <p:cNvSpPr/>
          <p:nvPr/>
        </p:nvSpPr>
        <p:spPr>
          <a:xfrm>
            <a:off x="2506026" y="5631314"/>
            <a:ext cx="3401568" cy="301752"/>
          </a:xfrm>
          <a:prstGeom prst="rect">
            <a:avLst/>
          </a:prstGeom>
          <a:solidFill>
            <a:schemeClr val="bg1">
              <a:lumMod val="95000"/>
            </a:schemeClr>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In 2025, Dividend Gate Capital and Abdulla Fouad Group acquired a majority stake in </a:t>
            </a:r>
            <a:r>
              <a:rPr kumimoji="0" lang="en-US" sz="1100" b="0" i="0" u="none" strike="noStrike" kern="1200" cap="none" spc="0" normalizeH="0" baseline="0" noProof="0" err="1">
                <a:ln>
                  <a:noFill/>
                </a:ln>
                <a:solidFill>
                  <a:prstClr val="black"/>
                </a:solidFill>
                <a:effectLst/>
                <a:uLnTx/>
                <a:uFillTx/>
                <a:latin typeface="Calibri" panose="020F0502020204030204"/>
                <a:ea typeface="+mn-ea"/>
                <a:cs typeface="Arial" panose="020B0604020202020204" pitchFamily="34" charset="0"/>
              </a:rPr>
              <a:t>Zahrat</a:t>
            </a: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 Al-Amal group</a:t>
            </a:r>
            <a:endParaRPr kumimoji="0" lang="en-GB"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grpSp>
        <p:nvGrpSpPr>
          <p:cNvPr id="35" name="Group 34">
            <a:extLst>
              <a:ext uri="{FF2B5EF4-FFF2-40B4-BE49-F238E27FC236}">
                <a16:creationId xmlns:a16="http://schemas.microsoft.com/office/drawing/2014/main" id="{3C379A94-BE7D-C0EC-5001-C4E9A70548C4}"/>
              </a:ext>
            </a:extLst>
          </p:cNvPr>
          <p:cNvGrpSpPr/>
          <p:nvPr/>
        </p:nvGrpSpPr>
        <p:grpSpPr>
          <a:xfrm>
            <a:off x="777730" y="5328138"/>
            <a:ext cx="495233" cy="712177"/>
            <a:chOff x="717605" y="5400973"/>
            <a:chExt cx="486941" cy="762435"/>
          </a:xfrm>
        </p:grpSpPr>
        <p:pic>
          <p:nvPicPr>
            <p:cNvPr id="29" name="Picture 28">
              <a:extLst>
                <a:ext uri="{FF2B5EF4-FFF2-40B4-BE49-F238E27FC236}">
                  <a16:creationId xmlns:a16="http://schemas.microsoft.com/office/drawing/2014/main" id="{371364EA-E179-B71A-D71E-DD2666CA6079}"/>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720566" y="5965413"/>
              <a:ext cx="475188" cy="197995"/>
            </a:xfrm>
            <a:prstGeom prst="rect">
              <a:avLst/>
            </a:prstGeom>
          </p:spPr>
        </p:pic>
        <p:pic>
          <p:nvPicPr>
            <p:cNvPr id="31" name="Picture 30">
              <a:extLst>
                <a:ext uri="{FF2B5EF4-FFF2-40B4-BE49-F238E27FC236}">
                  <a16:creationId xmlns:a16="http://schemas.microsoft.com/office/drawing/2014/main" id="{A951C826-185F-47A8-C861-0E0AE97F0F3C}"/>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717605" y="5400973"/>
              <a:ext cx="486941" cy="486941"/>
            </a:xfrm>
            <a:prstGeom prst="rect">
              <a:avLst/>
            </a:prstGeom>
          </p:spPr>
        </p:pic>
      </p:grpSp>
      <p:pic>
        <p:nvPicPr>
          <p:cNvPr id="33" name="Picture 32">
            <a:extLst>
              <a:ext uri="{FF2B5EF4-FFF2-40B4-BE49-F238E27FC236}">
                <a16:creationId xmlns:a16="http://schemas.microsoft.com/office/drawing/2014/main" id="{4AB658E3-2529-570A-BD42-18670B28100F}"/>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1899138" y="5535552"/>
            <a:ext cx="394108" cy="396735"/>
          </a:xfrm>
          <a:prstGeom prst="rect">
            <a:avLst/>
          </a:prstGeom>
        </p:spPr>
      </p:pic>
      <p:sp>
        <p:nvSpPr>
          <p:cNvPr id="34" name="TextBox 33">
            <a:extLst>
              <a:ext uri="{FF2B5EF4-FFF2-40B4-BE49-F238E27FC236}">
                <a16:creationId xmlns:a16="http://schemas.microsoft.com/office/drawing/2014/main" id="{2587A2DF-DF10-F655-6FC9-2545FEED19BC}"/>
              </a:ext>
            </a:extLst>
          </p:cNvPr>
          <p:cNvSpPr txBox="1"/>
          <p:nvPr/>
        </p:nvSpPr>
        <p:spPr>
          <a:xfrm>
            <a:off x="1239021" y="5651385"/>
            <a:ext cx="606668" cy="26161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mn-cs"/>
              </a:rPr>
              <a:t>x (35x)</a:t>
            </a:r>
          </a:p>
        </p:txBody>
      </p:sp>
      <p:sp>
        <p:nvSpPr>
          <p:cNvPr id="36" name="Rectangle 35">
            <a:extLst>
              <a:ext uri="{FF2B5EF4-FFF2-40B4-BE49-F238E27FC236}">
                <a16:creationId xmlns:a16="http://schemas.microsoft.com/office/drawing/2014/main" id="{3F420FB3-1FE1-019F-5916-D9E40F03238D}"/>
              </a:ext>
            </a:extLst>
          </p:cNvPr>
          <p:cNvSpPr/>
          <p:nvPr/>
        </p:nvSpPr>
        <p:spPr>
          <a:xfrm>
            <a:off x="6263910" y="3882775"/>
            <a:ext cx="5468112" cy="374650"/>
          </a:xfrm>
          <a:prstGeom prst="rect">
            <a:avLst/>
          </a:prstGeom>
          <a:solidFill>
            <a:srgbClr val="20697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rPr>
              <a:t>Future Outlook</a:t>
            </a:r>
          </a:p>
        </p:txBody>
      </p:sp>
      <p:sp>
        <p:nvSpPr>
          <p:cNvPr id="37" name="Rectangle 36">
            <a:extLst>
              <a:ext uri="{FF2B5EF4-FFF2-40B4-BE49-F238E27FC236}">
                <a16:creationId xmlns:a16="http://schemas.microsoft.com/office/drawing/2014/main" id="{0FCE64A4-EF3A-30ED-0CA4-B42CEBD4E22A}"/>
              </a:ext>
            </a:extLst>
          </p:cNvPr>
          <p:cNvSpPr/>
          <p:nvPr/>
        </p:nvSpPr>
        <p:spPr>
          <a:xfrm>
            <a:off x="6299688" y="4408478"/>
            <a:ext cx="152400" cy="502280"/>
          </a:xfrm>
          <a:prstGeom prst="rect">
            <a:avLst/>
          </a:prstGeom>
          <a:solidFill>
            <a:srgbClr val="1F476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1</a:t>
            </a:r>
            <a:endParaRPr kumimoji="0" lang="en-GB"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49" name="Rectangle 48">
            <a:extLst>
              <a:ext uri="{FF2B5EF4-FFF2-40B4-BE49-F238E27FC236}">
                <a16:creationId xmlns:a16="http://schemas.microsoft.com/office/drawing/2014/main" id="{E8F54759-04C1-A4AE-1726-6B18D938634C}"/>
              </a:ext>
            </a:extLst>
          </p:cNvPr>
          <p:cNvSpPr/>
          <p:nvPr/>
        </p:nvSpPr>
        <p:spPr>
          <a:xfrm>
            <a:off x="6299688" y="4986164"/>
            <a:ext cx="152400" cy="502280"/>
          </a:xfrm>
          <a:prstGeom prst="rect">
            <a:avLst/>
          </a:prstGeom>
          <a:solidFill>
            <a:srgbClr val="1F476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2</a:t>
            </a:r>
            <a:endParaRPr kumimoji="0" lang="en-GB"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51" name="Rectangle 50">
            <a:extLst>
              <a:ext uri="{FF2B5EF4-FFF2-40B4-BE49-F238E27FC236}">
                <a16:creationId xmlns:a16="http://schemas.microsoft.com/office/drawing/2014/main" id="{39AFD54D-845E-773C-57E2-44DA16BB407E}"/>
              </a:ext>
            </a:extLst>
          </p:cNvPr>
          <p:cNvSpPr/>
          <p:nvPr/>
        </p:nvSpPr>
        <p:spPr>
          <a:xfrm>
            <a:off x="6299688" y="5563850"/>
            <a:ext cx="152400" cy="502280"/>
          </a:xfrm>
          <a:prstGeom prst="rect">
            <a:avLst/>
          </a:prstGeom>
          <a:solidFill>
            <a:srgbClr val="1F476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3</a:t>
            </a:r>
            <a:endParaRPr kumimoji="0" lang="en-GB" sz="11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52" name="Rectangle 51">
            <a:extLst>
              <a:ext uri="{FF2B5EF4-FFF2-40B4-BE49-F238E27FC236}">
                <a16:creationId xmlns:a16="http://schemas.microsoft.com/office/drawing/2014/main" id="{42BBBD37-AFE4-289D-D89F-204BA5CFD445}"/>
              </a:ext>
            </a:extLst>
          </p:cNvPr>
          <p:cNvSpPr/>
          <p:nvPr/>
        </p:nvSpPr>
        <p:spPr>
          <a:xfrm>
            <a:off x="7655388" y="5037730"/>
            <a:ext cx="3642729" cy="351691"/>
          </a:xfrm>
          <a:prstGeom prst="rect">
            <a:avLst/>
          </a:prstGeom>
          <a:solidFill>
            <a:schemeClr val="bg1">
              <a:lumMod val="95000"/>
            </a:schemeClr>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KSA’s AI in medical diagnostics market is projected to grow from USD 30.3M in 2024 to USD 38M by 2030</a:t>
            </a:r>
            <a:endParaRPr kumimoji="0" lang="en-GB"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pic>
        <p:nvPicPr>
          <p:cNvPr id="54" name="Picture 53">
            <a:extLst>
              <a:ext uri="{FF2B5EF4-FFF2-40B4-BE49-F238E27FC236}">
                <a16:creationId xmlns:a16="http://schemas.microsoft.com/office/drawing/2014/main" id="{77F69B4B-DC11-F353-399C-4F8F021A7053}"/>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6841401" y="4941278"/>
            <a:ext cx="393684" cy="562181"/>
          </a:xfrm>
          <a:prstGeom prst="rect">
            <a:avLst/>
          </a:prstGeom>
        </p:spPr>
      </p:pic>
      <p:sp>
        <p:nvSpPr>
          <p:cNvPr id="55" name="Rectangle 54">
            <a:extLst>
              <a:ext uri="{FF2B5EF4-FFF2-40B4-BE49-F238E27FC236}">
                <a16:creationId xmlns:a16="http://schemas.microsoft.com/office/drawing/2014/main" id="{F0CBDEB3-B1A7-8801-D42F-6E8597A43227}"/>
              </a:ext>
            </a:extLst>
          </p:cNvPr>
          <p:cNvSpPr/>
          <p:nvPr/>
        </p:nvSpPr>
        <p:spPr>
          <a:xfrm>
            <a:off x="7655388" y="5639145"/>
            <a:ext cx="3642729" cy="351691"/>
          </a:xfrm>
          <a:prstGeom prst="rect">
            <a:avLst/>
          </a:prstGeom>
          <a:solidFill>
            <a:schemeClr val="bg1">
              <a:lumMod val="95000"/>
            </a:schemeClr>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KSA’s oncology drug market is expanding, projected to reach USD 441M by 2030 at a CAGR of 3.39%</a:t>
            </a:r>
            <a:endParaRPr kumimoji="0" lang="en-GB" sz="11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pic>
        <p:nvPicPr>
          <p:cNvPr id="57" name="Picture 56">
            <a:extLst>
              <a:ext uri="{FF2B5EF4-FFF2-40B4-BE49-F238E27FC236}">
                <a16:creationId xmlns:a16="http://schemas.microsoft.com/office/drawing/2014/main" id="{D9D542E7-1010-F714-C34C-8991FC3F13CA}"/>
              </a:ext>
            </a:extLst>
          </p:cNvPr>
          <p:cNvPicPr>
            <a:picLocks noChangeAspect="1"/>
          </p:cNvPicPr>
          <p:nvPr/>
        </p:nvPicPr>
        <p:blipFill>
          <a:blip r:embed="rId26">
            <a:extLst>
              <a:ext uri="{BEBA8EAE-BF5A-486C-A8C5-ECC9F3942E4B}">
                <a14:imgProps xmlns:a14="http://schemas.microsoft.com/office/drawing/2010/main">
                  <a14:imgLayer r:embed="rId27">
                    <a14:imgEffect>
                      <a14:backgroundRemoval t="10000" b="90000" l="10000" r="90000"/>
                    </a14:imgEffect>
                  </a14:imgLayer>
                </a14:imgProps>
              </a:ext>
              <a:ext uri="{28A0092B-C50C-407E-A947-70E740481C1C}">
                <a14:useLocalDpi xmlns:a14="http://schemas.microsoft.com/office/drawing/2010/main" val="0"/>
              </a:ext>
            </a:extLst>
          </a:blip>
          <a:stretch>
            <a:fillRect/>
          </a:stretch>
        </p:blipFill>
        <p:spPr>
          <a:xfrm>
            <a:off x="6715522" y="5532171"/>
            <a:ext cx="627858" cy="565638"/>
          </a:xfrm>
          <a:prstGeom prst="rect">
            <a:avLst/>
          </a:prstGeom>
        </p:spPr>
      </p:pic>
      <p:sp>
        <p:nvSpPr>
          <p:cNvPr id="3" name="2. Slide Title">
            <a:extLst>
              <a:ext uri="{FF2B5EF4-FFF2-40B4-BE49-F238E27FC236}">
                <a16:creationId xmlns:a16="http://schemas.microsoft.com/office/drawing/2014/main" id="{001C7FEB-4C24-AB2B-5971-7299BE860580}"/>
              </a:ext>
            </a:extLst>
          </p:cNvPr>
          <p:cNvSpPr txBox="1">
            <a:spLocks/>
          </p:cNvSpPr>
          <p:nvPr>
            <p:custDataLst>
              <p:tags r:id="rId9"/>
            </p:custDataLst>
          </p:nvPr>
        </p:nvSpPr>
        <p:spPr>
          <a:xfrm>
            <a:off x="546644" y="175925"/>
            <a:ext cx="11073855" cy="898293"/>
          </a:xfrm>
          <a:prstGeom prst="rect">
            <a:avLst/>
          </a:prstGeom>
        </p:spPr>
        <p:txBody>
          <a:bodyPr vert="horz" wrap="square" lIns="0" tIns="0" rIns="0" bIns="0" rtlCol="0" anchor="b"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600" b="0">
                <a:solidFill>
                  <a:srgbClr val="0A0A0A"/>
                </a:solidFill>
                <a:latin typeface="Georgia" panose="02040502050405020303" pitchFamily="18" charset="0"/>
                <a:cs typeface="Arial" panose="020B0604020202020204" pitchFamily="34" charset="0"/>
              </a:rPr>
              <a:t>KSA healthcare and Oncology market is transforming, leading to more M&amp;A activities, joint ventures, and stock market listings</a:t>
            </a:r>
          </a:p>
        </p:txBody>
      </p:sp>
      <p:sp>
        <p:nvSpPr>
          <p:cNvPr id="4" name="Slide Number Placeholder 3">
            <a:extLst>
              <a:ext uri="{FF2B5EF4-FFF2-40B4-BE49-F238E27FC236}">
                <a16:creationId xmlns:a16="http://schemas.microsoft.com/office/drawing/2014/main" id="{6DA4D182-7117-BE66-8E87-268620ACAEF1}"/>
              </a:ext>
            </a:extLst>
          </p:cNvPr>
          <p:cNvSpPr>
            <a:spLocks noGrp="1"/>
          </p:cNvSpPr>
          <p:nvPr>
            <p:ph type="sldNum" sz="quarter" idx="4"/>
          </p:nvPr>
        </p:nvSpPr>
        <p:spPr/>
        <p:txBody>
          <a:bodyPr/>
          <a:lstStyle/>
          <a:p>
            <a:fld id="{9B14BDE4-840A-4586-B946-2B3474FE743E}" type="slidenum">
              <a:rPr lang="en-US" smtClean="0"/>
              <a:pPr/>
              <a:t>71</a:t>
            </a:fld>
            <a:endParaRPr lang="en-US"/>
          </a:p>
        </p:txBody>
      </p:sp>
    </p:spTree>
    <p:extLst>
      <p:ext uri="{BB962C8B-B14F-4D97-AF65-F5344CB8AC3E}">
        <p14:creationId xmlns:p14="http://schemas.microsoft.com/office/powerpoint/2010/main" val="414959387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AEDD1365-D4B5-0C43-AC5B-4608E5BDAFB0}"/>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9" imgW="395" imgH="396" progId="TCLayout.ActiveDocument.1">
                  <p:embed/>
                </p:oleObj>
              </mc:Choice>
              <mc:Fallback>
                <p:oleObj name="think-cell Slide" r:id="rId39" imgW="395" imgH="396" progId="TCLayout.ActiveDocument.1">
                  <p:embed/>
                  <p:pic>
                    <p:nvPicPr>
                      <p:cNvPr id="5" name="think-cell data - do not delete" hidden="1">
                        <a:extLst>
                          <a:ext uri="{FF2B5EF4-FFF2-40B4-BE49-F238E27FC236}">
                            <a16:creationId xmlns:a16="http://schemas.microsoft.com/office/drawing/2014/main" id="{AEDD1365-D4B5-0C43-AC5B-4608E5BDAFB0}"/>
                          </a:ext>
                        </a:extLst>
                      </p:cNvPr>
                      <p:cNvPicPr/>
                      <p:nvPr/>
                    </p:nvPicPr>
                    <p:blipFill>
                      <a:blip r:embed="rId40"/>
                      <a:stretch>
                        <a:fillRect/>
                      </a:stretch>
                    </p:blipFill>
                    <p:spPr>
                      <a:xfrm>
                        <a:off x="1588" y="1588"/>
                        <a:ext cx="1588" cy="1588"/>
                      </a:xfrm>
                      <a:prstGeom prst="rect">
                        <a:avLst/>
                      </a:prstGeom>
                    </p:spPr>
                  </p:pic>
                </p:oleObj>
              </mc:Fallback>
            </mc:AlternateContent>
          </a:graphicData>
        </a:graphic>
      </p:graphicFrame>
      <p:sp>
        <p:nvSpPr>
          <p:cNvPr id="246" name="Rectangle: Rounded Corners 245">
            <a:extLst>
              <a:ext uri="{FF2B5EF4-FFF2-40B4-BE49-F238E27FC236}">
                <a16:creationId xmlns:a16="http://schemas.microsoft.com/office/drawing/2014/main" id="{15727A08-6623-B2E9-A50F-EE9054E7D76F}"/>
              </a:ext>
            </a:extLst>
          </p:cNvPr>
          <p:cNvSpPr/>
          <p:nvPr/>
        </p:nvSpPr>
        <p:spPr>
          <a:xfrm>
            <a:off x="6337448" y="1547680"/>
            <a:ext cx="5200503" cy="4586343"/>
          </a:xfrm>
          <a:prstGeom prst="roundRect">
            <a:avLst/>
          </a:prstGeom>
          <a:solidFill>
            <a:srgbClr val="F2F2F2"/>
          </a:solidFill>
          <a:ln w="19050">
            <a:solidFill>
              <a:schemeClr val="bg1">
                <a:lumMod val="8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600"/>
              </a:spcBef>
              <a:spcAft>
                <a:spcPts val="600"/>
              </a:spcAft>
            </a:pPr>
            <a:endParaRPr lang="en-US" sz="1600">
              <a:solidFill>
                <a:srgbClr val="2C3846"/>
              </a:solidFill>
            </a:endParaRPr>
          </a:p>
        </p:txBody>
      </p:sp>
      <p:sp>
        <p:nvSpPr>
          <p:cNvPr id="236" name="Rectangle: Rounded Corners 235">
            <a:extLst>
              <a:ext uri="{FF2B5EF4-FFF2-40B4-BE49-F238E27FC236}">
                <a16:creationId xmlns:a16="http://schemas.microsoft.com/office/drawing/2014/main" id="{752C21B0-270F-A1D7-CD97-9D2FAC9249A2}"/>
              </a:ext>
            </a:extLst>
          </p:cNvPr>
          <p:cNvSpPr/>
          <p:nvPr/>
        </p:nvSpPr>
        <p:spPr>
          <a:xfrm>
            <a:off x="569580" y="1562043"/>
            <a:ext cx="5200503" cy="4586343"/>
          </a:xfrm>
          <a:prstGeom prst="roundRect">
            <a:avLst/>
          </a:prstGeom>
          <a:solidFill>
            <a:srgbClr val="F2F2F2"/>
          </a:solidFill>
          <a:ln w="19050">
            <a:solidFill>
              <a:schemeClr val="bg1">
                <a:lumMod val="8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600"/>
              </a:spcBef>
              <a:spcAft>
                <a:spcPts val="600"/>
              </a:spcAft>
            </a:pPr>
            <a:endParaRPr lang="en-US" sz="1600">
              <a:solidFill>
                <a:srgbClr val="2C3846"/>
              </a:solidFill>
            </a:endParaRPr>
          </a:p>
        </p:txBody>
      </p:sp>
      <p:sp>
        <p:nvSpPr>
          <p:cNvPr id="13" name="TextBox 12">
            <a:extLst>
              <a:ext uri="{FF2B5EF4-FFF2-40B4-BE49-F238E27FC236}">
                <a16:creationId xmlns:a16="http://schemas.microsoft.com/office/drawing/2014/main" id="{890367FF-9484-EE00-991C-A28B0ABD119A}"/>
              </a:ext>
            </a:extLst>
          </p:cNvPr>
          <p:cNvSpPr txBox="1"/>
          <p:nvPr/>
        </p:nvSpPr>
        <p:spPr>
          <a:xfrm>
            <a:off x="471488" y="6386514"/>
            <a:ext cx="9785216" cy="430887"/>
          </a:xfrm>
          <a:prstGeom prst="rect">
            <a:avLst/>
          </a:prstGeom>
          <a:noFill/>
        </p:spPr>
        <p:txBody>
          <a:bodyPr wrap="square" rtlCol="0">
            <a:spAutoFit/>
          </a:bodyPr>
          <a:lstStyle>
            <a:defPPr>
              <a:defRPr lang="en-US"/>
            </a:defPPr>
            <a:lvl1pPr>
              <a:defRPr sz="1100" i="1">
                <a:solidFill>
                  <a:srgbClr val="112736"/>
                </a:solidFill>
              </a:defRPr>
            </a:lvl1pPr>
          </a:lstStyle>
          <a:p>
            <a:r>
              <a:rPr lang="en-US" i="0">
                <a:solidFill>
                  <a:srgbClr val="2C3846"/>
                </a:solidFill>
                <a:cs typeface="Calibri" panose="020F0502020204030204" pitchFamily="34" charset="0"/>
                <a:sym typeface="Calibri" panose="020F0502020204030204" pitchFamily="34" charset="0"/>
              </a:rPr>
              <a:t>Sources: Saudi Medical Journal, </a:t>
            </a:r>
            <a:r>
              <a:rPr lang="en-US" i="0" err="1">
                <a:solidFill>
                  <a:srgbClr val="2C3846"/>
                </a:solidFill>
                <a:cs typeface="Calibri" panose="020F0502020204030204" pitchFamily="34" charset="0"/>
                <a:sym typeface="Calibri" panose="020F0502020204030204" pitchFamily="34" charset="0"/>
              </a:rPr>
              <a:t>PLoS</a:t>
            </a:r>
            <a:r>
              <a:rPr lang="en-US" i="0">
                <a:solidFill>
                  <a:srgbClr val="2C3846"/>
                </a:solidFill>
                <a:cs typeface="Calibri" panose="020F0502020204030204" pitchFamily="34" charset="0"/>
                <a:sym typeface="Calibri" panose="020F0502020204030204" pitchFamily="34" charset="0"/>
              </a:rPr>
              <a:t> One, Seminars in Oncology, JAMA Network Open, World Journal of Surgery, International Agency for Research on Cancer, Springer Nature, WHO, Pub Med Central, OECD Country Cancer Profiles 2025, JCO Global Oncology,  </a:t>
            </a:r>
            <a:r>
              <a:rPr lang="en-US" i="0" err="1">
                <a:solidFill>
                  <a:srgbClr val="2C3846"/>
                </a:solidFill>
                <a:cs typeface="Calibri" panose="020F0502020204030204" pitchFamily="34" charset="0"/>
                <a:sym typeface="Calibri" panose="020F0502020204030204" pitchFamily="34" charset="0"/>
              </a:rPr>
              <a:t>Intellia</a:t>
            </a:r>
            <a:r>
              <a:rPr lang="en-US" i="0">
                <a:solidFill>
                  <a:srgbClr val="2C3846"/>
                </a:solidFill>
                <a:cs typeface="Calibri" panose="020F0502020204030204" pitchFamily="34" charset="0"/>
                <a:sym typeface="Calibri" panose="020F0502020204030204" pitchFamily="34" charset="0"/>
              </a:rPr>
              <a:t> Research &amp; Analysis</a:t>
            </a:r>
          </a:p>
        </p:txBody>
      </p:sp>
      <p:sp>
        <p:nvSpPr>
          <p:cNvPr id="14" name="Espaço Reservado para Número de Slide 5">
            <a:extLst>
              <a:ext uri="{FF2B5EF4-FFF2-40B4-BE49-F238E27FC236}">
                <a16:creationId xmlns:a16="http://schemas.microsoft.com/office/drawing/2014/main" id="{96F30037-6A28-89DD-62C6-A1BB799393AD}"/>
              </a:ext>
            </a:extLst>
          </p:cNvPr>
          <p:cNvSpPr>
            <a:spLocks noGrp="1"/>
          </p:cNvSpPr>
          <p:nvPr>
            <p:ph type="sldNum" sz="quarter" idx="4"/>
          </p:nvPr>
        </p:nvSpPr>
        <p:spPr>
          <a:xfrm>
            <a:off x="9031941" y="6350564"/>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B14BDE4-840A-4586-B946-2B3474FE743E}" type="slidenum">
              <a:rPr kumimoji="0" lang="en-US" sz="1200" b="0" i="0" u="none" strike="noStrike" kern="1200" cap="none" spc="0" normalizeH="0" baseline="0" noProof="0" smtClean="0">
                <a:ln>
                  <a:noFill/>
                </a:ln>
                <a:solidFill>
                  <a:srgbClr val="2C3846">
                    <a:tint val="75000"/>
                  </a:srgbClr>
                </a:solidFill>
                <a:effectLst/>
                <a:uLnTx/>
                <a:uFillTx/>
                <a:ea typeface="Calibri" panose="020F0502020204030204" pitchFamily="34" charset="0"/>
                <a:cs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srgbClr val="2C3846">
                  <a:tint val="75000"/>
                </a:srgbClr>
              </a:solidFill>
              <a:effectLst/>
              <a:uLnTx/>
              <a:uFillTx/>
              <a:ea typeface="Calibri" panose="020F0502020204030204" pitchFamily="34" charset="0"/>
              <a:cs typeface="Calibri" panose="020F0502020204030204" pitchFamily="34" charset="0"/>
            </a:endParaRPr>
          </a:p>
        </p:txBody>
      </p:sp>
      <p:graphicFrame>
        <p:nvGraphicFramePr>
          <p:cNvPr id="241" name="Chart 240">
            <a:extLst>
              <a:ext uri="{FF2B5EF4-FFF2-40B4-BE49-F238E27FC236}">
                <a16:creationId xmlns:a16="http://schemas.microsoft.com/office/drawing/2014/main" id="{FE4D4AC3-D977-8710-242F-28154761BB9A}"/>
              </a:ext>
            </a:extLst>
          </p:cNvPr>
          <p:cNvGraphicFramePr/>
          <p:nvPr>
            <p:custDataLst>
              <p:tags r:id="rId2"/>
            </p:custDataLst>
          </p:nvPr>
        </p:nvGraphicFramePr>
        <p:xfrm>
          <a:off x="1857375" y="1627188"/>
          <a:ext cx="3597275" cy="4362450"/>
        </p:xfrm>
        <a:graphic>
          <a:graphicData uri="http://schemas.openxmlformats.org/drawingml/2006/chart">
            <c:chart xmlns:c="http://schemas.openxmlformats.org/drawingml/2006/chart" xmlns:r="http://schemas.openxmlformats.org/officeDocument/2006/relationships" r:id="rId41"/>
          </a:graphicData>
        </a:graphic>
      </p:graphicFrame>
      <p:cxnSp>
        <p:nvCxnSpPr>
          <p:cNvPr id="17" name="Straight Connector 16">
            <a:extLst>
              <a:ext uri="{FF2B5EF4-FFF2-40B4-BE49-F238E27FC236}">
                <a16:creationId xmlns:a16="http://schemas.microsoft.com/office/drawing/2014/main" id="{94C265C9-773C-1056-3948-5A06C272D915}"/>
              </a:ext>
            </a:extLst>
          </p:cNvPr>
          <p:cNvCxnSpPr>
            <a:cxnSpLocks/>
          </p:cNvCxnSpPr>
          <p:nvPr>
            <p:custDataLst>
              <p:tags r:id="rId3"/>
            </p:custDataLst>
          </p:nvPr>
        </p:nvCxnSpPr>
        <p:spPr bwMode="auto">
          <a:xfrm flipV="1">
            <a:off x="5176838" y="1735138"/>
            <a:ext cx="0" cy="265113"/>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ECFFE037-1146-73AF-7C6D-4EC0F0065AF9}"/>
              </a:ext>
            </a:extLst>
          </p:cNvPr>
          <p:cNvCxnSpPr>
            <a:cxnSpLocks/>
          </p:cNvCxnSpPr>
          <p:nvPr>
            <p:custDataLst>
              <p:tags r:id="rId4"/>
            </p:custDataLst>
          </p:nvPr>
        </p:nvCxnSpPr>
        <p:spPr bwMode="auto">
          <a:xfrm>
            <a:off x="4373563" y="1773238"/>
            <a:ext cx="806450" cy="0"/>
          </a:xfrm>
          <a:prstGeom prst="line">
            <a:avLst/>
          </a:prstGeom>
          <a:ln w="190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9" name="Arrow: Right 18">
            <a:extLst>
              <a:ext uri="{FF2B5EF4-FFF2-40B4-BE49-F238E27FC236}">
                <a16:creationId xmlns:a16="http://schemas.microsoft.com/office/drawing/2014/main" id="{4D5ABC10-DC9C-F16D-CCD9-8DA1A53877CE}"/>
              </a:ext>
            </a:extLst>
          </p:cNvPr>
          <p:cNvSpPr/>
          <p:nvPr>
            <p:custDataLst>
              <p:tags r:id="rId5"/>
            </p:custDataLst>
          </p:nvPr>
        </p:nvSpPr>
        <p:spPr bwMode="auto">
          <a:xfrm rot="16200000">
            <a:off x="4313238" y="5721350"/>
            <a:ext cx="128588" cy="152400"/>
          </a:xfrm>
          <a:prstGeom prst="rightArrow">
            <a:avLst>
              <a:gd name="adj1" fmla="val 100000"/>
              <a:gd name="adj2" fmla="val 100000"/>
            </a:avLst>
          </a:prstGeom>
          <a:solidFill>
            <a:schemeClr val="tx1"/>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 name="Straight Connector 20">
            <a:extLst>
              <a:ext uri="{FF2B5EF4-FFF2-40B4-BE49-F238E27FC236}">
                <a16:creationId xmlns:a16="http://schemas.microsoft.com/office/drawing/2014/main" id="{D0D62326-8623-C3D9-52F7-9F9D42E10212}"/>
              </a:ext>
            </a:extLst>
          </p:cNvPr>
          <p:cNvCxnSpPr>
            <a:cxnSpLocks/>
          </p:cNvCxnSpPr>
          <p:nvPr>
            <p:custDataLst>
              <p:tags r:id="rId6"/>
            </p:custDataLst>
          </p:nvPr>
        </p:nvCxnSpPr>
        <p:spPr bwMode="gray">
          <a:xfrm>
            <a:off x="4376738" y="1773239"/>
            <a:ext cx="0" cy="2162175"/>
          </a:xfrm>
          <a:prstGeom prst="line">
            <a:avLst/>
          </a:prstGeom>
          <a:ln w="19050" cap="flat" cmpd="sng" algn="ctr">
            <a:solidFill>
              <a:schemeClr val="accent2"/>
            </a:solidFill>
            <a:prstDash val="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37" name="Straight Connector 236">
            <a:extLst>
              <a:ext uri="{FF2B5EF4-FFF2-40B4-BE49-F238E27FC236}">
                <a16:creationId xmlns:a16="http://schemas.microsoft.com/office/drawing/2014/main" id="{2F9AA9EF-220A-0205-9BCC-519583589A24}"/>
              </a:ext>
            </a:extLst>
          </p:cNvPr>
          <p:cNvCxnSpPr/>
          <p:nvPr>
            <p:custDataLst>
              <p:tags r:id="rId7"/>
            </p:custDataLst>
          </p:nvPr>
        </p:nvCxnSpPr>
        <p:spPr bwMode="gray">
          <a:xfrm>
            <a:off x="4376738" y="4148139"/>
            <a:ext cx="0" cy="1535113"/>
          </a:xfrm>
          <a:prstGeom prst="line">
            <a:avLst/>
          </a:prstGeom>
          <a:ln w="19050" cap="flat" cmpd="sng" algn="ctr">
            <a:solidFill>
              <a:schemeClr val="accent2"/>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1" name="Text Placeholder 2">
            <a:extLst>
              <a:ext uri="{FF2B5EF4-FFF2-40B4-BE49-F238E27FC236}">
                <a16:creationId xmlns:a16="http://schemas.microsoft.com/office/drawing/2014/main" id="{87BB863F-9716-77B5-70B5-97E8A856AB8A}"/>
              </a:ext>
            </a:extLst>
          </p:cNvPr>
          <p:cNvSpPr>
            <a:spLocks/>
          </p:cNvSpPr>
          <p:nvPr>
            <p:custDataLst>
              <p:tags r:id="rId8"/>
            </p:custDataLst>
          </p:nvPr>
        </p:nvSpPr>
        <p:spPr bwMode="auto">
          <a:xfrm>
            <a:off x="1182688" y="2071688"/>
            <a:ext cx="2730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CF62D0A6-B372-41C9-96A8-CF72848B1324}" type="datetime'''''''''''''''K''''S''''''A'''''''">
              <a:rPr lang="en-US" altLang="en-US" sz="1400" smtClean="0">
                <a:effectLst/>
                <a:sym typeface="Arial" panose="020B0604020202020204" pitchFamily="34" charset="0"/>
              </a:rPr>
              <a:pPr marL="0" lvl="0" indent="0">
                <a:spcBef>
                  <a:spcPct val="0"/>
                </a:spcBef>
                <a:spcAft>
                  <a:spcPct val="0"/>
                </a:spcAft>
                <a:buNone/>
              </a:pPr>
              <a:t>KSA</a:t>
            </a:fld>
            <a:endParaRPr lang="en-US" sz="1400">
              <a:sym typeface="Arial" panose="020B0604020202020204" pitchFamily="34" charset="0"/>
            </a:endParaRPr>
          </a:p>
        </p:txBody>
      </p:sp>
      <p:sp>
        <p:nvSpPr>
          <p:cNvPr id="72" name="Text Placeholder 2">
            <a:extLst>
              <a:ext uri="{FF2B5EF4-FFF2-40B4-BE49-F238E27FC236}">
                <a16:creationId xmlns:a16="http://schemas.microsoft.com/office/drawing/2014/main" id="{87BB863F-9716-77B5-70B5-97E8A856AB8A}"/>
              </a:ext>
            </a:extLst>
          </p:cNvPr>
          <p:cNvSpPr>
            <a:spLocks/>
          </p:cNvSpPr>
          <p:nvPr>
            <p:custDataLst>
              <p:tags r:id="rId9"/>
            </p:custDataLst>
          </p:nvPr>
        </p:nvSpPr>
        <p:spPr bwMode="auto">
          <a:xfrm>
            <a:off x="1182688" y="2541588"/>
            <a:ext cx="5397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9415F524-BCAD-4260-9634-911E0A53EF1B}" type="datetime'''''''''''''''''C''''''''''''''a''''''''n''''''a''da'''''">
              <a:rPr lang="en-US" altLang="en-US" sz="1400" smtClean="0">
                <a:effectLst/>
                <a:sym typeface="Arial" panose="020B0604020202020204" pitchFamily="34" charset="0"/>
              </a:rPr>
              <a:pPr marL="0" lvl="0" indent="0">
                <a:spcBef>
                  <a:spcPct val="0"/>
                </a:spcBef>
                <a:spcAft>
                  <a:spcPct val="0"/>
                </a:spcAft>
                <a:buNone/>
              </a:pPr>
              <a:t>Canada</a:t>
            </a:fld>
            <a:endParaRPr lang="en-US" sz="1400">
              <a:sym typeface="Arial" panose="020B0604020202020204" pitchFamily="34" charset="0"/>
            </a:endParaRPr>
          </a:p>
        </p:txBody>
      </p:sp>
      <p:sp>
        <p:nvSpPr>
          <p:cNvPr id="73" name="Text Placeholder 2">
            <a:extLst>
              <a:ext uri="{FF2B5EF4-FFF2-40B4-BE49-F238E27FC236}">
                <a16:creationId xmlns:a16="http://schemas.microsoft.com/office/drawing/2014/main" id="{87BB863F-9716-77B5-70B5-97E8A856AB8A}"/>
              </a:ext>
            </a:extLst>
          </p:cNvPr>
          <p:cNvSpPr>
            <a:spLocks/>
          </p:cNvSpPr>
          <p:nvPr>
            <p:custDataLst>
              <p:tags r:id="rId10"/>
            </p:custDataLst>
          </p:nvPr>
        </p:nvSpPr>
        <p:spPr bwMode="auto">
          <a:xfrm>
            <a:off x="1182688" y="3009900"/>
            <a:ext cx="3937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18C98CBD-7105-4FD5-A800-538F5B1E7EA4}" type="datetime'''''''''''B''''''''''''''''''''''''''''ra''z''''''''i''l'">
              <a:rPr lang="en-US" altLang="en-US" sz="1400" smtClean="0">
                <a:effectLst/>
                <a:sym typeface="Arial" panose="020B0604020202020204" pitchFamily="34" charset="0"/>
              </a:rPr>
              <a:pPr marL="0" lvl="0" indent="0">
                <a:spcBef>
                  <a:spcPct val="0"/>
                </a:spcBef>
                <a:spcAft>
                  <a:spcPct val="0"/>
                </a:spcAft>
                <a:buNone/>
              </a:pPr>
              <a:t>Brazil</a:t>
            </a:fld>
            <a:endParaRPr lang="en-US" sz="1400">
              <a:sym typeface="Arial" panose="020B0604020202020204" pitchFamily="34" charset="0"/>
            </a:endParaRPr>
          </a:p>
        </p:txBody>
      </p:sp>
      <p:sp>
        <p:nvSpPr>
          <p:cNvPr id="74" name="Text Placeholder 2">
            <a:extLst>
              <a:ext uri="{FF2B5EF4-FFF2-40B4-BE49-F238E27FC236}">
                <a16:creationId xmlns:a16="http://schemas.microsoft.com/office/drawing/2014/main" id="{87BB863F-9716-77B5-70B5-97E8A856AB8A}"/>
              </a:ext>
            </a:extLst>
          </p:cNvPr>
          <p:cNvSpPr>
            <a:spLocks/>
          </p:cNvSpPr>
          <p:nvPr>
            <p:custDataLst>
              <p:tags r:id="rId11"/>
            </p:custDataLst>
          </p:nvPr>
        </p:nvSpPr>
        <p:spPr bwMode="auto">
          <a:xfrm>
            <a:off x="1182688" y="3478213"/>
            <a:ext cx="4159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129A341E-071D-4471-9CE0-43DEF833455B}" type="datetime'''J''''a''''p''a''''''''''''''''''''n'''''''''''''''''''''">
              <a:rPr lang="en-US" altLang="en-US" sz="1400" smtClean="0">
                <a:effectLst/>
                <a:sym typeface="Arial" panose="020B0604020202020204" pitchFamily="34" charset="0"/>
              </a:rPr>
              <a:pPr marL="0" lvl="0" indent="0">
                <a:spcBef>
                  <a:spcPct val="0"/>
                </a:spcBef>
                <a:spcAft>
                  <a:spcPct val="0"/>
                </a:spcAft>
                <a:buNone/>
              </a:pPr>
              <a:t>Japan</a:t>
            </a:fld>
            <a:endParaRPr lang="en-US" sz="1400">
              <a:sym typeface="Arial" panose="020B0604020202020204" pitchFamily="34" charset="0"/>
            </a:endParaRPr>
          </a:p>
        </p:txBody>
      </p:sp>
      <p:sp>
        <p:nvSpPr>
          <p:cNvPr id="102" name="Text Placeholder 2">
            <a:extLst>
              <a:ext uri="{FF2B5EF4-FFF2-40B4-BE49-F238E27FC236}">
                <a16:creationId xmlns:a16="http://schemas.microsoft.com/office/drawing/2014/main" id="{BF611BE8-7A05-1FF9-213C-9755EFBCD085}"/>
              </a:ext>
            </a:extLst>
          </p:cNvPr>
          <p:cNvSpPr>
            <a:spLocks/>
          </p:cNvSpPr>
          <p:nvPr>
            <p:custDataLst>
              <p:tags r:id="rId12"/>
            </p:custDataLst>
          </p:nvPr>
        </p:nvSpPr>
        <p:spPr bwMode="auto">
          <a:xfrm>
            <a:off x="1182688" y="3946525"/>
            <a:ext cx="4381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8480E7C7-140D-48C0-A5F6-B6660CF44730}" type="datetime'''O''''''''''''''''''''''''''m''''''''''''''''''''''an'''''">
              <a:rPr lang="en-US" altLang="en-US" sz="1400" smtClean="0"/>
              <a:pPr marL="0" lvl="0" indent="0">
                <a:spcBef>
                  <a:spcPct val="0"/>
                </a:spcBef>
                <a:spcAft>
                  <a:spcPct val="0"/>
                </a:spcAft>
                <a:buNone/>
              </a:pPr>
              <a:t>Oman</a:t>
            </a:fld>
            <a:endParaRPr lang="en-US" sz="1400">
              <a:sym typeface="Arial" panose="020B0604020202020204" pitchFamily="34" charset="0"/>
            </a:endParaRPr>
          </a:p>
        </p:txBody>
      </p:sp>
      <p:sp>
        <p:nvSpPr>
          <p:cNvPr id="78" name="Text Placeholder 2">
            <a:extLst>
              <a:ext uri="{FF2B5EF4-FFF2-40B4-BE49-F238E27FC236}">
                <a16:creationId xmlns:a16="http://schemas.microsoft.com/office/drawing/2014/main" id="{87BB863F-9716-77B5-70B5-97E8A856AB8A}"/>
              </a:ext>
            </a:extLst>
          </p:cNvPr>
          <p:cNvSpPr>
            <a:spLocks/>
          </p:cNvSpPr>
          <p:nvPr>
            <p:custDataLst>
              <p:tags r:id="rId13"/>
            </p:custDataLst>
          </p:nvPr>
        </p:nvSpPr>
        <p:spPr bwMode="auto">
          <a:xfrm>
            <a:off x="1182688" y="4416425"/>
            <a:ext cx="2968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CD9895E3-815E-48CB-A23E-4496443DECC3}" type="datetime'''''''''''USA'''''''''''''''''''''''''''''''''''''">
              <a:rPr lang="en-US" altLang="en-US" sz="1400" smtClean="0">
                <a:effectLst/>
                <a:sym typeface="Arial" panose="020B0604020202020204" pitchFamily="34" charset="0"/>
              </a:rPr>
              <a:pPr marL="0" lvl="0" indent="0">
                <a:spcBef>
                  <a:spcPct val="0"/>
                </a:spcBef>
                <a:spcAft>
                  <a:spcPct val="0"/>
                </a:spcAft>
                <a:buNone/>
              </a:pPr>
              <a:t>USA</a:t>
            </a:fld>
            <a:endParaRPr lang="en-US" sz="1400">
              <a:sym typeface="Arial" panose="020B0604020202020204" pitchFamily="34" charset="0"/>
            </a:endParaRPr>
          </a:p>
        </p:txBody>
      </p:sp>
      <p:sp>
        <p:nvSpPr>
          <p:cNvPr id="79" name="Text Placeholder 2">
            <a:extLst>
              <a:ext uri="{FF2B5EF4-FFF2-40B4-BE49-F238E27FC236}">
                <a16:creationId xmlns:a16="http://schemas.microsoft.com/office/drawing/2014/main" id="{87BB863F-9716-77B5-70B5-97E8A856AB8A}"/>
              </a:ext>
            </a:extLst>
          </p:cNvPr>
          <p:cNvSpPr>
            <a:spLocks/>
          </p:cNvSpPr>
          <p:nvPr>
            <p:custDataLst>
              <p:tags r:id="rId14"/>
            </p:custDataLst>
          </p:nvPr>
        </p:nvSpPr>
        <p:spPr bwMode="auto">
          <a:xfrm>
            <a:off x="1182688" y="4884738"/>
            <a:ext cx="6397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CBC0F309-6384-479A-87CC-A87AACE9FC98}" type="datetime'''''''''''M''''''''''''or''o''''''''''c''''''c''''''o'''''''''">
              <a:rPr lang="en-US" altLang="en-US" sz="1400" smtClean="0">
                <a:effectLst/>
                <a:sym typeface="Arial" panose="020B0604020202020204" pitchFamily="34" charset="0"/>
              </a:rPr>
              <a:pPr marL="0" lvl="0" indent="0">
                <a:spcBef>
                  <a:spcPct val="0"/>
                </a:spcBef>
                <a:spcAft>
                  <a:spcPct val="0"/>
                </a:spcAft>
                <a:buNone/>
              </a:pPr>
              <a:t>Morocco</a:t>
            </a:fld>
            <a:endParaRPr lang="en-US" sz="1400">
              <a:sym typeface="Arial" panose="020B0604020202020204" pitchFamily="34" charset="0"/>
            </a:endParaRPr>
          </a:p>
        </p:txBody>
      </p:sp>
      <p:sp>
        <p:nvSpPr>
          <p:cNvPr id="81" name="Text Placeholder 2">
            <a:extLst>
              <a:ext uri="{FF2B5EF4-FFF2-40B4-BE49-F238E27FC236}">
                <a16:creationId xmlns:a16="http://schemas.microsoft.com/office/drawing/2014/main" id="{A8F5B598-8146-3FC3-AF4D-5FCA563DB9F9}"/>
              </a:ext>
            </a:extLst>
          </p:cNvPr>
          <p:cNvSpPr>
            <a:spLocks/>
          </p:cNvSpPr>
          <p:nvPr>
            <p:custDataLst>
              <p:tags r:id="rId15"/>
            </p:custDataLst>
          </p:nvPr>
        </p:nvSpPr>
        <p:spPr bwMode="auto">
          <a:xfrm>
            <a:off x="1182688" y="5353050"/>
            <a:ext cx="4095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447F89E4-A481-4134-ABD5-86F74CCAB053}" type="datetime'''''''''''''''''''''''Qa''''''''t''''''''''''''''a''r'''">
              <a:rPr lang="en-US" altLang="en-US" sz="1400" smtClean="0"/>
              <a:pPr marL="0" lvl="0" indent="0">
                <a:spcBef>
                  <a:spcPct val="0"/>
                </a:spcBef>
                <a:spcAft>
                  <a:spcPct val="0"/>
                </a:spcAft>
                <a:buNone/>
              </a:pPr>
              <a:t>Qatar</a:t>
            </a:fld>
            <a:endParaRPr lang="en-US" sz="1400">
              <a:sym typeface="Arial" panose="020B0604020202020204" pitchFamily="34" charset="0"/>
            </a:endParaRPr>
          </a:p>
        </p:txBody>
      </p:sp>
      <p:sp>
        <p:nvSpPr>
          <p:cNvPr id="22" name="Text Placeholder 2">
            <a:extLst>
              <a:ext uri="{FF2B5EF4-FFF2-40B4-BE49-F238E27FC236}">
                <a16:creationId xmlns:a16="http://schemas.microsoft.com/office/drawing/2014/main" id="{793280F4-692D-8F65-A6A1-E379D5A55BCD}"/>
              </a:ext>
            </a:extLst>
          </p:cNvPr>
          <p:cNvSpPr>
            <a:spLocks/>
          </p:cNvSpPr>
          <p:nvPr>
            <p:custDataLst>
              <p:tags r:id="rId16"/>
            </p:custDataLst>
          </p:nvPr>
        </p:nvSpPr>
        <p:spPr bwMode="auto">
          <a:xfrm>
            <a:off x="3949700" y="5913438"/>
            <a:ext cx="852488" cy="2127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defRPr/>
            </a:pPr>
            <a:r>
              <a:rPr kumimoji="0" lang="en-US" altLang="en-US" sz="1400" b="0" i="0" u="none" strike="noStrike" kern="1200" cap="none" spc="0" normalizeH="0" baseline="0" noProof="0">
                <a:ln>
                  <a:noFill/>
                </a:ln>
                <a:solidFill>
                  <a:schemeClr val="tx1"/>
                </a:solidFill>
                <a:effectLst/>
                <a:uLnTx/>
                <a:uFillTx/>
                <a:latin typeface="+mn-lt"/>
                <a:ea typeface="+mn-ea"/>
                <a:cs typeface="+mn-cs"/>
                <a:sym typeface="Arial" panose="020B0604020202020204" pitchFamily="34" charset="0"/>
              </a:rPr>
              <a:t>Average: </a:t>
            </a:r>
            <a:fld id="{47E9A2DC-0F70-4C83-A430-60FBF5CE5661}" type="datetime'''''''''''''''''''''''''''''''''''''''''''33'''''''''">
              <a:rPr lang="en-US" altLang="en-US" sz="1400" smtClean="0">
                <a:solidFill>
                  <a:schemeClr val="tx1"/>
                </a:solidFill>
                <a:latin typeface="+mn-lt"/>
                <a:ea typeface="+mn-ea"/>
                <a:cs typeface="+mn-cs"/>
              </a:rPr>
              <a:pPr lvl="0" algn="ctr">
                <a:spcBef>
                  <a:spcPct val="0"/>
                </a:spcBef>
                <a:spcAft>
                  <a:spcPct val="0"/>
                </a:spcAft>
                <a:defRPr/>
              </a:pPr>
              <a:t>33</a:t>
            </a:fld>
            <a:endParaRPr kumimoji="0" lang="en-US" sz="1400" b="0" i="0" strike="noStrike" kern="1200" cap="none" spc="0" normalizeH="0" baseline="0" noProof="0">
              <a:ln>
                <a:noFill/>
              </a:ln>
              <a:solidFill>
                <a:schemeClr val="tx1"/>
              </a:solidFill>
              <a:effectLst/>
              <a:uLnTx/>
              <a:uFillTx/>
              <a:latin typeface="+mn-lt"/>
              <a:ea typeface="+mn-ea"/>
              <a:cs typeface="+mn-cs"/>
              <a:sym typeface="Arial" panose="020B0604020202020204" pitchFamily="34" charset="0"/>
            </a:endParaRPr>
          </a:p>
        </p:txBody>
      </p:sp>
      <p:sp>
        <p:nvSpPr>
          <p:cNvPr id="23" name="Text Placeholder 2">
            <a:extLst>
              <a:ext uri="{FF2B5EF4-FFF2-40B4-BE49-F238E27FC236}">
                <a16:creationId xmlns:a16="http://schemas.microsoft.com/office/drawing/2014/main" id="{B264632B-03E9-B2CD-EFBF-63435353213B}"/>
              </a:ext>
            </a:extLst>
          </p:cNvPr>
          <p:cNvSpPr>
            <a:spLocks/>
          </p:cNvSpPr>
          <p:nvPr>
            <p:custDataLst>
              <p:tags r:id="rId17"/>
            </p:custDataLst>
          </p:nvPr>
        </p:nvSpPr>
        <p:spPr bwMode="auto">
          <a:xfrm>
            <a:off x="4456113" y="1622425"/>
            <a:ext cx="566738" cy="301625"/>
          </a:xfrm>
          <a:prstGeom prst="ellipse">
            <a:avLst/>
          </a:prstGeom>
          <a:solidFill>
            <a:schemeClr val="tx1"/>
          </a:solidFill>
          <a:ln>
            <a:noFill/>
          </a:ln>
          <a:effec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Segoe UI" panose="020B0502040204020203" pitchFamily="34" charset="0"/>
              <a:buChar char="​"/>
              <a:tabLst/>
              <a:defRPr/>
            </a:pPr>
            <a:fld id="{EC026E72-7C3D-4756-BCDD-82C63CE57ABB}" type="datetime'''''''''''''+3''''''''''''3''''''''''''''''%'''''''">
              <a:rPr lang="en-US" altLang="en-US" sz="1400" b="1" smtClean="0">
                <a:effectLst/>
                <a:latin typeface="+mn-lt"/>
                <a:ea typeface="+mn-ea"/>
                <a:cs typeface="+mn-cs"/>
              </a:rPr>
              <a:pPr marL="0" marR="0" lvl="0" indent="0" algn="ctr" defTabSz="914400" rtl="0" eaLnBrk="1" fontAlgn="auto" latinLnBrk="0" hangingPunct="1">
                <a:lnSpc>
                  <a:spcPct val="100000"/>
                </a:lnSpc>
                <a:spcBef>
                  <a:spcPct val="0"/>
                </a:spcBef>
                <a:spcAft>
                  <a:spcPct val="0"/>
                </a:spcAft>
                <a:buClrTx/>
                <a:buSzTx/>
                <a:buFont typeface="Segoe UI" panose="020B0502040204020203" pitchFamily="34" charset="0"/>
                <a:buChar char="​"/>
                <a:tabLst/>
                <a:defRPr/>
              </a:pPr>
              <a:t>+33%</a:t>
            </a:fld>
            <a:endParaRPr kumimoji="0" lang="en-US" sz="1400" b="1" i="0" strike="noStrike" kern="1200" cap="none" spc="0" normalizeH="0" baseline="0" noProof="0">
              <a:ln>
                <a:noFill/>
              </a:ln>
              <a:effectLst/>
              <a:uLnTx/>
              <a:uFillTx/>
              <a:latin typeface="+mn-lt"/>
              <a:ea typeface="+mn-ea"/>
              <a:cs typeface="+mn-cs"/>
              <a:sym typeface="Arial" panose="020B0604020202020204" pitchFamily="34" charset="0"/>
            </a:endParaRPr>
          </a:p>
        </p:txBody>
      </p:sp>
      <p:pic>
        <p:nvPicPr>
          <p:cNvPr id="24" name="Picture 23">
            <a:extLst>
              <a:ext uri="{FF2B5EF4-FFF2-40B4-BE49-F238E27FC236}">
                <a16:creationId xmlns:a16="http://schemas.microsoft.com/office/drawing/2014/main" id="{7C4D8C35-D82B-A764-E660-20B295769B9A}"/>
              </a:ext>
            </a:extLst>
          </p:cNvPr>
          <p:cNvPicPr>
            <a:picLocks/>
          </p:cNvPicPr>
          <p:nvPr/>
        </p:nvPicPr>
        <p:blipFill>
          <a:blip r:embed="rId42" cstate="screen">
            <a:alphaModFix/>
            <a:extLst>
              <a:ext uri="{28A0092B-C50C-407E-A947-70E740481C1C}">
                <a14:useLocalDpi xmlns:a14="http://schemas.microsoft.com/office/drawing/2010/main"/>
              </a:ext>
            </a:extLst>
          </a:blip>
          <a:stretch>
            <a:fillRect/>
          </a:stretch>
        </p:blipFill>
        <p:spPr>
          <a:xfrm>
            <a:off x="728705" y="4397546"/>
            <a:ext cx="340519" cy="227013"/>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5" name="Picture 24">
            <a:extLst>
              <a:ext uri="{FF2B5EF4-FFF2-40B4-BE49-F238E27FC236}">
                <a16:creationId xmlns:a16="http://schemas.microsoft.com/office/drawing/2014/main" id="{4C444311-A45E-5FE5-579C-15996C9F0247}"/>
              </a:ext>
            </a:extLst>
          </p:cNvPr>
          <p:cNvPicPr>
            <a:picLocks/>
          </p:cNvPicPr>
          <p:nvPr/>
        </p:nvPicPr>
        <p:blipFill>
          <a:blip r:embed="rId43" cstate="screen">
            <a:alphaModFix/>
            <a:extLst>
              <a:ext uri="{28A0092B-C50C-407E-A947-70E740481C1C}">
                <a14:useLocalDpi xmlns:a14="http://schemas.microsoft.com/office/drawing/2010/main"/>
              </a:ext>
            </a:extLst>
          </a:blip>
          <a:stretch>
            <a:fillRect/>
          </a:stretch>
        </p:blipFill>
        <p:spPr>
          <a:xfrm>
            <a:off x="728705" y="3459503"/>
            <a:ext cx="340519" cy="227013"/>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6" name="Picture 25">
            <a:extLst>
              <a:ext uri="{FF2B5EF4-FFF2-40B4-BE49-F238E27FC236}">
                <a16:creationId xmlns:a16="http://schemas.microsoft.com/office/drawing/2014/main" id="{FF7D41D4-8F7F-DFCD-4F23-75EA59FEFCEA}"/>
              </a:ext>
            </a:extLst>
          </p:cNvPr>
          <p:cNvPicPr>
            <a:picLocks/>
          </p:cNvPicPr>
          <p:nvPr/>
        </p:nvPicPr>
        <p:blipFill>
          <a:blip r:embed="rId44" cstate="screen">
            <a:alphaModFix/>
            <a:extLst>
              <a:ext uri="{28A0092B-C50C-407E-A947-70E740481C1C}">
                <a14:useLocalDpi xmlns:a14="http://schemas.microsoft.com/office/drawing/2010/main"/>
              </a:ext>
            </a:extLst>
          </a:blip>
          <a:stretch>
            <a:fillRect/>
          </a:stretch>
        </p:blipFill>
        <p:spPr>
          <a:xfrm>
            <a:off x="728713" y="2054819"/>
            <a:ext cx="340519" cy="227013"/>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7" name="Picture 26">
            <a:extLst>
              <a:ext uri="{FF2B5EF4-FFF2-40B4-BE49-F238E27FC236}">
                <a16:creationId xmlns:a16="http://schemas.microsoft.com/office/drawing/2014/main" id="{B12D87B8-9037-200A-F381-FCB167437FF6}"/>
              </a:ext>
            </a:extLst>
          </p:cNvPr>
          <p:cNvPicPr>
            <a:picLocks/>
          </p:cNvPicPr>
          <p:nvPr/>
        </p:nvPicPr>
        <p:blipFill>
          <a:blip r:embed="rId45" cstate="screen">
            <a:alphaModFix/>
            <a:extLst>
              <a:ext uri="{28A0092B-C50C-407E-A947-70E740481C1C}">
                <a14:useLocalDpi xmlns:a14="http://schemas.microsoft.com/office/drawing/2010/main"/>
              </a:ext>
            </a:extLst>
          </a:blip>
          <a:stretch>
            <a:fillRect/>
          </a:stretch>
        </p:blipFill>
        <p:spPr>
          <a:xfrm>
            <a:off x="728705" y="4865774"/>
            <a:ext cx="340519" cy="227013"/>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8" name="Picture 27">
            <a:extLst>
              <a:ext uri="{FF2B5EF4-FFF2-40B4-BE49-F238E27FC236}">
                <a16:creationId xmlns:a16="http://schemas.microsoft.com/office/drawing/2014/main" id="{0D739E0B-0AD6-2BBD-C132-A52F1433B7BD}"/>
              </a:ext>
            </a:extLst>
          </p:cNvPr>
          <p:cNvPicPr>
            <a:picLocks/>
          </p:cNvPicPr>
          <p:nvPr/>
        </p:nvPicPr>
        <p:blipFill>
          <a:blip r:embed="rId46" cstate="screen">
            <a:alphaModFix/>
            <a:extLst>
              <a:ext uri="{28A0092B-C50C-407E-A947-70E740481C1C}">
                <a14:useLocalDpi xmlns:a14="http://schemas.microsoft.com/office/drawing/2010/main"/>
              </a:ext>
            </a:extLst>
          </a:blip>
          <a:stretch>
            <a:fillRect/>
          </a:stretch>
        </p:blipFill>
        <p:spPr>
          <a:xfrm>
            <a:off x="728705" y="2523047"/>
            <a:ext cx="340519" cy="227013"/>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9" name="Picture 28">
            <a:extLst>
              <a:ext uri="{FF2B5EF4-FFF2-40B4-BE49-F238E27FC236}">
                <a16:creationId xmlns:a16="http://schemas.microsoft.com/office/drawing/2014/main" id="{1D12ED9D-988F-9678-65BB-6BF8E2C5E9CE}"/>
              </a:ext>
            </a:extLst>
          </p:cNvPr>
          <p:cNvPicPr>
            <a:picLocks/>
          </p:cNvPicPr>
          <p:nvPr/>
        </p:nvPicPr>
        <p:blipFill>
          <a:blip r:embed="rId47" cstate="screen">
            <a:alphaModFix/>
            <a:extLst>
              <a:ext uri="{28A0092B-C50C-407E-A947-70E740481C1C}">
                <a14:useLocalDpi xmlns:a14="http://schemas.microsoft.com/office/drawing/2010/main"/>
              </a:ext>
            </a:extLst>
          </a:blip>
          <a:stretch>
            <a:fillRect/>
          </a:stretch>
        </p:blipFill>
        <p:spPr>
          <a:xfrm>
            <a:off x="728705" y="2991275"/>
            <a:ext cx="340519" cy="227013"/>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40" name="Title 3">
            <a:extLst>
              <a:ext uri="{FF2B5EF4-FFF2-40B4-BE49-F238E27FC236}">
                <a16:creationId xmlns:a16="http://schemas.microsoft.com/office/drawing/2014/main" id="{F7E5A4E0-C99E-3BC3-B165-11F95D4CAEAF}"/>
              </a:ext>
            </a:extLst>
          </p:cNvPr>
          <p:cNvSpPr txBox="1">
            <a:spLocks/>
          </p:cNvSpPr>
          <p:nvPr/>
        </p:nvSpPr>
        <p:spPr>
          <a:xfrm>
            <a:off x="569580" y="369679"/>
            <a:ext cx="11082528" cy="368452"/>
          </a:xfrm>
          <a:prstGeom prst="rect">
            <a:avLst/>
          </a:prstGeom>
        </p:spPr>
        <p:txBody>
          <a:bodyPr vert="horz" wrap="square" lIns="0" tIns="0" rIns="0" bIns="0" rtlCol="0" anchor="t"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a:lnSpc>
                <a:spcPct val="85000"/>
              </a:lnSpc>
              <a:defRPr/>
            </a:pPr>
            <a:r>
              <a:rPr lang="en-US" sz="2600" b="0" spc="-10">
                <a:latin typeface="Georgia" panose="02040502050405020303" pitchFamily="18" charset="0"/>
                <a:ea typeface="Calibri"/>
                <a:cs typeface="Calibri"/>
              </a:rPr>
              <a:t>KSA faces delayed cancer treatment initiation and significant oncologist shortages compared to international benchmarks</a:t>
            </a:r>
            <a:endParaRPr kumimoji="0" lang="en-US" sz="2600" b="0" i="0" u="none" strike="noStrike" kern="1200" cap="none" spc="0" normalizeH="0" baseline="0" noProof="0">
              <a:ln>
                <a:noFill/>
              </a:ln>
              <a:effectLst/>
              <a:uLnTx/>
              <a:uFillTx/>
              <a:latin typeface="Georgia" panose="02040502050405020303" pitchFamily="18" charset="0"/>
              <a:ea typeface="Calibri"/>
              <a:cs typeface="Calibri"/>
            </a:endParaRPr>
          </a:p>
        </p:txBody>
      </p:sp>
      <p:cxnSp>
        <p:nvCxnSpPr>
          <p:cNvPr id="42" name="Straight Connector 41">
            <a:extLst>
              <a:ext uri="{FF2B5EF4-FFF2-40B4-BE49-F238E27FC236}">
                <a16:creationId xmlns:a16="http://schemas.microsoft.com/office/drawing/2014/main" id="{A1AB4261-C7CB-B092-602E-C6D8D85F8D7C}"/>
              </a:ext>
            </a:extLst>
          </p:cNvPr>
          <p:cNvCxnSpPr>
            <a:cxnSpLocks/>
          </p:cNvCxnSpPr>
          <p:nvPr/>
        </p:nvCxnSpPr>
        <p:spPr>
          <a:xfrm>
            <a:off x="577397" y="1450899"/>
            <a:ext cx="5208159"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E68367D5-C1FF-2413-8085-14183BFA2392}"/>
              </a:ext>
            </a:extLst>
          </p:cNvPr>
          <p:cNvSpPr txBox="1"/>
          <p:nvPr/>
        </p:nvSpPr>
        <p:spPr>
          <a:xfrm>
            <a:off x="577397" y="1143000"/>
            <a:ext cx="5270953" cy="246063"/>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GB" sz="1600" b="1"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rPr>
              <a:t>Time to initial treatment </a:t>
            </a:r>
            <a:r>
              <a:rPr kumimoji="0" lang="en-GB" sz="160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rPr>
              <a:t>–  </a:t>
            </a:r>
            <a:r>
              <a:rPr kumimoji="0" lang="en-US" sz="160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rPr>
              <a:t># of days</a:t>
            </a:r>
            <a:endParaRPr kumimoji="0" lang="en-GB" sz="1600" b="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44" name="Rectangle 43">
            <a:extLst>
              <a:ext uri="{FF2B5EF4-FFF2-40B4-BE49-F238E27FC236}">
                <a16:creationId xmlns:a16="http://schemas.microsoft.com/office/drawing/2014/main" id="{AB368050-7336-E51E-170C-FBA6EA9BFCBB}"/>
              </a:ext>
            </a:extLst>
          </p:cNvPr>
          <p:cNvSpPr/>
          <p:nvPr/>
        </p:nvSpPr>
        <p:spPr>
          <a:xfrm>
            <a:off x="552451" y="1419225"/>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nvGrpSpPr>
          <p:cNvPr id="58" name="Group 57">
            <a:extLst>
              <a:ext uri="{FF2B5EF4-FFF2-40B4-BE49-F238E27FC236}">
                <a16:creationId xmlns:a16="http://schemas.microsoft.com/office/drawing/2014/main" id="{40B1A050-BEB4-9A73-57FB-8112F7526DF5}"/>
              </a:ext>
            </a:extLst>
          </p:cNvPr>
          <p:cNvGrpSpPr/>
          <p:nvPr/>
        </p:nvGrpSpPr>
        <p:grpSpPr>
          <a:xfrm>
            <a:off x="-460920" y="279546"/>
            <a:ext cx="338328" cy="6397662"/>
            <a:chOff x="-460920" y="279546"/>
            <a:chExt cx="338328" cy="6397662"/>
          </a:xfrm>
        </p:grpSpPr>
        <p:sp>
          <p:nvSpPr>
            <p:cNvPr id="59" name="Google Shape;139;p2">
              <a:extLst>
                <a:ext uri="{FF2B5EF4-FFF2-40B4-BE49-F238E27FC236}">
                  <a16:creationId xmlns:a16="http://schemas.microsoft.com/office/drawing/2014/main" id="{27227E20-755F-8886-56BA-3BDECA7A46D2}"/>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0" name="Google Shape;140;p2">
              <a:extLst>
                <a:ext uri="{FF2B5EF4-FFF2-40B4-BE49-F238E27FC236}">
                  <a16:creationId xmlns:a16="http://schemas.microsoft.com/office/drawing/2014/main" id="{42C32BC5-F918-9BD9-A73B-9E52DE3C9491}"/>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1" name="Google Shape;141;p2">
              <a:extLst>
                <a:ext uri="{FF2B5EF4-FFF2-40B4-BE49-F238E27FC236}">
                  <a16:creationId xmlns:a16="http://schemas.microsoft.com/office/drawing/2014/main" id="{37E68BE8-CD1E-4F66-8720-459A919C4264}"/>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2" name="Google Shape;142;p2">
              <a:extLst>
                <a:ext uri="{FF2B5EF4-FFF2-40B4-BE49-F238E27FC236}">
                  <a16:creationId xmlns:a16="http://schemas.microsoft.com/office/drawing/2014/main" id="{08ECCC8A-7212-6B5A-BCF4-04CFDBE4F443}"/>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3" name="Google Shape;143;p2">
              <a:extLst>
                <a:ext uri="{FF2B5EF4-FFF2-40B4-BE49-F238E27FC236}">
                  <a16:creationId xmlns:a16="http://schemas.microsoft.com/office/drawing/2014/main" id="{6E52C928-E378-CF52-93E2-2E088BC4E3FD}"/>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4" name="Google Shape;144;p2">
              <a:extLst>
                <a:ext uri="{FF2B5EF4-FFF2-40B4-BE49-F238E27FC236}">
                  <a16:creationId xmlns:a16="http://schemas.microsoft.com/office/drawing/2014/main" id="{DB7F5D9F-819D-390F-88AC-38337643F8F8}"/>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5" name="Google Shape;145;p2">
              <a:extLst>
                <a:ext uri="{FF2B5EF4-FFF2-40B4-BE49-F238E27FC236}">
                  <a16:creationId xmlns:a16="http://schemas.microsoft.com/office/drawing/2014/main" id="{31165991-8BC5-F313-D2F0-108AB70A8A7D}"/>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6" name="Google Shape;146;p2">
              <a:extLst>
                <a:ext uri="{FF2B5EF4-FFF2-40B4-BE49-F238E27FC236}">
                  <a16:creationId xmlns:a16="http://schemas.microsoft.com/office/drawing/2014/main" id="{30A4F274-74C8-B8D6-687D-3428690E0547}"/>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7" name="Google Shape;147;p2">
              <a:extLst>
                <a:ext uri="{FF2B5EF4-FFF2-40B4-BE49-F238E27FC236}">
                  <a16:creationId xmlns:a16="http://schemas.microsoft.com/office/drawing/2014/main" id="{A27C5112-0958-4FAB-0C0B-336C9A8EE5E2}"/>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8" name="Google Shape;148;p2">
              <a:extLst>
                <a:ext uri="{FF2B5EF4-FFF2-40B4-BE49-F238E27FC236}">
                  <a16:creationId xmlns:a16="http://schemas.microsoft.com/office/drawing/2014/main" id="{B2EEC464-8791-1129-EF82-C8020977871E}"/>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9" name="Google Shape;149;p2">
              <a:extLst>
                <a:ext uri="{FF2B5EF4-FFF2-40B4-BE49-F238E27FC236}">
                  <a16:creationId xmlns:a16="http://schemas.microsoft.com/office/drawing/2014/main" id="{C0C6EB19-B92B-F872-56B5-B8785118DFCD}"/>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70" name="Google Shape;151;p2">
              <a:extLst>
                <a:ext uri="{FF2B5EF4-FFF2-40B4-BE49-F238E27FC236}">
                  <a16:creationId xmlns:a16="http://schemas.microsoft.com/office/drawing/2014/main" id="{CEA1D799-25C4-1E44-6857-14DA275EC7CC}"/>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71" name="Google Shape;147;p2">
              <a:extLst>
                <a:ext uri="{FF2B5EF4-FFF2-40B4-BE49-F238E27FC236}">
                  <a16:creationId xmlns:a16="http://schemas.microsoft.com/office/drawing/2014/main" id="{11E1FC37-1C22-B843-9A97-3BB64CBBD0E9}"/>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grpSp>
        <p:nvGrpSpPr>
          <p:cNvPr id="2" name="Group 1">
            <a:extLst>
              <a:ext uri="{FF2B5EF4-FFF2-40B4-BE49-F238E27FC236}">
                <a16:creationId xmlns:a16="http://schemas.microsoft.com/office/drawing/2014/main" id="{DC0167C6-3015-26C6-96AD-5C4DF5C511C3}"/>
              </a:ext>
            </a:extLst>
          </p:cNvPr>
          <p:cNvGrpSpPr/>
          <p:nvPr/>
        </p:nvGrpSpPr>
        <p:grpSpPr>
          <a:xfrm>
            <a:off x="-897410" y="279546"/>
            <a:ext cx="338328" cy="3872943"/>
            <a:chOff x="-460920" y="279546"/>
            <a:chExt cx="338328" cy="3872943"/>
          </a:xfrm>
        </p:grpSpPr>
        <p:sp>
          <p:nvSpPr>
            <p:cNvPr id="3" name="Google Shape;139;p2">
              <a:extLst>
                <a:ext uri="{FF2B5EF4-FFF2-40B4-BE49-F238E27FC236}">
                  <a16:creationId xmlns:a16="http://schemas.microsoft.com/office/drawing/2014/main" id="{CC691A68-F112-CCA2-94AF-9FE8E7D4CF49}"/>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 name="Google Shape;140;p2">
              <a:extLst>
                <a:ext uri="{FF2B5EF4-FFF2-40B4-BE49-F238E27FC236}">
                  <a16:creationId xmlns:a16="http://schemas.microsoft.com/office/drawing/2014/main" id="{CEAC7580-DD77-65D0-6AB2-A31A6283A65A}"/>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 name="Google Shape;141;p2">
              <a:extLst>
                <a:ext uri="{FF2B5EF4-FFF2-40B4-BE49-F238E27FC236}">
                  <a16:creationId xmlns:a16="http://schemas.microsoft.com/office/drawing/2014/main" id="{C4DEEA1F-1BF1-F836-735B-8DDEEB50561D}"/>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7" name="Google Shape;142;p2">
              <a:extLst>
                <a:ext uri="{FF2B5EF4-FFF2-40B4-BE49-F238E27FC236}">
                  <a16:creationId xmlns:a16="http://schemas.microsoft.com/office/drawing/2014/main" id="{CE5EF6FA-42C8-F515-D84D-78BE283BA5AE}"/>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8" name="Google Shape;143;p2">
              <a:extLst>
                <a:ext uri="{FF2B5EF4-FFF2-40B4-BE49-F238E27FC236}">
                  <a16:creationId xmlns:a16="http://schemas.microsoft.com/office/drawing/2014/main" id="{DD8F6D72-C5CB-B151-8DF1-13384EE6A402}"/>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 name="Google Shape;147;p2">
              <a:extLst>
                <a:ext uri="{FF2B5EF4-FFF2-40B4-BE49-F238E27FC236}">
                  <a16:creationId xmlns:a16="http://schemas.microsoft.com/office/drawing/2014/main" id="{EF8F0372-1063-8047-3E72-60220EB6F9A6}"/>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6" name="Google Shape;151;p2">
              <a:extLst>
                <a:ext uri="{FF2B5EF4-FFF2-40B4-BE49-F238E27FC236}">
                  <a16:creationId xmlns:a16="http://schemas.microsoft.com/office/drawing/2014/main" id="{3CE72F00-B64A-3DDD-82FE-D93E6AEC0D5C}"/>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0" name="Google Shape;147;p2">
              <a:extLst>
                <a:ext uri="{FF2B5EF4-FFF2-40B4-BE49-F238E27FC236}">
                  <a16:creationId xmlns:a16="http://schemas.microsoft.com/office/drawing/2014/main" id="{3F265029-1302-1F33-6F5F-5AAC3A8EC1B7}"/>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cxnSp>
        <p:nvCxnSpPr>
          <p:cNvPr id="11" name="Straight Connector 10">
            <a:extLst>
              <a:ext uri="{FF2B5EF4-FFF2-40B4-BE49-F238E27FC236}">
                <a16:creationId xmlns:a16="http://schemas.microsoft.com/office/drawing/2014/main" id="{46B8AD14-6AD9-73C0-597B-8983C476B0CB}"/>
              </a:ext>
            </a:extLst>
          </p:cNvPr>
          <p:cNvCxnSpPr>
            <a:cxnSpLocks/>
          </p:cNvCxnSpPr>
          <p:nvPr/>
        </p:nvCxnSpPr>
        <p:spPr>
          <a:xfrm>
            <a:off x="6337301" y="1455703"/>
            <a:ext cx="5283199"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033ECA8A-37A0-4706-6055-A0D2485610AF}"/>
              </a:ext>
            </a:extLst>
          </p:cNvPr>
          <p:cNvSpPr txBox="1"/>
          <p:nvPr/>
        </p:nvSpPr>
        <p:spPr>
          <a:xfrm>
            <a:off x="6337300" y="1147728"/>
            <a:ext cx="5518150" cy="246063"/>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600" b="1"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rPr>
              <a:t>Oncologists per million capita by country </a:t>
            </a:r>
            <a:r>
              <a:rPr kumimoji="0" lang="en-GB" sz="160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rPr>
              <a:t>– </a:t>
            </a:r>
            <a:r>
              <a:rPr kumimoji="0" lang="en-US" sz="160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rPr>
              <a:t>#, 2024</a:t>
            </a:r>
            <a:endParaRPr kumimoji="0" lang="en-GB" sz="1600" b="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32" name="Rectangle 31">
            <a:extLst>
              <a:ext uri="{FF2B5EF4-FFF2-40B4-BE49-F238E27FC236}">
                <a16:creationId xmlns:a16="http://schemas.microsoft.com/office/drawing/2014/main" id="{CE0E3C41-475A-1AC9-EF07-C08543507153}"/>
              </a:ext>
            </a:extLst>
          </p:cNvPr>
          <p:cNvSpPr/>
          <p:nvPr/>
        </p:nvSpPr>
        <p:spPr>
          <a:xfrm>
            <a:off x="6311900" y="1423953"/>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aphicFrame>
        <p:nvGraphicFramePr>
          <p:cNvPr id="269" name="Chart 268">
            <a:extLst>
              <a:ext uri="{FF2B5EF4-FFF2-40B4-BE49-F238E27FC236}">
                <a16:creationId xmlns:a16="http://schemas.microsoft.com/office/drawing/2014/main" id="{2BA3EA04-8D07-ADCC-368E-D931538D6E9C}"/>
              </a:ext>
            </a:extLst>
          </p:cNvPr>
          <p:cNvGraphicFramePr/>
          <p:nvPr>
            <p:custDataLst>
              <p:tags r:id="rId18"/>
            </p:custDataLst>
          </p:nvPr>
        </p:nvGraphicFramePr>
        <p:xfrm>
          <a:off x="7643813" y="1627188"/>
          <a:ext cx="3540125" cy="4362450"/>
        </p:xfrm>
        <a:graphic>
          <a:graphicData uri="http://schemas.openxmlformats.org/drawingml/2006/chart">
            <c:chart xmlns:c="http://schemas.openxmlformats.org/drawingml/2006/chart" xmlns:r="http://schemas.openxmlformats.org/officeDocument/2006/relationships" r:id="rId48"/>
          </a:graphicData>
        </a:graphic>
      </p:graphicFrame>
      <p:sp useBgFill="1">
        <p:nvSpPr>
          <p:cNvPr id="268" name="Freeform: Shape 267">
            <a:extLst>
              <a:ext uri="{FF2B5EF4-FFF2-40B4-BE49-F238E27FC236}">
                <a16:creationId xmlns:a16="http://schemas.microsoft.com/office/drawing/2014/main" id="{08C16B7F-05B7-C6F8-99E7-4831741C98D3}"/>
              </a:ext>
            </a:extLst>
          </p:cNvPr>
          <p:cNvSpPr/>
          <p:nvPr>
            <p:custDataLst>
              <p:tags r:id="rId19"/>
            </p:custDataLst>
          </p:nvPr>
        </p:nvSpPr>
        <p:spPr bwMode="auto">
          <a:xfrm>
            <a:off x="10901363" y="5227638"/>
            <a:ext cx="176213" cy="442913"/>
          </a:xfrm>
          <a:custGeom>
            <a:avLst/>
            <a:gdLst/>
            <a:ahLst/>
            <a:cxnLst/>
            <a:rect l="0" t="0" r="0" b="0"/>
            <a:pathLst>
              <a:path w="176213" h="442913">
                <a:moveTo>
                  <a:pt x="176212" y="0"/>
                </a:moveTo>
                <a:lnTo>
                  <a:pt x="57150" y="442912"/>
                </a:lnTo>
                <a:lnTo>
                  <a:pt x="0" y="442912"/>
                </a:lnTo>
                <a:lnTo>
                  <a:pt x="119062" y="0"/>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Freeform: Shape 265">
            <a:extLst>
              <a:ext uri="{FF2B5EF4-FFF2-40B4-BE49-F238E27FC236}">
                <a16:creationId xmlns:a16="http://schemas.microsoft.com/office/drawing/2014/main" id="{346151AC-135B-11B7-E6DA-997D874F7D70}"/>
              </a:ext>
            </a:extLst>
          </p:cNvPr>
          <p:cNvSpPr/>
          <p:nvPr>
            <p:custDataLst>
              <p:tags r:id="rId20"/>
            </p:custDataLst>
          </p:nvPr>
        </p:nvSpPr>
        <p:spPr bwMode="auto">
          <a:xfrm>
            <a:off x="10901363" y="5227638"/>
            <a:ext cx="119063" cy="442913"/>
          </a:xfrm>
          <a:custGeom>
            <a:avLst/>
            <a:gdLst/>
            <a:ahLst/>
            <a:cxnLst/>
            <a:rect l="0" t="0" r="0" b="0"/>
            <a:pathLst>
              <a:path w="119063" h="442913">
                <a:moveTo>
                  <a:pt x="119062" y="0"/>
                </a:moveTo>
                <a:lnTo>
                  <a:pt x="0" y="442912"/>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67" name="Freeform: Shape 266">
            <a:extLst>
              <a:ext uri="{FF2B5EF4-FFF2-40B4-BE49-F238E27FC236}">
                <a16:creationId xmlns:a16="http://schemas.microsoft.com/office/drawing/2014/main" id="{C5C9B621-C8D4-F80F-3377-41530A13203D}"/>
              </a:ext>
            </a:extLst>
          </p:cNvPr>
          <p:cNvSpPr/>
          <p:nvPr>
            <p:custDataLst>
              <p:tags r:id="rId21"/>
            </p:custDataLst>
          </p:nvPr>
        </p:nvSpPr>
        <p:spPr bwMode="auto">
          <a:xfrm>
            <a:off x="10958513" y="5227638"/>
            <a:ext cx="119063" cy="442913"/>
          </a:xfrm>
          <a:custGeom>
            <a:avLst/>
            <a:gdLst/>
            <a:ahLst/>
            <a:cxnLst/>
            <a:rect l="0" t="0" r="0" b="0"/>
            <a:pathLst>
              <a:path w="119063" h="442913">
                <a:moveTo>
                  <a:pt x="119062" y="0"/>
                </a:moveTo>
                <a:lnTo>
                  <a:pt x="0" y="442912"/>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38" name="Straight Connector 37">
            <a:extLst>
              <a:ext uri="{FF2B5EF4-FFF2-40B4-BE49-F238E27FC236}">
                <a16:creationId xmlns:a16="http://schemas.microsoft.com/office/drawing/2014/main" id="{71B72A55-D74D-F631-6596-136B821129CB}"/>
              </a:ext>
            </a:extLst>
          </p:cNvPr>
          <p:cNvCxnSpPr/>
          <p:nvPr>
            <p:custDataLst>
              <p:tags r:id="rId22"/>
            </p:custDataLst>
          </p:nvPr>
        </p:nvCxnSpPr>
        <p:spPr bwMode="auto">
          <a:xfrm flipV="1">
            <a:off x="8828088" y="2743201"/>
            <a:ext cx="0" cy="195263"/>
          </a:xfrm>
          <a:prstGeom prst="line">
            <a:avLst/>
          </a:prstGeom>
          <a:ln w="6350" cap="flat" cmpd="sng" algn="ctr">
            <a:solidFill>
              <a:schemeClr val="tx1"/>
            </a:solidFill>
            <a:prstDash val="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5C43B20F-D35B-9CED-BEEB-84B3FA26D140}"/>
              </a:ext>
            </a:extLst>
          </p:cNvPr>
          <p:cNvCxnSpPr>
            <a:cxnSpLocks/>
          </p:cNvCxnSpPr>
          <p:nvPr>
            <p:custDataLst>
              <p:tags r:id="rId23"/>
            </p:custDataLst>
          </p:nvPr>
        </p:nvCxnSpPr>
        <p:spPr bwMode="auto">
          <a:xfrm flipH="1">
            <a:off x="8824913" y="1933575"/>
            <a:ext cx="1846263" cy="0"/>
          </a:xfrm>
          <a:prstGeom prst="line">
            <a:avLst/>
          </a:prstGeom>
          <a:ln w="19050" cap="flat" cmpd="sng" algn="ctr">
            <a:solidFill>
              <a:schemeClr val="tx1"/>
            </a:solidFill>
            <a:prstDash val="solid"/>
            <a:round/>
            <a:headEnd type="triangl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192" name="Straight Connector 191">
            <a:extLst>
              <a:ext uri="{FF2B5EF4-FFF2-40B4-BE49-F238E27FC236}">
                <a16:creationId xmlns:a16="http://schemas.microsoft.com/office/drawing/2014/main" id="{08F97121-A95C-0990-39A8-C0C23E963538}"/>
              </a:ext>
            </a:extLst>
          </p:cNvPr>
          <p:cNvCxnSpPr/>
          <p:nvPr>
            <p:custDataLst>
              <p:tags r:id="rId24"/>
            </p:custDataLst>
          </p:nvPr>
        </p:nvCxnSpPr>
        <p:spPr bwMode="auto">
          <a:xfrm flipV="1">
            <a:off x="8828088" y="1895475"/>
            <a:ext cx="0" cy="6350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1" name="Arrow: Right 40">
            <a:extLst>
              <a:ext uri="{FF2B5EF4-FFF2-40B4-BE49-F238E27FC236}">
                <a16:creationId xmlns:a16="http://schemas.microsoft.com/office/drawing/2014/main" id="{C84E3054-F3D1-7748-772E-D3F8C0655141}"/>
              </a:ext>
            </a:extLst>
          </p:cNvPr>
          <p:cNvSpPr/>
          <p:nvPr>
            <p:custDataLst>
              <p:tags r:id="rId25"/>
            </p:custDataLst>
          </p:nvPr>
        </p:nvSpPr>
        <p:spPr bwMode="auto">
          <a:xfrm rot="16200000">
            <a:off x="10604500" y="5721350"/>
            <a:ext cx="128588" cy="152400"/>
          </a:xfrm>
          <a:prstGeom prst="rightArrow">
            <a:avLst>
              <a:gd name="adj1" fmla="val 100000"/>
              <a:gd name="adj2" fmla="val 100000"/>
            </a:avLst>
          </a:prstGeom>
          <a:solidFill>
            <a:schemeClr val="tx1"/>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8" name="Straight Connector 177">
            <a:extLst>
              <a:ext uri="{FF2B5EF4-FFF2-40B4-BE49-F238E27FC236}">
                <a16:creationId xmlns:a16="http://schemas.microsoft.com/office/drawing/2014/main" id="{5F7CB4B7-8118-A39B-AD89-64831945D42E}"/>
              </a:ext>
            </a:extLst>
          </p:cNvPr>
          <p:cNvCxnSpPr/>
          <p:nvPr>
            <p:custDataLst>
              <p:tags r:id="rId26"/>
            </p:custDataLst>
          </p:nvPr>
        </p:nvCxnSpPr>
        <p:spPr bwMode="gray">
          <a:xfrm>
            <a:off x="10668000" y="1933576"/>
            <a:ext cx="0" cy="3749675"/>
          </a:xfrm>
          <a:prstGeom prst="line">
            <a:avLst/>
          </a:prstGeom>
          <a:ln w="19050" cap="flat" cmpd="sng" algn="ctr">
            <a:solidFill>
              <a:schemeClr val="accent2"/>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6" name="Text Placeholder 2">
            <a:extLst>
              <a:ext uri="{FF2B5EF4-FFF2-40B4-BE49-F238E27FC236}">
                <a16:creationId xmlns:a16="http://schemas.microsoft.com/office/drawing/2014/main" id="{610BBFAE-2E4D-AC72-746C-E0DFF1C4F2C1}"/>
              </a:ext>
            </a:extLst>
          </p:cNvPr>
          <p:cNvSpPr>
            <a:spLocks/>
          </p:cNvSpPr>
          <p:nvPr>
            <p:custDataLst>
              <p:tags r:id="rId27"/>
            </p:custDataLst>
          </p:nvPr>
        </p:nvSpPr>
        <p:spPr bwMode="auto">
          <a:xfrm>
            <a:off x="10240963" y="5913438"/>
            <a:ext cx="852488" cy="2127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defRPr/>
            </a:pPr>
            <a:r>
              <a:rPr kumimoji="0" lang="en-US" altLang="en-US" sz="1400" b="0" i="0" u="none" strike="noStrike" kern="1200" cap="none" spc="0" normalizeH="0" baseline="0" noProof="0">
                <a:ln>
                  <a:noFill/>
                </a:ln>
                <a:solidFill>
                  <a:schemeClr val="tx1"/>
                </a:solidFill>
                <a:effectLst/>
                <a:uLnTx/>
                <a:uFillTx/>
                <a:latin typeface="+mn-lt"/>
                <a:ea typeface="+mn-ea"/>
                <a:cs typeface="+mn-cs"/>
                <a:sym typeface="Arial" panose="020B0604020202020204" pitchFamily="34" charset="0"/>
              </a:rPr>
              <a:t>Average: </a:t>
            </a:r>
            <a:fld id="{194955C5-33EA-4251-96C1-72C91774A917}" type="datetime'''''''''3''''''''''''7'''''''">
              <a:rPr lang="en-US" altLang="en-US" sz="1400" smtClean="0">
                <a:solidFill>
                  <a:schemeClr val="tx1"/>
                </a:solidFill>
                <a:latin typeface="+mn-lt"/>
                <a:ea typeface="+mn-ea"/>
                <a:cs typeface="+mn-cs"/>
              </a:rPr>
              <a:pPr lvl="0" algn="ctr">
                <a:spcBef>
                  <a:spcPct val="0"/>
                </a:spcBef>
                <a:spcAft>
                  <a:spcPct val="0"/>
                </a:spcAft>
                <a:defRPr/>
              </a:pPr>
              <a:t>37</a:t>
            </a:fld>
            <a:endParaRPr kumimoji="0" lang="en-US" sz="1400" b="0" i="0" strike="noStrike" kern="1200" cap="none" spc="0" normalizeH="0" baseline="0" noProof="0">
              <a:ln>
                <a:noFill/>
              </a:ln>
              <a:solidFill>
                <a:schemeClr val="tx1"/>
              </a:solidFill>
              <a:effectLst/>
              <a:uLnTx/>
              <a:uFillTx/>
              <a:latin typeface="+mn-lt"/>
              <a:ea typeface="+mn-ea"/>
              <a:cs typeface="+mn-cs"/>
              <a:sym typeface="Arial" panose="020B0604020202020204" pitchFamily="34" charset="0"/>
            </a:endParaRPr>
          </a:p>
        </p:txBody>
      </p:sp>
      <p:sp>
        <p:nvSpPr>
          <p:cNvPr id="129" name="Text Placeholder 2">
            <a:extLst>
              <a:ext uri="{FF2B5EF4-FFF2-40B4-BE49-F238E27FC236}">
                <a16:creationId xmlns:a16="http://schemas.microsoft.com/office/drawing/2014/main" id="{87BB863F-9716-77B5-70B5-97E8A856AB8A}"/>
              </a:ext>
            </a:extLst>
          </p:cNvPr>
          <p:cNvSpPr>
            <a:spLocks/>
          </p:cNvSpPr>
          <p:nvPr>
            <p:custDataLst>
              <p:tags r:id="rId28"/>
            </p:custDataLst>
          </p:nvPr>
        </p:nvSpPr>
        <p:spPr bwMode="gray">
          <a:xfrm>
            <a:off x="11126788" y="5341938"/>
            <a:ext cx="322263" cy="2127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nSpc>
                <a:spcPct val="100000"/>
              </a:lnSpc>
              <a:spcBef>
                <a:spcPct val="0"/>
              </a:spcBef>
              <a:spcAft>
                <a:spcPct val="0"/>
              </a:spcAft>
              <a:buNone/>
            </a:pPr>
            <a:fld id="{6C7D743A-08E0-45C6-B610-E96086EDFE66}" type="datetime'''''''''1''''''''5''1'''''''''''''''''''">
              <a:rPr lang="en-US" altLang="en-US" sz="1400" smtClean="0">
                <a:effectLst/>
                <a:sym typeface="Arial" panose="020B0604020202020204" pitchFamily="34" charset="0"/>
              </a:rPr>
              <a:pPr marL="0" lvl="0" indent="0">
                <a:lnSpc>
                  <a:spcPct val="100000"/>
                </a:lnSpc>
                <a:spcBef>
                  <a:spcPct val="0"/>
                </a:spcBef>
                <a:spcAft>
                  <a:spcPct val="0"/>
                </a:spcAft>
                <a:buNone/>
              </a:pPr>
              <a:t>151</a:t>
            </a:fld>
            <a:endParaRPr lang="en-US" sz="1400">
              <a:sym typeface="Arial" panose="020B0604020202020204" pitchFamily="34" charset="0"/>
            </a:endParaRPr>
          </a:p>
        </p:txBody>
      </p:sp>
      <p:sp>
        <p:nvSpPr>
          <p:cNvPr id="195" name="Text Placeholder 2">
            <a:extLst>
              <a:ext uri="{FF2B5EF4-FFF2-40B4-BE49-F238E27FC236}">
                <a16:creationId xmlns:a16="http://schemas.microsoft.com/office/drawing/2014/main" id="{87BB863F-9716-77B5-70B5-97E8A856AB8A}"/>
              </a:ext>
            </a:extLst>
          </p:cNvPr>
          <p:cNvSpPr>
            <a:spLocks/>
          </p:cNvSpPr>
          <p:nvPr>
            <p:custDataLst>
              <p:tags r:id="rId29"/>
            </p:custDataLst>
          </p:nvPr>
        </p:nvSpPr>
        <p:spPr bwMode="auto">
          <a:xfrm>
            <a:off x="6946900" y="2071688"/>
            <a:ext cx="3016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AC69F58C-62DF-4D38-A72F-22E8348FCF82}" type="datetime'''''''''''''''''''U''''''''A''''''''E'''">
              <a:rPr lang="en-US" altLang="en-US" sz="1400" smtClean="0">
                <a:effectLst/>
                <a:sym typeface="Arial" panose="020B0604020202020204" pitchFamily="34" charset="0"/>
              </a:rPr>
              <a:pPr marL="0" lvl="0" indent="0">
                <a:spcBef>
                  <a:spcPct val="0"/>
                </a:spcBef>
                <a:spcAft>
                  <a:spcPct val="0"/>
                </a:spcAft>
                <a:buNone/>
              </a:pPr>
              <a:t>UAE</a:t>
            </a:fld>
            <a:endParaRPr lang="en-US" sz="1400">
              <a:sym typeface="Arial" panose="020B0604020202020204" pitchFamily="34" charset="0"/>
            </a:endParaRPr>
          </a:p>
        </p:txBody>
      </p:sp>
      <p:sp>
        <p:nvSpPr>
          <p:cNvPr id="197" name="Text Placeholder 2">
            <a:extLst>
              <a:ext uri="{FF2B5EF4-FFF2-40B4-BE49-F238E27FC236}">
                <a16:creationId xmlns:a16="http://schemas.microsoft.com/office/drawing/2014/main" id="{87BB863F-9716-77B5-70B5-97E8A856AB8A}"/>
              </a:ext>
            </a:extLst>
          </p:cNvPr>
          <p:cNvSpPr>
            <a:spLocks/>
          </p:cNvSpPr>
          <p:nvPr>
            <p:custDataLst>
              <p:tags r:id="rId30"/>
            </p:custDataLst>
          </p:nvPr>
        </p:nvSpPr>
        <p:spPr bwMode="auto">
          <a:xfrm>
            <a:off x="6946900" y="2541588"/>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913A5E67-9BE5-4EDD-9C25-39891BCCC2A8}" type="datetime'''''''''''''''''''Eg''y''''''''p''''''''''''''''''t'''''''">
              <a:rPr lang="en-US" altLang="en-US" sz="1400" smtClean="0">
                <a:effectLst/>
                <a:sym typeface="Arial" panose="020B0604020202020204" pitchFamily="34" charset="0"/>
              </a:rPr>
              <a:pPr marL="0" lvl="0" indent="0">
                <a:spcBef>
                  <a:spcPct val="0"/>
                </a:spcBef>
                <a:spcAft>
                  <a:spcPct val="0"/>
                </a:spcAft>
                <a:buNone/>
              </a:pPr>
              <a:t>Egypt</a:t>
            </a:fld>
            <a:endParaRPr lang="en-US" sz="1400">
              <a:sym typeface="Arial" panose="020B0604020202020204" pitchFamily="34" charset="0"/>
            </a:endParaRPr>
          </a:p>
        </p:txBody>
      </p:sp>
      <p:sp>
        <p:nvSpPr>
          <p:cNvPr id="198" name="Text Placeholder 2">
            <a:extLst>
              <a:ext uri="{FF2B5EF4-FFF2-40B4-BE49-F238E27FC236}">
                <a16:creationId xmlns:a16="http://schemas.microsoft.com/office/drawing/2014/main" id="{87BB863F-9716-77B5-70B5-97E8A856AB8A}"/>
              </a:ext>
            </a:extLst>
          </p:cNvPr>
          <p:cNvSpPr>
            <a:spLocks/>
          </p:cNvSpPr>
          <p:nvPr>
            <p:custDataLst>
              <p:tags r:id="rId31"/>
            </p:custDataLst>
          </p:nvPr>
        </p:nvSpPr>
        <p:spPr bwMode="auto">
          <a:xfrm>
            <a:off x="6946900" y="3009900"/>
            <a:ext cx="2730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432EE68B-625E-40CB-A845-5FCF4D4CCAE7}" type="datetime'''''''''''''''''''''''K''''''''''''''''''''''''''''''''S''''A'">
              <a:rPr lang="en-US" altLang="en-US" sz="1400" smtClean="0">
                <a:effectLst/>
                <a:sym typeface="Arial" panose="020B0604020202020204" pitchFamily="34" charset="0"/>
              </a:rPr>
              <a:pPr marL="0" lvl="0" indent="0">
                <a:spcBef>
                  <a:spcPct val="0"/>
                </a:spcBef>
                <a:spcAft>
                  <a:spcPct val="0"/>
                </a:spcAft>
                <a:buNone/>
              </a:pPr>
              <a:t>KSA</a:t>
            </a:fld>
            <a:endParaRPr lang="en-US" sz="1400">
              <a:sym typeface="Arial" panose="020B0604020202020204" pitchFamily="34" charset="0"/>
            </a:endParaRPr>
          </a:p>
        </p:txBody>
      </p:sp>
      <p:sp>
        <p:nvSpPr>
          <p:cNvPr id="199" name="Text Placeholder 2">
            <a:extLst>
              <a:ext uri="{FF2B5EF4-FFF2-40B4-BE49-F238E27FC236}">
                <a16:creationId xmlns:a16="http://schemas.microsoft.com/office/drawing/2014/main" id="{87BB863F-9716-77B5-70B5-97E8A856AB8A}"/>
              </a:ext>
            </a:extLst>
          </p:cNvPr>
          <p:cNvSpPr>
            <a:spLocks/>
          </p:cNvSpPr>
          <p:nvPr>
            <p:custDataLst>
              <p:tags r:id="rId32"/>
            </p:custDataLst>
          </p:nvPr>
        </p:nvSpPr>
        <p:spPr bwMode="auto">
          <a:xfrm>
            <a:off x="6946900" y="3478213"/>
            <a:ext cx="51593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B2C4DE9C-0655-4386-BF60-189B4FE39DE8}" type="datetime'T''''''u''''''''''''''''r''''''''''''''k''e''''''''''y'' '''''">
              <a:rPr lang="en-US" altLang="en-US" sz="1400" smtClean="0">
                <a:effectLst/>
                <a:sym typeface="Arial" panose="020B0604020202020204" pitchFamily="34" charset="0"/>
              </a:rPr>
              <a:pPr marL="0" lvl="0" indent="0">
                <a:spcBef>
                  <a:spcPct val="0"/>
                </a:spcBef>
                <a:spcAft>
                  <a:spcPct val="0"/>
                </a:spcAft>
                <a:buNone/>
              </a:pPr>
              <a:t>Turkey </a:t>
            </a:fld>
            <a:endParaRPr lang="en-US" sz="1400">
              <a:sym typeface="Arial" panose="020B0604020202020204" pitchFamily="34" charset="0"/>
            </a:endParaRPr>
          </a:p>
        </p:txBody>
      </p:sp>
      <p:sp>
        <p:nvSpPr>
          <p:cNvPr id="200" name="Text Placeholder 2">
            <a:extLst>
              <a:ext uri="{FF2B5EF4-FFF2-40B4-BE49-F238E27FC236}">
                <a16:creationId xmlns:a16="http://schemas.microsoft.com/office/drawing/2014/main" id="{87BB863F-9716-77B5-70B5-97E8A856AB8A}"/>
              </a:ext>
            </a:extLst>
          </p:cNvPr>
          <p:cNvSpPr>
            <a:spLocks/>
          </p:cNvSpPr>
          <p:nvPr>
            <p:custDataLst>
              <p:tags r:id="rId33"/>
            </p:custDataLst>
          </p:nvPr>
        </p:nvSpPr>
        <p:spPr bwMode="auto">
          <a:xfrm>
            <a:off x="6946900" y="3946525"/>
            <a:ext cx="4841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F698A0A1-3CCC-4E2C-ADE7-D83C24C856E0}" type="datetime'''''''''J''''''''''''''''''''''''''o''rd''''''''''an'''''''">
              <a:rPr lang="en-US" altLang="en-US" sz="1400" smtClean="0">
                <a:effectLst/>
                <a:sym typeface="Arial" panose="020B0604020202020204" pitchFamily="34" charset="0"/>
              </a:rPr>
              <a:pPr marL="0" lvl="0" indent="0">
                <a:spcBef>
                  <a:spcPct val="0"/>
                </a:spcBef>
                <a:spcAft>
                  <a:spcPct val="0"/>
                </a:spcAft>
                <a:buNone/>
              </a:pPr>
              <a:t>Jordan</a:t>
            </a:fld>
            <a:endParaRPr lang="en-US" sz="1400">
              <a:sym typeface="Arial" panose="020B0604020202020204" pitchFamily="34" charset="0"/>
            </a:endParaRPr>
          </a:p>
        </p:txBody>
      </p:sp>
      <p:sp>
        <p:nvSpPr>
          <p:cNvPr id="201" name="Text Placeholder 2">
            <a:extLst>
              <a:ext uri="{FF2B5EF4-FFF2-40B4-BE49-F238E27FC236}">
                <a16:creationId xmlns:a16="http://schemas.microsoft.com/office/drawing/2014/main" id="{87BB863F-9716-77B5-70B5-97E8A856AB8A}"/>
              </a:ext>
            </a:extLst>
          </p:cNvPr>
          <p:cNvSpPr>
            <a:spLocks/>
          </p:cNvSpPr>
          <p:nvPr>
            <p:custDataLst>
              <p:tags r:id="rId34"/>
            </p:custDataLst>
          </p:nvPr>
        </p:nvSpPr>
        <p:spPr bwMode="auto">
          <a:xfrm>
            <a:off x="6946900" y="4416425"/>
            <a:ext cx="6619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F6B9B099-CF3A-42F3-A089-D08E3BAD0788}" type="datetime'''''''''''Germ''''''''a''''''''''''''''''ny'''''''">
              <a:rPr lang="en-US" altLang="en-US" sz="1400" smtClean="0">
                <a:effectLst/>
                <a:sym typeface="Arial" panose="020B0604020202020204" pitchFamily="34" charset="0"/>
              </a:rPr>
              <a:pPr marL="0" lvl="0" indent="0">
                <a:spcBef>
                  <a:spcPct val="0"/>
                </a:spcBef>
                <a:spcAft>
                  <a:spcPct val="0"/>
                </a:spcAft>
                <a:buNone/>
              </a:pPr>
              <a:t>Germany</a:t>
            </a:fld>
            <a:endParaRPr lang="en-US" sz="1400">
              <a:sym typeface="Arial" panose="020B0604020202020204" pitchFamily="34" charset="0"/>
            </a:endParaRPr>
          </a:p>
        </p:txBody>
      </p:sp>
      <p:sp>
        <p:nvSpPr>
          <p:cNvPr id="204" name="Text Placeholder 2">
            <a:extLst>
              <a:ext uri="{FF2B5EF4-FFF2-40B4-BE49-F238E27FC236}">
                <a16:creationId xmlns:a16="http://schemas.microsoft.com/office/drawing/2014/main" id="{87BB863F-9716-77B5-70B5-97E8A856AB8A}"/>
              </a:ext>
            </a:extLst>
          </p:cNvPr>
          <p:cNvSpPr>
            <a:spLocks/>
          </p:cNvSpPr>
          <p:nvPr>
            <p:custDataLst>
              <p:tags r:id="rId35"/>
            </p:custDataLst>
          </p:nvPr>
        </p:nvSpPr>
        <p:spPr bwMode="auto">
          <a:xfrm>
            <a:off x="6946900" y="5353050"/>
            <a:ext cx="4159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90257E4F-2A97-40E6-97AC-65725479BB2A}" type="datetime'''''J''a''''''''''p''''''''''''''''''''''''an'''">
              <a:rPr lang="en-US" altLang="en-US" sz="1400" smtClean="0">
                <a:effectLst/>
                <a:sym typeface="Arial" panose="020B0604020202020204" pitchFamily="34" charset="0"/>
              </a:rPr>
              <a:pPr marL="0" lvl="0" indent="0">
                <a:spcBef>
                  <a:spcPct val="0"/>
                </a:spcBef>
                <a:spcAft>
                  <a:spcPct val="0"/>
                </a:spcAft>
                <a:buNone/>
              </a:pPr>
              <a:t>Japan</a:t>
            </a:fld>
            <a:endParaRPr lang="en-US" sz="1400">
              <a:sym typeface="Arial" panose="020B0604020202020204" pitchFamily="34" charset="0"/>
            </a:endParaRPr>
          </a:p>
        </p:txBody>
      </p:sp>
      <p:sp>
        <p:nvSpPr>
          <p:cNvPr id="257" name="Text Placeholder 2">
            <a:extLst>
              <a:ext uri="{FF2B5EF4-FFF2-40B4-BE49-F238E27FC236}">
                <a16:creationId xmlns:a16="http://schemas.microsoft.com/office/drawing/2014/main" id="{70C8DB4C-4848-A38D-FFB1-1999128BA702}"/>
              </a:ext>
            </a:extLst>
          </p:cNvPr>
          <p:cNvSpPr>
            <a:spLocks/>
          </p:cNvSpPr>
          <p:nvPr>
            <p:custDataLst>
              <p:tags r:id="rId36"/>
            </p:custDataLst>
          </p:nvPr>
        </p:nvSpPr>
        <p:spPr bwMode="auto">
          <a:xfrm>
            <a:off x="6946901" y="4884738"/>
            <a:ext cx="1952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fld id="{02A94C6A-ECD2-4A27-BFBB-0B84C4193A0F}" type="datetime'''''''''''''U''''''''''''''''''''''''''''''''''''S'''''''''''">
              <a:rPr lang="en-US" altLang="en-US" sz="1400" smtClean="0"/>
              <a:pPr marL="0" lvl="0" indent="0">
                <a:spcBef>
                  <a:spcPct val="0"/>
                </a:spcBef>
                <a:spcAft>
                  <a:spcPct val="0"/>
                </a:spcAft>
                <a:buNone/>
              </a:pPr>
              <a:t>US</a:t>
            </a:fld>
            <a:endParaRPr lang="en-US" sz="1400">
              <a:sym typeface="Arial" panose="020B0604020202020204" pitchFamily="34" charset="0"/>
            </a:endParaRPr>
          </a:p>
        </p:txBody>
      </p:sp>
      <p:sp>
        <p:nvSpPr>
          <p:cNvPr id="48" name="Text Placeholder 2">
            <a:extLst>
              <a:ext uri="{FF2B5EF4-FFF2-40B4-BE49-F238E27FC236}">
                <a16:creationId xmlns:a16="http://schemas.microsoft.com/office/drawing/2014/main" id="{90F9702C-B798-8DCF-C0AC-B552C8B99467}"/>
              </a:ext>
            </a:extLst>
          </p:cNvPr>
          <p:cNvSpPr>
            <a:spLocks/>
          </p:cNvSpPr>
          <p:nvPr>
            <p:custDataLst>
              <p:tags r:id="rId37"/>
            </p:custDataLst>
          </p:nvPr>
        </p:nvSpPr>
        <p:spPr bwMode="auto">
          <a:xfrm>
            <a:off x="9526588" y="1782763"/>
            <a:ext cx="441325" cy="301625"/>
          </a:xfrm>
          <a:prstGeom prst="ellipse">
            <a:avLst/>
          </a:prstGeom>
          <a:solidFill>
            <a:schemeClr val="tx1"/>
          </a:solidFill>
          <a:ln>
            <a:noFill/>
          </a:ln>
          <a:effec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Segoe UI" panose="020B0502040204020203" pitchFamily="34" charset="0"/>
              <a:buChar char="​"/>
              <a:tabLst/>
              <a:defRPr/>
            </a:pPr>
            <a:fld id="{FD7122F0-7274-42A6-9525-BFB7A58D3061}" type="datetime'''''''''''''''''''''6''''''''''''''''3''''''''''''''''%'''">
              <a:rPr lang="en-US" altLang="en-US" sz="1400" b="1" smtClean="0">
                <a:effectLst/>
                <a:latin typeface="+mn-lt"/>
                <a:ea typeface="+mn-ea"/>
                <a:cs typeface="+mn-cs"/>
              </a:rPr>
              <a:pPr marL="0" marR="0" lvl="0" indent="0" algn="ctr" defTabSz="914400" rtl="0" eaLnBrk="1" fontAlgn="auto" latinLnBrk="0" hangingPunct="1">
                <a:lnSpc>
                  <a:spcPct val="100000"/>
                </a:lnSpc>
                <a:spcBef>
                  <a:spcPct val="0"/>
                </a:spcBef>
                <a:spcAft>
                  <a:spcPct val="0"/>
                </a:spcAft>
                <a:buClrTx/>
                <a:buSzTx/>
                <a:buFont typeface="Segoe UI" panose="020B0502040204020203" pitchFamily="34" charset="0"/>
                <a:buChar char="​"/>
                <a:tabLst/>
                <a:defRPr/>
              </a:pPr>
              <a:t>63%</a:t>
            </a:fld>
            <a:endParaRPr kumimoji="0" lang="en-US" sz="1400" b="1" i="0" strike="noStrike" kern="1200" cap="none" spc="0" normalizeH="0" baseline="0" noProof="0">
              <a:ln>
                <a:noFill/>
              </a:ln>
              <a:effectLst/>
              <a:uLnTx/>
              <a:uFillTx/>
              <a:latin typeface="+mn-lt"/>
              <a:ea typeface="+mn-ea"/>
              <a:cs typeface="+mn-cs"/>
              <a:sym typeface="Arial" panose="020B0604020202020204" pitchFamily="34" charset="0"/>
            </a:endParaRPr>
          </a:p>
        </p:txBody>
      </p:sp>
      <p:pic>
        <p:nvPicPr>
          <p:cNvPr id="51" name="Picture 50">
            <a:extLst>
              <a:ext uri="{FF2B5EF4-FFF2-40B4-BE49-F238E27FC236}">
                <a16:creationId xmlns:a16="http://schemas.microsoft.com/office/drawing/2014/main" id="{FC9A3BF9-D963-DC52-70DB-2E3CA10BA0D8}"/>
              </a:ext>
            </a:extLst>
          </p:cNvPr>
          <p:cNvPicPr>
            <a:picLocks noChangeAspect="1"/>
          </p:cNvPicPr>
          <p:nvPr/>
        </p:nvPicPr>
        <p:blipFill>
          <a:blip r:embed="rId42" cstate="screen">
            <a:alphaModFix/>
            <a:extLst>
              <a:ext uri="{28A0092B-C50C-407E-A947-70E740481C1C}">
                <a14:useLocalDpi xmlns:a14="http://schemas.microsoft.com/office/drawing/2010/main"/>
              </a:ext>
            </a:extLst>
          </a:blip>
          <a:stretch>
            <a:fillRect/>
          </a:stretch>
        </p:blipFill>
        <p:spPr>
          <a:xfrm>
            <a:off x="6512617" y="4887804"/>
            <a:ext cx="338328" cy="224574"/>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52" name="Picture 51">
            <a:extLst>
              <a:ext uri="{FF2B5EF4-FFF2-40B4-BE49-F238E27FC236}">
                <a16:creationId xmlns:a16="http://schemas.microsoft.com/office/drawing/2014/main" id="{44FF2BDF-E1BD-CB82-7105-3C71395DED9E}"/>
              </a:ext>
            </a:extLst>
          </p:cNvPr>
          <p:cNvPicPr>
            <a:picLocks noChangeAspect="1"/>
          </p:cNvPicPr>
          <p:nvPr/>
        </p:nvPicPr>
        <p:blipFill>
          <a:blip r:embed="rId43" cstate="screen">
            <a:alphaModFix/>
            <a:extLst>
              <a:ext uri="{28A0092B-C50C-407E-A947-70E740481C1C}">
                <a14:useLocalDpi xmlns:a14="http://schemas.microsoft.com/office/drawing/2010/main"/>
              </a:ext>
            </a:extLst>
          </a:blip>
          <a:stretch>
            <a:fillRect/>
          </a:stretch>
        </p:blipFill>
        <p:spPr>
          <a:xfrm>
            <a:off x="6512617" y="5357258"/>
            <a:ext cx="338328" cy="224574"/>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53" name="Picture 52">
            <a:extLst>
              <a:ext uri="{FF2B5EF4-FFF2-40B4-BE49-F238E27FC236}">
                <a16:creationId xmlns:a16="http://schemas.microsoft.com/office/drawing/2014/main" id="{3A43CE5A-77F0-DE57-ED59-492815CEF20C}"/>
              </a:ext>
            </a:extLst>
          </p:cNvPr>
          <p:cNvPicPr>
            <a:picLocks noChangeAspect="1"/>
          </p:cNvPicPr>
          <p:nvPr/>
        </p:nvPicPr>
        <p:blipFill>
          <a:blip r:embed="rId44" cstate="screen">
            <a:alphaModFix/>
            <a:extLst>
              <a:ext uri="{28A0092B-C50C-407E-A947-70E740481C1C}">
                <a14:useLocalDpi xmlns:a14="http://schemas.microsoft.com/office/drawing/2010/main"/>
              </a:ext>
            </a:extLst>
          </a:blip>
          <a:stretch>
            <a:fillRect/>
          </a:stretch>
        </p:blipFill>
        <p:spPr>
          <a:xfrm>
            <a:off x="6512617" y="2997914"/>
            <a:ext cx="338328" cy="224574"/>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111" name="Google Shape;4054;p30" descr="Qatar ">
            <a:extLst>
              <a:ext uri="{FF2B5EF4-FFF2-40B4-BE49-F238E27FC236}">
                <a16:creationId xmlns:a16="http://schemas.microsoft.com/office/drawing/2014/main" id="{49F6342A-C7A8-7360-F9B6-DC3E68495ED4}"/>
              </a:ext>
            </a:extLst>
          </p:cNvPr>
          <p:cNvPicPr preferRelativeResize="0"/>
          <p:nvPr/>
        </p:nvPicPr>
        <p:blipFill rotWithShape="1">
          <a:blip r:embed="rId49">
            <a:alphaModFix/>
          </a:blip>
          <a:srcRect/>
          <a:stretch/>
        </p:blipFill>
        <p:spPr>
          <a:xfrm>
            <a:off x="729800" y="5334001"/>
            <a:ext cx="338328" cy="228600"/>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112" name="Google Shape;4005;p29" descr="Oman ">
            <a:extLst>
              <a:ext uri="{FF2B5EF4-FFF2-40B4-BE49-F238E27FC236}">
                <a16:creationId xmlns:a16="http://schemas.microsoft.com/office/drawing/2014/main" id="{C7021614-45F0-E179-E51A-9A984C0FF52D}"/>
              </a:ext>
            </a:extLst>
          </p:cNvPr>
          <p:cNvPicPr preferRelativeResize="0"/>
          <p:nvPr/>
        </p:nvPicPr>
        <p:blipFill rotWithShape="1">
          <a:blip r:embed="rId50">
            <a:alphaModFix/>
          </a:blip>
          <a:srcRect t="13112" b="15049"/>
          <a:stretch/>
        </p:blipFill>
        <p:spPr>
          <a:xfrm>
            <a:off x="729800" y="3927731"/>
            <a:ext cx="338328" cy="228600"/>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12" name="Google Shape;4096;p30" descr="United arab emirates ">
            <a:extLst>
              <a:ext uri="{FF2B5EF4-FFF2-40B4-BE49-F238E27FC236}">
                <a16:creationId xmlns:a16="http://schemas.microsoft.com/office/drawing/2014/main" id="{A4C0DBD5-EA4E-7D8B-DC29-046DD70495F9}"/>
              </a:ext>
            </a:extLst>
          </p:cNvPr>
          <p:cNvPicPr preferRelativeResize="0">
            <a:picLocks noGrp="1" noRot="1" noMove="1" noResize="1" noEditPoints="1" noAdjustHandles="1" noChangeArrowheads="1" noChangeShapeType="1" noCrop="1"/>
          </p:cNvPicPr>
          <p:nvPr/>
        </p:nvPicPr>
        <p:blipFill rotWithShape="1">
          <a:blip r:embed="rId51">
            <a:alphaModFix/>
          </a:blip>
          <a:srcRect/>
          <a:stretch/>
        </p:blipFill>
        <p:spPr>
          <a:xfrm>
            <a:off x="6512623" y="2050956"/>
            <a:ext cx="338328" cy="228600"/>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13" name="Google Shape;3941;p29" descr="Egypt ">
            <a:extLst>
              <a:ext uri="{FF2B5EF4-FFF2-40B4-BE49-F238E27FC236}">
                <a16:creationId xmlns:a16="http://schemas.microsoft.com/office/drawing/2014/main" id="{AB22D30A-CB9F-D6A6-6711-BA3E4B964393}"/>
              </a:ext>
            </a:extLst>
          </p:cNvPr>
          <p:cNvPicPr preferRelativeResize="0"/>
          <p:nvPr/>
        </p:nvPicPr>
        <p:blipFill rotWithShape="1">
          <a:blip r:embed="rId52">
            <a:alphaModFix/>
          </a:blip>
          <a:srcRect t="13147" b="18318"/>
          <a:stretch/>
        </p:blipFill>
        <p:spPr>
          <a:xfrm>
            <a:off x="6512617" y="2524435"/>
            <a:ext cx="338328" cy="228600"/>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14" name="Google Shape;3961;p29" descr="Turkey ">
            <a:extLst>
              <a:ext uri="{FF2B5EF4-FFF2-40B4-BE49-F238E27FC236}">
                <a16:creationId xmlns:a16="http://schemas.microsoft.com/office/drawing/2014/main" id="{770377A2-3ADA-3EFC-660B-2DA52414ED9E}"/>
              </a:ext>
            </a:extLst>
          </p:cNvPr>
          <p:cNvPicPr preferRelativeResize="0"/>
          <p:nvPr/>
        </p:nvPicPr>
        <p:blipFill rotWithShape="1">
          <a:blip r:embed="rId53">
            <a:alphaModFix/>
          </a:blip>
          <a:srcRect/>
          <a:stretch/>
        </p:blipFill>
        <p:spPr>
          <a:xfrm>
            <a:off x="6512617" y="3467367"/>
            <a:ext cx="338328" cy="228600"/>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15" name="Google Shape;3971;p29" descr="Jordan ">
            <a:extLst>
              <a:ext uri="{FF2B5EF4-FFF2-40B4-BE49-F238E27FC236}">
                <a16:creationId xmlns:a16="http://schemas.microsoft.com/office/drawing/2014/main" id="{443EAFD3-D55D-091B-7870-06F370F69E26}"/>
              </a:ext>
            </a:extLst>
          </p:cNvPr>
          <p:cNvPicPr preferRelativeResize="0"/>
          <p:nvPr/>
        </p:nvPicPr>
        <p:blipFill rotWithShape="1">
          <a:blip r:embed="rId54">
            <a:alphaModFix/>
          </a:blip>
          <a:srcRect/>
          <a:stretch/>
        </p:blipFill>
        <p:spPr>
          <a:xfrm>
            <a:off x="6512617" y="3940846"/>
            <a:ext cx="338328" cy="228600"/>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216" name="Google Shape;3994;p29" descr="Germany ">
            <a:extLst>
              <a:ext uri="{FF2B5EF4-FFF2-40B4-BE49-F238E27FC236}">
                <a16:creationId xmlns:a16="http://schemas.microsoft.com/office/drawing/2014/main" id="{10615C86-2303-8F9C-5BA4-66936E306B29}"/>
              </a:ext>
            </a:extLst>
          </p:cNvPr>
          <p:cNvPicPr preferRelativeResize="0"/>
          <p:nvPr/>
        </p:nvPicPr>
        <p:blipFill rotWithShape="1">
          <a:blip r:embed="rId55">
            <a:alphaModFix/>
          </a:blip>
          <a:srcRect/>
          <a:stretch/>
        </p:blipFill>
        <p:spPr>
          <a:xfrm>
            <a:off x="6512617" y="4414325"/>
            <a:ext cx="338328" cy="228600"/>
          </a:xfrm>
          <a:prstGeom prst="ellipse">
            <a:avLst/>
          </a:prstGeom>
          <a:ln w="63500" cap="rnd">
            <a:no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Tree>
    <p:extLst>
      <p:ext uri="{BB962C8B-B14F-4D97-AF65-F5344CB8AC3E}">
        <p14:creationId xmlns:p14="http://schemas.microsoft.com/office/powerpoint/2010/main" val="119438120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AEDD1365-D4B5-0C43-AC5B-4608E5BDAFB0}"/>
              </a:ext>
            </a:extLst>
          </p:cNvPr>
          <p:cNvGraphicFramePr>
            <a:graphicFrameLocks/>
          </p:cNvGraphicFramePr>
          <p:nvPr>
            <p:custDataLst>
              <p:tags r:id="rId1"/>
            </p:custDataLst>
            <p:extLst>
              <p:ext uri="{D42A27DB-BD31-4B8C-83A1-F6EECF244321}">
                <p14:modId xmlns:p14="http://schemas.microsoft.com/office/powerpoint/2010/main" val="1734728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395" imgH="396" progId="TCLayout.ActiveDocument.1">
                  <p:embed/>
                </p:oleObj>
              </mc:Choice>
              <mc:Fallback>
                <p:oleObj name="think-cell Slide" r:id="rId11" imgW="395" imgH="396" progId="TCLayout.ActiveDocument.1">
                  <p:embed/>
                  <p:pic>
                    <p:nvPicPr>
                      <p:cNvPr id="5" name="think-cell data - do not delete" hidden="1">
                        <a:extLst>
                          <a:ext uri="{FF2B5EF4-FFF2-40B4-BE49-F238E27FC236}">
                            <a16:creationId xmlns:a16="http://schemas.microsoft.com/office/drawing/2014/main" id="{AEDD1365-D4B5-0C43-AC5B-4608E5BDAFB0}"/>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13" name="TextBox 12">
            <a:extLst>
              <a:ext uri="{FF2B5EF4-FFF2-40B4-BE49-F238E27FC236}">
                <a16:creationId xmlns:a16="http://schemas.microsoft.com/office/drawing/2014/main" id="{890367FF-9484-EE00-991C-A28B0ABD119A}"/>
              </a:ext>
            </a:extLst>
          </p:cNvPr>
          <p:cNvSpPr txBox="1"/>
          <p:nvPr/>
        </p:nvSpPr>
        <p:spPr>
          <a:xfrm>
            <a:off x="471488" y="6386514"/>
            <a:ext cx="9785216" cy="430887"/>
          </a:xfrm>
          <a:prstGeom prst="rect">
            <a:avLst/>
          </a:prstGeom>
          <a:noFill/>
        </p:spPr>
        <p:txBody>
          <a:bodyPr wrap="square" rtlCol="0">
            <a:spAutoFit/>
          </a:bodyPr>
          <a:lstStyle>
            <a:defPPr>
              <a:defRPr lang="en-US"/>
            </a:defPPr>
            <a:lvl1pPr>
              <a:defRPr sz="1100" i="1">
                <a:solidFill>
                  <a:srgbClr val="112736"/>
                </a:solidFill>
              </a:defRPr>
            </a:lvl1pPr>
          </a:lstStyle>
          <a:p>
            <a:r>
              <a:rPr lang="en-US" i="0">
                <a:solidFill>
                  <a:srgbClr val="2C3846"/>
                </a:solidFill>
                <a:cs typeface="Calibri" panose="020F0502020204030204" pitchFamily="34" charset="0"/>
                <a:sym typeface="Calibri" panose="020F0502020204030204" pitchFamily="34" charset="0"/>
              </a:rPr>
              <a:t>Sources: Saudi Medical Journal, </a:t>
            </a:r>
            <a:r>
              <a:rPr lang="en-US" i="0" err="1">
                <a:solidFill>
                  <a:srgbClr val="2C3846"/>
                </a:solidFill>
                <a:cs typeface="Calibri" panose="020F0502020204030204" pitchFamily="34" charset="0"/>
                <a:sym typeface="Calibri" panose="020F0502020204030204" pitchFamily="34" charset="0"/>
              </a:rPr>
              <a:t>PLoS</a:t>
            </a:r>
            <a:r>
              <a:rPr lang="en-US" i="0">
                <a:solidFill>
                  <a:srgbClr val="2C3846"/>
                </a:solidFill>
                <a:cs typeface="Calibri" panose="020F0502020204030204" pitchFamily="34" charset="0"/>
                <a:sym typeface="Calibri" panose="020F0502020204030204" pitchFamily="34" charset="0"/>
              </a:rPr>
              <a:t> One, Seminars in Oncology, JAMA Network Open, World Journal of Surgery, International Agency for Research on Cancer, WHO, </a:t>
            </a:r>
            <a:r>
              <a:rPr lang="en-US" i="0" err="1">
                <a:solidFill>
                  <a:srgbClr val="2C3846"/>
                </a:solidFill>
                <a:cs typeface="Calibri" panose="020F0502020204030204" pitchFamily="34" charset="0"/>
                <a:sym typeface="Calibri" panose="020F0502020204030204" pitchFamily="34" charset="0"/>
              </a:rPr>
              <a:t>Intellia</a:t>
            </a:r>
            <a:r>
              <a:rPr lang="en-US" i="0">
                <a:solidFill>
                  <a:srgbClr val="2C3846"/>
                </a:solidFill>
                <a:cs typeface="Calibri" panose="020F0502020204030204" pitchFamily="34" charset="0"/>
                <a:sym typeface="Calibri" panose="020F0502020204030204" pitchFamily="34" charset="0"/>
              </a:rPr>
              <a:t> Research &amp; Analysis </a:t>
            </a:r>
          </a:p>
        </p:txBody>
      </p:sp>
      <p:sp>
        <p:nvSpPr>
          <p:cNvPr id="14" name="Espaço Reservado para Número de Slide 5">
            <a:extLst>
              <a:ext uri="{FF2B5EF4-FFF2-40B4-BE49-F238E27FC236}">
                <a16:creationId xmlns:a16="http://schemas.microsoft.com/office/drawing/2014/main" id="{96F30037-6A28-89DD-62C6-A1BB799393AD}"/>
              </a:ext>
            </a:extLst>
          </p:cNvPr>
          <p:cNvSpPr>
            <a:spLocks noGrp="1"/>
          </p:cNvSpPr>
          <p:nvPr>
            <p:ph type="sldNum" sz="quarter" idx="4"/>
          </p:nvPr>
        </p:nvSpPr>
        <p:spPr>
          <a:xfrm>
            <a:off x="9031941" y="6350564"/>
            <a:ext cx="2743200" cy="365125"/>
          </a:xfrm>
          <a:prstGeom prst="rect">
            <a:avLst/>
          </a:prstGeom>
        </p:spPr>
        <p:txBody>
          <a:bodyPr vert="horz" lIns="91440" tIns="45720" rIns="91440" bIns="45720" rtlCol="0" anchor="ctr"/>
          <a:lstStyle>
            <a:lvl1pPr algn="r" rtl="0">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B14BDE4-840A-4586-B946-2B3474FE743E}" type="slidenum">
              <a:rPr kumimoji="0" lang="en-US" sz="1200" b="0" i="0" u="none" strike="noStrike" kern="1200" cap="none" spc="0" normalizeH="0" baseline="0" noProof="0" smtClean="0">
                <a:ln>
                  <a:noFill/>
                </a:ln>
                <a:solidFill>
                  <a:srgbClr val="2C3846">
                    <a:tint val="75000"/>
                  </a:srgbClr>
                </a:solidFill>
                <a:effectLst/>
                <a:uLnTx/>
                <a:uFillTx/>
                <a:ea typeface="Calibri" panose="020F0502020204030204" pitchFamily="34" charset="0"/>
                <a:cs typeface="Calibri" panose="020F050202020403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srgbClr val="2C3846">
                  <a:tint val="75000"/>
                </a:srgbClr>
              </a:solidFill>
              <a:effectLst/>
              <a:uLnTx/>
              <a:uFillTx/>
              <a:ea typeface="Calibri" panose="020F0502020204030204" pitchFamily="34" charset="0"/>
              <a:cs typeface="Calibri" panose="020F0502020204030204" pitchFamily="34" charset="0"/>
            </a:endParaRPr>
          </a:p>
        </p:txBody>
      </p:sp>
      <p:graphicFrame>
        <p:nvGraphicFramePr>
          <p:cNvPr id="34" name="Chart 33">
            <a:extLst>
              <a:ext uri="{FF2B5EF4-FFF2-40B4-BE49-F238E27FC236}">
                <a16:creationId xmlns:a16="http://schemas.microsoft.com/office/drawing/2014/main" id="{0CE7A5E8-55A8-C5B1-4B8E-A769ADC86C31}"/>
              </a:ext>
            </a:extLst>
          </p:cNvPr>
          <p:cNvGraphicFramePr/>
          <p:nvPr>
            <p:custDataLst>
              <p:tags r:id="rId2"/>
            </p:custDataLst>
            <p:extLst>
              <p:ext uri="{D42A27DB-BD31-4B8C-83A1-F6EECF244321}">
                <p14:modId xmlns:p14="http://schemas.microsoft.com/office/powerpoint/2010/main" val="1152159603"/>
              </p:ext>
            </p:extLst>
          </p:nvPr>
        </p:nvGraphicFramePr>
        <p:xfrm>
          <a:off x="969963" y="1795463"/>
          <a:ext cx="5132387" cy="3838575"/>
        </p:xfrm>
        <a:graphic>
          <a:graphicData uri="http://schemas.openxmlformats.org/drawingml/2006/chart">
            <c:chart xmlns:c="http://schemas.openxmlformats.org/drawingml/2006/chart" xmlns:r="http://schemas.openxmlformats.org/officeDocument/2006/relationships" r:id="rId13"/>
          </a:graphicData>
        </a:graphic>
      </p:graphicFrame>
      <p:cxnSp>
        <p:nvCxnSpPr>
          <p:cNvPr id="17" name="Straight Connector 16">
            <a:extLst>
              <a:ext uri="{FF2B5EF4-FFF2-40B4-BE49-F238E27FC236}">
                <a16:creationId xmlns:a16="http://schemas.microsoft.com/office/drawing/2014/main" id="{94C265C9-773C-1056-3948-5A06C272D915}"/>
              </a:ext>
            </a:extLst>
          </p:cNvPr>
          <p:cNvCxnSpPr>
            <a:cxnSpLocks/>
          </p:cNvCxnSpPr>
          <p:nvPr>
            <p:custDataLst>
              <p:tags r:id="rId3"/>
            </p:custDataLst>
          </p:nvPr>
        </p:nvCxnSpPr>
        <p:spPr bwMode="auto">
          <a:xfrm flipV="1">
            <a:off x="5824538" y="1912938"/>
            <a:ext cx="0" cy="265113"/>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ECFFE037-1146-73AF-7C6D-4EC0F0065AF9}"/>
              </a:ext>
            </a:extLst>
          </p:cNvPr>
          <p:cNvCxnSpPr>
            <a:cxnSpLocks/>
          </p:cNvCxnSpPr>
          <p:nvPr>
            <p:custDataLst>
              <p:tags r:id="rId4"/>
            </p:custDataLst>
          </p:nvPr>
        </p:nvCxnSpPr>
        <p:spPr bwMode="auto">
          <a:xfrm>
            <a:off x="4791075" y="1951038"/>
            <a:ext cx="1036638" cy="0"/>
          </a:xfrm>
          <a:prstGeom prst="line">
            <a:avLst/>
          </a:prstGeom>
          <a:ln w="19050" cap="flat" cmpd="sng" algn="ctr">
            <a:solidFill>
              <a:schemeClr val="tx1"/>
            </a:solidFill>
            <a:prstDash val="solid"/>
            <a:round/>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9" name="Arrow: Right 18">
            <a:extLst>
              <a:ext uri="{FF2B5EF4-FFF2-40B4-BE49-F238E27FC236}">
                <a16:creationId xmlns:a16="http://schemas.microsoft.com/office/drawing/2014/main" id="{4D5ABC10-DC9C-F16D-CCD9-8DA1A53877CE}"/>
              </a:ext>
            </a:extLst>
          </p:cNvPr>
          <p:cNvSpPr/>
          <p:nvPr>
            <p:custDataLst>
              <p:tags r:id="rId5"/>
            </p:custDataLst>
          </p:nvPr>
        </p:nvSpPr>
        <p:spPr bwMode="auto">
          <a:xfrm rot="16200000">
            <a:off x="4730750" y="5365750"/>
            <a:ext cx="128588" cy="152400"/>
          </a:xfrm>
          <a:prstGeom prst="rightArrow">
            <a:avLst>
              <a:gd name="adj1" fmla="val 100000"/>
              <a:gd name="adj2" fmla="val 100000"/>
            </a:avLst>
          </a:prstGeom>
          <a:solidFill>
            <a:schemeClr val="tx1"/>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9">
            <a:extLst>
              <a:ext uri="{FF2B5EF4-FFF2-40B4-BE49-F238E27FC236}">
                <a16:creationId xmlns:a16="http://schemas.microsoft.com/office/drawing/2014/main" id="{AA111E24-627B-E29A-AD1E-C572ADBC74D4}"/>
              </a:ext>
            </a:extLst>
          </p:cNvPr>
          <p:cNvCxnSpPr/>
          <p:nvPr>
            <p:custDataLst>
              <p:tags r:id="rId6"/>
            </p:custDataLst>
          </p:nvPr>
        </p:nvCxnSpPr>
        <p:spPr bwMode="gray">
          <a:xfrm>
            <a:off x="4794250" y="1951038"/>
            <a:ext cx="0" cy="1925638"/>
          </a:xfrm>
          <a:prstGeom prst="line">
            <a:avLst/>
          </a:prstGeom>
          <a:ln w="19050" cap="flat" cmpd="sng" algn="ctr">
            <a:solidFill>
              <a:schemeClr val="accent2"/>
            </a:solidFill>
            <a:prstDash val="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D0D62326-8623-C3D9-52F7-9F9D42E10212}"/>
              </a:ext>
            </a:extLst>
          </p:cNvPr>
          <p:cNvCxnSpPr/>
          <p:nvPr>
            <p:custDataLst>
              <p:tags r:id="rId7"/>
            </p:custDataLst>
          </p:nvPr>
        </p:nvCxnSpPr>
        <p:spPr bwMode="gray">
          <a:xfrm>
            <a:off x="4794250" y="4089400"/>
            <a:ext cx="0" cy="1238250"/>
          </a:xfrm>
          <a:prstGeom prst="line">
            <a:avLst/>
          </a:prstGeom>
          <a:ln w="19050" cap="flat" cmpd="sng" algn="ctr">
            <a:solidFill>
              <a:schemeClr val="accent2"/>
            </a:solidFill>
            <a:prstDash val="dash"/>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2" name="Text Placeholder 2">
            <a:extLst>
              <a:ext uri="{FF2B5EF4-FFF2-40B4-BE49-F238E27FC236}">
                <a16:creationId xmlns:a16="http://schemas.microsoft.com/office/drawing/2014/main" id="{793280F4-692D-8F65-A6A1-E379D5A55BCD}"/>
              </a:ext>
            </a:extLst>
          </p:cNvPr>
          <p:cNvSpPr>
            <a:spLocks/>
          </p:cNvSpPr>
          <p:nvPr>
            <p:custDataLst>
              <p:tags r:id="rId8"/>
            </p:custDataLst>
          </p:nvPr>
        </p:nvSpPr>
        <p:spPr bwMode="auto">
          <a:xfrm>
            <a:off x="4367213" y="5557838"/>
            <a:ext cx="852488" cy="2127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lvl="0" algn="ctr">
              <a:spcBef>
                <a:spcPct val="0"/>
              </a:spcBef>
              <a:spcAft>
                <a:spcPct val="0"/>
              </a:spcAft>
              <a:defRPr/>
            </a:pPr>
            <a:r>
              <a:rPr kumimoji="0" lang="en-US" altLang="en-US" sz="1400" b="0" i="0" u="none" strike="noStrike" kern="1200" cap="none" spc="0" normalizeH="0" baseline="0" noProof="0">
                <a:ln>
                  <a:noFill/>
                </a:ln>
                <a:solidFill>
                  <a:schemeClr val="tx1"/>
                </a:solidFill>
                <a:effectLst/>
                <a:uLnTx/>
                <a:uFillTx/>
                <a:latin typeface="+mn-lt"/>
                <a:ea typeface="+mn-ea"/>
                <a:cs typeface="+mn-cs"/>
                <a:sym typeface="Arial" panose="020B0604020202020204" pitchFamily="34" charset="0"/>
              </a:rPr>
              <a:t>Average: </a:t>
            </a:r>
            <a:fld id="{CF336DC2-C832-4B12-8A49-9DE76F8FFE8F}" type="datetime'''''''''3''''''''''''''''''5'''''''''''''''''''''''">
              <a:rPr lang="en-US" altLang="en-US" sz="1400" smtClean="0">
                <a:solidFill>
                  <a:schemeClr val="tx1"/>
                </a:solidFill>
                <a:latin typeface="+mn-lt"/>
                <a:ea typeface="+mn-ea"/>
                <a:cs typeface="+mn-cs"/>
              </a:rPr>
              <a:pPr lvl="0" algn="ctr">
                <a:spcBef>
                  <a:spcPct val="0"/>
                </a:spcBef>
                <a:spcAft>
                  <a:spcPct val="0"/>
                </a:spcAft>
                <a:defRPr/>
              </a:pPr>
              <a:t>35</a:t>
            </a:fld>
            <a:endParaRPr kumimoji="0" lang="en-US" sz="1400" b="0" i="0" strike="noStrike" kern="1200" cap="none" spc="0" normalizeH="0" baseline="0" noProof="0">
              <a:ln>
                <a:noFill/>
              </a:ln>
              <a:solidFill>
                <a:schemeClr val="tx1"/>
              </a:solidFill>
              <a:effectLst/>
              <a:uLnTx/>
              <a:uFillTx/>
              <a:latin typeface="+mn-lt"/>
              <a:ea typeface="+mn-ea"/>
              <a:cs typeface="+mn-cs"/>
              <a:sym typeface="Arial" panose="020B0604020202020204" pitchFamily="34" charset="0"/>
            </a:endParaRPr>
          </a:p>
        </p:txBody>
      </p:sp>
      <p:sp>
        <p:nvSpPr>
          <p:cNvPr id="23" name="Text Placeholder 2">
            <a:extLst>
              <a:ext uri="{FF2B5EF4-FFF2-40B4-BE49-F238E27FC236}">
                <a16:creationId xmlns:a16="http://schemas.microsoft.com/office/drawing/2014/main" id="{B264632B-03E9-B2CD-EFBF-63435353213B}"/>
              </a:ext>
            </a:extLst>
          </p:cNvPr>
          <p:cNvSpPr>
            <a:spLocks/>
          </p:cNvSpPr>
          <p:nvPr>
            <p:custDataLst>
              <p:tags r:id="rId9"/>
            </p:custDataLst>
          </p:nvPr>
        </p:nvSpPr>
        <p:spPr bwMode="auto">
          <a:xfrm>
            <a:off x="4987925" y="1800225"/>
            <a:ext cx="566738" cy="301625"/>
          </a:xfrm>
          <a:prstGeom prst="ellipse">
            <a:avLst/>
          </a:prstGeom>
          <a:solidFill>
            <a:schemeClr val="tx1"/>
          </a:solidFill>
          <a:ln>
            <a:noFill/>
          </a:ln>
          <a:effectLst/>
        </p:spPr>
        <p:txBody>
          <a:bodyPr vert="horz" wrap="none" lIns="0" tIns="0" rIns="0" bIns="0" rtlCol="0" anchor="ctr">
            <a:no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Segoe UI" panose="020B0502040204020203" pitchFamily="34" charset="0"/>
              <a:buChar char="​"/>
              <a:tabLst/>
              <a:defRPr/>
            </a:pPr>
            <a:fld id="{1F29C799-CD86-42E4-8FCE-183CF0BC43C1}" type="datetime'''''''''+''''''''''''2''''''''''''''''''''''''''''8''''%'">
              <a:rPr lang="en-US" altLang="en-US" sz="1400" b="1" smtClean="0">
                <a:effectLst/>
                <a:latin typeface="+mn-lt"/>
                <a:ea typeface="+mn-ea"/>
                <a:cs typeface="+mn-cs"/>
              </a:rPr>
              <a:pPr marL="0" marR="0" lvl="0" indent="0" algn="ctr" defTabSz="914400" rtl="0" eaLnBrk="1" fontAlgn="auto" latinLnBrk="0" hangingPunct="1">
                <a:lnSpc>
                  <a:spcPct val="100000"/>
                </a:lnSpc>
                <a:spcBef>
                  <a:spcPct val="0"/>
                </a:spcBef>
                <a:spcAft>
                  <a:spcPct val="0"/>
                </a:spcAft>
                <a:buClrTx/>
                <a:buSzTx/>
                <a:buFont typeface="Segoe UI" panose="020B0502040204020203" pitchFamily="34" charset="0"/>
                <a:buChar char="​"/>
                <a:tabLst/>
                <a:defRPr/>
              </a:pPr>
              <a:t>+28%</a:t>
            </a:fld>
            <a:endParaRPr kumimoji="0" lang="en-US" sz="1400" b="1" i="0" strike="noStrike" kern="1200" cap="none" spc="0" normalizeH="0" baseline="0" noProof="0">
              <a:ln>
                <a:noFill/>
              </a:ln>
              <a:effectLst/>
              <a:uLnTx/>
              <a:uFillTx/>
              <a:latin typeface="+mn-lt"/>
              <a:ea typeface="+mn-ea"/>
              <a:cs typeface="+mn-cs"/>
              <a:sym typeface="Arial" panose="020B0604020202020204" pitchFamily="34" charset="0"/>
            </a:endParaRPr>
          </a:p>
        </p:txBody>
      </p:sp>
      <p:pic>
        <p:nvPicPr>
          <p:cNvPr id="24" name="Picture 23">
            <a:extLst>
              <a:ext uri="{FF2B5EF4-FFF2-40B4-BE49-F238E27FC236}">
                <a16:creationId xmlns:a16="http://schemas.microsoft.com/office/drawing/2014/main" id="{7C4D8C35-D82B-A764-E660-20B295769B9A}"/>
              </a:ext>
            </a:extLst>
          </p:cNvPr>
          <p:cNvPicPr>
            <a:picLocks/>
          </p:cNvPicPr>
          <p:nvPr/>
        </p:nvPicPr>
        <p:blipFill>
          <a:blip r:embed="rId14" cstate="screen">
            <a:extLst>
              <a:ext uri="{28A0092B-C50C-407E-A947-70E740481C1C}">
                <a14:useLocalDpi xmlns:a14="http://schemas.microsoft.com/office/drawing/2010/main"/>
              </a:ext>
            </a:extLst>
          </a:blip>
          <a:stretch>
            <a:fillRect/>
          </a:stretch>
        </p:blipFill>
        <p:spPr>
          <a:xfrm>
            <a:off x="615556" y="4395329"/>
            <a:ext cx="340519" cy="227013"/>
          </a:xfrm>
          <a:prstGeom prst="rect">
            <a:avLst/>
          </a:prstGeom>
          <a:ln>
            <a:solidFill>
              <a:schemeClr val="bg1">
                <a:lumMod val="85000"/>
              </a:schemeClr>
            </a:solidFill>
          </a:ln>
        </p:spPr>
      </p:pic>
      <p:pic>
        <p:nvPicPr>
          <p:cNvPr id="25" name="Picture 24">
            <a:extLst>
              <a:ext uri="{FF2B5EF4-FFF2-40B4-BE49-F238E27FC236}">
                <a16:creationId xmlns:a16="http://schemas.microsoft.com/office/drawing/2014/main" id="{4C444311-A45E-5FE5-579C-15996C9F0247}"/>
              </a:ext>
            </a:extLst>
          </p:cNvPr>
          <p:cNvPicPr>
            <a:picLocks/>
          </p:cNvPicPr>
          <p:nvPr/>
        </p:nvPicPr>
        <p:blipFill>
          <a:blip r:embed="rId15" cstate="screen">
            <a:extLst>
              <a:ext uri="{28A0092B-C50C-407E-A947-70E740481C1C}">
                <a14:useLocalDpi xmlns:a14="http://schemas.microsoft.com/office/drawing/2010/main"/>
              </a:ext>
            </a:extLst>
          </a:blip>
          <a:stretch>
            <a:fillRect/>
          </a:stretch>
        </p:blipFill>
        <p:spPr>
          <a:xfrm>
            <a:off x="615556" y="3865179"/>
            <a:ext cx="340519" cy="227013"/>
          </a:xfrm>
          <a:prstGeom prst="rect">
            <a:avLst/>
          </a:prstGeom>
          <a:ln>
            <a:solidFill>
              <a:schemeClr val="bg1">
                <a:lumMod val="85000"/>
              </a:schemeClr>
            </a:solidFill>
          </a:ln>
        </p:spPr>
      </p:pic>
      <p:pic>
        <p:nvPicPr>
          <p:cNvPr id="26" name="Picture 25">
            <a:extLst>
              <a:ext uri="{FF2B5EF4-FFF2-40B4-BE49-F238E27FC236}">
                <a16:creationId xmlns:a16="http://schemas.microsoft.com/office/drawing/2014/main" id="{FF7D41D4-8F7F-DFCD-4F23-75EA59FEFCEA}"/>
              </a:ext>
            </a:extLst>
          </p:cNvPr>
          <p:cNvPicPr>
            <a:picLocks/>
          </p:cNvPicPr>
          <p:nvPr/>
        </p:nvPicPr>
        <p:blipFill>
          <a:blip r:embed="rId16" cstate="screen">
            <a:extLst>
              <a:ext uri="{28A0092B-C50C-407E-A947-70E740481C1C}">
                <a14:useLocalDpi xmlns:a14="http://schemas.microsoft.com/office/drawing/2010/main"/>
              </a:ext>
            </a:extLst>
          </a:blip>
          <a:stretch>
            <a:fillRect/>
          </a:stretch>
        </p:blipFill>
        <p:spPr>
          <a:xfrm>
            <a:off x="615556" y="2274729"/>
            <a:ext cx="340519" cy="227013"/>
          </a:xfrm>
          <a:prstGeom prst="rect">
            <a:avLst/>
          </a:prstGeom>
          <a:ln>
            <a:solidFill>
              <a:schemeClr val="bg1">
                <a:lumMod val="85000"/>
              </a:schemeClr>
            </a:solidFill>
          </a:ln>
        </p:spPr>
      </p:pic>
      <p:pic>
        <p:nvPicPr>
          <p:cNvPr id="27" name="Picture 26">
            <a:extLst>
              <a:ext uri="{FF2B5EF4-FFF2-40B4-BE49-F238E27FC236}">
                <a16:creationId xmlns:a16="http://schemas.microsoft.com/office/drawing/2014/main" id="{B12D87B8-9037-200A-F381-FCB167437FF6}"/>
              </a:ext>
            </a:extLst>
          </p:cNvPr>
          <p:cNvPicPr>
            <a:picLocks/>
          </p:cNvPicPr>
          <p:nvPr/>
        </p:nvPicPr>
        <p:blipFill>
          <a:blip r:embed="rId17" cstate="screen">
            <a:extLst>
              <a:ext uri="{28A0092B-C50C-407E-A947-70E740481C1C}">
                <a14:useLocalDpi xmlns:a14="http://schemas.microsoft.com/office/drawing/2010/main"/>
              </a:ext>
            </a:extLst>
          </a:blip>
          <a:stretch>
            <a:fillRect/>
          </a:stretch>
        </p:blipFill>
        <p:spPr>
          <a:xfrm>
            <a:off x="615556" y="4925481"/>
            <a:ext cx="340519" cy="227013"/>
          </a:xfrm>
          <a:prstGeom prst="rect">
            <a:avLst/>
          </a:prstGeom>
          <a:ln>
            <a:solidFill>
              <a:schemeClr val="bg1">
                <a:lumMod val="85000"/>
              </a:schemeClr>
            </a:solidFill>
          </a:ln>
        </p:spPr>
      </p:pic>
      <p:pic>
        <p:nvPicPr>
          <p:cNvPr id="28" name="Picture 27">
            <a:extLst>
              <a:ext uri="{FF2B5EF4-FFF2-40B4-BE49-F238E27FC236}">
                <a16:creationId xmlns:a16="http://schemas.microsoft.com/office/drawing/2014/main" id="{0D739E0B-0AD6-2BBD-C132-A52F1433B7BD}"/>
              </a:ext>
            </a:extLst>
          </p:cNvPr>
          <p:cNvPicPr>
            <a:picLocks/>
          </p:cNvPicPr>
          <p:nvPr/>
        </p:nvPicPr>
        <p:blipFill>
          <a:blip r:embed="rId18" cstate="screen">
            <a:extLst>
              <a:ext uri="{28A0092B-C50C-407E-A947-70E740481C1C}">
                <a14:useLocalDpi xmlns:a14="http://schemas.microsoft.com/office/drawing/2010/main"/>
              </a:ext>
            </a:extLst>
          </a:blip>
          <a:stretch>
            <a:fillRect/>
          </a:stretch>
        </p:blipFill>
        <p:spPr>
          <a:xfrm>
            <a:off x="615556" y="2804879"/>
            <a:ext cx="340519" cy="227013"/>
          </a:xfrm>
          <a:prstGeom prst="rect">
            <a:avLst/>
          </a:prstGeom>
          <a:ln>
            <a:solidFill>
              <a:schemeClr val="bg1">
                <a:lumMod val="85000"/>
              </a:schemeClr>
            </a:solidFill>
          </a:ln>
        </p:spPr>
      </p:pic>
      <p:pic>
        <p:nvPicPr>
          <p:cNvPr id="29" name="Picture 28">
            <a:extLst>
              <a:ext uri="{FF2B5EF4-FFF2-40B4-BE49-F238E27FC236}">
                <a16:creationId xmlns:a16="http://schemas.microsoft.com/office/drawing/2014/main" id="{1D12ED9D-988F-9678-65BB-6BF8E2C5E9CE}"/>
              </a:ext>
            </a:extLst>
          </p:cNvPr>
          <p:cNvPicPr>
            <a:picLocks/>
          </p:cNvPicPr>
          <p:nvPr/>
        </p:nvPicPr>
        <p:blipFill>
          <a:blip r:embed="rId19" cstate="screen">
            <a:extLst>
              <a:ext uri="{28A0092B-C50C-407E-A947-70E740481C1C}">
                <a14:useLocalDpi xmlns:a14="http://schemas.microsoft.com/office/drawing/2010/main"/>
              </a:ext>
            </a:extLst>
          </a:blip>
          <a:stretch>
            <a:fillRect/>
          </a:stretch>
        </p:blipFill>
        <p:spPr>
          <a:xfrm>
            <a:off x="615556" y="3335029"/>
            <a:ext cx="340519" cy="227013"/>
          </a:xfrm>
          <a:prstGeom prst="rect">
            <a:avLst/>
          </a:prstGeom>
          <a:ln>
            <a:solidFill>
              <a:schemeClr val="bg1">
                <a:lumMod val="85000"/>
              </a:schemeClr>
            </a:solidFill>
          </a:ln>
        </p:spPr>
      </p:pic>
      <p:sp>
        <p:nvSpPr>
          <p:cNvPr id="40" name="Title 3">
            <a:extLst>
              <a:ext uri="{FF2B5EF4-FFF2-40B4-BE49-F238E27FC236}">
                <a16:creationId xmlns:a16="http://schemas.microsoft.com/office/drawing/2014/main" id="{F7E5A4E0-C99E-3BC3-B165-11F95D4CAEAF}"/>
              </a:ext>
            </a:extLst>
          </p:cNvPr>
          <p:cNvSpPr txBox="1">
            <a:spLocks/>
          </p:cNvSpPr>
          <p:nvPr/>
        </p:nvSpPr>
        <p:spPr>
          <a:xfrm>
            <a:off x="569580" y="369679"/>
            <a:ext cx="11082528" cy="368452"/>
          </a:xfrm>
          <a:prstGeom prst="rect">
            <a:avLst/>
          </a:prstGeom>
        </p:spPr>
        <p:txBody>
          <a:bodyPr vert="horz" wrap="square" lIns="0" tIns="0" rIns="0" bIns="0" rtlCol="0" anchor="t" anchorCtr="0">
            <a:noAutofit/>
          </a:bodyPr>
          <a:lstStyle>
            <a:lvl1pPr algn="l" defTabSz="914400" rtl="0" eaLnBrk="1" latinLnBrk="0" hangingPunct="1">
              <a:lnSpc>
                <a:spcPct val="100000"/>
              </a:lnSpc>
              <a:spcBef>
                <a:spcPct val="0"/>
              </a:spcBef>
              <a:buNone/>
              <a:defRPr lang="en-US" sz="2500" b="1" kern="1200" spc="0" baseline="0" dirty="0">
                <a:ln w="6350" cap="flat">
                  <a:noFill/>
                  <a:miter lim="800000"/>
                </a:ln>
                <a:solidFill>
                  <a:schemeClr val="tx1"/>
                </a:solidFill>
                <a:latin typeface="+mj-lt"/>
                <a:ea typeface="+mj-ea"/>
                <a:cs typeface="+mj-cs"/>
              </a:defRPr>
            </a:lvl1pPr>
          </a:lstStyle>
          <a:p>
            <a:pPr>
              <a:lnSpc>
                <a:spcPct val="85000"/>
              </a:lnSpc>
              <a:defRPr/>
            </a:pPr>
            <a:r>
              <a:rPr lang="en-US" sz="2600" b="0" spc="-10">
                <a:solidFill>
                  <a:srgbClr val="2C3846"/>
                </a:solidFill>
                <a:latin typeface="Georgia" panose="02040502050405020303" pitchFamily="18" charset="0"/>
                <a:ea typeface="Calibri"/>
                <a:cs typeface="Calibri"/>
              </a:rPr>
              <a:t>Compared to international benchmarks, KSA has longer time to initial treatment for cancer care (~ 28% higher than average)</a:t>
            </a:r>
            <a:endParaRPr kumimoji="0" lang="en-US" sz="2600" b="0" i="0" u="none" strike="noStrike" kern="1200" cap="none" spc="0" normalizeH="0" baseline="0" noProof="0">
              <a:ln>
                <a:noFill/>
              </a:ln>
              <a:solidFill>
                <a:srgbClr val="384451"/>
              </a:solidFill>
              <a:effectLst/>
              <a:uLnTx/>
              <a:uFillTx/>
              <a:latin typeface="Georgia" panose="02040502050405020303" pitchFamily="18" charset="0"/>
              <a:ea typeface="Calibri"/>
              <a:cs typeface="Calibri"/>
            </a:endParaRPr>
          </a:p>
        </p:txBody>
      </p:sp>
      <p:cxnSp>
        <p:nvCxnSpPr>
          <p:cNvPr id="42" name="Straight Connector 41">
            <a:extLst>
              <a:ext uri="{FF2B5EF4-FFF2-40B4-BE49-F238E27FC236}">
                <a16:creationId xmlns:a16="http://schemas.microsoft.com/office/drawing/2014/main" id="{A1AB4261-C7CB-B092-602E-C6D8D85F8D7C}"/>
              </a:ext>
            </a:extLst>
          </p:cNvPr>
          <p:cNvCxnSpPr>
            <a:cxnSpLocks/>
          </p:cNvCxnSpPr>
          <p:nvPr/>
        </p:nvCxnSpPr>
        <p:spPr>
          <a:xfrm>
            <a:off x="577397" y="1450899"/>
            <a:ext cx="5540828" cy="0"/>
          </a:xfrm>
          <a:prstGeom prst="line">
            <a:avLst/>
          </a:prstGeom>
          <a:ln w="9525" cap="flat">
            <a:solidFill>
              <a:schemeClr val="bg1">
                <a:lumMod val="1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E68367D5-C1FF-2413-8085-14183BFA2392}"/>
              </a:ext>
            </a:extLst>
          </p:cNvPr>
          <p:cNvSpPr txBox="1"/>
          <p:nvPr/>
        </p:nvSpPr>
        <p:spPr>
          <a:xfrm>
            <a:off x="577397" y="1143000"/>
            <a:ext cx="8163378" cy="246063"/>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1"/>
                </a:solidFill>
                <a:latin typeface="Lato" panose="020F0502020204030203" pitchFamily="34" charset="0"/>
                <a:ea typeface="Lato" panose="020F0502020204030203" pitchFamily="34" charset="0"/>
                <a:cs typeface="Lato" panose="020F0502020204030203"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GB" sz="1600" b="1"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rPr>
              <a:t>Time to initial treatment</a:t>
            </a:r>
            <a:r>
              <a:rPr kumimoji="0" lang="en-GB" sz="160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rPr>
              <a:t>– </a:t>
            </a:r>
            <a:r>
              <a:rPr kumimoji="0" lang="en-US" sz="160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rPr>
              <a:t># of days</a:t>
            </a:r>
            <a:endParaRPr kumimoji="0" lang="en-GB" sz="1600" b="0" i="0" u="none" strike="noStrike" kern="1200" cap="none" spc="0" normalizeH="0" baseline="0" noProof="0">
              <a:ln>
                <a:noFill/>
              </a:ln>
              <a:solidFill>
                <a:srgbClr val="2C3846"/>
              </a:solidFill>
              <a:effectLst/>
              <a:uLnTx/>
              <a:uFillTx/>
              <a:latin typeface="+mn-lt"/>
              <a:ea typeface="Calibri" panose="020F0502020204030204" pitchFamily="34" charset="0"/>
              <a:cs typeface="Calibri" panose="020F0502020204030204" pitchFamily="34" charset="0"/>
              <a:sym typeface="Calibri" panose="020F0502020204030204" pitchFamily="34" charset="0"/>
            </a:endParaRPr>
          </a:p>
        </p:txBody>
      </p:sp>
      <p:sp>
        <p:nvSpPr>
          <p:cNvPr id="44" name="Rectangle 43">
            <a:extLst>
              <a:ext uri="{FF2B5EF4-FFF2-40B4-BE49-F238E27FC236}">
                <a16:creationId xmlns:a16="http://schemas.microsoft.com/office/drawing/2014/main" id="{AB368050-7336-E51E-170C-FBA6EA9BFCBB}"/>
              </a:ext>
            </a:extLst>
          </p:cNvPr>
          <p:cNvSpPr/>
          <p:nvPr/>
        </p:nvSpPr>
        <p:spPr>
          <a:xfrm>
            <a:off x="552451" y="1419225"/>
            <a:ext cx="568325" cy="46038"/>
          </a:xfrm>
          <a:prstGeom prst="rect">
            <a:avLst/>
          </a:prstGeom>
          <a:solidFill>
            <a:srgbClr val="17B2AF"/>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a:ln>
                <a:noFill/>
              </a:ln>
              <a:solidFill>
                <a:schemeClr val="tx1"/>
              </a:solidFill>
              <a:effectLst/>
              <a:uLnTx/>
              <a:uFillTx/>
              <a:ea typeface="Calibri" panose="020F0502020204030204" pitchFamily="34" charset="0"/>
              <a:cs typeface="Calibri" panose="020F0502020204030204" pitchFamily="34" charset="0"/>
              <a:sym typeface="Calibri" panose="020F0502020204030204" pitchFamily="34" charset="0"/>
            </a:endParaRPr>
          </a:p>
        </p:txBody>
      </p:sp>
      <p:grpSp>
        <p:nvGrpSpPr>
          <p:cNvPr id="58" name="Group 57">
            <a:extLst>
              <a:ext uri="{FF2B5EF4-FFF2-40B4-BE49-F238E27FC236}">
                <a16:creationId xmlns:a16="http://schemas.microsoft.com/office/drawing/2014/main" id="{40B1A050-BEB4-9A73-57FB-8112F7526DF5}"/>
              </a:ext>
            </a:extLst>
          </p:cNvPr>
          <p:cNvGrpSpPr/>
          <p:nvPr/>
        </p:nvGrpSpPr>
        <p:grpSpPr>
          <a:xfrm>
            <a:off x="-460920" y="279546"/>
            <a:ext cx="338328" cy="6397662"/>
            <a:chOff x="-460920" y="279546"/>
            <a:chExt cx="338328" cy="6397662"/>
          </a:xfrm>
        </p:grpSpPr>
        <p:sp>
          <p:nvSpPr>
            <p:cNvPr id="59" name="Google Shape;139;p2">
              <a:extLst>
                <a:ext uri="{FF2B5EF4-FFF2-40B4-BE49-F238E27FC236}">
                  <a16:creationId xmlns:a16="http://schemas.microsoft.com/office/drawing/2014/main" id="{27227E20-755F-8886-56BA-3BDECA7A46D2}"/>
                </a:ext>
              </a:extLst>
            </p:cNvPr>
            <p:cNvSpPr/>
            <p:nvPr/>
          </p:nvSpPr>
          <p:spPr>
            <a:xfrm>
              <a:off x="-460920" y="1289436"/>
              <a:ext cx="338328" cy="338328"/>
            </a:xfrm>
            <a:prstGeom prst="ellipse">
              <a:avLst/>
            </a:prstGeom>
            <a:solidFill>
              <a:srgbClr val="112736"/>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0" name="Google Shape;140;p2">
              <a:extLst>
                <a:ext uri="{FF2B5EF4-FFF2-40B4-BE49-F238E27FC236}">
                  <a16:creationId xmlns:a16="http://schemas.microsoft.com/office/drawing/2014/main" id="{42C32BC5-F918-9BD9-A73B-9E52DE3C9491}"/>
                </a:ext>
              </a:extLst>
            </p:cNvPr>
            <p:cNvSpPr/>
            <p:nvPr/>
          </p:nvSpPr>
          <p:spPr>
            <a:xfrm>
              <a:off x="-460920" y="1794381"/>
              <a:ext cx="338328" cy="338328"/>
            </a:xfrm>
            <a:prstGeom prst="ellipse">
              <a:avLst/>
            </a:prstGeom>
            <a:solidFill>
              <a:srgbClr val="17354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1" name="Google Shape;141;p2">
              <a:extLst>
                <a:ext uri="{FF2B5EF4-FFF2-40B4-BE49-F238E27FC236}">
                  <a16:creationId xmlns:a16="http://schemas.microsoft.com/office/drawing/2014/main" id="{37E68BE8-CD1E-4F66-8720-459A919C4264}"/>
                </a:ext>
              </a:extLst>
            </p:cNvPr>
            <p:cNvSpPr/>
            <p:nvPr/>
          </p:nvSpPr>
          <p:spPr>
            <a:xfrm>
              <a:off x="-460920" y="229932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2" name="Google Shape;142;p2">
              <a:extLst>
                <a:ext uri="{FF2B5EF4-FFF2-40B4-BE49-F238E27FC236}">
                  <a16:creationId xmlns:a16="http://schemas.microsoft.com/office/drawing/2014/main" id="{08ECCC8A-7212-6B5A-BCF4-04CFDBE4F443}"/>
                </a:ext>
              </a:extLst>
            </p:cNvPr>
            <p:cNvSpPr/>
            <p:nvPr/>
          </p:nvSpPr>
          <p:spPr>
            <a:xfrm>
              <a:off x="-460920" y="280427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3" name="Google Shape;143;p2">
              <a:extLst>
                <a:ext uri="{FF2B5EF4-FFF2-40B4-BE49-F238E27FC236}">
                  <a16:creationId xmlns:a16="http://schemas.microsoft.com/office/drawing/2014/main" id="{6E52C928-E378-CF52-93E2-2E088BC4E3FD}"/>
                </a:ext>
              </a:extLst>
            </p:cNvPr>
            <p:cNvSpPr/>
            <p:nvPr/>
          </p:nvSpPr>
          <p:spPr>
            <a:xfrm>
              <a:off x="-460920" y="3309216"/>
              <a:ext cx="338328" cy="338328"/>
            </a:xfrm>
            <a:prstGeom prst="ellipse">
              <a:avLst/>
            </a:prstGeom>
            <a:solidFill>
              <a:srgbClr val="04404D"/>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4" name="Google Shape;144;p2">
              <a:extLst>
                <a:ext uri="{FF2B5EF4-FFF2-40B4-BE49-F238E27FC236}">
                  <a16:creationId xmlns:a16="http://schemas.microsoft.com/office/drawing/2014/main" id="{DB7F5D9F-819D-390F-88AC-38337643F8F8}"/>
                </a:ext>
              </a:extLst>
            </p:cNvPr>
            <p:cNvSpPr/>
            <p:nvPr/>
          </p:nvSpPr>
          <p:spPr>
            <a:xfrm>
              <a:off x="-460920" y="5328996"/>
              <a:ext cx="338328" cy="338328"/>
            </a:xfrm>
            <a:prstGeom prst="ellipse">
              <a:avLst/>
            </a:prstGeom>
            <a:solidFill>
              <a:srgbClr val="132A2C"/>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5" name="Google Shape;145;p2">
              <a:extLst>
                <a:ext uri="{FF2B5EF4-FFF2-40B4-BE49-F238E27FC236}">
                  <a16:creationId xmlns:a16="http://schemas.microsoft.com/office/drawing/2014/main" id="{31165991-8BC5-F313-D2F0-108AB70A8A7D}"/>
                </a:ext>
              </a:extLst>
            </p:cNvPr>
            <p:cNvSpPr/>
            <p:nvPr/>
          </p:nvSpPr>
          <p:spPr>
            <a:xfrm>
              <a:off x="-460920" y="4319106"/>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6" name="Google Shape;146;p2">
              <a:extLst>
                <a:ext uri="{FF2B5EF4-FFF2-40B4-BE49-F238E27FC236}">
                  <a16:creationId xmlns:a16="http://schemas.microsoft.com/office/drawing/2014/main" id="{30A4F274-74C8-B8D6-687D-3428690E0547}"/>
                </a:ext>
              </a:extLst>
            </p:cNvPr>
            <p:cNvSpPr/>
            <p:nvPr/>
          </p:nvSpPr>
          <p:spPr>
            <a:xfrm>
              <a:off x="-460920" y="4824051"/>
              <a:ext cx="338328" cy="338328"/>
            </a:xfrm>
            <a:prstGeom prst="ellipse">
              <a:avLst/>
            </a:prstGeom>
            <a:solidFill>
              <a:srgbClr val="173F4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7" name="Google Shape;147;p2">
              <a:extLst>
                <a:ext uri="{FF2B5EF4-FFF2-40B4-BE49-F238E27FC236}">
                  <a16:creationId xmlns:a16="http://schemas.microsoft.com/office/drawing/2014/main" id="{A27C5112-0958-4FAB-0C0B-336C9A8EE5E2}"/>
                </a:ext>
              </a:extLst>
            </p:cNvPr>
            <p:cNvSpPr/>
            <p:nvPr/>
          </p:nvSpPr>
          <p:spPr>
            <a:xfrm>
              <a:off x="-460920" y="279546"/>
              <a:ext cx="338328" cy="338328"/>
            </a:xfrm>
            <a:prstGeom prst="ellipse">
              <a:avLst/>
            </a:prstGeom>
            <a:solidFill>
              <a:srgbClr val="0C1E2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8" name="Google Shape;148;p2">
              <a:extLst>
                <a:ext uri="{FF2B5EF4-FFF2-40B4-BE49-F238E27FC236}">
                  <a16:creationId xmlns:a16="http://schemas.microsoft.com/office/drawing/2014/main" id="{B2EEC464-8791-1129-EF82-C8020977871E}"/>
                </a:ext>
              </a:extLst>
            </p:cNvPr>
            <p:cNvSpPr/>
            <p:nvPr/>
          </p:nvSpPr>
          <p:spPr>
            <a:xfrm>
              <a:off x="-460920" y="6338880"/>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9" name="Google Shape;149;p2">
              <a:extLst>
                <a:ext uri="{FF2B5EF4-FFF2-40B4-BE49-F238E27FC236}">
                  <a16:creationId xmlns:a16="http://schemas.microsoft.com/office/drawing/2014/main" id="{C0C6EB19-B92B-F872-56B5-B8785118DFCD}"/>
                </a:ext>
              </a:extLst>
            </p:cNvPr>
            <p:cNvSpPr/>
            <p:nvPr/>
          </p:nvSpPr>
          <p:spPr>
            <a:xfrm>
              <a:off x="-460920" y="583394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70" name="Google Shape;151;p2">
              <a:extLst>
                <a:ext uri="{FF2B5EF4-FFF2-40B4-BE49-F238E27FC236}">
                  <a16:creationId xmlns:a16="http://schemas.microsoft.com/office/drawing/2014/main" id="{CEA1D799-25C4-1E44-6857-14DA275EC7CC}"/>
                </a:ext>
              </a:extLst>
            </p:cNvPr>
            <p:cNvSpPr/>
            <p:nvPr/>
          </p:nvSpPr>
          <p:spPr>
            <a:xfrm>
              <a:off x="-460920" y="3814161"/>
              <a:ext cx="338328" cy="338328"/>
            </a:xfrm>
            <a:prstGeom prst="ellipse">
              <a:avLst/>
            </a:prstGeom>
            <a:solidFill>
              <a:srgbClr val="04748A"/>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71" name="Google Shape;147;p2">
              <a:extLst>
                <a:ext uri="{FF2B5EF4-FFF2-40B4-BE49-F238E27FC236}">
                  <a16:creationId xmlns:a16="http://schemas.microsoft.com/office/drawing/2014/main" id="{11E1FC37-1C22-B843-9A97-3BB64CBBD0E9}"/>
                </a:ext>
              </a:extLst>
            </p:cNvPr>
            <p:cNvSpPr/>
            <p:nvPr/>
          </p:nvSpPr>
          <p:spPr>
            <a:xfrm>
              <a:off x="-460920" y="78449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sp>
        <p:nvSpPr>
          <p:cNvPr id="79" name="Rectangle: Rounded Corners 78">
            <a:extLst>
              <a:ext uri="{FF2B5EF4-FFF2-40B4-BE49-F238E27FC236}">
                <a16:creationId xmlns:a16="http://schemas.microsoft.com/office/drawing/2014/main" id="{C7C69938-308E-7733-FD6E-27210825208E}"/>
              </a:ext>
            </a:extLst>
          </p:cNvPr>
          <p:cNvSpPr>
            <a:spLocks/>
          </p:cNvSpPr>
          <p:nvPr/>
        </p:nvSpPr>
        <p:spPr>
          <a:xfrm>
            <a:off x="6705961" y="1211950"/>
            <a:ext cx="4872343" cy="473607"/>
          </a:xfrm>
          <a:prstGeom prst="roundRect">
            <a:avLst/>
          </a:prstGeom>
          <a:solidFill>
            <a:srgbClr val="17B2AF"/>
          </a:solidFill>
          <a:ln w="19050">
            <a:noFill/>
          </a:ln>
          <a:effectLst/>
        </p:spPr>
        <p:txBody>
          <a:bodyPr lIns="91440" tIns="91440" rIns="91440" bIns="9144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b="1" kern="0">
                <a:solidFill>
                  <a:srgbClr val="FFFFFF"/>
                </a:solidFill>
              </a:rPr>
              <a:t>Key implications</a:t>
            </a:r>
            <a:endParaRPr kumimoji="0" lang="en-US" b="1" i="0" u="none" strike="noStrike" kern="0" cap="none" spc="0" normalizeH="0" baseline="0" noProof="0">
              <a:ln>
                <a:noFill/>
              </a:ln>
              <a:solidFill>
                <a:srgbClr val="FFFFFF"/>
              </a:solidFill>
              <a:effectLst/>
              <a:uLnTx/>
              <a:uFillTx/>
              <a:ea typeface="+mn-ea"/>
              <a:cs typeface="+mn-cs"/>
            </a:endParaRPr>
          </a:p>
        </p:txBody>
      </p:sp>
      <p:sp>
        <p:nvSpPr>
          <p:cNvPr id="80" name="Oval 79">
            <a:extLst>
              <a:ext uri="{FF2B5EF4-FFF2-40B4-BE49-F238E27FC236}">
                <a16:creationId xmlns:a16="http://schemas.microsoft.com/office/drawing/2014/main" id="{AC39BFC3-1456-F657-341D-4F2BBC5BEB0A}"/>
              </a:ext>
            </a:extLst>
          </p:cNvPr>
          <p:cNvSpPr/>
          <p:nvPr/>
        </p:nvSpPr>
        <p:spPr>
          <a:xfrm>
            <a:off x="11486864" y="1357642"/>
            <a:ext cx="182880" cy="182225"/>
          </a:xfrm>
          <a:prstGeom prst="ellipse">
            <a:avLst/>
          </a:prstGeom>
          <a:solidFill>
            <a:srgbClr val="17B2AF"/>
          </a:solidFill>
          <a:ln w="19050">
            <a:solidFill>
              <a:srgbClr val="FFFFFF"/>
            </a:solidFill>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b="1" i="0" u="none" strike="noStrike" kern="0" cap="none" spc="0" normalizeH="0" baseline="0" noProof="0">
              <a:ln>
                <a:noFill/>
              </a:ln>
              <a:solidFill>
                <a:srgbClr val="FFFFFF"/>
              </a:solidFill>
              <a:effectLst/>
              <a:uLnTx/>
              <a:uFillTx/>
              <a:ea typeface="+mn-ea"/>
              <a:cs typeface="+mn-cs"/>
            </a:endParaRPr>
          </a:p>
        </p:txBody>
      </p:sp>
      <p:sp>
        <p:nvSpPr>
          <p:cNvPr id="81" name="Oval 80">
            <a:extLst>
              <a:ext uri="{FF2B5EF4-FFF2-40B4-BE49-F238E27FC236}">
                <a16:creationId xmlns:a16="http://schemas.microsoft.com/office/drawing/2014/main" id="{018BE3CF-5285-4962-B023-EC6B2B0AE6C6}"/>
              </a:ext>
            </a:extLst>
          </p:cNvPr>
          <p:cNvSpPr/>
          <p:nvPr/>
        </p:nvSpPr>
        <p:spPr>
          <a:xfrm>
            <a:off x="6614521" y="1357642"/>
            <a:ext cx="182880" cy="182225"/>
          </a:xfrm>
          <a:prstGeom prst="ellipse">
            <a:avLst/>
          </a:prstGeom>
          <a:solidFill>
            <a:srgbClr val="17B2AF"/>
          </a:solidFill>
          <a:ln w="19050">
            <a:solidFill>
              <a:srgbClr val="FFFFFF"/>
            </a:solidFill>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b="1" i="0" u="none" strike="noStrike" kern="0" cap="none" spc="0" normalizeH="0" baseline="0" noProof="0">
              <a:ln>
                <a:noFill/>
              </a:ln>
              <a:solidFill>
                <a:srgbClr val="FFFFFF"/>
              </a:solidFill>
              <a:effectLst/>
              <a:uLnTx/>
              <a:uFillTx/>
              <a:ea typeface="+mn-ea"/>
              <a:cs typeface="+mn-cs"/>
            </a:endParaRPr>
          </a:p>
        </p:txBody>
      </p:sp>
      <p:sp>
        <p:nvSpPr>
          <p:cNvPr id="82" name="Rectangle: Rounded Corners 81">
            <a:extLst>
              <a:ext uri="{FF2B5EF4-FFF2-40B4-BE49-F238E27FC236}">
                <a16:creationId xmlns:a16="http://schemas.microsoft.com/office/drawing/2014/main" id="{2FE6C124-8640-6D70-9639-DCF9E26B024B}"/>
              </a:ext>
            </a:extLst>
          </p:cNvPr>
          <p:cNvSpPr/>
          <p:nvPr/>
        </p:nvSpPr>
        <p:spPr>
          <a:xfrm>
            <a:off x="6705961" y="2050519"/>
            <a:ext cx="4946147" cy="3783422"/>
          </a:xfrm>
          <a:prstGeom prst="roundRect">
            <a:avLst>
              <a:gd name="adj" fmla="val 16198"/>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t" latinLnBrk="0" hangingPunct="1">
              <a:lnSpc>
                <a:spcPct val="100000"/>
              </a:lnSpc>
              <a:spcBef>
                <a:spcPts val="600"/>
              </a:spcBef>
              <a:spcAft>
                <a:spcPts val="600"/>
              </a:spcAft>
              <a:buClr>
                <a:srgbClr val="FFFFFF"/>
              </a:buClr>
              <a:buSzTx/>
              <a:buFont typeface="Segoe UI" panose="020B0502040204020203" pitchFamily="34" charset="0"/>
              <a:buNone/>
              <a:tabLst/>
              <a:defRPr/>
            </a:pPr>
            <a:r>
              <a:rPr kumimoji="0" lang="en-US" sz="1600" b="0" i="0" u="none" strike="noStrike" kern="1200" cap="none" spc="0" normalizeH="0" baseline="0" noProof="0">
                <a:ln>
                  <a:noFill/>
                </a:ln>
                <a:solidFill>
                  <a:srgbClr val="2C3846"/>
                </a:solidFill>
                <a:effectLst/>
                <a:uLnTx/>
                <a:uFillTx/>
                <a:cs typeface="Arial" panose="020B0604020202020204" pitchFamily="34" charset="0"/>
              </a:rPr>
              <a:t>The </a:t>
            </a:r>
            <a:r>
              <a:rPr kumimoji="0" lang="en-US" sz="1600" b="1" i="0" u="none" strike="noStrike" kern="1200" cap="none" spc="0" normalizeH="0" baseline="0" noProof="0">
                <a:ln>
                  <a:noFill/>
                </a:ln>
                <a:solidFill>
                  <a:srgbClr val="2C3846"/>
                </a:solidFill>
                <a:effectLst/>
                <a:uLnTx/>
                <a:uFillTx/>
                <a:cs typeface="Arial" panose="020B0604020202020204" pitchFamily="34" charset="0"/>
              </a:rPr>
              <a:t>capacity and supply issues </a:t>
            </a:r>
            <a:r>
              <a:rPr kumimoji="0" lang="en-US" sz="1600" b="0" i="0" u="none" strike="noStrike" kern="1200" cap="none" spc="0" normalizeH="0" baseline="0" noProof="0">
                <a:ln>
                  <a:noFill/>
                </a:ln>
                <a:solidFill>
                  <a:srgbClr val="2C3846"/>
                </a:solidFill>
                <a:effectLst/>
                <a:uLnTx/>
                <a:uFillTx/>
                <a:cs typeface="Arial" panose="020B0604020202020204" pitchFamily="34" charset="0"/>
              </a:rPr>
              <a:t>for cancer care manifest in </a:t>
            </a:r>
            <a:r>
              <a:rPr kumimoji="0" lang="en-US" sz="1600" b="1" i="0" u="none" strike="noStrike" kern="1200" cap="none" spc="0" normalizeH="0" baseline="0" noProof="0">
                <a:ln>
                  <a:noFill/>
                </a:ln>
                <a:solidFill>
                  <a:srgbClr val="2C3846"/>
                </a:solidFill>
                <a:effectLst/>
                <a:uLnTx/>
                <a:uFillTx/>
                <a:cs typeface="Arial" panose="020B0604020202020204" pitchFamily="34" charset="0"/>
              </a:rPr>
              <a:t>longer wait times </a:t>
            </a:r>
            <a:r>
              <a:rPr kumimoji="0" lang="en-US" sz="1600" b="0" i="0" u="none" strike="noStrike" kern="1200" cap="none" spc="0" normalizeH="0" baseline="0" noProof="0">
                <a:ln>
                  <a:noFill/>
                </a:ln>
                <a:solidFill>
                  <a:srgbClr val="2C3846"/>
                </a:solidFill>
                <a:effectLst/>
                <a:uLnTx/>
                <a:uFillTx/>
                <a:cs typeface="Arial" panose="020B0604020202020204" pitchFamily="34" charset="0"/>
              </a:rPr>
              <a:t>for patients </a:t>
            </a:r>
            <a:r>
              <a:rPr kumimoji="0" lang="en-US" sz="1600" b="1" i="0" u="none" strike="noStrike" kern="1200" cap="none" spc="0" normalizeH="0" baseline="0" noProof="0">
                <a:ln>
                  <a:noFill/>
                </a:ln>
                <a:solidFill>
                  <a:srgbClr val="2C3846"/>
                </a:solidFill>
                <a:effectLst/>
                <a:uLnTx/>
                <a:uFillTx/>
                <a:cs typeface="Arial" panose="020B0604020202020204" pitchFamily="34" charset="0"/>
              </a:rPr>
              <a:t>diagnosed with cancer</a:t>
            </a:r>
            <a:r>
              <a:rPr kumimoji="0" lang="en-US" sz="1600" b="0" i="0" u="none" strike="noStrike" kern="1200" cap="none" spc="0" normalizeH="0" baseline="0" noProof="0">
                <a:ln>
                  <a:noFill/>
                </a:ln>
                <a:solidFill>
                  <a:srgbClr val="2C3846"/>
                </a:solidFill>
                <a:effectLst/>
                <a:uLnTx/>
                <a:uFillTx/>
                <a:cs typeface="Arial" panose="020B0604020202020204" pitchFamily="34" charset="0"/>
              </a:rPr>
              <a:t>, contributing to:</a:t>
            </a:r>
          </a:p>
          <a:p>
            <a:pPr marL="285750" marR="0" lvl="0" indent="-285750" algn="l" defTabSz="914400" rtl="0" eaLnBrk="1" fontAlgn="t" latinLnBrk="0" hangingPunct="1">
              <a:lnSpc>
                <a:spcPct val="100000"/>
              </a:lnSpc>
              <a:spcBef>
                <a:spcPts val="600"/>
              </a:spcBef>
              <a:spcAft>
                <a:spcPts val="600"/>
              </a:spcAft>
              <a:buClr>
                <a:schemeClr val="tx1"/>
              </a:buClr>
              <a:buSzTx/>
              <a:buFont typeface="Arial" panose="020B0604020202020204" pitchFamily="34" charset="0"/>
              <a:buChar char="•"/>
              <a:tabLst/>
              <a:defRPr/>
            </a:pPr>
            <a:r>
              <a:rPr kumimoji="0" lang="en-US" sz="1600" b="1" i="0" u="none" strike="noStrike" kern="1200" cap="none" spc="0" normalizeH="0" baseline="0" noProof="0">
                <a:ln>
                  <a:noFill/>
                </a:ln>
                <a:solidFill>
                  <a:srgbClr val="2C3846"/>
                </a:solidFill>
                <a:effectLst/>
                <a:uLnTx/>
                <a:uFillTx/>
                <a:cs typeface="Arial" panose="020B0604020202020204" pitchFamily="34" charset="0"/>
              </a:rPr>
              <a:t>Cancer progression: Delays in treatment </a:t>
            </a:r>
            <a:r>
              <a:rPr kumimoji="0" lang="en-US" sz="1600" b="0" i="0" u="none" strike="noStrike" kern="1200" cap="none" spc="0" normalizeH="0" baseline="0" noProof="0">
                <a:ln>
                  <a:noFill/>
                </a:ln>
                <a:solidFill>
                  <a:srgbClr val="2C3846"/>
                </a:solidFill>
                <a:effectLst/>
                <a:uLnTx/>
                <a:uFillTx/>
                <a:cs typeface="Arial" panose="020B0604020202020204" pitchFamily="34" charset="0"/>
              </a:rPr>
              <a:t>can lead to cancer progression, where the disease may advance to a more severe stage, increasing complexity of required treatment and total cost of care</a:t>
            </a:r>
          </a:p>
          <a:p>
            <a:pPr marL="285750" marR="0" lvl="0" indent="-285750" algn="l" defTabSz="914400" rtl="0" eaLnBrk="1" fontAlgn="t" latinLnBrk="0" hangingPunct="1">
              <a:lnSpc>
                <a:spcPct val="100000"/>
              </a:lnSpc>
              <a:spcBef>
                <a:spcPts val="600"/>
              </a:spcBef>
              <a:spcAft>
                <a:spcPts val="600"/>
              </a:spcAft>
              <a:buClr>
                <a:schemeClr val="tx1"/>
              </a:buClr>
              <a:buSzTx/>
              <a:buFont typeface="Arial" panose="020B0604020202020204" pitchFamily="34" charset="0"/>
              <a:buChar char="•"/>
              <a:tabLst/>
              <a:defRPr/>
            </a:pPr>
            <a:r>
              <a:rPr kumimoji="0" lang="en-US" sz="1600" b="1" i="0" u="none" strike="noStrike" kern="1200" cap="none" spc="0" normalizeH="0" baseline="0" noProof="0">
                <a:ln>
                  <a:noFill/>
                </a:ln>
                <a:solidFill>
                  <a:srgbClr val="2C3846"/>
                </a:solidFill>
                <a:effectLst/>
                <a:uLnTx/>
                <a:uFillTx/>
                <a:cs typeface="Arial" panose="020B0604020202020204" pitchFamily="34" charset="0"/>
              </a:rPr>
              <a:t>Decreased survival rates</a:t>
            </a:r>
            <a:r>
              <a:rPr kumimoji="0" lang="en-US" sz="1600" b="0" i="0" u="none" strike="noStrike" kern="1200" cap="none" spc="0" normalizeH="0" baseline="0" noProof="0">
                <a:ln>
                  <a:noFill/>
                </a:ln>
                <a:solidFill>
                  <a:srgbClr val="2C3846"/>
                </a:solidFill>
                <a:effectLst/>
                <a:uLnTx/>
                <a:uFillTx/>
                <a:cs typeface="Arial" panose="020B0604020202020204" pitchFamily="34" charset="0"/>
              </a:rPr>
              <a:t>: Studies show that </a:t>
            </a:r>
            <a:r>
              <a:rPr kumimoji="0" lang="en-US" sz="1600" b="1" i="0" u="none" strike="noStrike" kern="1200" cap="none" spc="0" normalizeH="0" baseline="0" noProof="0">
                <a:ln>
                  <a:noFill/>
                </a:ln>
                <a:solidFill>
                  <a:srgbClr val="2C3846"/>
                </a:solidFill>
                <a:effectLst/>
                <a:uLnTx/>
                <a:uFillTx/>
                <a:cs typeface="Arial" panose="020B0604020202020204" pitchFamily="34" charset="0"/>
              </a:rPr>
              <a:t>longer TTI </a:t>
            </a:r>
            <a:r>
              <a:rPr kumimoji="0" lang="en-US" sz="1600" b="0" i="0" u="none" strike="noStrike" kern="1200" cap="none" spc="0" normalizeH="0" baseline="0" noProof="0">
                <a:ln>
                  <a:noFill/>
                </a:ln>
                <a:solidFill>
                  <a:srgbClr val="2C3846"/>
                </a:solidFill>
                <a:effectLst/>
                <a:uLnTx/>
                <a:uFillTx/>
                <a:cs typeface="Arial" panose="020B0604020202020204" pitchFamily="34" charset="0"/>
              </a:rPr>
              <a:t>is associated with </a:t>
            </a:r>
            <a:r>
              <a:rPr kumimoji="0" lang="en-US" sz="1600" b="1" i="0" u="none" strike="noStrike" kern="1200" cap="none" spc="0" normalizeH="0" baseline="0" noProof="0">
                <a:ln>
                  <a:noFill/>
                </a:ln>
                <a:solidFill>
                  <a:srgbClr val="2C3846"/>
                </a:solidFill>
                <a:effectLst/>
                <a:uLnTx/>
                <a:uFillTx/>
                <a:cs typeface="Arial" panose="020B0604020202020204" pitchFamily="34" charset="0"/>
              </a:rPr>
              <a:t>decreased survival rates </a:t>
            </a:r>
            <a:r>
              <a:rPr kumimoji="0" lang="en-US" sz="1600" b="0" i="0" u="none" strike="noStrike" kern="1200" cap="none" spc="0" normalizeH="0" baseline="0" noProof="0">
                <a:ln>
                  <a:noFill/>
                </a:ln>
                <a:solidFill>
                  <a:srgbClr val="2C3846"/>
                </a:solidFill>
                <a:effectLst/>
                <a:uLnTx/>
                <a:uFillTx/>
                <a:cs typeface="Arial" panose="020B0604020202020204" pitchFamily="34" charset="0"/>
              </a:rPr>
              <a:t>for various types of cancer</a:t>
            </a:r>
          </a:p>
          <a:p>
            <a:pPr marL="171450" indent="-171450">
              <a:spcBef>
                <a:spcPts val="600"/>
              </a:spcBef>
              <a:spcAft>
                <a:spcPts val="600"/>
              </a:spcAft>
              <a:buFont typeface="Arial" panose="020B0604020202020204" pitchFamily="34" charset="0"/>
              <a:buChar char="•"/>
            </a:pPr>
            <a:endParaRPr lang="en-US" sz="1600">
              <a:solidFill>
                <a:srgbClr val="2C3846"/>
              </a:solidFill>
            </a:endParaRPr>
          </a:p>
        </p:txBody>
      </p:sp>
      <p:grpSp>
        <p:nvGrpSpPr>
          <p:cNvPr id="2" name="Group 1">
            <a:extLst>
              <a:ext uri="{FF2B5EF4-FFF2-40B4-BE49-F238E27FC236}">
                <a16:creationId xmlns:a16="http://schemas.microsoft.com/office/drawing/2014/main" id="{DC0167C6-3015-26C6-96AD-5C4DF5C511C3}"/>
              </a:ext>
            </a:extLst>
          </p:cNvPr>
          <p:cNvGrpSpPr/>
          <p:nvPr/>
        </p:nvGrpSpPr>
        <p:grpSpPr>
          <a:xfrm>
            <a:off x="-897410" y="279546"/>
            <a:ext cx="338328" cy="3872943"/>
            <a:chOff x="-460920" y="279546"/>
            <a:chExt cx="338328" cy="3872943"/>
          </a:xfrm>
        </p:grpSpPr>
        <p:sp>
          <p:nvSpPr>
            <p:cNvPr id="3" name="Google Shape;139;p2">
              <a:extLst>
                <a:ext uri="{FF2B5EF4-FFF2-40B4-BE49-F238E27FC236}">
                  <a16:creationId xmlns:a16="http://schemas.microsoft.com/office/drawing/2014/main" id="{CC691A68-F112-CCA2-94AF-9FE8E7D4CF49}"/>
                </a:ext>
              </a:extLst>
            </p:cNvPr>
            <p:cNvSpPr/>
            <p:nvPr/>
          </p:nvSpPr>
          <p:spPr>
            <a:xfrm>
              <a:off x="-460920" y="1289436"/>
              <a:ext cx="338328" cy="338328"/>
            </a:xfrm>
            <a:prstGeom prst="ellipse">
              <a:avLst/>
            </a:prstGeom>
            <a:solidFill>
              <a:srgbClr val="04748A"/>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4" name="Google Shape;140;p2">
              <a:extLst>
                <a:ext uri="{FF2B5EF4-FFF2-40B4-BE49-F238E27FC236}">
                  <a16:creationId xmlns:a16="http://schemas.microsoft.com/office/drawing/2014/main" id="{CEAC7580-DD77-65D0-6AB2-A31A6283A65A}"/>
                </a:ext>
              </a:extLst>
            </p:cNvPr>
            <p:cNvSpPr/>
            <p:nvPr/>
          </p:nvSpPr>
          <p:spPr>
            <a:xfrm>
              <a:off x="-460920" y="1794381"/>
              <a:ext cx="338328" cy="338328"/>
            </a:xfrm>
            <a:prstGeom prst="ellipse">
              <a:avLst/>
            </a:prstGeom>
            <a:solidFill>
              <a:srgbClr val="206971"/>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6" name="Google Shape;141;p2">
              <a:extLst>
                <a:ext uri="{FF2B5EF4-FFF2-40B4-BE49-F238E27FC236}">
                  <a16:creationId xmlns:a16="http://schemas.microsoft.com/office/drawing/2014/main" id="{C4DEEA1F-1BF1-F836-735B-8DDEEB50561D}"/>
                </a:ext>
              </a:extLst>
            </p:cNvPr>
            <p:cNvSpPr/>
            <p:nvPr/>
          </p:nvSpPr>
          <p:spPr>
            <a:xfrm>
              <a:off x="-460920" y="2299326"/>
              <a:ext cx="338328" cy="338328"/>
            </a:xfrm>
            <a:prstGeom prst="ellipse">
              <a:avLst/>
            </a:prstGeom>
            <a:solidFill>
              <a:srgbClr val="17B2A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7" name="Google Shape;142;p2">
              <a:extLst>
                <a:ext uri="{FF2B5EF4-FFF2-40B4-BE49-F238E27FC236}">
                  <a16:creationId xmlns:a16="http://schemas.microsoft.com/office/drawing/2014/main" id="{CE5EF6FA-42C8-F515-D84D-78BE283BA5AE}"/>
                </a:ext>
              </a:extLst>
            </p:cNvPr>
            <p:cNvSpPr/>
            <p:nvPr/>
          </p:nvSpPr>
          <p:spPr>
            <a:xfrm>
              <a:off x="-460920" y="2804271"/>
              <a:ext cx="338328" cy="338328"/>
            </a:xfrm>
            <a:prstGeom prst="ellipse">
              <a:avLst/>
            </a:prstGeom>
            <a:solidFill>
              <a:srgbClr val="BFBFBF"/>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8" name="Google Shape;143;p2">
              <a:extLst>
                <a:ext uri="{FF2B5EF4-FFF2-40B4-BE49-F238E27FC236}">
                  <a16:creationId xmlns:a16="http://schemas.microsoft.com/office/drawing/2014/main" id="{DD8F6D72-C5CB-B151-8DF1-13384EE6A402}"/>
                </a:ext>
              </a:extLst>
            </p:cNvPr>
            <p:cNvSpPr/>
            <p:nvPr/>
          </p:nvSpPr>
          <p:spPr>
            <a:xfrm>
              <a:off x="-460920" y="3309216"/>
              <a:ext cx="338328" cy="338328"/>
            </a:xfrm>
            <a:prstGeom prst="ellipse">
              <a:avLst/>
            </a:prstGeom>
            <a:solidFill>
              <a:srgbClr val="969696"/>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5" name="Google Shape;147;p2">
              <a:extLst>
                <a:ext uri="{FF2B5EF4-FFF2-40B4-BE49-F238E27FC236}">
                  <a16:creationId xmlns:a16="http://schemas.microsoft.com/office/drawing/2014/main" id="{EF8F0372-1063-8047-3E72-60220EB6F9A6}"/>
                </a:ext>
              </a:extLst>
            </p:cNvPr>
            <p:cNvSpPr/>
            <p:nvPr/>
          </p:nvSpPr>
          <p:spPr>
            <a:xfrm>
              <a:off x="-460920" y="279546"/>
              <a:ext cx="338328" cy="338328"/>
            </a:xfrm>
            <a:prstGeom prst="ellipse">
              <a:avLst/>
            </a:prstGeom>
            <a:solidFill>
              <a:srgbClr val="1F4762"/>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16" name="Google Shape;151;p2">
              <a:extLst>
                <a:ext uri="{FF2B5EF4-FFF2-40B4-BE49-F238E27FC236}">
                  <a16:creationId xmlns:a16="http://schemas.microsoft.com/office/drawing/2014/main" id="{3CE72F00-B64A-3DDD-82FE-D93E6AEC0D5C}"/>
                </a:ext>
              </a:extLst>
            </p:cNvPr>
            <p:cNvSpPr/>
            <p:nvPr/>
          </p:nvSpPr>
          <p:spPr>
            <a:xfrm>
              <a:off x="-460920" y="3814161"/>
              <a:ext cx="338328" cy="338328"/>
            </a:xfrm>
            <a:prstGeom prst="ellipse">
              <a:avLst/>
            </a:prstGeom>
            <a:solidFill>
              <a:srgbClr val="271C19"/>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sp>
          <p:nvSpPr>
            <p:cNvPr id="30" name="Google Shape;147;p2">
              <a:extLst>
                <a:ext uri="{FF2B5EF4-FFF2-40B4-BE49-F238E27FC236}">
                  <a16:creationId xmlns:a16="http://schemas.microsoft.com/office/drawing/2014/main" id="{3F265029-1302-1F33-6F5F-5AAC3A8EC1B7}"/>
                </a:ext>
              </a:extLst>
            </p:cNvPr>
            <p:cNvSpPr/>
            <p:nvPr/>
          </p:nvSpPr>
          <p:spPr>
            <a:xfrm>
              <a:off x="-460920" y="784491"/>
              <a:ext cx="338328" cy="338328"/>
            </a:xfrm>
            <a:prstGeom prst="ellipse">
              <a:avLst/>
            </a:prstGeom>
            <a:solidFill>
              <a:srgbClr val="1B5B74"/>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1200" cap="none" spc="0" normalizeH="0" baseline="0" noProof="0">
                <a:ln>
                  <a:noFill/>
                </a:ln>
                <a:solidFill>
                  <a:srgbClr val="FFFFFF"/>
                </a:solidFill>
                <a:effectLst/>
                <a:uLnTx/>
                <a:uFillTx/>
                <a:latin typeface="+mn-lt"/>
                <a:ea typeface="Arial"/>
                <a:cs typeface="Arial"/>
                <a:sym typeface="Arial"/>
              </a:endParaRPr>
            </a:p>
          </p:txBody>
        </p:sp>
      </p:grpSp>
      <p:sp>
        <p:nvSpPr>
          <p:cNvPr id="31" name="Rectangle 30">
            <a:extLst>
              <a:ext uri="{FF2B5EF4-FFF2-40B4-BE49-F238E27FC236}">
                <a16:creationId xmlns:a16="http://schemas.microsoft.com/office/drawing/2014/main" id="{04147455-74A3-6F76-447A-5EE3132E86B2}"/>
              </a:ext>
            </a:extLst>
          </p:cNvPr>
          <p:cNvSpPr/>
          <p:nvPr/>
        </p:nvSpPr>
        <p:spPr>
          <a:xfrm>
            <a:off x="615556" y="5921215"/>
            <a:ext cx="4412202" cy="2547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i="1">
                <a:solidFill>
                  <a:schemeClr val="tx1"/>
                </a:solidFill>
              </a:rPr>
              <a:t>Add GCC countries for comparison</a:t>
            </a:r>
          </a:p>
        </p:txBody>
      </p:sp>
    </p:spTree>
    <p:extLst>
      <p:ext uri="{BB962C8B-B14F-4D97-AF65-F5344CB8AC3E}">
        <p14:creationId xmlns:p14="http://schemas.microsoft.com/office/powerpoint/2010/main" val="1963049952"/>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32687&quot;&gt;&lt;version val=&quot;38528&quot;/&gt;&lt;CPresentation id=&quot;1&quot;&gt;&lt;m_precDefaultOrdinal&gt;&lt;m_bNumberIsYear val=&quot;1&quot;/&gt;&lt;m_chMinusSymbol&gt;-&lt;/m_chMinusSymbol&gt;&lt;m_chDecimalSymbol17909&gt;,&lt;/m_chDecimalSymbol17909&gt;&lt;m_nGroupingDigits17909 val=&quot;3&quot;/&gt;&lt;m_chGroupingSymbol17909&gt;.&lt;/m_chGroupingSymbol17909&gt;&lt;m_yearfmt&gt;&lt;begin val=&quot;0&quot;/&gt;&lt;end val=&quot;4&quot;/&gt;&lt;/m_yearfmt&gt;&lt;/m_precDefaultOrdinal&gt;&lt;m_precDefaultNumber&gt;&lt;m_bNumberIsYear val=&quot;1&quot;/&gt;&lt;m_chMinusSymbol&gt;-&lt;/m_chMinusSymbol&gt;&lt;m_chDecimalSymbol17909&gt;,&lt;/m_chDecimalSymbol17909&gt;&lt;m_nGroupingDigits17909 val=&quot;3&quot;/&gt;&lt;m_chGroupingSymbol17909&gt;.&lt;/m_chGroupingSymbol17909&gt;&lt;m_yearfmt&gt;&lt;begin val=&quot;0&quot;/&gt;&lt;end val=&quot;4&quot;/&gt;&lt;/m_yearfmt&gt;&lt;/m_precDefaultNumber&gt;&lt;m_precDefaultPercent&gt;&lt;m_bNumberIsYear val=&quot;1&quot;/&gt;&lt;m_chMinusSymbol&gt;-&lt;/m_chMinusSymbol&gt;&lt;m_nDecimalDigits17909 val=&quot;0&quot;/&gt;&lt;m_chDecimalSymbol17909&gt;,&lt;/m_chDecimalSymbol17909&gt;&lt;m_nGroupingDigits17909 val=&quot;3&quot;/&gt;&lt;m_chGroupingSymbol17909&gt;.&lt;/m_chGroupingSymbol17909&gt;&lt;m_strSuffix17909&gt;%&lt;/m_strSuffix17909&gt;&lt;m_yearfmt&gt;&lt;begin val=&quot;0&quot;/&gt;&lt;end val=&quot;4&quot;/&gt;&lt;/m_yearfmt&gt;&lt;/m_precDefaultPercent&gt;&lt;m_precDefaultDate&gt;&lt;m_bNumberIsYear val=&quot;0&quot;/&gt;&lt;m_strFormatTime&gt;%#m/%#d/%Y&lt;/m_strFormatTime&gt;&lt;m_yearfmt&gt;&lt;begin val=&quot;0&quot;/&gt;&lt;end val=&quot;0&quot;/&gt;&lt;/m_yearfmt&gt;&lt;/m_precDefaultDate&gt;&lt;m_precDefaultDay&gt;&lt;m_bNumberIsYear val=&quot;0&quot;/&gt;&lt;m_strFormatTime&gt;%#d&lt;/m_strFormatTime&gt;&lt;m_yearfmt&gt;&lt;begin val=&quot;0&quot;/&gt;&lt;end val=&quot;4&quot;/&gt;&lt;/m_yearfmt&gt;&lt;/m_precDefaultDay&gt;&lt;m_precDefaultWeek&gt;&lt;m_bNumberIsYear val=&quot;0&quot;/&gt;&lt;m_strFormatTime&gt;%4&lt;/m_strFormatTime&gt;&lt;m_yearfmt&gt;&lt;begin val=&quot;0&quot;/&gt;&lt;end val=&quot;4&quot;/&gt;&lt;/m_yearfmt&gt;&lt;/m_precDefaultWeek&gt;&lt;m_precDefaultMonth&gt;&lt;m_yearfmt&gt;&lt;begin val=&quot;0&quot;/&gt;&lt;end val=&quot;4&quot;/&gt;&lt;/m_yearfmt&gt;&lt;/m_precDefaultMonth&gt;&lt;m_precDefaultQuarter&gt;&lt;m_bNumberIsYear val=&quot;0&quot;/&gt;&lt;m_strFormatTime&gt;Q%5&lt;/m_strFormatTime&gt;&lt;m_yearfmt&gt;&lt;begin val=&quot;0&quot;/&gt;&lt;end val=&quot;4&quot;/&gt;&lt;/m_yearfmt&gt;&lt;/m_precDefaultQuarter&gt;&lt;m_precDefaultYear&gt;&lt;m_bNumberIsYear val=&quot;0&quot;/&gt;&lt;m_strFormatTime&gt;%Y&lt;/m_strFormatTime&gt;&lt;m_yearfmt&gt;&lt;begin val=&quot;0&quot;/&gt;&lt;end val=&quot;0&quot;/&gt;&lt;/m_yearfmt&gt;&lt;/m_precDefaultYear&gt;&lt;m_precDefaultFYDay&gt;&lt;m_yearfmt&gt;&lt;begin val=&quot;0&quot;/&gt;&lt;end val=&quot;4&quot;/&gt;&lt;/m_yearfmt&gt;&lt;/m_precDefaultFYDay&gt;&lt;m_precDefaultFYWeek&gt;&lt;m_yearfmt&gt;&lt;begin val=&quot;0&quot;/&gt;&lt;end val=&quot;4&quot;/&gt;&lt;/m_yearfmt&gt;&lt;/m_precDefaultFYWeek&gt;&lt;m_precDefaultFYMonth&gt;&lt;m_yearfmt&gt;&lt;begin val=&quot;0&quot;/&gt;&lt;end val=&quot;4&quot;/&gt;&lt;/m_yearfmt&gt;&lt;/m_precDefaultFYMonth&gt;&lt;m_precDefaultFYQuarter&gt;&lt;m_yearfmt&gt;&lt;begin val=&quot;0&quot;/&gt;&lt;end val=&quot;4&quot;/&gt;&lt;/m_yearfmt&gt;&lt;/m_precDefaultFYQuarter&gt;&lt;m_precDefaultFYYear&gt;&lt;m_yearfmt&gt;&lt;begin val=&quot;0&quot;/&gt;&lt;end val=&quot;4&quot;/&gt;&lt;/m_yearfmt&gt;&lt;/m_precDefaultFYYear&gt;&lt;m_mruColor&gt;&lt;m_vecMRU length=&quot;24&quot;&gt;&lt;elem m_fUsage=&quot;3.50583495485402663050E+00&quot;&gt;&lt;m_msothmcolidx val=&quot;0&quot;/&gt;&lt;m_rgb r=&quot;04&quot; g=&quot;74&quot; b=&quot;8A&quot;/&gt;&lt;/elem&gt;&lt;elem m_fUsage=&quot;1.14064140078087139507E+00&quot;&gt;&lt;m_msothmcolidx val=&quot;0&quot;/&gt;&lt;m_rgb r=&quot;17&quot; g=&quot;B2&quot; b=&quot;AF&quot;/&gt;&lt;/elem&gt;&lt;elem m_fUsage=&quot;1.00000000000000000000E+00&quot;&gt;&lt;m_msothmcolidx val=&quot;0&quot;/&gt;&lt;m_rgb r=&quot;1B&quot; g=&quot;CC&quot; b=&quot;D0&quot;/&gt;&lt;/elem&gt;&lt;elem m_fUsage=&quot;9.00000000000000022204E-01&quot;&gt;&lt;m_msothmcolidx val=&quot;0&quot;/&gt;&lt;m_rgb r=&quot;16&quot; g=&quot;8F&quot; b=&quot;AE&quot;/&gt;&lt;/elem&gt;&lt;elem m_fUsage=&quot;8.10000000000000053291E-01&quot;&gt;&lt;m_msothmcolidx val=&quot;0&quot;/&gt;&lt;m_rgb r=&quot;17&quot; g=&quot;AB&quot; b=&quot;CA&quot;/&gt;&lt;/elem&gt;&lt;elem m_fUsage=&quot;7.36098929100000298753E-01&quot;&gt;&lt;m_msothmcolidx val=&quot;0&quot;/&gt;&lt;m_rgb r=&quot;06&quot; g=&quot;9D&quot; b=&quot;C5&quot;/&gt;&lt;/elem&gt;&lt;elem m_fUsage=&quot;5.96240132571000169825E-01&quot;&gt;&lt;m_msothmcolidx val=&quot;0&quot;/&gt;&lt;m_rgb r=&quot;05&quot; g=&quot;81&quot; b=&quot;A2&quot;/&gt;&lt;/elem&gt;&lt;elem m_fUsage=&quot;5.77413128128459907096E-01&quot;&gt;&lt;m_msothmcolidx val=&quot;0&quot;/&gt;&lt;m_rgb r=&quot;20&quot; g=&quot;69&quot; b=&quot;71&quot;/&gt;&lt;/elem&gt;&lt;elem m_fUsage=&quot;4.30467210000000044534E-01&quot;&gt;&lt;m_msothmcolidx val=&quot;0&quot;/&gt;&lt;m_rgb r=&quot;07&quot; g=&quot;C7&quot; b=&quot;F5&quot;/&gt;&lt;/elem&gt;&lt;elem m_fUsage=&quot;2.54186582832900076490E-01&quot;&gt;&lt;m_msothmcolidx val=&quot;0&quot;/&gt;&lt;m_rgb r=&quot;06&quot; g=&quot;9E&quot; b=&quot;C0&quot;/&gt;&lt;/elem&gt;&lt;elem m_fUsage=&quot;4.86726224853269787141E-02&quot;&gt;&lt;m_msothmcolidx val=&quot;0&quot;/&gt;&lt;m_rgb r=&quot;F0&quot; g=&quot;F0&quot; b=&quot;F0&quot;/&gt;&lt;/elem&gt;&lt;elem m_fUsage=&quot;2.99697845867076171321E-04&quot;&gt;&lt;m_msothmcolidx val=&quot;0&quot;/&gt;&lt;m_rgb r=&quot;1B&quot; g=&quot;5B&quot; b=&quot;74&quot;/&gt;&lt;/elem&gt;&lt;elem m_fUsage=&quot;4.79064128469124708145E-05&quot;&gt;&lt;m_msothmcolidx val=&quot;0&quot;/&gt;&lt;m_rgb r=&quot;BF&quot; g=&quot;BF&quot; b=&quot;BF&quot;/&gt;&lt;/elem&gt;&lt;elem m_fUsage=&quot;2.98499815168439852663E-05&quot;&gt;&lt;m_msothmcolidx val=&quot;0&quot;/&gt;&lt;m_rgb r=&quot;74&quot; g=&quot;79&quot; b=&quot;77&quot;/&gt;&lt;/elem&gt;&lt;elem m_fUsage=&quot;2.33772035172163376480E-05&quot;&gt;&lt;m_msothmcolidx val=&quot;0&quot;/&gt;&lt;m_rgb r=&quot;95&quot; g=&quot;97&quot; b=&quot;9C&quot;/&gt;&lt;/elem&gt;&lt;elem m_fUsage=&quot;1.56842404291315473089E-05&quot;&gt;&lt;m_msothmcolidx val=&quot;0&quot;/&gt;&lt;m_rgb r=&quot;D9&quot; g=&quot;D9&quot; b=&quot;D9&quot;/&gt;&lt;/elem&gt;&lt;elem m_fUsage=&quot;1.13038017633826003638E-05&quot;&gt;&lt;m_msothmcolidx val=&quot;0&quot;/&gt;&lt;m_rgb r=&quot;76&quot; g=&quot;71&quot; b=&quot;71&quot;/&gt;&lt;/elem&gt;&lt;elem m_fUsage=&quot;7.50172357610829874545E-06&quot;&gt;&lt;m_msothmcolidx val=&quot;0&quot;/&gt;&lt;m_rgb r=&quot;8F&quot; g=&quot;8F&quot; b=&quot;89&quot;/&gt;&lt;/elem&gt;&lt;elem m_fUsage=&quot;5.46875648698295713853E-06&quot;&gt;&lt;m_msothmcolidx val=&quot;0&quot;/&gt;&lt;m_rgb r=&quot;F8&quot; g=&quot;AC&quot; b=&quot;A2&quot;/&gt;&lt;/elem&gt;&lt;elem m_fUsage=&quot;3.36978439251946417060E-06&quot;&gt;&lt;m_msothmcolidx val=&quot;0&quot;/&gt;&lt;m_rgb r=&quot;1F&quot; g=&quot;47&quot; b=&quot;62&quot;/&gt;&lt;/elem&gt;&lt;elem m_fUsage=&quot;3.53340834946364468560E-07&quot;&gt;&lt;m_msothmcolidx val=&quot;0&quot;/&gt;&lt;m_rgb r=&quot;3A&quot; g=&quot;A2&quot; b=&quot;A3&quot;/&gt;&lt;/elem&gt;&lt;elem m_fUsage=&quot;1.53582793991681448305E-07&quot;&gt;&lt;m_msothmcolidx val=&quot;0&quot;/&gt;&lt;m_rgb r=&quot;06&quot; g=&quot;B6&quot; b=&quot;E7&quot;/&gt;&lt;/elem&gt;&lt;elem m_fUsage=&quot;9.75894900418399785004E-08&quot;&gt;&lt;m_msothmcolidx val=&quot;0&quot;/&gt;&lt;m_rgb r=&quot;06&quot; g=&quot;B3&quot; b=&quot;D9&quot;/&gt;&lt;/elem&gt;&lt;elem m_fUsage=&quot;8.98144994103402901603E-08&quot;&gt;&lt;m_msothmcolidx val=&quot;0&quot;/&gt;&lt;m_rgb r=&quot;06&quot; g=&quot;A0&quot; b=&quot;CD&quot;/&gt;&lt;/elem&gt;&lt;/m_vecMRU&gt;&lt;/m_mruColor&gt;&lt;m_eweekdayFirstOfWeek val=&quot;2&quot;/&gt;&lt;m_eweekdayFirstOfWorkweek val=&quot;1&quot;/&gt;&lt;m_eweekdayFirstOfWeekend val=&quot;6&quot;/&gt;&lt;/CPresentation&gt;&lt;/root&gt;"/>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5.xml><?xml version="1.0" encoding="utf-8"?>
<p:tagLst xmlns:a="http://schemas.openxmlformats.org/drawingml/2006/main" xmlns:r="http://schemas.openxmlformats.org/officeDocument/2006/relationships" xmlns:p="http://schemas.openxmlformats.org/presentationml/2006/main">
  <p:tag name="SHAPENAME" val="3. Subtitle"/>
</p:tagLst>
</file>

<file path=ppt/tags/tag6.xml><?xml version="1.0" encoding="utf-8"?>
<p:tagLst xmlns:a="http://schemas.openxmlformats.org/drawingml/2006/main" xmlns:r="http://schemas.openxmlformats.org/officeDocument/2006/relationships" xmlns:p="http://schemas.openxmlformats.org/presentationml/2006/main">
  <p:tag name="SHAPENAME" val="5. Source"/>
</p:tagLst>
</file>

<file path=ppt/tags/tag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1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2.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3.xml><?xml version="1.0" encoding="utf-8"?>
<p:tagLst xmlns:a="http://schemas.openxmlformats.org/drawingml/2006/main" xmlns:r="http://schemas.openxmlformats.org/officeDocument/2006/relationships" xmlns:p="http://schemas.openxmlformats.org/presentationml/2006/main">
  <p:tag name="SHAPENAME" val="5. Source"/>
</p:tagLst>
</file>

<file path=ppt/tags/tag1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5.xml><?xml version="1.0" encoding="utf-8"?>
<p:tagLst xmlns:a="http://schemas.openxmlformats.org/drawingml/2006/main" xmlns:r="http://schemas.openxmlformats.org/officeDocument/2006/relationships" xmlns:p="http://schemas.openxmlformats.org/presentationml/2006/main">
  <p:tag name="SHAPENAME" val="3. Subtitl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18.xml><?xml version="1.0" encoding="utf-8"?>
<p:tagLst xmlns:a="http://schemas.openxmlformats.org/drawingml/2006/main" xmlns:r="http://schemas.openxmlformats.org/officeDocument/2006/relationships" xmlns:p="http://schemas.openxmlformats.org/presentationml/2006/main">
  <p:tag name="SHAPENAME" val="3. Subtitle"/>
</p:tagLst>
</file>

<file path=ppt/tags/tag19.xml><?xml version="1.0" encoding="utf-8"?>
<p:tagLst xmlns:a="http://schemas.openxmlformats.org/drawingml/2006/main" xmlns:r="http://schemas.openxmlformats.org/officeDocument/2006/relationships" xmlns:p="http://schemas.openxmlformats.org/presentationml/2006/main">
  <p:tag name="SHAPENAME" val="5. Source"/>
</p:tagLst>
</file>

<file path=ppt/tags/tag2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xcgoWEzLgA0_64VDvMxGGg"/>
</p:tagLst>
</file>

<file path=ppt/tags/tag24.xml><?xml version="1.0" encoding="utf-8"?>
<p:tagLst xmlns:a="http://schemas.openxmlformats.org/drawingml/2006/main" xmlns:r="http://schemas.openxmlformats.org/officeDocument/2006/relationships" xmlns:p="http://schemas.openxmlformats.org/presentationml/2006/main">
  <p:tag name="SHAPENAME" val="4. Footnote"/>
</p:tagLst>
</file>

<file path=ppt/tags/tag2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6.xml><?xml version="1.0" encoding="utf-8"?>
<p:tagLst xmlns:a="http://schemas.openxmlformats.org/drawingml/2006/main" xmlns:r="http://schemas.openxmlformats.org/officeDocument/2006/relationships" xmlns:p="http://schemas.openxmlformats.org/presentationml/2006/main">
  <p:tag name="NAME" val="ACET"/>
</p:tagLst>
</file>

<file path=ppt/tags/tag27.xml><?xml version="1.0" encoding="utf-8"?>
<p:tagLst xmlns:a="http://schemas.openxmlformats.org/drawingml/2006/main" xmlns:r="http://schemas.openxmlformats.org/officeDocument/2006/relationships" xmlns:p="http://schemas.openxmlformats.org/presentationml/2006/main">
  <p:tag name="NAME" val="Moon"/>
</p:tagLst>
</file>

<file path=ppt/tags/tag28.xml><?xml version="1.0" encoding="utf-8"?>
<p:tagLst xmlns:a="http://schemas.openxmlformats.org/drawingml/2006/main" xmlns:r="http://schemas.openxmlformats.org/officeDocument/2006/relationships" xmlns:p="http://schemas.openxmlformats.org/presentationml/2006/main">
  <p:tag name="NAME" val="Moon"/>
</p:tagLst>
</file>

<file path=ppt/tags/tag29.xml><?xml version="1.0" encoding="utf-8"?>
<p:tagLst xmlns:a="http://schemas.openxmlformats.org/drawingml/2006/main" xmlns:r="http://schemas.openxmlformats.org/officeDocument/2006/relationships" xmlns:p="http://schemas.openxmlformats.org/presentationml/2006/main">
  <p:tag name="NAME" val="Moon"/>
</p:tagLst>
</file>

<file path=ppt/tags/tag30.xml><?xml version="1.0" encoding="utf-8"?>
<p:tagLst xmlns:a="http://schemas.openxmlformats.org/drawingml/2006/main" xmlns:r="http://schemas.openxmlformats.org/officeDocument/2006/relationships" xmlns:p="http://schemas.openxmlformats.org/presentationml/2006/main">
  <p:tag name="NAME" val="Moon"/>
</p:tagLst>
</file>

<file path=ppt/tags/tag31.xml><?xml version="1.0" encoding="utf-8"?>
<p:tagLst xmlns:a="http://schemas.openxmlformats.org/drawingml/2006/main" xmlns:r="http://schemas.openxmlformats.org/officeDocument/2006/relationships" xmlns:p="http://schemas.openxmlformats.org/presentationml/2006/main">
  <p:tag name="NAME" val="Moon"/>
</p:tagLst>
</file>

<file path=ppt/tags/tag32.xml><?xml version="1.0" encoding="utf-8"?>
<p:tagLst xmlns:a="http://schemas.openxmlformats.org/drawingml/2006/main" xmlns:r="http://schemas.openxmlformats.org/officeDocument/2006/relationships" xmlns:p="http://schemas.openxmlformats.org/presentationml/2006/main">
  <p:tag name="ANGLE" val="5"/>
</p:tagLst>
</file>

<file path=ppt/tags/tag33.xml><?xml version="1.0" encoding="utf-8"?>
<p:tagLst xmlns:a="http://schemas.openxmlformats.org/drawingml/2006/main" xmlns:r="http://schemas.openxmlformats.org/officeDocument/2006/relationships" xmlns:p="http://schemas.openxmlformats.org/presentationml/2006/main">
  <p:tag name="ANGLE" val="5"/>
</p:tagLst>
</file>

<file path=ppt/tags/tag34.xml><?xml version="1.0" encoding="utf-8"?>
<p:tagLst xmlns:a="http://schemas.openxmlformats.org/drawingml/2006/main" xmlns:r="http://schemas.openxmlformats.org/officeDocument/2006/relationships" xmlns:p="http://schemas.openxmlformats.org/presentationml/2006/main">
  <p:tag name="ANGLE" val="4"/>
</p:tagLst>
</file>

<file path=ppt/tags/tag35.xml><?xml version="1.0" encoding="utf-8"?>
<p:tagLst xmlns:a="http://schemas.openxmlformats.org/drawingml/2006/main" xmlns:r="http://schemas.openxmlformats.org/officeDocument/2006/relationships" xmlns:p="http://schemas.openxmlformats.org/presentationml/2006/main">
  <p:tag name="ANGLE" val="4"/>
</p:tagLst>
</file>

<file path=ppt/tags/tag36.xml><?xml version="1.0" encoding="utf-8"?>
<p:tagLst xmlns:a="http://schemas.openxmlformats.org/drawingml/2006/main" xmlns:r="http://schemas.openxmlformats.org/officeDocument/2006/relationships" xmlns:p="http://schemas.openxmlformats.org/presentationml/2006/main">
  <p:tag name="ANGLE" val="3"/>
</p:tagLst>
</file>

<file path=ppt/tags/tag37.xml><?xml version="1.0" encoding="utf-8"?>
<p:tagLst xmlns:a="http://schemas.openxmlformats.org/drawingml/2006/main" xmlns:r="http://schemas.openxmlformats.org/officeDocument/2006/relationships" xmlns:p="http://schemas.openxmlformats.org/presentationml/2006/main">
  <p:tag name="ANGLE" val="3"/>
</p:tagLst>
</file>

<file path=ppt/tags/tag38.xml><?xml version="1.0" encoding="utf-8"?>
<p:tagLst xmlns:a="http://schemas.openxmlformats.org/drawingml/2006/main" xmlns:r="http://schemas.openxmlformats.org/officeDocument/2006/relationships" xmlns:p="http://schemas.openxmlformats.org/presentationml/2006/main">
  <p:tag name="ANGLE" val="2"/>
</p:tagLst>
</file>

<file path=ppt/tags/tag39.xml><?xml version="1.0" encoding="utf-8"?>
<p:tagLst xmlns:a="http://schemas.openxmlformats.org/drawingml/2006/main" xmlns:r="http://schemas.openxmlformats.org/officeDocument/2006/relationships" xmlns:p="http://schemas.openxmlformats.org/presentationml/2006/main">
  <p:tag name="ANGLE" val="2"/>
</p:tagLst>
</file>

<file path=ppt/tags/tag40.xml><?xml version="1.0" encoding="utf-8"?>
<p:tagLst xmlns:a="http://schemas.openxmlformats.org/drawingml/2006/main" xmlns:r="http://schemas.openxmlformats.org/officeDocument/2006/relationships" xmlns:p="http://schemas.openxmlformats.org/presentationml/2006/main">
  <p:tag name="ANGLE" val="1"/>
</p:tagLst>
</file>

<file path=ppt/tags/tag41.xml><?xml version="1.0" encoding="utf-8"?>
<p:tagLst xmlns:a="http://schemas.openxmlformats.org/drawingml/2006/main" xmlns:r="http://schemas.openxmlformats.org/officeDocument/2006/relationships" xmlns:p="http://schemas.openxmlformats.org/presentationml/2006/main">
  <p:tag name="ANGLE" val="1"/>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44.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45.xml><?xml version="1.0" encoding="utf-8"?>
<p:tagLst xmlns:a="http://schemas.openxmlformats.org/drawingml/2006/main" xmlns:r="http://schemas.openxmlformats.org/officeDocument/2006/relationships" xmlns:p="http://schemas.openxmlformats.org/presentationml/2006/main">
  <p:tag name="SHAPENAME" val="Subtitle"/>
</p:tagLst>
</file>

<file path=ppt/tags/tag46.xml><?xml version="1.0" encoding="utf-8"?>
<p:tagLst xmlns:a="http://schemas.openxmlformats.org/drawingml/2006/main" xmlns:r="http://schemas.openxmlformats.org/officeDocument/2006/relationships" xmlns:p="http://schemas.openxmlformats.org/presentationml/2006/main">
  <p:tag name="SHAPENAME" val="Titl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49.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50.xml><?xml version="1.0" encoding="utf-8"?>
<p:tagLst xmlns:a="http://schemas.openxmlformats.org/drawingml/2006/main" xmlns:r="http://schemas.openxmlformats.org/officeDocument/2006/relationships" xmlns:p="http://schemas.openxmlformats.org/presentationml/2006/main">
  <p:tag name="SHAPENAME" val="Subtitle"/>
</p:tagLst>
</file>

<file path=ppt/tags/tag51.xml><?xml version="1.0" encoding="utf-8"?>
<p:tagLst xmlns:a="http://schemas.openxmlformats.org/drawingml/2006/main" xmlns:r="http://schemas.openxmlformats.org/officeDocument/2006/relationships" xmlns:p="http://schemas.openxmlformats.org/presentationml/2006/main">
  <p:tag name="SHAPENAME" val="Titl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54.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55.xml><?xml version="1.0" encoding="utf-8"?>
<p:tagLst xmlns:a="http://schemas.openxmlformats.org/drawingml/2006/main" xmlns:r="http://schemas.openxmlformats.org/officeDocument/2006/relationships" xmlns:p="http://schemas.openxmlformats.org/presentationml/2006/main">
  <p:tag name="SHAPENAME" val="Subtitle"/>
</p:tagLst>
</file>

<file path=ppt/tags/tag56.xml><?xml version="1.0" encoding="utf-8"?>
<p:tagLst xmlns:a="http://schemas.openxmlformats.org/drawingml/2006/main" xmlns:r="http://schemas.openxmlformats.org/officeDocument/2006/relationships" xmlns:p="http://schemas.openxmlformats.org/presentationml/2006/main">
  <p:tag name="SHAPENAME" val="Title"/>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59.xml><?xml version="1.0" encoding="utf-8"?>
<p:tagLst xmlns:a="http://schemas.openxmlformats.org/drawingml/2006/main" xmlns:r="http://schemas.openxmlformats.org/officeDocument/2006/relationships" xmlns:p="http://schemas.openxmlformats.org/presentationml/2006/main">
  <p:tag name="SHAPENAME" val="3. Subtitle"/>
</p:tagLst>
</file>

<file path=ppt/tags/tag60.xml><?xml version="1.0" encoding="utf-8"?>
<p:tagLst xmlns:a="http://schemas.openxmlformats.org/drawingml/2006/main" xmlns:r="http://schemas.openxmlformats.org/officeDocument/2006/relationships" xmlns:p="http://schemas.openxmlformats.org/presentationml/2006/main">
  <p:tag name="SHAPENAME" val="5. Source"/>
</p:tagLst>
</file>

<file path=ppt/tags/tag6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rZ96ctUUqJsGDCugslwBCg"/>
</p:tagLst>
</file>

<file path=ppt/tags/tag6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6.xml><?xml version="1.0" encoding="utf-8"?>
<p:tagLst xmlns:a="http://schemas.openxmlformats.org/drawingml/2006/main" xmlns:r="http://schemas.openxmlformats.org/officeDocument/2006/relationships" xmlns:p="http://schemas.openxmlformats.org/presentationml/2006/main">
  <p:tag name="SHAPENAME" val="5. Source"/>
</p:tagLst>
</file>

<file path=ppt/tags/tag6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AvhTnprpZIIVVQCOTQtpLw"/>
</p:tagLst>
</file>

<file path=ppt/tags/tag7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1.xml><?xml version="1.0" encoding="utf-8"?>
<p:tagLst xmlns:a="http://schemas.openxmlformats.org/drawingml/2006/main" xmlns:r="http://schemas.openxmlformats.org/officeDocument/2006/relationships" xmlns:p="http://schemas.openxmlformats.org/presentationml/2006/main">
  <p:tag name="SHAPENAME" val="5. Source"/>
</p:tagLst>
</file>

<file path=ppt/tags/tag7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Vvs3CU0mhZ0iF9VK3Gc_gQ"/>
</p:tagLst>
</file>

<file path=ppt/tags/tag7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6.xml><?xml version="1.0" encoding="utf-8"?>
<p:tagLst xmlns:a="http://schemas.openxmlformats.org/drawingml/2006/main" xmlns:r="http://schemas.openxmlformats.org/officeDocument/2006/relationships" xmlns:p="http://schemas.openxmlformats.org/presentationml/2006/main">
  <p:tag name="SHAPENAME" val="5. Source"/>
</p:tagLst>
</file>

<file path=ppt/tags/tag7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NrcAbB4u0quRffFN3bn3Xw"/>
</p:tagLst>
</file>

<file path=ppt/tags/tag8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1.xml><?xml version="1.0" encoding="utf-8"?>
<p:tagLst xmlns:a="http://schemas.openxmlformats.org/drawingml/2006/main" xmlns:r="http://schemas.openxmlformats.org/officeDocument/2006/relationships" xmlns:p="http://schemas.openxmlformats.org/presentationml/2006/main">
  <p:tag name="SHAPENAME" val="3. Subtitle"/>
</p:tagLst>
</file>

<file path=ppt/tags/tag82.xml><?xml version="1.0" encoding="utf-8"?>
<p:tagLst xmlns:a="http://schemas.openxmlformats.org/drawingml/2006/main" xmlns:r="http://schemas.openxmlformats.org/officeDocument/2006/relationships" xmlns:p="http://schemas.openxmlformats.org/presentationml/2006/main">
  <p:tag name="SHAPENAME" val="5. Source"/>
</p:tagLst>
</file>

<file path=ppt/tags/tag8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YG_9mniplMrafceMpP.Qwg"/>
</p:tagLst>
</file>

<file path=ppt/tags/tag86.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8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8.xml><?xml version="1.0" encoding="utf-8"?>
<p:tagLst xmlns:a="http://schemas.openxmlformats.org/drawingml/2006/main" xmlns:r="http://schemas.openxmlformats.org/officeDocument/2006/relationships" xmlns:p="http://schemas.openxmlformats.org/presentationml/2006/main">
  <p:tag name="SHAPENAME" val="3. Subtitle"/>
</p:tagLst>
</file>

<file path=ppt/tags/tag89.xml><?xml version="1.0" encoding="utf-8"?>
<p:tagLst xmlns:a="http://schemas.openxmlformats.org/drawingml/2006/main" xmlns:r="http://schemas.openxmlformats.org/officeDocument/2006/relationships" xmlns:p="http://schemas.openxmlformats.org/presentationml/2006/main">
  <p:tag name="SHAPENAME" val="5. Source"/>
</p:tagLst>
</file>

<file path=ppt/tags/tag9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HbEQ8aI7AKzsdxigcAG3ZA"/>
</p:tagLst>
</file>

<file path=ppt/tags/tag93.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9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5.xml><?xml version="1.0" encoding="utf-8"?>
<p:tagLst xmlns:a="http://schemas.openxmlformats.org/drawingml/2006/main" xmlns:r="http://schemas.openxmlformats.org/officeDocument/2006/relationships" xmlns:p="http://schemas.openxmlformats.org/presentationml/2006/main">
  <p:tag name="SHAPENAME" val="3. Subtitle"/>
</p:tagLst>
</file>

<file path=ppt/tags/tag96.xml><?xml version="1.0" encoding="utf-8"?>
<p:tagLst xmlns:a="http://schemas.openxmlformats.org/drawingml/2006/main" xmlns:r="http://schemas.openxmlformats.org/officeDocument/2006/relationships" xmlns:p="http://schemas.openxmlformats.org/presentationml/2006/main">
  <p:tag name="SHAPENAME" val="5. Source"/>
</p:tagLst>
</file>

<file path=ppt/tags/tag9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BLvs1S2qnQw1aA01IUaglg"/>
</p:tagLst>
</file>

<file path=ppt/tags/tag100.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0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2.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3.xml><?xml version="1.0" encoding="utf-8"?>
<p:tagLst xmlns:a="http://schemas.openxmlformats.org/drawingml/2006/main" xmlns:r="http://schemas.openxmlformats.org/officeDocument/2006/relationships" xmlns:p="http://schemas.openxmlformats.org/presentationml/2006/main">
  <p:tag name="SHAPENAME" val="5. Source"/>
</p:tagLst>
</file>

<file path=ppt/tags/tag10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qUyDlDqWonv3hoAx.p9Rsw"/>
</p:tagLst>
</file>

<file path=ppt/tags/tag10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8.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09.xml><?xml version="1.0" encoding="utf-8"?>
<p:tagLst xmlns:a="http://schemas.openxmlformats.org/drawingml/2006/main" xmlns:r="http://schemas.openxmlformats.org/officeDocument/2006/relationships" xmlns:p="http://schemas.openxmlformats.org/presentationml/2006/main">
  <p:tag name="SHAPENAME" val="3. Subtitle"/>
</p:tagLst>
</file>

<file path=ppt/tags/tag110.xml><?xml version="1.0" encoding="utf-8"?>
<p:tagLst xmlns:a="http://schemas.openxmlformats.org/drawingml/2006/main" xmlns:r="http://schemas.openxmlformats.org/officeDocument/2006/relationships" xmlns:p="http://schemas.openxmlformats.org/presentationml/2006/main">
  <p:tag name="SHAPENAME" val="5. Source"/>
</p:tagLst>
</file>

<file path=ppt/tags/tag11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o9xgrPArEB1mEiMOhB5KGA"/>
</p:tagLst>
</file>

<file path=ppt/tags/tag114.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1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16.xml><?xml version="1.0" encoding="utf-8"?>
<p:tagLst xmlns:a="http://schemas.openxmlformats.org/drawingml/2006/main" xmlns:r="http://schemas.openxmlformats.org/officeDocument/2006/relationships" xmlns:p="http://schemas.openxmlformats.org/presentationml/2006/main">
  <p:tag name="SHAPENAME" val="3. Subtitle"/>
</p:tagLst>
</file>

<file path=ppt/tags/tag117.xml><?xml version="1.0" encoding="utf-8"?>
<p:tagLst xmlns:a="http://schemas.openxmlformats.org/drawingml/2006/main" xmlns:r="http://schemas.openxmlformats.org/officeDocument/2006/relationships" xmlns:p="http://schemas.openxmlformats.org/presentationml/2006/main">
  <p:tag name="SHAPENAME" val="5. Source"/>
</p:tagLst>
</file>

<file path=ppt/tags/tag11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xNguF4Gw2mJIhuiFXm5tKQ"/>
</p:tagLst>
</file>

<file path=ppt/tags/tag12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22.xml><?xml version="1.0" encoding="utf-8"?>
<p:tagLst xmlns:a="http://schemas.openxmlformats.org/drawingml/2006/main" xmlns:r="http://schemas.openxmlformats.org/officeDocument/2006/relationships" xmlns:p="http://schemas.openxmlformats.org/presentationml/2006/main">
  <p:tag name="SHAPENAME" val="5. Source"/>
</p:tagLst>
</file>

<file path=ppt/tags/tag12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5.xml><?xml version="1.0" encoding="utf-8"?>
<p:tagLst xmlns:a="http://schemas.openxmlformats.org/drawingml/2006/main" xmlns:r="http://schemas.openxmlformats.org/officeDocument/2006/relationships" xmlns:p="http://schemas.openxmlformats.org/presentationml/2006/main">
  <p:tag name="SHAPENAME" val="5. Source"/>
</p:tagLst>
</file>

<file path=ppt/tags/tag12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8.xml><?xml version="1.0" encoding="utf-8"?>
<p:tagLst xmlns:a="http://schemas.openxmlformats.org/drawingml/2006/main" xmlns:r="http://schemas.openxmlformats.org/officeDocument/2006/relationships" xmlns:p="http://schemas.openxmlformats.org/presentationml/2006/main">
  <p:tag name="SHAPENAME" val="5. Source"/>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13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3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34.xml><?xml version="1.0" encoding="utf-8"?>
<p:tagLst xmlns:a="http://schemas.openxmlformats.org/drawingml/2006/main" xmlns:r="http://schemas.openxmlformats.org/officeDocument/2006/relationships" xmlns:p="http://schemas.openxmlformats.org/presentationml/2006/main">
  <p:tag name="SHAPENAME" val="5. Source"/>
</p:tagLst>
</file>

<file path=ppt/tags/tag13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36.xml><?xml version="1.0" encoding="utf-8"?>
<p:tagLst xmlns:a="http://schemas.openxmlformats.org/drawingml/2006/main" xmlns:r="http://schemas.openxmlformats.org/officeDocument/2006/relationships" xmlns:p="http://schemas.openxmlformats.org/presentationml/2006/main">
  <p:tag name="SHAPENAME" val="3. Subtitle"/>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txcgoWEzLgA0_64VDvMxGGg"/>
</p:tagLst>
</file>

<file path=ppt/tags/tag139.xml><?xml version="1.0" encoding="utf-8"?>
<p:tagLst xmlns:a="http://schemas.openxmlformats.org/drawingml/2006/main" xmlns:r="http://schemas.openxmlformats.org/officeDocument/2006/relationships" xmlns:p="http://schemas.openxmlformats.org/presentationml/2006/main">
  <p:tag name="SHAPENAME" val="4. Footnote"/>
</p:tagLst>
</file>

<file path=ppt/tags/tag14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41.xml><?xml version="1.0" encoding="utf-8"?>
<p:tagLst xmlns:a="http://schemas.openxmlformats.org/drawingml/2006/main" xmlns:r="http://schemas.openxmlformats.org/officeDocument/2006/relationships" xmlns:p="http://schemas.openxmlformats.org/presentationml/2006/main">
  <p:tag name="NAME" val="ACET"/>
</p:tagLst>
</file>

<file path=ppt/tags/tag142.xml><?xml version="1.0" encoding="utf-8"?>
<p:tagLst xmlns:a="http://schemas.openxmlformats.org/drawingml/2006/main" xmlns:r="http://schemas.openxmlformats.org/officeDocument/2006/relationships" xmlns:p="http://schemas.openxmlformats.org/presentationml/2006/main">
  <p:tag name="NAME" val="Moon"/>
</p:tagLst>
</file>

<file path=ppt/tags/tag143.xml><?xml version="1.0" encoding="utf-8"?>
<p:tagLst xmlns:a="http://schemas.openxmlformats.org/drawingml/2006/main" xmlns:r="http://schemas.openxmlformats.org/officeDocument/2006/relationships" xmlns:p="http://schemas.openxmlformats.org/presentationml/2006/main">
  <p:tag name="NAME" val="Moon"/>
</p:tagLst>
</file>

<file path=ppt/tags/tag144.xml><?xml version="1.0" encoding="utf-8"?>
<p:tagLst xmlns:a="http://schemas.openxmlformats.org/drawingml/2006/main" xmlns:r="http://schemas.openxmlformats.org/officeDocument/2006/relationships" xmlns:p="http://schemas.openxmlformats.org/presentationml/2006/main">
  <p:tag name="NAME" val="Moon"/>
</p:tagLst>
</file>

<file path=ppt/tags/tag145.xml><?xml version="1.0" encoding="utf-8"?>
<p:tagLst xmlns:a="http://schemas.openxmlformats.org/drawingml/2006/main" xmlns:r="http://schemas.openxmlformats.org/officeDocument/2006/relationships" xmlns:p="http://schemas.openxmlformats.org/presentationml/2006/main">
  <p:tag name="NAME" val="Moon"/>
</p:tagLst>
</file>

<file path=ppt/tags/tag146.xml><?xml version="1.0" encoding="utf-8"?>
<p:tagLst xmlns:a="http://schemas.openxmlformats.org/drawingml/2006/main" xmlns:r="http://schemas.openxmlformats.org/officeDocument/2006/relationships" xmlns:p="http://schemas.openxmlformats.org/presentationml/2006/main">
  <p:tag name="NAME" val="Moon"/>
</p:tagLst>
</file>

<file path=ppt/tags/tag147.xml><?xml version="1.0" encoding="utf-8"?>
<p:tagLst xmlns:a="http://schemas.openxmlformats.org/drawingml/2006/main" xmlns:r="http://schemas.openxmlformats.org/officeDocument/2006/relationships" xmlns:p="http://schemas.openxmlformats.org/presentationml/2006/main">
  <p:tag name="ANGLE" val="5"/>
</p:tagLst>
</file>

<file path=ppt/tags/tag148.xml><?xml version="1.0" encoding="utf-8"?>
<p:tagLst xmlns:a="http://schemas.openxmlformats.org/drawingml/2006/main" xmlns:r="http://schemas.openxmlformats.org/officeDocument/2006/relationships" xmlns:p="http://schemas.openxmlformats.org/presentationml/2006/main">
  <p:tag name="ANGLE" val="5"/>
</p:tagLst>
</file>

<file path=ppt/tags/tag149.xml><?xml version="1.0" encoding="utf-8"?>
<p:tagLst xmlns:a="http://schemas.openxmlformats.org/drawingml/2006/main" xmlns:r="http://schemas.openxmlformats.org/officeDocument/2006/relationships" xmlns:p="http://schemas.openxmlformats.org/presentationml/2006/main">
  <p:tag name="ANGLE" val="4"/>
</p:tagLst>
</file>

<file path=ppt/tags/tag150.xml><?xml version="1.0" encoding="utf-8"?>
<p:tagLst xmlns:a="http://schemas.openxmlformats.org/drawingml/2006/main" xmlns:r="http://schemas.openxmlformats.org/officeDocument/2006/relationships" xmlns:p="http://schemas.openxmlformats.org/presentationml/2006/main">
  <p:tag name="ANGLE" val="4"/>
</p:tagLst>
</file>

<file path=ppt/tags/tag151.xml><?xml version="1.0" encoding="utf-8"?>
<p:tagLst xmlns:a="http://schemas.openxmlformats.org/drawingml/2006/main" xmlns:r="http://schemas.openxmlformats.org/officeDocument/2006/relationships" xmlns:p="http://schemas.openxmlformats.org/presentationml/2006/main">
  <p:tag name="ANGLE" val="3"/>
</p:tagLst>
</file>

<file path=ppt/tags/tag152.xml><?xml version="1.0" encoding="utf-8"?>
<p:tagLst xmlns:a="http://schemas.openxmlformats.org/drawingml/2006/main" xmlns:r="http://schemas.openxmlformats.org/officeDocument/2006/relationships" xmlns:p="http://schemas.openxmlformats.org/presentationml/2006/main">
  <p:tag name="ANGLE" val="3"/>
</p:tagLst>
</file>

<file path=ppt/tags/tag153.xml><?xml version="1.0" encoding="utf-8"?>
<p:tagLst xmlns:a="http://schemas.openxmlformats.org/drawingml/2006/main" xmlns:r="http://schemas.openxmlformats.org/officeDocument/2006/relationships" xmlns:p="http://schemas.openxmlformats.org/presentationml/2006/main">
  <p:tag name="ANGLE" val="2"/>
</p:tagLst>
</file>

<file path=ppt/tags/tag154.xml><?xml version="1.0" encoding="utf-8"?>
<p:tagLst xmlns:a="http://schemas.openxmlformats.org/drawingml/2006/main" xmlns:r="http://schemas.openxmlformats.org/officeDocument/2006/relationships" xmlns:p="http://schemas.openxmlformats.org/presentationml/2006/main">
  <p:tag name="ANGLE" val="2"/>
</p:tagLst>
</file>

<file path=ppt/tags/tag155.xml><?xml version="1.0" encoding="utf-8"?>
<p:tagLst xmlns:a="http://schemas.openxmlformats.org/drawingml/2006/main" xmlns:r="http://schemas.openxmlformats.org/officeDocument/2006/relationships" xmlns:p="http://schemas.openxmlformats.org/presentationml/2006/main">
  <p:tag name="ANGLE" val="1"/>
</p:tagLst>
</file>

<file path=ppt/tags/tag156.xml><?xml version="1.0" encoding="utf-8"?>
<p:tagLst xmlns:a="http://schemas.openxmlformats.org/drawingml/2006/main" xmlns:r="http://schemas.openxmlformats.org/officeDocument/2006/relationships" xmlns:p="http://schemas.openxmlformats.org/presentationml/2006/main">
  <p:tag name="ANGLE" val="1"/>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159.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160.xml><?xml version="1.0" encoding="utf-8"?>
<p:tagLst xmlns:a="http://schemas.openxmlformats.org/drawingml/2006/main" xmlns:r="http://schemas.openxmlformats.org/officeDocument/2006/relationships" xmlns:p="http://schemas.openxmlformats.org/presentationml/2006/main">
  <p:tag name="SHAPENAME" val="Subtitle"/>
</p:tagLst>
</file>

<file path=ppt/tags/tag161.xml><?xml version="1.0" encoding="utf-8"?>
<p:tagLst xmlns:a="http://schemas.openxmlformats.org/drawingml/2006/main" xmlns:r="http://schemas.openxmlformats.org/officeDocument/2006/relationships" xmlns:p="http://schemas.openxmlformats.org/presentationml/2006/main">
  <p:tag name="SHAPENAME" val="Title"/>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164.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165.xml><?xml version="1.0" encoding="utf-8"?>
<p:tagLst xmlns:a="http://schemas.openxmlformats.org/drawingml/2006/main" xmlns:r="http://schemas.openxmlformats.org/officeDocument/2006/relationships" xmlns:p="http://schemas.openxmlformats.org/presentationml/2006/main">
  <p:tag name="SHAPENAME" val="Subtitle"/>
</p:tagLst>
</file>

<file path=ppt/tags/tag166.xml><?xml version="1.0" encoding="utf-8"?>
<p:tagLst xmlns:a="http://schemas.openxmlformats.org/drawingml/2006/main" xmlns:r="http://schemas.openxmlformats.org/officeDocument/2006/relationships" xmlns:p="http://schemas.openxmlformats.org/presentationml/2006/main">
  <p:tag name="SHAPENAME" val="Title"/>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169.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170.xml><?xml version="1.0" encoding="utf-8"?>
<p:tagLst xmlns:a="http://schemas.openxmlformats.org/drawingml/2006/main" xmlns:r="http://schemas.openxmlformats.org/officeDocument/2006/relationships" xmlns:p="http://schemas.openxmlformats.org/presentationml/2006/main">
  <p:tag name="SHAPENAME" val="Subtitle"/>
</p:tagLst>
</file>

<file path=ppt/tags/tag171.xml><?xml version="1.0" encoding="utf-8"?>
<p:tagLst xmlns:a="http://schemas.openxmlformats.org/drawingml/2006/main" xmlns:r="http://schemas.openxmlformats.org/officeDocument/2006/relationships" xmlns:p="http://schemas.openxmlformats.org/presentationml/2006/main">
  <p:tag name="SHAPENAME" val="Title"/>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174.xml><?xml version="1.0" encoding="utf-8"?>
<p:tagLst xmlns:a="http://schemas.openxmlformats.org/drawingml/2006/main" xmlns:r="http://schemas.openxmlformats.org/officeDocument/2006/relationships" xmlns:p="http://schemas.openxmlformats.org/presentationml/2006/main">
  <p:tag name="SHAPENAME" val="3. Subtitle"/>
</p:tagLst>
</file>

<file path=ppt/tags/tag175.xml><?xml version="1.0" encoding="utf-8"?>
<p:tagLst xmlns:a="http://schemas.openxmlformats.org/drawingml/2006/main" xmlns:r="http://schemas.openxmlformats.org/officeDocument/2006/relationships" xmlns:p="http://schemas.openxmlformats.org/presentationml/2006/main">
  <p:tag name="SHAPENAME" val="5. Source"/>
</p:tagLst>
</file>

<file path=ppt/tags/tag17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7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trZ96ctUUqJsGDCugslwBCg"/>
</p:tagLst>
</file>

<file path=ppt/tags/tag18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81.xml><?xml version="1.0" encoding="utf-8"?>
<p:tagLst xmlns:a="http://schemas.openxmlformats.org/drawingml/2006/main" xmlns:r="http://schemas.openxmlformats.org/officeDocument/2006/relationships" xmlns:p="http://schemas.openxmlformats.org/presentationml/2006/main">
  <p:tag name="SHAPENAME" val="5. Source"/>
</p:tagLst>
</file>

<file path=ppt/tags/tag18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tAvhTnprpZIIVVQCOTQtpLw"/>
</p:tagLst>
</file>

<file path=ppt/tags/tag18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86.xml><?xml version="1.0" encoding="utf-8"?>
<p:tagLst xmlns:a="http://schemas.openxmlformats.org/drawingml/2006/main" xmlns:r="http://schemas.openxmlformats.org/officeDocument/2006/relationships" xmlns:p="http://schemas.openxmlformats.org/presentationml/2006/main">
  <p:tag name="SHAPENAME" val="5. Source"/>
</p:tagLst>
</file>

<file path=ppt/tags/tag18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tVvs3CU0mhZ0iF9VK3Gc_gQ"/>
</p:tagLst>
</file>

<file path=ppt/tags/tag19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91.xml><?xml version="1.0" encoding="utf-8"?>
<p:tagLst xmlns:a="http://schemas.openxmlformats.org/drawingml/2006/main" xmlns:r="http://schemas.openxmlformats.org/officeDocument/2006/relationships" xmlns:p="http://schemas.openxmlformats.org/presentationml/2006/main">
  <p:tag name="SHAPENAME" val="5. Source"/>
</p:tagLst>
</file>

<file path=ppt/tags/tag19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tNrcAbB4u0quRffFN3bn3Xw"/>
</p:tagLst>
</file>

<file path=ppt/tags/tag19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96.xml><?xml version="1.0" encoding="utf-8"?>
<p:tagLst xmlns:a="http://schemas.openxmlformats.org/drawingml/2006/main" xmlns:r="http://schemas.openxmlformats.org/officeDocument/2006/relationships" xmlns:p="http://schemas.openxmlformats.org/presentationml/2006/main">
  <p:tag name="SHAPENAME" val="3. Subtitle"/>
</p:tagLst>
</file>

<file path=ppt/tags/tag197.xml><?xml version="1.0" encoding="utf-8"?>
<p:tagLst xmlns:a="http://schemas.openxmlformats.org/drawingml/2006/main" xmlns:r="http://schemas.openxmlformats.org/officeDocument/2006/relationships" xmlns:p="http://schemas.openxmlformats.org/presentationml/2006/main">
  <p:tag name="SHAPENAME" val="5. Source"/>
</p:tagLst>
</file>

<file path=ppt/tags/tag19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tYG_9mniplMrafceMpP.Qwg"/>
</p:tagLst>
</file>

<file path=ppt/tags/tag201.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20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03.xml><?xml version="1.0" encoding="utf-8"?>
<p:tagLst xmlns:a="http://schemas.openxmlformats.org/drawingml/2006/main" xmlns:r="http://schemas.openxmlformats.org/officeDocument/2006/relationships" xmlns:p="http://schemas.openxmlformats.org/presentationml/2006/main">
  <p:tag name="SHAPENAME" val="3. Subtitle"/>
</p:tagLst>
</file>

<file path=ppt/tags/tag204.xml><?xml version="1.0" encoding="utf-8"?>
<p:tagLst xmlns:a="http://schemas.openxmlformats.org/drawingml/2006/main" xmlns:r="http://schemas.openxmlformats.org/officeDocument/2006/relationships" xmlns:p="http://schemas.openxmlformats.org/presentationml/2006/main">
  <p:tag name="SHAPENAME" val="5. Source"/>
</p:tagLst>
</file>

<file path=ppt/tags/tag20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tHbEQ8aI7AKzsdxigcAG3ZA"/>
</p:tagLst>
</file>

<file path=ppt/tags/tag208.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20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0.xml><?xml version="1.0" encoding="utf-8"?>
<p:tagLst xmlns:a="http://schemas.openxmlformats.org/drawingml/2006/main" xmlns:r="http://schemas.openxmlformats.org/officeDocument/2006/relationships" xmlns:p="http://schemas.openxmlformats.org/presentationml/2006/main">
  <p:tag name="SHAPENAME" val="3. Subtitle"/>
</p:tagLst>
</file>

<file path=ppt/tags/tag211.xml><?xml version="1.0" encoding="utf-8"?>
<p:tagLst xmlns:a="http://schemas.openxmlformats.org/drawingml/2006/main" xmlns:r="http://schemas.openxmlformats.org/officeDocument/2006/relationships" xmlns:p="http://schemas.openxmlformats.org/presentationml/2006/main">
  <p:tag name="SHAPENAME" val="5. Source"/>
</p:tagLst>
</file>

<file path=ppt/tags/tag21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tBLvs1S2qnQw1aA01IUaglg"/>
</p:tagLst>
</file>

<file path=ppt/tags/tag215.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21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7.xml><?xml version="1.0" encoding="utf-8"?>
<p:tagLst xmlns:a="http://schemas.openxmlformats.org/drawingml/2006/main" xmlns:r="http://schemas.openxmlformats.org/officeDocument/2006/relationships" xmlns:p="http://schemas.openxmlformats.org/presentationml/2006/main">
  <p:tag name="SHAPENAME" val="3. Subtitle"/>
</p:tagLst>
</file>

<file path=ppt/tags/tag218.xml><?xml version="1.0" encoding="utf-8"?>
<p:tagLst xmlns:a="http://schemas.openxmlformats.org/drawingml/2006/main" xmlns:r="http://schemas.openxmlformats.org/officeDocument/2006/relationships" xmlns:p="http://schemas.openxmlformats.org/presentationml/2006/main">
  <p:tag name="SHAPENAME" val="5. Source"/>
</p:tagLst>
</file>

<file path=ppt/tags/tag21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tqUyDlDqWonv3hoAx.p9Rsw"/>
</p:tagLst>
</file>

<file path=ppt/tags/tag22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23.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224.xml><?xml version="1.0" encoding="utf-8"?>
<p:tagLst xmlns:a="http://schemas.openxmlformats.org/drawingml/2006/main" xmlns:r="http://schemas.openxmlformats.org/officeDocument/2006/relationships" xmlns:p="http://schemas.openxmlformats.org/presentationml/2006/main">
  <p:tag name="SHAPENAME" val="3. Subtitle"/>
</p:tagLst>
</file>

<file path=ppt/tags/tag225.xml><?xml version="1.0" encoding="utf-8"?>
<p:tagLst xmlns:a="http://schemas.openxmlformats.org/drawingml/2006/main" xmlns:r="http://schemas.openxmlformats.org/officeDocument/2006/relationships" xmlns:p="http://schemas.openxmlformats.org/presentationml/2006/main">
  <p:tag name="SHAPENAME" val="5. Source"/>
</p:tagLst>
</file>

<file path=ppt/tags/tag22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to9xgrPArEB1mEiMOhB5KGA"/>
</p:tagLst>
</file>

<file path=ppt/tags/tag229.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23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31.xml><?xml version="1.0" encoding="utf-8"?>
<p:tagLst xmlns:a="http://schemas.openxmlformats.org/drawingml/2006/main" xmlns:r="http://schemas.openxmlformats.org/officeDocument/2006/relationships" xmlns:p="http://schemas.openxmlformats.org/presentationml/2006/main">
  <p:tag name="SHAPENAME" val="3. Subtitle"/>
</p:tagLst>
</file>

<file path=ppt/tags/tag232.xml><?xml version="1.0" encoding="utf-8"?>
<p:tagLst xmlns:a="http://schemas.openxmlformats.org/drawingml/2006/main" xmlns:r="http://schemas.openxmlformats.org/officeDocument/2006/relationships" xmlns:p="http://schemas.openxmlformats.org/presentationml/2006/main">
  <p:tag name="SHAPENAME" val="5. Source"/>
</p:tagLst>
</file>

<file path=ppt/tags/tag23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txNguF4Gw2mJIhuiFXm5tKQ"/>
</p:tagLst>
</file>

<file path=ppt/tags/tag23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37.xml><?xml version="1.0" encoding="utf-8"?>
<p:tagLst xmlns:a="http://schemas.openxmlformats.org/drawingml/2006/main" xmlns:r="http://schemas.openxmlformats.org/officeDocument/2006/relationships" xmlns:p="http://schemas.openxmlformats.org/presentationml/2006/main">
  <p:tag name="SHAPENAME" val="5. Source"/>
</p:tagLst>
</file>

<file path=ppt/tags/tag23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0.xml><?xml version="1.0" encoding="utf-8"?>
<p:tagLst xmlns:a="http://schemas.openxmlformats.org/drawingml/2006/main" xmlns:r="http://schemas.openxmlformats.org/officeDocument/2006/relationships" xmlns:p="http://schemas.openxmlformats.org/presentationml/2006/main">
  <p:tag name="SHAPENAME" val="5. Source"/>
</p:tagLst>
</file>

<file path=ppt/tags/tag24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3.xml><?xml version="1.0" encoding="utf-8"?>
<p:tagLst xmlns:a="http://schemas.openxmlformats.org/drawingml/2006/main" xmlns:r="http://schemas.openxmlformats.org/officeDocument/2006/relationships" xmlns:p="http://schemas.openxmlformats.org/presentationml/2006/main">
  <p:tag name="SHAPENAME" val="5. Source"/>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txcgoWEzLgA0_64VDvMxGGg"/>
</p:tagLst>
</file>

<file path=ppt/tags/tag247.xml><?xml version="1.0" encoding="utf-8"?>
<p:tagLst xmlns:a="http://schemas.openxmlformats.org/drawingml/2006/main" xmlns:r="http://schemas.openxmlformats.org/officeDocument/2006/relationships" xmlns:p="http://schemas.openxmlformats.org/presentationml/2006/main">
  <p:tag name="SHAPENAME" val="4. Footnote"/>
</p:tagLst>
</file>

<file path=ppt/tags/tag24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49.xml><?xml version="1.0" encoding="utf-8"?>
<p:tagLst xmlns:a="http://schemas.openxmlformats.org/drawingml/2006/main" xmlns:r="http://schemas.openxmlformats.org/officeDocument/2006/relationships" xmlns:p="http://schemas.openxmlformats.org/presentationml/2006/main">
  <p:tag name="NAME" val="ACET"/>
</p:tagLst>
</file>

<file path=ppt/tags/tag250.xml><?xml version="1.0" encoding="utf-8"?>
<p:tagLst xmlns:a="http://schemas.openxmlformats.org/drawingml/2006/main" xmlns:r="http://schemas.openxmlformats.org/officeDocument/2006/relationships" xmlns:p="http://schemas.openxmlformats.org/presentationml/2006/main">
  <p:tag name="NAME" val="Moon"/>
</p:tagLst>
</file>

<file path=ppt/tags/tag251.xml><?xml version="1.0" encoding="utf-8"?>
<p:tagLst xmlns:a="http://schemas.openxmlformats.org/drawingml/2006/main" xmlns:r="http://schemas.openxmlformats.org/officeDocument/2006/relationships" xmlns:p="http://schemas.openxmlformats.org/presentationml/2006/main">
  <p:tag name="NAME" val="Moon"/>
</p:tagLst>
</file>

<file path=ppt/tags/tag252.xml><?xml version="1.0" encoding="utf-8"?>
<p:tagLst xmlns:a="http://schemas.openxmlformats.org/drawingml/2006/main" xmlns:r="http://schemas.openxmlformats.org/officeDocument/2006/relationships" xmlns:p="http://schemas.openxmlformats.org/presentationml/2006/main">
  <p:tag name="NAME" val="Moon"/>
</p:tagLst>
</file>

<file path=ppt/tags/tag253.xml><?xml version="1.0" encoding="utf-8"?>
<p:tagLst xmlns:a="http://schemas.openxmlformats.org/drawingml/2006/main" xmlns:r="http://schemas.openxmlformats.org/officeDocument/2006/relationships" xmlns:p="http://schemas.openxmlformats.org/presentationml/2006/main">
  <p:tag name="NAME" val="Moon"/>
</p:tagLst>
</file>

<file path=ppt/tags/tag254.xml><?xml version="1.0" encoding="utf-8"?>
<p:tagLst xmlns:a="http://schemas.openxmlformats.org/drawingml/2006/main" xmlns:r="http://schemas.openxmlformats.org/officeDocument/2006/relationships" xmlns:p="http://schemas.openxmlformats.org/presentationml/2006/main">
  <p:tag name="NAME" val="Moon"/>
</p:tagLst>
</file>

<file path=ppt/tags/tag255.xml><?xml version="1.0" encoding="utf-8"?>
<p:tagLst xmlns:a="http://schemas.openxmlformats.org/drawingml/2006/main" xmlns:r="http://schemas.openxmlformats.org/officeDocument/2006/relationships" xmlns:p="http://schemas.openxmlformats.org/presentationml/2006/main">
  <p:tag name="ANGLE" val="5"/>
</p:tagLst>
</file>

<file path=ppt/tags/tag256.xml><?xml version="1.0" encoding="utf-8"?>
<p:tagLst xmlns:a="http://schemas.openxmlformats.org/drawingml/2006/main" xmlns:r="http://schemas.openxmlformats.org/officeDocument/2006/relationships" xmlns:p="http://schemas.openxmlformats.org/presentationml/2006/main">
  <p:tag name="ANGLE" val="5"/>
</p:tagLst>
</file>

<file path=ppt/tags/tag257.xml><?xml version="1.0" encoding="utf-8"?>
<p:tagLst xmlns:a="http://schemas.openxmlformats.org/drawingml/2006/main" xmlns:r="http://schemas.openxmlformats.org/officeDocument/2006/relationships" xmlns:p="http://schemas.openxmlformats.org/presentationml/2006/main">
  <p:tag name="ANGLE" val="4"/>
</p:tagLst>
</file>

<file path=ppt/tags/tag258.xml><?xml version="1.0" encoding="utf-8"?>
<p:tagLst xmlns:a="http://schemas.openxmlformats.org/drawingml/2006/main" xmlns:r="http://schemas.openxmlformats.org/officeDocument/2006/relationships" xmlns:p="http://schemas.openxmlformats.org/presentationml/2006/main">
  <p:tag name="ANGLE" val="4"/>
</p:tagLst>
</file>

<file path=ppt/tags/tag259.xml><?xml version="1.0" encoding="utf-8"?>
<p:tagLst xmlns:a="http://schemas.openxmlformats.org/drawingml/2006/main" xmlns:r="http://schemas.openxmlformats.org/officeDocument/2006/relationships" xmlns:p="http://schemas.openxmlformats.org/presentationml/2006/main">
  <p:tag name="ANGLE" val="3"/>
</p:tagLst>
</file>

<file path=ppt/tags/tag260.xml><?xml version="1.0" encoding="utf-8"?>
<p:tagLst xmlns:a="http://schemas.openxmlformats.org/drawingml/2006/main" xmlns:r="http://schemas.openxmlformats.org/officeDocument/2006/relationships" xmlns:p="http://schemas.openxmlformats.org/presentationml/2006/main">
  <p:tag name="ANGLE" val="3"/>
</p:tagLst>
</file>

<file path=ppt/tags/tag261.xml><?xml version="1.0" encoding="utf-8"?>
<p:tagLst xmlns:a="http://schemas.openxmlformats.org/drawingml/2006/main" xmlns:r="http://schemas.openxmlformats.org/officeDocument/2006/relationships" xmlns:p="http://schemas.openxmlformats.org/presentationml/2006/main">
  <p:tag name="ANGLE" val="2"/>
</p:tagLst>
</file>

<file path=ppt/tags/tag262.xml><?xml version="1.0" encoding="utf-8"?>
<p:tagLst xmlns:a="http://schemas.openxmlformats.org/drawingml/2006/main" xmlns:r="http://schemas.openxmlformats.org/officeDocument/2006/relationships" xmlns:p="http://schemas.openxmlformats.org/presentationml/2006/main">
  <p:tag name="ANGLE" val="2"/>
</p:tagLst>
</file>

<file path=ppt/tags/tag263.xml><?xml version="1.0" encoding="utf-8"?>
<p:tagLst xmlns:a="http://schemas.openxmlformats.org/drawingml/2006/main" xmlns:r="http://schemas.openxmlformats.org/officeDocument/2006/relationships" xmlns:p="http://schemas.openxmlformats.org/presentationml/2006/main">
  <p:tag name="ANGLE" val="1"/>
</p:tagLst>
</file>

<file path=ppt/tags/tag264.xml><?xml version="1.0" encoding="utf-8"?>
<p:tagLst xmlns:a="http://schemas.openxmlformats.org/drawingml/2006/main" xmlns:r="http://schemas.openxmlformats.org/officeDocument/2006/relationships" xmlns:p="http://schemas.openxmlformats.org/presentationml/2006/main">
  <p:tag name="ANGLE" val="1"/>
</p:tagLst>
</file>

<file path=ppt/tags/tag2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267.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268.xml><?xml version="1.0" encoding="utf-8"?>
<p:tagLst xmlns:a="http://schemas.openxmlformats.org/drawingml/2006/main" xmlns:r="http://schemas.openxmlformats.org/officeDocument/2006/relationships" xmlns:p="http://schemas.openxmlformats.org/presentationml/2006/main">
  <p:tag name="SHAPENAME" val="Subtitle"/>
</p:tagLst>
</file>

<file path=ppt/tags/tag269.xml><?xml version="1.0" encoding="utf-8"?>
<p:tagLst xmlns:a="http://schemas.openxmlformats.org/drawingml/2006/main" xmlns:r="http://schemas.openxmlformats.org/officeDocument/2006/relationships" xmlns:p="http://schemas.openxmlformats.org/presentationml/2006/main">
  <p:tag name="SHAPENAME" val="Title"/>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272.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273.xml><?xml version="1.0" encoding="utf-8"?>
<p:tagLst xmlns:a="http://schemas.openxmlformats.org/drawingml/2006/main" xmlns:r="http://schemas.openxmlformats.org/officeDocument/2006/relationships" xmlns:p="http://schemas.openxmlformats.org/presentationml/2006/main">
  <p:tag name="SHAPENAME" val="Subtitle"/>
</p:tagLst>
</file>

<file path=ppt/tags/tag274.xml><?xml version="1.0" encoding="utf-8"?>
<p:tagLst xmlns:a="http://schemas.openxmlformats.org/drawingml/2006/main" xmlns:r="http://schemas.openxmlformats.org/officeDocument/2006/relationships" xmlns:p="http://schemas.openxmlformats.org/presentationml/2006/main">
  <p:tag name="SHAPENAME" val="Title"/>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277.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278.xml><?xml version="1.0" encoding="utf-8"?>
<p:tagLst xmlns:a="http://schemas.openxmlformats.org/drawingml/2006/main" xmlns:r="http://schemas.openxmlformats.org/officeDocument/2006/relationships" xmlns:p="http://schemas.openxmlformats.org/presentationml/2006/main">
  <p:tag name="SHAPENAME" val="Subtitle"/>
</p:tagLst>
</file>

<file path=ppt/tags/tag279.xml><?xml version="1.0" encoding="utf-8"?>
<p:tagLst xmlns:a="http://schemas.openxmlformats.org/drawingml/2006/main" xmlns:r="http://schemas.openxmlformats.org/officeDocument/2006/relationships" xmlns:p="http://schemas.openxmlformats.org/presentationml/2006/main">
  <p:tag name="SHAPENAME" val="Title"/>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282.xml><?xml version="1.0" encoding="utf-8"?>
<p:tagLst xmlns:a="http://schemas.openxmlformats.org/drawingml/2006/main" xmlns:r="http://schemas.openxmlformats.org/officeDocument/2006/relationships" xmlns:p="http://schemas.openxmlformats.org/presentationml/2006/main">
  <p:tag name="SHAPENAME" val="3. Subtitle"/>
</p:tagLst>
</file>

<file path=ppt/tags/tag283.xml><?xml version="1.0" encoding="utf-8"?>
<p:tagLst xmlns:a="http://schemas.openxmlformats.org/drawingml/2006/main" xmlns:r="http://schemas.openxmlformats.org/officeDocument/2006/relationships" xmlns:p="http://schemas.openxmlformats.org/presentationml/2006/main">
  <p:tag name="SHAPENAME" val="5. Source"/>
</p:tagLst>
</file>

<file path=ppt/tags/tag28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8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rZ96ctUUqJsGDCugslwBCg"/>
</p:tagLst>
</file>

<file path=ppt/tags/tag28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89.xml><?xml version="1.0" encoding="utf-8"?>
<p:tagLst xmlns:a="http://schemas.openxmlformats.org/drawingml/2006/main" xmlns:r="http://schemas.openxmlformats.org/officeDocument/2006/relationships" xmlns:p="http://schemas.openxmlformats.org/presentationml/2006/main">
  <p:tag name="SHAPENAME" val="5. Source"/>
</p:tagLst>
</file>

<file path=ppt/tags/tag29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tAvhTnprpZIIVVQCOTQtpLw"/>
</p:tagLst>
</file>

<file path=ppt/tags/tag29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94.xml><?xml version="1.0" encoding="utf-8"?>
<p:tagLst xmlns:a="http://schemas.openxmlformats.org/drawingml/2006/main" xmlns:r="http://schemas.openxmlformats.org/officeDocument/2006/relationships" xmlns:p="http://schemas.openxmlformats.org/presentationml/2006/main">
  <p:tag name="SHAPENAME" val="5. Source"/>
</p:tagLst>
</file>

<file path=ppt/tags/tag29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tVvs3CU0mhZ0iF9VK3Gc_gQ"/>
</p:tagLst>
</file>

<file path=ppt/tags/tag29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99.xml><?xml version="1.0" encoding="utf-8"?>
<p:tagLst xmlns:a="http://schemas.openxmlformats.org/drawingml/2006/main" xmlns:r="http://schemas.openxmlformats.org/officeDocument/2006/relationships" xmlns:p="http://schemas.openxmlformats.org/presentationml/2006/main">
  <p:tag name="SHAPENAME" val="5. Source"/>
</p:tagLst>
</file>

<file path=ppt/tags/tag30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tNrcAbB4u0quRffFN3bn3Xw"/>
</p:tagLst>
</file>

<file path=ppt/tags/tag30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04.xml><?xml version="1.0" encoding="utf-8"?>
<p:tagLst xmlns:a="http://schemas.openxmlformats.org/drawingml/2006/main" xmlns:r="http://schemas.openxmlformats.org/officeDocument/2006/relationships" xmlns:p="http://schemas.openxmlformats.org/presentationml/2006/main">
  <p:tag name="SHAPENAME" val="3. Subtitle"/>
</p:tagLst>
</file>

<file path=ppt/tags/tag305.xml><?xml version="1.0" encoding="utf-8"?>
<p:tagLst xmlns:a="http://schemas.openxmlformats.org/drawingml/2006/main" xmlns:r="http://schemas.openxmlformats.org/officeDocument/2006/relationships" xmlns:p="http://schemas.openxmlformats.org/presentationml/2006/main">
  <p:tag name="SHAPENAME" val="5. Source"/>
</p:tagLst>
</file>

<file path=ppt/tags/tag30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tYG_9mniplMrafceMpP.Qwg"/>
</p:tagLst>
</file>

<file path=ppt/tags/tag309.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31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11.xml><?xml version="1.0" encoding="utf-8"?>
<p:tagLst xmlns:a="http://schemas.openxmlformats.org/drawingml/2006/main" xmlns:r="http://schemas.openxmlformats.org/officeDocument/2006/relationships" xmlns:p="http://schemas.openxmlformats.org/presentationml/2006/main">
  <p:tag name="SHAPENAME" val="3. Subtitle"/>
</p:tagLst>
</file>

<file path=ppt/tags/tag312.xml><?xml version="1.0" encoding="utf-8"?>
<p:tagLst xmlns:a="http://schemas.openxmlformats.org/drawingml/2006/main" xmlns:r="http://schemas.openxmlformats.org/officeDocument/2006/relationships" xmlns:p="http://schemas.openxmlformats.org/presentationml/2006/main">
  <p:tag name="SHAPENAME" val="5. Source"/>
</p:tagLst>
</file>

<file path=ppt/tags/tag31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tHbEQ8aI7AKzsdxigcAG3ZA"/>
</p:tagLst>
</file>

<file path=ppt/tags/tag316.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31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18.xml><?xml version="1.0" encoding="utf-8"?>
<p:tagLst xmlns:a="http://schemas.openxmlformats.org/drawingml/2006/main" xmlns:r="http://schemas.openxmlformats.org/officeDocument/2006/relationships" xmlns:p="http://schemas.openxmlformats.org/presentationml/2006/main">
  <p:tag name="SHAPENAME" val="3. Subtitle"/>
</p:tagLst>
</file>

<file path=ppt/tags/tag319.xml><?xml version="1.0" encoding="utf-8"?>
<p:tagLst xmlns:a="http://schemas.openxmlformats.org/drawingml/2006/main" xmlns:r="http://schemas.openxmlformats.org/officeDocument/2006/relationships" xmlns:p="http://schemas.openxmlformats.org/presentationml/2006/main">
  <p:tag name="SHAPENAME" val="5. Source"/>
</p:tagLst>
</file>

<file path=ppt/tags/tag32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tBLvs1S2qnQw1aA01IUaglg"/>
</p:tagLst>
</file>

<file path=ppt/tags/tag323.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32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25.xml><?xml version="1.0" encoding="utf-8"?>
<p:tagLst xmlns:a="http://schemas.openxmlformats.org/drawingml/2006/main" xmlns:r="http://schemas.openxmlformats.org/officeDocument/2006/relationships" xmlns:p="http://schemas.openxmlformats.org/presentationml/2006/main">
  <p:tag name="SHAPENAME" val="3. Subtitle"/>
</p:tagLst>
</file>

<file path=ppt/tags/tag326.xml><?xml version="1.0" encoding="utf-8"?>
<p:tagLst xmlns:a="http://schemas.openxmlformats.org/drawingml/2006/main" xmlns:r="http://schemas.openxmlformats.org/officeDocument/2006/relationships" xmlns:p="http://schemas.openxmlformats.org/presentationml/2006/main">
  <p:tag name="SHAPENAME" val="5. Source"/>
</p:tagLst>
</file>

<file path=ppt/tags/tag32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tqUyDlDqWonv3hoAx.p9Rsw"/>
</p:tagLst>
</file>

<file path=ppt/tags/tag33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31.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332.xml><?xml version="1.0" encoding="utf-8"?>
<p:tagLst xmlns:a="http://schemas.openxmlformats.org/drawingml/2006/main" xmlns:r="http://schemas.openxmlformats.org/officeDocument/2006/relationships" xmlns:p="http://schemas.openxmlformats.org/presentationml/2006/main">
  <p:tag name="SHAPENAME" val="3. Subtitle"/>
</p:tagLst>
</file>

<file path=ppt/tags/tag333.xml><?xml version="1.0" encoding="utf-8"?>
<p:tagLst xmlns:a="http://schemas.openxmlformats.org/drawingml/2006/main" xmlns:r="http://schemas.openxmlformats.org/officeDocument/2006/relationships" xmlns:p="http://schemas.openxmlformats.org/presentationml/2006/main">
  <p:tag name="SHAPENAME" val="5. Source"/>
</p:tagLst>
</file>

<file path=ppt/tags/tag33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to9xgrPArEB1mEiMOhB5KGA"/>
</p:tagLst>
</file>

<file path=ppt/tags/tag337.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33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39.xml><?xml version="1.0" encoding="utf-8"?>
<p:tagLst xmlns:a="http://schemas.openxmlformats.org/drawingml/2006/main" xmlns:r="http://schemas.openxmlformats.org/officeDocument/2006/relationships" xmlns:p="http://schemas.openxmlformats.org/presentationml/2006/main">
  <p:tag name="SHAPENAME" val="3. Subtitle"/>
</p:tagLst>
</file>

<file path=ppt/tags/tag340.xml><?xml version="1.0" encoding="utf-8"?>
<p:tagLst xmlns:a="http://schemas.openxmlformats.org/drawingml/2006/main" xmlns:r="http://schemas.openxmlformats.org/officeDocument/2006/relationships" xmlns:p="http://schemas.openxmlformats.org/presentationml/2006/main">
  <p:tag name="SHAPENAME" val="5. Source"/>
</p:tagLst>
</file>

<file path=ppt/tags/tag34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xNguF4Gw2mJIhuiFXm5tKQ"/>
</p:tagLst>
</file>

<file path=ppt/tags/tag34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45.xml><?xml version="1.0" encoding="utf-8"?>
<p:tagLst xmlns:a="http://schemas.openxmlformats.org/drawingml/2006/main" xmlns:r="http://schemas.openxmlformats.org/officeDocument/2006/relationships" xmlns:p="http://schemas.openxmlformats.org/presentationml/2006/main">
  <p:tag name="SHAPENAME" val="5. Source"/>
</p:tagLst>
</file>

<file path=ppt/tags/tag34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8.xml><?xml version="1.0" encoding="utf-8"?>
<p:tagLst xmlns:a="http://schemas.openxmlformats.org/drawingml/2006/main" xmlns:r="http://schemas.openxmlformats.org/officeDocument/2006/relationships" xmlns:p="http://schemas.openxmlformats.org/presentationml/2006/main">
  <p:tag name="SHAPENAME" val="5. Source"/>
</p:tagLst>
</file>

<file path=ppt/tags/tag34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1.xml><?xml version="1.0" encoding="utf-8"?>
<p:tagLst xmlns:a="http://schemas.openxmlformats.org/drawingml/2006/main" xmlns:r="http://schemas.openxmlformats.org/officeDocument/2006/relationships" xmlns:p="http://schemas.openxmlformats.org/presentationml/2006/main">
  <p:tag name="SHAPENAME" val="5. Source"/>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35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56.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357.xml><?xml version="1.0" encoding="utf-8"?>
<p:tagLst xmlns:a="http://schemas.openxmlformats.org/drawingml/2006/main" xmlns:r="http://schemas.openxmlformats.org/officeDocument/2006/relationships" xmlns:p="http://schemas.openxmlformats.org/presentationml/2006/main">
  <p:tag name="SHAPENAME" val="5. Source"/>
</p:tagLst>
</file>

<file path=ppt/tags/tag35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59.xml><?xml version="1.0" encoding="utf-8"?>
<p:tagLst xmlns:a="http://schemas.openxmlformats.org/drawingml/2006/main" xmlns:r="http://schemas.openxmlformats.org/officeDocument/2006/relationships" xmlns:p="http://schemas.openxmlformats.org/presentationml/2006/main">
  <p:tag name="SHAPENAME" val="3. Subtitle"/>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tSUb1LmWUTH66PHUHOGMc5A"/>
</p:tagLst>
</file>

<file path=ppt/tags/tag362.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363.xml><?xml version="1.0" encoding="utf-8"?>
<p:tagLst xmlns:a="http://schemas.openxmlformats.org/drawingml/2006/main" xmlns:r="http://schemas.openxmlformats.org/officeDocument/2006/relationships" xmlns:p="http://schemas.openxmlformats.org/presentationml/2006/main">
  <p:tag name="SHAPENAME" val="4. Footnote"/>
</p:tagLst>
</file>

<file path=ppt/tags/tag36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65.xml><?xml version="1.0" encoding="utf-8"?>
<p:tagLst xmlns:a="http://schemas.openxmlformats.org/drawingml/2006/main" xmlns:r="http://schemas.openxmlformats.org/officeDocument/2006/relationships" xmlns:p="http://schemas.openxmlformats.org/presentationml/2006/main">
  <p:tag name="SHAPENAME" val="Grid"/>
</p:tagLst>
</file>

<file path=ppt/tags/tag366.xml><?xml version="1.0" encoding="utf-8"?>
<p:tagLst xmlns:a="http://schemas.openxmlformats.org/drawingml/2006/main" xmlns:r="http://schemas.openxmlformats.org/officeDocument/2006/relationships" xmlns:p="http://schemas.openxmlformats.org/presentationml/2006/main">
  <p:tag name="NAME" val="Moon"/>
</p:tagLst>
</file>

<file path=ppt/tags/tag367.xml><?xml version="1.0" encoding="utf-8"?>
<p:tagLst xmlns:a="http://schemas.openxmlformats.org/drawingml/2006/main" xmlns:r="http://schemas.openxmlformats.org/officeDocument/2006/relationships" xmlns:p="http://schemas.openxmlformats.org/presentationml/2006/main">
  <p:tag name="NAME" val="Moon"/>
</p:tagLst>
</file>

<file path=ppt/tags/tag368.xml><?xml version="1.0" encoding="utf-8"?>
<p:tagLst xmlns:a="http://schemas.openxmlformats.org/drawingml/2006/main" xmlns:r="http://schemas.openxmlformats.org/officeDocument/2006/relationships" xmlns:p="http://schemas.openxmlformats.org/presentationml/2006/main">
  <p:tag name="NAME" val="Moon"/>
</p:tagLst>
</file>

<file path=ppt/tags/tag369.xml><?xml version="1.0" encoding="utf-8"?>
<p:tagLst xmlns:a="http://schemas.openxmlformats.org/drawingml/2006/main" xmlns:r="http://schemas.openxmlformats.org/officeDocument/2006/relationships" xmlns:p="http://schemas.openxmlformats.org/presentationml/2006/main">
  <p:tag name="NAME" val="Moon"/>
</p:tagLst>
</file>

<file path=ppt/tags/tag370.xml><?xml version="1.0" encoding="utf-8"?>
<p:tagLst xmlns:a="http://schemas.openxmlformats.org/drawingml/2006/main" xmlns:r="http://schemas.openxmlformats.org/officeDocument/2006/relationships" xmlns:p="http://schemas.openxmlformats.org/presentationml/2006/main">
  <p:tag name="NAME" val="Moon"/>
</p:tagLst>
</file>

<file path=ppt/tags/tag371.xml><?xml version="1.0" encoding="utf-8"?>
<p:tagLst xmlns:a="http://schemas.openxmlformats.org/drawingml/2006/main" xmlns:r="http://schemas.openxmlformats.org/officeDocument/2006/relationships" xmlns:p="http://schemas.openxmlformats.org/presentationml/2006/main">
  <p:tag name="ANGLE" val="5"/>
</p:tagLst>
</file>

<file path=ppt/tags/tag372.xml><?xml version="1.0" encoding="utf-8"?>
<p:tagLst xmlns:a="http://schemas.openxmlformats.org/drawingml/2006/main" xmlns:r="http://schemas.openxmlformats.org/officeDocument/2006/relationships" xmlns:p="http://schemas.openxmlformats.org/presentationml/2006/main">
  <p:tag name="ANGLE" val="5"/>
</p:tagLst>
</file>

<file path=ppt/tags/tag373.xml><?xml version="1.0" encoding="utf-8"?>
<p:tagLst xmlns:a="http://schemas.openxmlformats.org/drawingml/2006/main" xmlns:r="http://schemas.openxmlformats.org/officeDocument/2006/relationships" xmlns:p="http://schemas.openxmlformats.org/presentationml/2006/main">
  <p:tag name="ANGLE" val="4"/>
</p:tagLst>
</file>

<file path=ppt/tags/tag374.xml><?xml version="1.0" encoding="utf-8"?>
<p:tagLst xmlns:a="http://schemas.openxmlformats.org/drawingml/2006/main" xmlns:r="http://schemas.openxmlformats.org/officeDocument/2006/relationships" xmlns:p="http://schemas.openxmlformats.org/presentationml/2006/main">
  <p:tag name="ANGLE" val="4"/>
</p:tagLst>
</file>

<file path=ppt/tags/tag375.xml><?xml version="1.0" encoding="utf-8"?>
<p:tagLst xmlns:a="http://schemas.openxmlformats.org/drawingml/2006/main" xmlns:r="http://schemas.openxmlformats.org/officeDocument/2006/relationships" xmlns:p="http://schemas.openxmlformats.org/presentationml/2006/main">
  <p:tag name="ANGLE" val="3"/>
</p:tagLst>
</file>

<file path=ppt/tags/tag376.xml><?xml version="1.0" encoding="utf-8"?>
<p:tagLst xmlns:a="http://schemas.openxmlformats.org/drawingml/2006/main" xmlns:r="http://schemas.openxmlformats.org/officeDocument/2006/relationships" xmlns:p="http://schemas.openxmlformats.org/presentationml/2006/main">
  <p:tag name="ANGLE" val="3"/>
</p:tagLst>
</file>

<file path=ppt/tags/tag377.xml><?xml version="1.0" encoding="utf-8"?>
<p:tagLst xmlns:a="http://schemas.openxmlformats.org/drawingml/2006/main" xmlns:r="http://schemas.openxmlformats.org/officeDocument/2006/relationships" xmlns:p="http://schemas.openxmlformats.org/presentationml/2006/main">
  <p:tag name="ANGLE" val="2"/>
</p:tagLst>
</file>

<file path=ppt/tags/tag378.xml><?xml version="1.0" encoding="utf-8"?>
<p:tagLst xmlns:a="http://schemas.openxmlformats.org/drawingml/2006/main" xmlns:r="http://schemas.openxmlformats.org/officeDocument/2006/relationships" xmlns:p="http://schemas.openxmlformats.org/presentationml/2006/main">
  <p:tag name="ANGLE" val="2"/>
</p:tagLst>
</file>

<file path=ppt/tags/tag379.xml><?xml version="1.0" encoding="utf-8"?>
<p:tagLst xmlns:a="http://schemas.openxmlformats.org/drawingml/2006/main" xmlns:r="http://schemas.openxmlformats.org/officeDocument/2006/relationships" xmlns:p="http://schemas.openxmlformats.org/presentationml/2006/main">
  <p:tag name="ANGLE" val="1"/>
</p:tagLst>
</file>

<file path=ppt/tags/tag380.xml><?xml version="1.0" encoding="utf-8"?>
<p:tagLst xmlns:a="http://schemas.openxmlformats.org/drawingml/2006/main" xmlns:r="http://schemas.openxmlformats.org/officeDocument/2006/relationships" xmlns:p="http://schemas.openxmlformats.org/presentationml/2006/main">
  <p:tag name="ANGLE" val="1"/>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tLa5NG5p6QVlH6GlSHMQ0RQ"/>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38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86.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387.xml><?xml version="1.0" encoding="utf-8"?>
<p:tagLst xmlns:a="http://schemas.openxmlformats.org/drawingml/2006/main" xmlns:r="http://schemas.openxmlformats.org/officeDocument/2006/relationships" xmlns:p="http://schemas.openxmlformats.org/presentationml/2006/main">
  <p:tag name="SHAPENAME" val="5. Source"/>
</p:tagLst>
</file>

<file path=ppt/tags/tag38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89.xml><?xml version="1.0" encoding="utf-8"?>
<p:tagLst xmlns:a="http://schemas.openxmlformats.org/drawingml/2006/main" xmlns:r="http://schemas.openxmlformats.org/officeDocument/2006/relationships" xmlns:p="http://schemas.openxmlformats.org/presentationml/2006/main">
  <p:tag name="SHAPENAME" val="3. Subtitle"/>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1.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39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9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394.xml><?xml version="1.0" encoding="utf-8"?>
<p:tagLst xmlns:a="http://schemas.openxmlformats.org/drawingml/2006/main" xmlns:r="http://schemas.openxmlformats.org/officeDocument/2006/relationships" xmlns:p="http://schemas.openxmlformats.org/presentationml/2006/main">
  <p:tag name="SHAPENAME" val="5. Source"/>
</p:tagLst>
</file>

<file path=ppt/tags/tag39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396.xml><?xml version="1.0" encoding="utf-8"?>
<p:tagLst xmlns:a="http://schemas.openxmlformats.org/drawingml/2006/main" xmlns:r="http://schemas.openxmlformats.org/officeDocument/2006/relationships" xmlns:p="http://schemas.openxmlformats.org/presentationml/2006/main">
  <p:tag name="SHAPENAME" val="3. Subtitle"/>
</p:tagLst>
</file>

<file path=ppt/tags/tag3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39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00.xml><?xml version="1.0" encoding="utf-8"?>
<p:tagLst xmlns:a="http://schemas.openxmlformats.org/drawingml/2006/main" xmlns:r="http://schemas.openxmlformats.org/officeDocument/2006/relationships" xmlns:p="http://schemas.openxmlformats.org/presentationml/2006/main">
  <p:tag name="SHAPENAME" val="5. Source"/>
</p:tagLst>
</file>

<file path=ppt/tags/tag40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04.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05.xml><?xml version="1.0" encoding="utf-8"?>
<p:tagLst xmlns:a="http://schemas.openxmlformats.org/drawingml/2006/main" xmlns:r="http://schemas.openxmlformats.org/officeDocument/2006/relationships" xmlns:p="http://schemas.openxmlformats.org/presentationml/2006/main">
  <p:tag name="SHAPENAME" val="5. Source"/>
</p:tagLst>
</file>

<file path=ppt/tags/tag40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tunuZ.dr0dtPKYSWmGw_6Yg"/>
</p:tagLst>
</file>

<file path=ppt/tags/tag40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1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11.xml><?xml version="1.0" encoding="utf-8"?>
<p:tagLst xmlns:a="http://schemas.openxmlformats.org/drawingml/2006/main" xmlns:r="http://schemas.openxmlformats.org/officeDocument/2006/relationships" xmlns:p="http://schemas.openxmlformats.org/presentationml/2006/main">
  <p:tag name="SHAPENAME" val="5. Source"/>
</p:tagLst>
</file>

<file path=ppt/tags/tag41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4.xml><?xml version="1.0" encoding="utf-8"?>
<p:tagLst xmlns:a="http://schemas.openxmlformats.org/drawingml/2006/main" xmlns:r="http://schemas.openxmlformats.org/officeDocument/2006/relationships" xmlns:p="http://schemas.openxmlformats.org/presentationml/2006/main">
  <p:tag name="THINKCELLSHAPEDONOTDELETE" val="trUQibaDMIQaIJXCExx3CSg"/>
</p:tagLst>
</file>

<file path=ppt/tags/tag41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16.xml><?xml version="1.0" encoding="utf-8"?>
<p:tagLst xmlns:a="http://schemas.openxmlformats.org/drawingml/2006/main" xmlns:r="http://schemas.openxmlformats.org/officeDocument/2006/relationships" xmlns:p="http://schemas.openxmlformats.org/presentationml/2006/main">
  <p:tag name="SHAPENAME" val="3. Subtitle"/>
</p:tagLst>
</file>

<file path=ppt/tags/tag417.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18.xml><?xml version="1.0" encoding="utf-8"?>
<p:tagLst xmlns:a="http://schemas.openxmlformats.org/drawingml/2006/main" xmlns:r="http://schemas.openxmlformats.org/officeDocument/2006/relationships" xmlns:p="http://schemas.openxmlformats.org/presentationml/2006/main">
  <p:tag name="SHAPENAME" val="5. Source"/>
</p:tagLst>
</file>

<file path=ppt/tags/tag41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t2e.WNeMwRPaNOv4PeDFU5Q"/>
</p:tagLst>
</file>

<file path=ppt/tags/tag422.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423.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424.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2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26.xml><?xml version="1.0" encoding="utf-8"?>
<p:tagLst xmlns:a="http://schemas.openxmlformats.org/drawingml/2006/main" xmlns:r="http://schemas.openxmlformats.org/officeDocument/2006/relationships" xmlns:p="http://schemas.openxmlformats.org/presentationml/2006/main">
  <p:tag name="SHAPENAME" val="3. Subtitle"/>
</p:tagLst>
</file>

<file path=ppt/tags/tag427.xml><?xml version="1.0" encoding="utf-8"?>
<p:tagLst xmlns:a="http://schemas.openxmlformats.org/drawingml/2006/main" xmlns:r="http://schemas.openxmlformats.org/officeDocument/2006/relationships" xmlns:p="http://schemas.openxmlformats.org/presentationml/2006/main">
  <p:tag name="SHAPENAME" val="5. Source"/>
</p:tagLst>
</file>

<file path=ppt/tags/tag42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tvkXdkIixRi6Hs.rBsPur2w"/>
</p:tagLst>
</file>

<file path=ppt/tags/tag431.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432.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43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3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35.xml><?xml version="1.0" encoding="utf-8"?>
<p:tagLst xmlns:a="http://schemas.openxmlformats.org/drawingml/2006/main" xmlns:r="http://schemas.openxmlformats.org/officeDocument/2006/relationships" xmlns:p="http://schemas.openxmlformats.org/presentationml/2006/main">
  <p:tag name="SHAPENAME" val="3. Subtitle"/>
</p:tagLst>
</file>

<file path=ppt/tags/tag436.xml><?xml version="1.0" encoding="utf-8"?>
<p:tagLst xmlns:a="http://schemas.openxmlformats.org/drawingml/2006/main" xmlns:r="http://schemas.openxmlformats.org/officeDocument/2006/relationships" xmlns:p="http://schemas.openxmlformats.org/presentationml/2006/main">
  <p:tag name="SHAPENAME" val="5. Source"/>
</p:tagLst>
</file>

<file path=ppt/tags/tag43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9.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440.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441.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442.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43.xml><?xml version="1.0" encoding="utf-8"?>
<p:tagLst xmlns:a="http://schemas.openxmlformats.org/drawingml/2006/main" xmlns:r="http://schemas.openxmlformats.org/officeDocument/2006/relationships" xmlns:p="http://schemas.openxmlformats.org/presentationml/2006/main">
  <p:tag name="SHAPENAME" val="5. Source"/>
</p:tagLst>
</file>

<file path=ppt/tags/tag44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4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46.xml><?xml version="1.0" encoding="utf-8"?>
<p:tagLst xmlns:a="http://schemas.openxmlformats.org/drawingml/2006/main" xmlns:r="http://schemas.openxmlformats.org/officeDocument/2006/relationships" xmlns:p="http://schemas.openxmlformats.org/presentationml/2006/main">
  <p:tag name="SHAPENAME" val="3. Subtitle"/>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t2e4Ps3taQqK3C0NeBEvQLA"/>
</p:tagLst>
</file>

<file path=ppt/tags/tag449.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450.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45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52.xml><?xml version="1.0" encoding="utf-8"?>
<p:tagLst xmlns:a="http://schemas.openxmlformats.org/drawingml/2006/main" xmlns:r="http://schemas.openxmlformats.org/officeDocument/2006/relationships" xmlns:p="http://schemas.openxmlformats.org/presentationml/2006/main">
  <p:tag name="SHAPENAME" val="5. Source"/>
</p:tagLst>
</file>

<file path=ppt/tags/tag45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54.xml><?xml version="1.0" encoding="utf-8"?>
<p:tagLst xmlns:a="http://schemas.openxmlformats.org/drawingml/2006/main" xmlns:r="http://schemas.openxmlformats.org/officeDocument/2006/relationships" xmlns:p="http://schemas.openxmlformats.org/presentationml/2006/main">
  <p:tag name="SHAPENAME" val="3. Subtitle"/>
</p:tagLst>
</file>

<file path=ppt/tags/tag45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7.xml><?xml version="1.0" encoding="utf-8"?>
<p:tagLst xmlns:a="http://schemas.openxmlformats.org/drawingml/2006/main" xmlns:r="http://schemas.openxmlformats.org/officeDocument/2006/relationships" xmlns:p="http://schemas.openxmlformats.org/presentationml/2006/main">
  <p:tag name="THINKCELLSHAPEDONOTDELETE" val="t2e4Ps3taQqK3C0NeBEvQLA"/>
</p:tagLst>
</file>

<file path=ppt/tags/tag458.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459.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46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61.xml><?xml version="1.0" encoding="utf-8"?>
<p:tagLst xmlns:a="http://schemas.openxmlformats.org/drawingml/2006/main" xmlns:r="http://schemas.openxmlformats.org/officeDocument/2006/relationships" xmlns:p="http://schemas.openxmlformats.org/presentationml/2006/main">
  <p:tag name="SHAPENAME" val="5. Source"/>
</p:tagLst>
</file>

<file path=ppt/tags/tag46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63.xml><?xml version="1.0" encoding="utf-8"?>
<p:tagLst xmlns:a="http://schemas.openxmlformats.org/drawingml/2006/main" xmlns:r="http://schemas.openxmlformats.org/officeDocument/2006/relationships" xmlns:p="http://schemas.openxmlformats.org/presentationml/2006/main">
  <p:tag name="SHAPENAME" val="3. Subtitle"/>
</p:tagLst>
</file>

<file path=ppt/tags/tag46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6.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467.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468.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46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70.xml><?xml version="1.0" encoding="utf-8"?>
<p:tagLst xmlns:a="http://schemas.openxmlformats.org/drawingml/2006/main" xmlns:r="http://schemas.openxmlformats.org/officeDocument/2006/relationships" xmlns:p="http://schemas.openxmlformats.org/presentationml/2006/main">
  <p:tag name="SHAPENAME" val="TopLineLeft"/>
</p:tagLst>
</file>

<file path=ppt/tags/tag471.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472.xml><?xml version="1.0" encoding="utf-8"?>
<p:tagLst xmlns:a="http://schemas.openxmlformats.org/drawingml/2006/main" xmlns:r="http://schemas.openxmlformats.org/officeDocument/2006/relationships" xmlns:p="http://schemas.openxmlformats.org/presentationml/2006/main">
  <p:tag name="SHAPENAME" val="TopLineLeft"/>
</p:tagLst>
</file>

<file path=ppt/tags/tag473.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47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75.xml><?xml version="1.0" encoding="utf-8"?>
<p:tagLst xmlns:a="http://schemas.openxmlformats.org/drawingml/2006/main" xmlns:r="http://schemas.openxmlformats.org/officeDocument/2006/relationships" xmlns:p="http://schemas.openxmlformats.org/presentationml/2006/main">
  <p:tag name="SHAPENAME" val="3. Subtitle"/>
</p:tagLst>
</file>

<file path=ppt/tags/tag476.xml><?xml version="1.0" encoding="utf-8"?>
<p:tagLst xmlns:a="http://schemas.openxmlformats.org/drawingml/2006/main" xmlns:r="http://schemas.openxmlformats.org/officeDocument/2006/relationships" xmlns:p="http://schemas.openxmlformats.org/presentationml/2006/main">
  <p:tag name="SHAPENAME" val="5. Source"/>
</p:tagLst>
</file>

<file path=ppt/tags/tag47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9.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48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81.xml><?xml version="1.0" encoding="utf-8"?>
<p:tagLst xmlns:a="http://schemas.openxmlformats.org/drawingml/2006/main" xmlns:r="http://schemas.openxmlformats.org/officeDocument/2006/relationships" xmlns:p="http://schemas.openxmlformats.org/presentationml/2006/main">
  <p:tag name="SHAPENAME" val="5. Source"/>
</p:tagLst>
</file>

<file path=ppt/tags/tag48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4.xml><?xml version="1.0" encoding="utf-8"?>
<p:tagLst xmlns:a="http://schemas.openxmlformats.org/drawingml/2006/main" xmlns:r="http://schemas.openxmlformats.org/officeDocument/2006/relationships" xmlns:p="http://schemas.openxmlformats.org/presentationml/2006/main">
  <p:tag name="THINKCELLSHAPEDONOTDELETE" val="tZkG5iHMTSC2mGhtG.mpRUA"/>
</p:tagLst>
</file>

<file path=ppt/tags/tag485.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486.xml><?xml version="1.0" encoding="utf-8"?>
<p:tagLst xmlns:a="http://schemas.openxmlformats.org/drawingml/2006/main" xmlns:r="http://schemas.openxmlformats.org/officeDocument/2006/relationships" xmlns:p="http://schemas.openxmlformats.org/presentationml/2006/main">
  <p:tag name="SHAPENAME" val="5. Source"/>
</p:tagLst>
</file>

<file path=ppt/tags/tag48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88.xml><?xml version="1.0" encoding="utf-8"?>
<p:tagLst xmlns:a="http://schemas.openxmlformats.org/drawingml/2006/main" xmlns:r="http://schemas.openxmlformats.org/officeDocument/2006/relationships" xmlns:p="http://schemas.openxmlformats.org/presentationml/2006/main">
  <p:tag name="SHAPENAME" val="3. Subtitle"/>
</p:tagLst>
</file>

<file path=ppt/tags/tag48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1.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492.xml><?xml version="1.0" encoding="utf-8"?>
<p:tagLst xmlns:a="http://schemas.openxmlformats.org/drawingml/2006/main" xmlns:r="http://schemas.openxmlformats.org/officeDocument/2006/relationships" xmlns:p="http://schemas.openxmlformats.org/presentationml/2006/main">
  <p:tag name="SHAPENAME" val="3. Subtitle"/>
</p:tagLst>
</file>

<file path=ppt/tags/tag493.xml><?xml version="1.0" encoding="utf-8"?>
<p:tagLst xmlns:a="http://schemas.openxmlformats.org/drawingml/2006/main" xmlns:r="http://schemas.openxmlformats.org/officeDocument/2006/relationships" xmlns:p="http://schemas.openxmlformats.org/presentationml/2006/main">
  <p:tag name="SHAPENAME" val="5. Source"/>
</p:tagLst>
</file>

<file path=ppt/tags/tag49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49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4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7.xml><?xml version="1.0" encoding="utf-8"?>
<p:tagLst xmlns:a="http://schemas.openxmlformats.org/drawingml/2006/main" xmlns:r="http://schemas.openxmlformats.org/officeDocument/2006/relationships" xmlns:p="http://schemas.openxmlformats.org/presentationml/2006/main">
  <p:tag name="THINKCELLSHAPEDONOTDELETE" val="txcgoWEzLgA0_64VDvMxGGg"/>
</p:tagLst>
</file>

<file path=ppt/tags/tag498.xml><?xml version="1.0" encoding="utf-8"?>
<p:tagLst xmlns:a="http://schemas.openxmlformats.org/drawingml/2006/main" xmlns:r="http://schemas.openxmlformats.org/officeDocument/2006/relationships" xmlns:p="http://schemas.openxmlformats.org/presentationml/2006/main">
  <p:tag name="SHAPENAME" val="4. Footnote"/>
</p:tagLst>
</file>

<file path=ppt/tags/tag49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00.xml><?xml version="1.0" encoding="utf-8"?>
<p:tagLst xmlns:a="http://schemas.openxmlformats.org/drawingml/2006/main" xmlns:r="http://schemas.openxmlformats.org/officeDocument/2006/relationships" xmlns:p="http://schemas.openxmlformats.org/presentationml/2006/main">
  <p:tag name="NAME" val="ACET"/>
</p:tagLst>
</file>

<file path=ppt/tags/tag501.xml><?xml version="1.0" encoding="utf-8"?>
<p:tagLst xmlns:a="http://schemas.openxmlformats.org/drawingml/2006/main" xmlns:r="http://schemas.openxmlformats.org/officeDocument/2006/relationships" xmlns:p="http://schemas.openxmlformats.org/presentationml/2006/main">
  <p:tag name="NAME" val="Moon"/>
</p:tagLst>
</file>

<file path=ppt/tags/tag502.xml><?xml version="1.0" encoding="utf-8"?>
<p:tagLst xmlns:a="http://schemas.openxmlformats.org/drawingml/2006/main" xmlns:r="http://schemas.openxmlformats.org/officeDocument/2006/relationships" xmlns:p="http://schemas.openxmlformats.org/presentationml/2006/main">
  <p:tag name="NAME" val="Moon"/>
</p:tagLst>
</file>

<file path=ppt/tags/tag503.xml><?xml version="1.0" encoding="utf-8"?>
<p:tagLst xmlns:a="http://schemas.openxmlformats.org/drawingml/2006/main" xmlns:r="http://schemas.openxmlformats.org/officeDocument/2006/relationships" xmlns:p="http://schemas.openxmlformats.org/presentationml/2006/main">
  <p:tag name="NAME" val="Moon"/>
</p:tagLst>
</file>

<file path=ppt/tags/tag504.xml><?xml version="1.0" encoding="utf-8"?>
<p:tagLst xmlns:a="http://schemas.openxmlformats.org/drawingml/2006/main" xmlns:r="http://schemas.openxmlformats.org/officeDocument/2006/relationships" xmlns:p="http://schemas.openxmlformats.org/presentationml/2006/main">
  <p:tag name="NAME" val="Moon"/>
</p:tagLst>
</file>

<file path=ppt/tags/tag505.xml><?xml version="1.0" encoding="utf-8"?>
<p:tagLst xmlns:a="http://schemas.openxmlformats.org/drawingml/2006/main" xmlns:r="http://schemas.openxmlformats.org/officeDocument/2006/relationships" xmlns:p="http://schemas.openxmlformats.org/presentationml/2006/main">
  <p:tag name="NAME" val="Moon"/>
</p:tagLst>
</file>

<file path=ppt/tags/tag506.xml><?xml version="1.0" encoding="utf-8"?>
<p:tagLst xmlns:a="http://schemas.openxmlformats.org/drawingml/2006/main" xmlns:r="http://schemas.openxmlformats.org/officeDocument/2006/relationships" xmlns:p="http://schemas.openxmlformats.org/presentationml/2006/main">
  <p:tag name="ANGLE" val="5"/>
</p:tagLst>
</file>

<file path=ppt/tags/tag507.xml><?xml version="1.0" encoding="utf-8"?>
<p:tagLst xmlns:a="http://schemas.openxmlformats.org/drawingml/2006/main" xmlns:r="http://schemas.openxmlformats.org/officeDocument/2006/relationships" xmlns:p="http://schemas.openxmlformats.org/presentationml/2006/main">
  <p:tag name="ANGLE" val="5"/>
</p:tagLst>
</file>

<file path=ppt/tags/tag508.xml><?xml version="1.0" encoding="utf-8"?>
<p:tagLst xmlns:a="http://schemas.openxmlformats.org/drawingml/2006/main" xmlns:r="http://schemas.openxmlformats.org/officeDocument/2006/relationships" xmlns:p="http://schemas.openxmlformats.org/presentationml/2006/main">
  <p:tag name="ANGLE" val="4"/>
</p:tagLst>
</file>

<file path=ppt/tags/tag509.xml><?xml version="1.0" encoding="utf-8"?>
<p:tagLst xmlns:a="http://schemas.openxmlformats.org/drawingml/2006/main" xmlns:r="http://schemas.openxmlformats.org/officeDocument/2006/relationships" xmlns:p="http://schemas.openxmlformats.org/presentationml/2006/main">
  <p:tag name="ANGLE" val="4"/>
</p:tagLst>
</file>

<file path=ppt/tags/tag510.xml><?xml version="1.0" encoding="utf-8"?>
<p:tagLst xmlns:a="http://schemas.openxmlformats.org/drawingml/2006/main" xmlns:r="http://schemas.openxmlformats.org/officeDocument/2006/relationships" xmlns:p="http://schemas.openxmlformats.org/presentationml/2006/main">
  <p:tag name="ANGLE" val="3"/>
</p:tagLst>
</file>

<file path=ppt/tags/tag511.xml><?xml version="1.0" encoding="utf-8"?>
<p:tagLst xmlns:a="http://schemas.openxmlformats.org/drawingml/2006/main" xmlns:r="http://schemas.openxmlformats.org/officeDocument/2006/relationships" xmlns:p="http://schemas.openxmlformats.org/presentationml/2006/main">
  <p:tag name="ANGLE" val="3"/>
</p:tagLst>
</file>

<file path=ppt/tags/tag512.xml><?xml version="1.0" encoding="utf-8"?>
<p:tagLst xmlns:a="http://schemas.openxmlformats.org/drawingml/2006/main" xmlns:r="http://schemas.openxmlformats.org/officeDocument/2006/relationships" xmlns:p="http://schemas.openxmlformats.org/presentationml/2006/main">
  <p:tag name="ANGLE" val="2"/>
</p:tagLst>
</file>

<file path=ppt/tags/tag513.xml><?xml version="1.0" encoding="utf-8"?>
<p:tagLst xmlns:a="http://schemas.openxmlformats.org/drawingml/2006/main" xmlns:r="http://schemas.openxmlformats.org/officeDocument/2006/relationships" xmlns:p="http://schemas.openxmlformats.org/presentationml/2006/main">
  <p:tag name="ANGLE" val="2"/>
</p:tagLst>
</file>

<file path=ppt/tags/tag514.xml><?xml version="1.0" encoding="utf-8"?>
<p:tagLst xmlns:a="http://schemas.openxmlformats.org/drawingml/2006/main" xmlns:r="http://schemas.openxmlformats.org/officeDocument/2006/relationships" xmlns:p="http://schemas.openxmlformats.org/presentationml/2006/main">
  <p:tag name="ANGLE" val="1"/>
</p:tagLst>
</file>

<file path=ppt/tags/tag515.xml><?xml version="1.0" encoding="utf-8"?>
<p:tagLst xmlns:a="http://schemas.openxmlformats.org/drawingml/2006/main" xmlns:r="http://schemas.openxmlformats.org/officeDocument/2006/relationships" xmlns:p="http://schemas.openxmlformats.org/presentationml/2006/main">
  <p:tag name="ANGLE" val="1"/>
</p:tagLst>
</file>

<file path=ppt/tags/tag5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7.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518.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519.xml><?xml version="1.0" encoding="utf-8"?>
<p:tagLst xmlns:a="http://schemas.openxmlformats.org/drawingml/2006/main" xmlns:r="http://schemas.openxmlformats.org/officeDocument/2006/relationships" xmlns:p="http://schemas.openxmlformats.org/presentationml/2006/main">
  <p:tag name="SHAPENAME" val="Subtitle"/>
</p:tagLst>
</file>

<file path=ppt/tags/tag520.xml><?xml version="1.0" encoding="utf-8"?>
<p:tagLst xmlns:a="http://schemas.openxmlformats.org/drawingml/2006/main" xmlns:r="http://schemas.openxmlformats.org/officeDocument/2006/relationships" xmlns:p="http://schemas.openxmlformats.org/presentationml/2006/main">
  <p:tag name="SHAPENAME" val="Title"/>
</p:tagLst>
</file>

<file path=ppt/tags/tag5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2.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523.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524.xml><?xml version="1.0" encoding="utf-8"?>
<p:tagLst xmlns:a="http://schemas.openxmlformats.org/drawingml/2006/main" xmlns:r="http://schemas.openxmlformats.org/officeDocument/2006/relationships" xmlns:p="http://schemas.openxmlformats.org/presentationml/2006/main">
  <p:tag name="SHAPENAME" val="Subtitle"/>
</p:tagLst>
</file>

<file path=ppt/tags/tag525.xml><?xml version="1.0" encoding="utf-8"?>
<p:tagLst xmlns:a="http://schemas.openxmlformats.org/drawingml/2006/main" xmlns:r="http://schemas.openxmlformats.org/officeDocument/2006/relationships" xmlns:p="http://schemas.openxmlformats.org/presentationml/2006/main">
  <p:tag name="SHAPENAME" val="Title"/>
</p:tagLst>
</file>

<file path=ppt/tags/tag5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7.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528.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529.xml><?xml version="1.0" encoding="utf-8"?>
<p:tagLst xmlns:a="http://schemas.openxmlformats.org/drawingml/2006/main" xmlns:r="http://schemas.openxmlformats.org/officeDocument/2006/relationships" xmlns:p="http://schemas.openxmlformats.org/presentationml/2006/main">
  <p:tag name="SHAPENAME" val="Subtitle"/>
</p:tagLst>
</file>

<file path=ppt/tags/tag530.xml><?xml version="1.0" encoding="utf-8"?>
<p:tagLst xmlns:a="http://schemas.openxmlformats.org/drawingml/2006/main" xmlns:r="http://schemas.openxmlformats.org/officeDocument/2006/relationships" xmlns:p="http://schemas.openxmlformats.org/presentationml/2006/main">
  <p:tag name="SHAPENAME" val="Title"/>
</p:tagLst>
</file>

<file path=ppt/tags/tag5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2.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533.xml><?xml version="1.0" encoding="utf-8"?>
<p:tagLst xmlns:a="http://schemas.openxmlformats.org/drawingml/2006/main" xmlns:r="http://schemas.openxmlformats.org/officeDocument/2006/relationships" xmlns:p="http://schemas.openxmlformats.org/presentationml/2006/main">
  <p:tag name="SHAPENAME" val="3. Subtitle"/>
</p:tagLst>
</file>

<file path=ppt/tags/tag534.xml><?xml version="1.0" encoding="utf-8"?>
<p:tagLst xmlns:a="http://schemas.openxmlformats.org/drawingml/2006/main" xmlns:r="http://schemas.openxmlformats.org/officeDocument/2006/relationships" xmlns:p="http://schemas.openxmlformats.org/presentationml/2006/main">
  <p:tag name="SHAPENAME" val="5. Source"/>
</p:tagLst>
</file>

<file path=ppt/tags/tag53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3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8.xml><?xml version="1.0" encoding="utf-8"?>
<p:tagLst xmlns:a="http://schemas.openxmlformats.org/drawingml/2006/main" xmlns:r="http://schemas.openxmlformats.org/officeDocument/2006/relationships" xmlns:p="http://schemas.openxmlformats.org/presentationml/2006/main">
  <p:tag name="THINKCELLSHAPEDONOTDELETE" val="trZ96ctUUqJsGDCugslwBCg"/>
</p:tagLst>
</file>

<file path=ppt/tags/tag53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40.xml><?xml version="1.0" encoding="utf-8"?>
<p:tagLst xmlns:a="http://schemas.openxmlformats.org/drawingml/2006/main" xmlns:r="http://schemas.openxmlformats.org/officeDocument/2006/relationships" xmlns:p="http://schemas.openxmlformats.org/presentationml/2006/main">
  <p:tag name="SHAPENAME" val="5. Source"/>
</p:tagLst>
</file>

<file path=ppt/tags/tag54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3.xml><?xml version="1.0" encoding="utf-8"?>
<p:tagLst xmlns:a="http://schemas.openxmlformats.org/drawingml/2006/main" xmlns:r="http://schemas.openxmlformats.org/officeDocument/2006/relationships" xmlns:p="http://schemas.openxmlformats.org/presentationml/2006/main">
  <p:tag name="THINKCELLSHAPEDONOTDELETE" val="tAvhTnprpZIIVVQCOTQtpLw"/>
</p:tagLst>
</file>

<file path=ppt/tags/tag54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45.xml><?xml version="1.0" encoding="utf-8"?>
<p:tagLst xmlns:a="http://schemas.openxmlformats.org/drawingml/2006/main" xmlns:r="http://schemas.openxmlformats.org/officeDocument/2006/relationships" xmlns:p="http://schemas.openxmlformats.org/presentationml/2006/main">
  <p:tag name="SHAPENAME" val="5. Source"/>
</p:tagLst>
</file>

<file path=ppt/tags/tag54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8.xml><?xml version="1.0" encoding="utf-8"?>
<p:tagLst xmlns:a="http://schemas.openxmlformats.org/drawingml/2006/main" xmlns:r="http://schemas.openxmlformats.org/officeDocument/2006/relationships" xmlns:p="http://schemas.openxmlformats.org/presentationml/2006/main">
  <p:tag name="THINKCELLSHAPEDONOTDELETE" val="tVvs3CU0mhZ0iF9VK3Gc_gQ"/>
</p:tagLst>
</file>

<file path=ppt/tags/tag54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50.xml><?xml version="1.0" encoding="utf-8"?>
<p:tagLst xmlns:a="http://schemas.openxmlformats.org/drawingml/2006/main" xmlns:r="http://schemas.openxmlformats.org/officeDocument/2006/relationships" xmlns:p="http://schemas.openxmlformats.org/presentationml/2006/main">
  <p:tag name="SHAPENAME" val="5. Source"/>
</p:tagLst>
</file>

<file path=ppt/tags/tag55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3.xml><?xml version="1.0" encoding="utf-8"?>
<p:tagLst xmlns:a="http://schemas.openxmlformats.org/drawingml/2006/main" xmlns:r="http://schemas.openxmlformats.org/officeDocument/2006/relationships" xmlns:p="http://schemas.openxmlformats.org/presentationml/2006/main">
  <p:tag name="THINKCELLSHAPEDONOTDELETE" val="tNrcAbB4u0quRffFN3bn3Xw"/>
</p:tagLst>
</file>

<file path=ppt/tags/tag55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55.xml><?xml version="1.0" encoding="utf-8"?>
<p:tagLst xmlns:a="http://schemas.openxmlformats.org/drawingml/2006/main" xmlns:r="http://schemas.openxmlformats.org/officeDocument/2006/relationships" xmlns:p="http://schemas.openxmlformats.org/presentationml/2006/main">
  <p:tag name="SHAPENAME" val="3. Subtitle"/>
</p:tagLst>
</file>

<file path=ppt/tags/tag556.xml><?xml version="1.0" encoding="utf-8"?>
<p:tagLst xmlns:a="http://schemas.openxmlformats.org/drawingml/2006/main" xmlns:r="http://schemas.openxmlformats.org/officeDocument/2006/relationships" xmlns:p="http://schemas.openxmlformats.org/presentationml/2006/main">
  <p:tag name="SHAPENAME" val="5. Source"/>
</p:tagLst>
</file>

<file path=ppt/tags/tag55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9.xml><?xml version="1.0" encoding="utf-8"?>
<p:tagLst xmlns:a="http://schemas.openxmlformats.org/drawingml/2006/main" xmlns:r="http://schemas.openxmlformats.org/officeDocument/2006/relationships" xmlns:p="http://schemas.openxmlformats.org/presentationml/2006/main">
  <p:tag name="THINKCELLSHAPEDONOTDELETE" val="tYG_9mniplMrafceMpP.Qwg"/>
</p:tagLst>
</file>

<file path=ppt/tags/tag560.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56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62.xml><?xml version="1.0" encoding="utf-8"?>
<p:tagLst xmlns:a="http://schemas.openxmlformats.org/drawingml/2006/main" xmlns:r="http://schemas.openxmlformats.org/officeDocument/2006/relationships" xmlns:p="http://schemas.openxmlformats.org/presentationml/2006/main">
  <p:tag name="SHAPENAME" val="3. Subtitle"/>
</p:tagLst>
</file>

<file path=ppt/tags/tag563.xml><?xml version="1.0" encoding="utf-8"?>
<p:tagLst xmlns:a="http://schemas.openxmlformats.org/drawingml/2006/main" xmlns:r="http://schemas.openxmlformats.org/officeDocument/2006/relationships" xmlns:p="http://schemas.openxmlformats.org/presentationml/2006/main">
  <p:tag name="SHAPENAME" val="5. Source"/>
</p:tagLst>
</file>

<file path=ppt/tags/tag56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6.xml><?xml version="1.0" encoding="utf-8"?>
<p:tagLst xmlns:a="http://schemas.openxmlformats.org/drawingml/2006/main" xmlns:r="http://schemas.openxmlformats.org/officeDocument/2006/relationships" xmlns:p="http://schemas.openxmlformats.org/presentationml/2006/main">
  <p:tag name="THINKCELLSHAPEDONOTDELETE" val="tHbEQ8aI7AKzsdxigcAG3ZA"/>
</p:tagLst>
</file>

<file path=ppt/tags/tag567.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56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69.xml><?xml version="1.0" encoding="utf-8"?>
<p:tagLst xmlns:a="http://schemas.openxmlformats.org/drawingml/2006/main" xmlns:r="http://schemas.openxmlformats.org/officeDocument/2006/relationships" xmlns:p="http://schemas.openxmlformats.org/presentationml/2006/main">
  <p:tag name="SHAPENAME" val="3. Subtitle"/>
</p:tagLst>
</file>

<file path=ppt/tags/tag570.xml><?xml version="1.0" encoding="utf-8"?>
<p:tagLst xmlns:a="http://schemas.openxmlformats.org/drawingml/2006/main" xmlns:r="http://schemas.openxmlformats.org/officeDocument/2006/relationships" xmlns:p="http://schemas.openxmlformats.org/presentationml/2006/main">
  <p:tag name="SHAPENAME" val="5. Source"/>
</p:tagLst>
</file>

<file path=ppt/tags/tag57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3.xml><?xml version="1.0" encoding="utf-8"?>
<p:tagLst xmlns:a="http://schemas.openxmlformats.org/drawingml/2006/main" xmlns:r="http://schemas.openxmlformats.org/officeDocument/2006/relationships" xmlns:p="http://schemas.openxmlformats.org/presentationml/2006/main">
  <p:tag name="THINKCELLSHAPEDONOTDELETE" val="tBLvs1S2qnQw1aA01IUaglg"/>
</p:tagLst>
</file>

<file path=ppt/tags/tag574.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57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76.xml><?xml version="1.0" encoding="utf-8"?>
<p:tagLst xmlns:a="http://schemas.openxmlformats.org/drawingml/2006/main" xmlns:r="http://schemas.openxmlformats.org/officeDocument/2006/relationships" xmlns:p="http://schemas.openxmlformats.org/presentationml/2006/main">
  <p:tag name="SHAPENAME" val="3. Subtitle"/>
</p:tagLst>
</file>

<file path=ppt/tags/tag577.xml><?xml version="1.0" encoding="utf-8"?>
<p:tagLst xmlns:a="http://schemas.openxmlformats.org/drawingml/2006/main" xmlns:r="http://schemas.openxmlformats.org/officeDocument/2006/relationships" xmlns:p="http://schemas.openxmlformats.org/presentationml/2006/main">
  <p:tag name="SHAPENAME" val="5. Source"/>
</p:tagLst>
</file>

<file path=ppt/tags/tag57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0.xml><?xml version="1.0" encoding="utf-8"?>
<p:tagLst xmlns:a="http://schemas.openxmlformats.org/drawingml/2006/main" xmlns:r="http://schemas.openxmlformats.org/officeDocument/2006/relationships" xmlns:p="http://schemas.openxmlformats.org/presentationml/2006/main">
  <p:tag name="THINKCELLSHAPEDONOTDELETE" val="tqUyDlDqWonv3hoAx.p9Rsw"/>
</p:tagLst>
</file>

<file path=ppt/tags/tag58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82.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583.xml><?xml version="1.0" encoding="utf-8"?>
<p:tagLst xmlns:a="http://schemas.openxmlformats.org/drawingml/2006/main" xmlns:r="http://schemas.openxmlformats.org/officeDocument/2006/relationships" xmlns:p="http://schemas.openxmlformats.org/presentationml/2006/main">
  <p:tag name="SHAPENAME" val="3. Subtitle"/>
</p:tagLst>
</file>

<file path=ppt/tags/tag584.xml><?xml version="1.0" encoding="utf-8"?>
<p:tagLst xmlns:a="http://schemas.openxmlformats.org/drawingml/2006/main" xmlns:r="http://schemas.openxmlformats.org/officeDocument/2006/relationships" xmlns:p="http://schemas.openxmlformats.org/presentationml/2006/main">
  <p:tag name="SHAPENAME" val="5. Source"/>
</p:tagLst>
</file>

<file path=ppt/tags/tag58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7.xml><?xml version="1.0" encoding="utf-8"?>
<p:tagLst xmlns:a="http://schemas.openxmlformats.org/drawingml/2006/main" xmlns:r="http://schemas.openxmlformats.org/officeDocument/2006/relationships" xmlns:p="http://schemas.openxmlformats.org/presentationml/2006/main">
  <p:tag name="THINKCELLSHAPEDONOTDELETE" val="to9xgrPArEB1mEiMOhB5KGA"/>
</p:tagLst>
</file>

<file path=ppt/tags/tag588.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58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90.xml><?xml version="1.0" encoding="utf-8"?>
<p:tagLst xmlns:a="http://schemas.openxmlformats.org/drawingml/2006/main" xmlns:r="http://schemas.openxmlformats.org/officeDocument/2006/relationships" xmlns:p="http://schemas.openxmlformats.org/presentationml/2006/main">
  <p:tag name="SHAPENAME" val="3. Subtitle"/>
</p:tagLst>
</file>

<file path=ppt/tags/tag591.xml><?xml version="1.0" encoding="utf-8"?>
<p:tagLst xmlns:a="http://schemas.openxmlformats.org/drawingml/2006/main" xmlns:r="http://schemas.openxmlformats.org/officeDocument/2006/relationships" xmlns:p="http://schemas.openxmlformats.org/presentationml/2006/main">
  <p:tag name="SHAPENAME" val="5. Source"/>
</p:tagLst>
</file>

<file path=ppt/tags/tag59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4.xml><?xml version="1.0" encoding="utf-8"?>
<p:tagLst xmlns:a="http://schemas.openxmlformats.org/drawingml/2006/main" xmlns:r="http://schemas.openxmlformats.org/officeDocument/2006/relationships" xmlns:p="http://schemas.openxmlformats.org/presentationml/2006/main">
  <p:tag name="THINKCELLSHAPEDONOTDELETE" val="txNguF4Gw2mJIhuiFXm5tKQ"/>
</p:tagLst>
</file>

<file path=ppt/tags/tag59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96.xml><?xml version="1.0" encoding="utf-8"?>
<p:tagLst xmlns:a="http://schemas.openxmlformats.org/drawingml/2006/main" xmlns:r="http://schemas.openxmlformats.org/officeDocument/2006/relationships" xmlns:p="http://schemas.openxmlformats.org/presentationml/2006/main">
  <p:tag name="SHAPENAME" val="5. Source"/>
</p:tagLst>
</file>

<file path=ppt/tags/tag59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9.xml><?xml version="1.0" encoding="utf-8"?>
<p:tagLst xmlns:a="http://schemas.openxmlformats.org/drawingml/2006/main" xmlns:r="http://schemas.openxmlformats.org/officeDocument/2006/relationships" xmlns:p="http://schemas.openxmlformats.org/presentationml/2006/main">
  <p:tag name="SHAPENAME" val="5. Source"/>
</p:tagLst>
</file>

<file path=ppt/tags/tag60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2.xml><?xml version="1.0" encoding="utf-8"?>
<p:tagLst xmlns:a="http://schemas.openxmlformats.org/drawingml/2006/main" xmlns:r="http://schemas.openxmlformats.org/officeDocument/2006/relationships" xmlns:p="http://schemas.openxmlformats.org/presentationml/2006/main">
  <p:tag name="SHAPENAME" val="5. Source"/>
</p:tagLst>
</file>

<file path=ppt/tags/tag60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5.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60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07.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608.xml><?xml version="1.0" encoding="utf-8"?>
<p:tagLst xmlns:a="http://schemas.openxmlformats.org/drawingml/2006/main" xmlns:r="http://schemas.openxmlformats.org/officeDocument/2006/relationships" xmlns:p="http://schemas.openxmlformats.org/presentationml/2006/main">
  <p:tag name="SHAPENAME" val="5. Source"/>
</p:tagLst>
</file>

<file path=ppt/tags/tag60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10.xml><?xml version="1.0" encoding="utf-8"?>
<p:tagLst xmlns:a="http://schemas.openxmlformats.org/drawingml/2006/main" xmlns:r="http://schemas.openxmlformats.org/officeDocument/2006/relationships" xmlns:p="http://schemas.openxmlformats.org/presentationml/2006/main">
  <p:tag name="SHAPENAME" val="3. Subtitle"/>
</p:tagLst>
</file>

<file path=ppt/tags/tag6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2.xml><?xml version="1.0" encoding="utf-8"?>
<p:tagLst xmlns:a="http://schemas.openxmlformats.org/drawingml/2006/main" xmlns:r="http://schemas.openxmlformats.org/officeDocument/2006/relationships" xmlns:p="http://schemas.openxmlformats.org/presentationml/2006/main">
  <p:tag name="THINKCELLSHAPEDONOTDELETE" val="txcgoWEzLgA0_64VDvMxGGg"/>
</p:tagLst>
</file>

<file path=ppt/tags/tag613.xml><?xml version="1.0" encoding="utf-8"?>
<p:tagLst xmlns:a="http://schemas.openxmlformats.org/drawingml/2006/main" xmlns:r="http://schemas.openxmlformats.org/officeDocument/2006/relationships" xmlns:p="http://schemas.openxmlformats.org/presentationml/2006/main">
  <p:tag name="SHAPENAME" val="4. Footnote"/>
</p:tagLst>
</file>

<file path=ppt/tags/tag61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15.xml><?xml version="1.0" encoding="utf-8"?>
<p:tagLst xmlns:a="http://schemas.openxmlformats.org/drawingml/2006/main" xmlns:r="http://schemas.openxmlformats.org/officeDocument/2006/relationships" xmlns:p="http://schemas.openxmlformats.org/presentationml/2006/main">
  <p:tag name="NAME" val="ACET"/>
</p:tagLst>
</file>

<file path=ppt/tags/tag616.xml><?xml version="1.0" encoding="utf-8"?>
<p:tagLst xmlns:a="http://schemas.openxmlformats.org/drawingml/2006/main" xmlns:r="http://schemas.openxmlformats.org/officeDocument/2006/relationships" xmlns:p="http://schemas.openxmlformats.org/presentationml/2006/main">
  <p:tag name="NAME" val="Moon"/>
</p:tagLst>
</file>

<file path=ppt/tags/tag617.xml><?xml version="1.0" encoding="utf-8"?>
<p:tagLst xmlns:a="http://schemas.openxmlformats.org/drawingml/2006/main" xmlns:r="http://schemas.openxmlformats.org/officeDocument/2006/relationships" xmlns:p="http://schemas.openxmlformats.org/presentationml/2006/main">
  <p:tag name="NAME" val="Moon"/>
</p:tagLst>
</file>

<file path=ppt/tags/tag618.xml><?xml version="1.0" encoding="utf-8"?>
<p:tagLst xmlns:a="http://schemas.openxmlformats.org/drawingml/2006/main" xmlns:r="http://schemas.openxmlformats.org/officeDocument/2006/relationships" xmlns:p="http://schemas.openxmlformats.org/presentationml/2006/main">
  <p:tag name="NAME" val="Moon"/>
</p:tagLst>
</file>

<file path=ppt/tags/tag619.xml><?xml version="1.0" encoding="utf-8"?>
<p:tagLst xmlns:a="http://schemas.openxmlformats.org/drawingml/2006/main" xmlns:r="http://schemas.openxmlformats.org/officeDocument/2006/relationships" xmlns:p="http://schemas.openxmlformats.org/presentationml/2006/main">
  <p:tag name="NAME" val="Moon"/>
</p:tagLst>
</file>

<file path=ppt/tags/tag620.xml><?xml version="1.0" encoding="utf-8"?>
<p:tagLst xmlns:a="http://schemas.openxmlformats.org/drawingml/2006/main" xmlns:r="http://schemas.openxmlformats.org/officeDocument/2006/relationships" xmlns:p="http://schemas.openxmlformats.org/presentationml/2006/main">
  <p:tag name="NAME" val="Moon"/>
</p:tagLst>
</file>

<file path=ppt/tags/tag621.xml><?xml version="1.0" encoding="utf-8"?>
<p:tagLst xmlns:a="http://schemas.openxmlformats.org/drawingml/2006/main" xmlns:r="http://schemas.openxmlformats.org/officeDocument/2006/relationships" xmlns:p="http://schemas.openxmlformats.org/presentationml/2006/main">
  <p:tag name="ANGLE" val="5"/>
</p:tagLst>
</file>

<file path=ppt/tags/tag622.xml><?xml version="1.0" encoding="utf-8"?>
<p:tagLst xmlns:a="http://schemas.openxmlformats.org/drawingml/2006/main" xmlns:r="http://schemas.openxmlformats.org/officeDocument/2006/relationships" xmlns:p="http://schemas.openxmlformats.org/presentationml/2006/main">
  <p:tag name="ANGLE" val="5"/>
</p:tagLst>
</file>

<file path=ppt/tags/tag623.xml><?xml version="1.0" encoding="utf-8"?>
<p:tagLst xmlns:a="http://schemas.openxmlformats.org/drawingml/2006/main" xmlns:r="http://schemas.openxmlformats.org/officeDocument/2006/relationships" xmlns:p="http://schemas.openxmlformats.org/presentationml/2006/main">
  <p:tag name="ANGLE" val="4"/>
</p:tagLst>
</file>

<file path=ppt/tags/tag624.xml><?xml version="1.0" encoding="utf-8"?>
<p:tagLst xmlns:a="http://schemas.openxmlformats.org/drawingml/2006/main" xmlns:r="http://schemas.openxmlformats.org/officeDocument/2006/relationships" xmlns:p="http://schemas.openxmlformats.org/presentationml/2006/main">
  <p:tag name="ANGLE" val="4"/>
</p:tagLst>
</file>

<file path=ppt/tags/tag625.xml><?xml version="1.0" encoding="utf-8"?>
<p:tagLst xmlns:a="http://schemas.openxmlformats.org/drawingml/2006/main" xmlns:r="http://schemas.openxmlformats.org/officeDocument/2006/relationships" xmlns:p="http://schemas.openxmlformats.org/presentationml/2006/main">
  <p:tag name="ANGLE" val="3"/>
</p:tagLst>
</file>

<file path=ppt/tags/tag626.xml><?xml version="1.0" encoding="utf-8"?>
<p:tagLst xmlns:a="http://schemas.openxmlformats.org/drawingml/2006/main" xmlns:r="http://schemas.openxmlformats.org/officeDocument/2006/relationships" xmlns:p="http://schemas.openxmlformats.org/presentationml/2006/main">
  <p:tag name="ANGLE" val="3"/>
</p:tagLst>
</file>

<file path=ppt/tags/tag627.xml><?xml version="1.0" encoding="utf-8"?>
<p:tagLst xmlns:a="http://schemas.openxmlformats.org/drawingml/2006/main" xmlns:r="http://schemas.openxmlformats.org/officeDocument/2006/relationships" xmlns:p="http://schemas.openxmlformats.org/presentationml/2006/main">
  <p:tag name="ANGLE" val="2"/>
</p:tagLst>
</file>

<file path=ppt/tags/tag628.xml><?xml version="1.0" encoding="utf-8"?>
<p:tagLst xmlns:a="http://schemas.openxmlformats.org/drawingml/2006/main" xmlns:r="http://schemas.openxmlformats.org/officeDocument/2006/relationships" xmlns:p="http://schemas.openxmlformats.org/presentationml/2006/main">
  <p:tag name="ANGLE" val="2"/>
</p:tagLst>
</file>

<file path=ppt/tags/tag629.xml><?xml version="1.0" encoding="utf-8"?>
<p:tagLst xmlns:a="http://schemas.openxmlformats.org/drawingml/2006/main" xmlns:r="http://schemas.openxmlformats.org/officeDocument/2006/relationships" xmlns:p="http://schemas.openxmlformats.org/presentationml/2006/main">
  <p:tag name="ANGLE" val="1"/>
</p:tagLst>
</file>

<file path=ppt/tags/tag630.xml><?xml version="1.0" encoding="utf-8"?>
<p:tagLst xmlns:a="http://schemas.openxmlformats.org/drawingml/2006/main" xmlns:r="http://schemas.openxmlformats.org/officeDocument/2006/relationships" xmlns:p="http://schemas.openxmlformats.org/presentationml/2006/main">
  <p:tag name="ANGLE" val="1"/>
</p:tagLst>
</file>

<file path=ppt/tags/tag6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32.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633.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634.xml><?xml version="1.0" encoding="utf-8"?>
<p:tagLst xmlns:a="http://schemas.openxmlformats.org/drawingml/2006/main" xmlns:r="http://schemas.openxmlformats.org/officeDocument/2006/relationships" xmlns:p="http://schemas.openxmlformats.org/presentationml/2006/main">
  <p:tag name="SHAPENAME" val="Subtitle"/>
</p:tagLst>
</file>

<file path=ppt/tags/tag635.xml><?xml version="1.0" encoding="utf-8"?>
<p:tagLst xmlns:a="http://schemas.openxmlformats.org/drawingml/2006/main" xmlns:r="http://schemas.openxmlformats.org/officeDocument/2006/relationships" xmlns:p="http://schemas.openxmlformats.org/presentationml/2006/main">
  <p:tag name="SHAPENAME" val="Title"/>
</p:tagLst>
</file>

<file path=ppt/tags/tag6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37.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638.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639.xml><?xml version="1.0" encoding="utf-8"?>
<p:tagLst xmlns:a="http://schemas.openxmlformats.org/drawingml/2006/main" xmlns:r="http://schemas.openxmlformats.org/officeDocument/2006/relationships" xmlns:p="http://schemas.openxmlformats.org/presentationml/2006/main">
  <p:tag name="SHAPENAME" val="Subtitle"/>
</p:tagLst>
</file>

<file path=ppt/tags/tag640.xml><?xml version="1.0" encoding="utf-8"?>
<p:tagLst xmlns:a="http://schemas.openxmlformats.org/drawingml/2006/main" xmlns:r="http://schemas.openxmlformats.org/officeDocument/2006/relationships" xmlns:p="http://schemas.openxmlformats.org/presentationml/2006/main">
  <p:tag name="SHAPENAME" val="Title"/>
</p:tagLst>
</file>

<file path=ppt/tags/tag6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2.xml><?xml version="1.0" encoding="utf-8"?>
<p:tagLst xmlns:a="http://schemas.openxmlformats.org/drawingml/2006/main" xmlns:r="http://schemas.openxmlformats.org/officeDocument/2006/relationships" xmlns:p="http://schemas.openxmlformats.org/presentationml/2006/main">
  <p:tag name="THINKCELLSHAPEDONOTDELETE" val="tWz9_f.d6YGbJCbK0.Pg2_A"/>
</p:tagLst>
</file>

<file path=ppt/tags/tag643.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644.xml><?xml version="1.0" encoding="utf-8"?>
<p:tagLst xmlns:a="http://schemas.openxmlformats.org/drawingml/2006/main" xmlns:r="http://schemas.openxmlformats.org/officeDocument/2006/relationships" xmlns:p="http://schemas.openxmlformats.org/presentationml/2006/main">
  <p:tag name="SHAPENAME" val="Subtitle"/>
</p:tagLst>
</file>

<file path=ppt/tags/tag645.xml><?xml version="1.0" encoding="utf-8"?>
<p:tagLst xmlns:a="http://schemas.openxmlformats.org/drawingml/2006/main" xmlns:r="http://schemas.openxmlformats.org/officeDocument/2006/relationships" xmlns:p="http://schemas.openxmlformats.org/presentationml/2006/main">
  <p:tag name="SHAPENAME" val="Title"/>
</p:tagLst>
</file>

<file path=ppt/tags/tag6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7.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648.xml><?xml version="1.0" encoding="utf-8"?>
<p:tagLst xmlns:a="http://schemas.openxmlformats.org/drawingml/2006/main" xmlns:r="http://schemas.openxmlformats.org/officeDocument/2006/relationships" xmlns:p="http://schemas.openxmlformats.org/presentationml/2006/main">
  <p:tag name="SHAPENAME" val="3. Subtitle"/>
</p:tagLst>
</file>

<file path=ppt/tags/tag649.xml><?xml version="1.0" encoding="utf-8"?>
<p:tagLst xmlns:a="http://schemas.openxmlformats.org/drawingml/2006/main" xmlns:r="http://schemas.openxmlformats.org/officeDocument/2006/relationships" xmlns:p="http://schemas.openxmlformats.org/presentationml/2006/main">
  <p:tag name="SHAPENAME" val="5. Source"/>
</p:tagLst>
</file>

<file path=ppt/tags/tag65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5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3.xml><?xml version="1.0" encoding="utf-8"?>
<p:tagLst xmlns:a="http://schemas.openxmlformats.org/drawingml/2006/main" xmlns:r="http://schemas.openxmlformats.org/officeDocument/2006/relationships" xmlns:p="http://schemas.openxmlformats.org/presentationml/2006/main">
  <p:tag name="THINKCELLSHAPEDONOTDELETE" val="trZ96ctUUqJsGDCugslwBCg"/>
</p:tagLst>
</file>

<file path=ppt/tags/tag65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55.xml><?xml version="1.0" encoding="utf-8"?>
<p:tagLst xmlns:a="http://schemas.openxmlformats.org/drawingml/2006/main" xmlns:r="http://schemas.openxmlformats.org/officeDocument/2006/relationships" xmlns:p="http://schemas.openxmlformats.org/presentationml/2006/main">
  <p:tag name="SHAPENAME" val="5. Source"/>
</p:tagLst>
</file>

<file path=ppt/tags/tag65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8.xml><?xml version="1.0" encoding="utf-8"?>
<p:tagLst xmlns:a="http://schemas.openxmlformats.org/drawingml/2006/main" xmlns:r="http://schemas.openxmlformats.org/officeDocument/2006/relationships" xmlns:p="http://schemas.openxmlformats.org/presentationml/2006/main">
  <p:tag name="THINKCELLSHAPEDONOTDELETE" val="tAvhTnprpZIIVVQCOTQtpLw"/>
</p:tagLst>
</file>

<file path=ppt/tags/tag65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60.xml><?xml version="1.0" encoding="utf-8"?>
<p:tagLst xmlns:a="http://schemas.openxmlformats.org/drawingml/2006/main" xmlns:r="http://schemas.openxmlformats.org/officeDocument/2006/relationships" xmlns:p="http://schemas.openxmlformats.org/presentationml/2006/main">
  <p:tag name="SHAPENAME" val="5. Source"/>
</p:tagLst>
</file>

<file path=ppt/tags/tag66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3.xml><?xml version="1.0" encoding="utf-8"?>
<p:tagLst xmlns:a="http://schemas.openxmlformats.org/drawingml/2006/main" xmlns:r="http://schemas.openxmlformats.org/officeDocument/2006/relationships" xmlns:p="http://schemas.openxmlformats.org/presentationml/2006/main">
  <p:tag name="THINKCELLSHAPEDONOTDELETE" val="tVvs3CU0mhZ0iF9VK3Gc_gQ"/>
</p:tagLst>
</file>

<file path=ppt/tags/tag66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65.xml><?xml version="1.0" encoding="utf-8"?>
<p:tagLst xmlns:a="http://schemas.openxmlformats.org/drawingml/2006/main" xmlns:r="http://schemas.openxmlformats.org/officeDocument/2006/relationships" xmlns:p="http://schemas.openxmlformats.org/presentationml/2006/main">
  <p:tag name="SHAPENAME" val="5. Source"/>
</p:tagLst>
</file>

<file path=ppt/tags/tag66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8.xml><?xml version="1.0" encoding="utf-8"?>
<p:tagLst xmlns:a="http://schemas.openxmlformats.org/drawingml/2006/main" xmlns:r="http://schemas.openxmlformats.org/officeDocument/2006/relationships" xmlns:p="http://schemas.openxmlformats.org/presentationml/2006/main">
  <p:tag name="THINKCELLSHAPEDONOTDELETE" val="tNrcAbB4u0quRffFN3bn3Xw"/>
</p:tagLst>
</file>

<file path=ppt/tags/tag66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70.xml><?xml version="1.0" encoding="utf-8"?>
<p:tagLst xmlns:a="http://schemas.openxmlformats.org/drawingml/2006/main" xmlns:r="http://schemas.openxmlformats.org/officeDocument/2006/relationships" xmlns:p="http://schemas.openxmlformats.org/presentationml/2006/main">
  <p:tag name="SHAPENAME" val="3. Subtitle"/>
</p:tagLst>
</file>

<file path=ppt/tags/tag671.xml><?xml version="1.0" encoding="utf-8"?>
<p:tagLst xmlns:a="http://schemas.openxmlformats.org/drawingml/2006/main" xmlns:r="http://schemas.openxmlformats.org/officeDocument/2006/relationships" xmlns:p="http://schemas.openxmlformats.org/presentationml/2006/main">
  <p:tag name="SHAPENAME" val="5. Source"/>
</p:tagLst>
</file>

<file path=ppt/tags/tag67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7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4.xml><?xml version="1.0" encoding="utf-8"?>
<p:tagLst xmlns:a="http://schemas.openxmlformats.org/drawingml/2006/main" xmlns:r="http://schemas.openxmlformats.org/officeDocument/2006/relationships" xmlns:p="http://schemas.openxmlformats.org/presentationml/2006/main">
  <p:tag name="THINKCELLSHAPEDONOTDELETE" val="tYG_9mniplMrafceMpP.Qwg"/>
</p:tagLst>
</file>

<file path=ppt/tags/tag675.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67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77.xml><?xml version="1.0" encoding="utf-8"?>
<p:tagLst xmlns:a="http://schemas.openxmlformats.org/drawingml/2006/main" xmlns:r="http://schemas.openxmlformats.org/officeDocument/2006/relationships" xmlns:p="http://schemas.openxmlformats.org/presentationml/2006/main">
  <p:tag name="SHAPENAME" val="3. Subtitle"/>
</p:tagLst>
</file>

<file path=ppt/tags/tag678.xml><?xml version="1.0" encoding="utf-8"?>
<p:tagLst xmlns:a="http://schemas.openxmlformats.org/drawingml/2006/main" xmlns:r="http://schemas.openxmlformats.org/officeDocument/2006/relationships" xmlns:p="http://schemas.openxmlformats.org/presentationml/2006/main">
  <p:tag name="SHAPENAME" val="5. Source"/>
</p:tagLst>
</file>

<file path=ppt/tags/tag67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1.xml><?xml version="1.0" encoding="utf-8"?>
<p:tagLst xmlns:a="http://schemas.openxmlformats.org/drawingml/2006/main" xmlns:r="http://schemas.openxmlformats.org/officeDocument/2006/relationships" xmlns:p="http://schemas.openxmlformats.org/presentationml/2006/main">
  <p:tag name="THINKCELLSHAPEDONOTDELETE" val="tHbEQ8aI7AKzsdxigcAG3ZA"/>
</p:tagLst>
</file>

<file path=ppt/tags/tag682.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68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84.xml><?xml version="1.0" encoding="utf-8"?>
<p:tagLst xmlns:a="http://schemas.openxmlformats.org/drawingml/2006/main" xmlns:r="http://schemas.openxmlformats.org/officeDocument/2006/relationships" xmlns:p="http://schemas.openxmlformats.org/presentationml/2006/main">
  <p:tag name="SHAPENAME" val="3. Subtitle"/>
</p:tagLst>
</file>

<file path=ppt/tags/tag685.xml><?xml version="1.0" encoding="utf-8"?>
<p:tagLst xmlns:a="http://schemas.openxmlformats.org/drawingml/2006/main" xmlns:r="http://schemas.openxmlformats.org/officeDocument/2006/relationships" xmlns:p="http://schemas.openxmlformats.org/presentationml/2006/main">
  <p:tag name="SHAPENAME" val="5. Source"/>
</p:tagLst>
</file>

<file path=ppt/tags/tag68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8.xml><?xml version="1.0" encoding="utf-8"?>
<p:tagLst xmlns:a="http://schemas.openxmlformats.org/drawingml/2006/main" xmlns:r="http://schemas.openxmlformats.org/officeDocument/2006/relationships" xmlns:p="http://schemas.openxmlformats.org/presentationml/2006/main">
  <p:tag name="THINKCELLSHAPEDONOTDELETE" val="tBLvs1S2qnQw1aA01IUaglg"/>
</p:tagLst>
</file>

<file path=ppt/tags/tag689.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69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91.xml><?xml version="1.0" encoding="utf-8"?>
<p:tagLst xmlns:a="http://schemas.openxmlformats.org/drawingml/2006/main" xmlns:r="http://schemas.openxmlformats.org/officeDocument/2006/relationships" xmlns:p="http://schemas.openxmlformats.org/presentationml/2006/main">
  <p:tag name="SHAPENAME" val="3. Subtitle"/>
</p:tagLst>
</file>

<file path=ppt/tags/tag692.xml><?xml version="1.0" encoding="utf-8"?>
<p:tagLst xmlns:a="http://schemas.openxmlformats.org/drawingml/2006/main" xmlns:r="http://schemas.openxmlformats.org/officeDocument/2006/relationships" xmlns:p="http://schemas.openxmlformats.org/presentationml/2006/main">
  <p:tag name="SHAPENAME" val="5. Source"/>
</p:tagLst>
</file>

<file path=ppt/tags/tag69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tqUyDlDqWonv3hoAx.p9Rsw"/>
</p:tagLst>
</file>

<file path=ppt/tags/tag69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97.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698.xml><?xml version="1.0" encoding="utf-8"?>
<p:tagLst xmlns:a="http://schemas.openxmlformats.org/drawingml/2006/main" xmlns:r="http://schemas.openxmlformats.org/officeDocument/2006/relationships" xmlns:p="http://schemas.openxmlformats.org/presentationml/2006/main">
  <p:tag name="SHAPENAME" val="3. Subtitle"/>
</p:tagLst>
</file>

<file path=ppt/tags/tag699.xml><?xml version="1.0" encoding="utf-8"?>
<p:tagLst xmlns:a="http://schemas.openxmlformats.org/drawingml/2006/main" xmlns:r="http://schemas.openxmlformats.org/officeDocument/2006/relationships" xmlns:p="http://schemas.openxmlformats.org/presentationml/2006/main">
  <p:tag name="SHAPENAME" val="5. Source"/>
</p:tagLst>
</file>

<file path=ppt/tags/tag70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2.xml><?xml version="1.0" encoding="utf-8"?>
<p:tagLst xmlns:a="http://schemas.openxmlformats.org/drawingml/2006/main" xmlns:r="http://schemas.openxmlformats.org/officeDocument/2006/relationships" xmlns:p="http://schemas.openxmlformats.org/presentationml/2006/main">
  <p:tag name="THINKCELLSHAPEDONOTDELETE" val="to9xgrPArEB1mEiMOhB5KGA"/>
</p:tagLst>
</file>

<file path=ppt/tags/tag703.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70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05.xml><?xml version="1.0" encoding="utf-8"?>
<p:tagLst xmlns:a="http://schemas.openxmlformats.org/drawingml/2006/main" xmlns:r="http://schemas.openxmlformats.org/officeDocument/2006/relationships" xmlns:p="http://schemas.openxmlformats.org/presentationml/2006/main">
  <p:tag name="SHAPENAME" val="3. Subtitle"/>
</p:tagLst>
</file>

<file path=ppt/tags/tag706.xml><?xml version="1.0" encoding="utf-8"?>
<p:tagLst xmlns:a="http://schemas.openxmlformats.org/drawingml/2006/main" xmlns:r="http://schemas.openxmlformats.org/officeDocument/2006/relationships" xmlns:p="http://schemas.openxmlformats.org/presentationml/2006/main">
  <p:tag name="SHAPENAME" val="5. Source"/>
</p:tagLst>
</file>

<file path=ppt/tags/tag70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9.xml><?xml version="1.0" encoding="utf-8"?>
<p:tagLst xmlns:a="http://schemas.openxmlformats.org/drawingml/2006/main" xmlns:r="http://schemas.openxmlformats.org/officeDocument/2006/relationships" xmlns:p="http://schemas.openxmlformats.org/presentationml/2006/main">
  <p:tag name="THINKCELLSHAPEDONOTDELETE" val="txNguF4Gw2mJIhuiFXm5tKQ"/>
</p:tagLst>
</file>

<file path=ppt/tags/tag71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11.xml><?xml version="1.0" encoding="utf-8"?>
<p:tagLst xmlns:a="http://schemas.openxmlformats.org/drawingml/2006/main" xmlns:r="http://schemas.openxmlformats.org/officeDocument/2006/relationships" xmlns:p="http://schemas.openxmlformats.org/presentationml/2006/main">
  <p:tag name="SHAPENAME" val="5. Source"/>
</p:tagLst>
</file>

<file path=ppt/tags/tag71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4.xml><?xml version="1.0" encoding="utf-8"?>
<p:tagLst xmlns:a="http://schemas.openxmlformats.org/drawingml/2006/main" xmlns:r="http://schemas.openxmlformats.org/officeDocument/2006/relationships" xmlns:p="http://schemas.openxmlformats.org/presentationml/2006/main">
  <p:tag name="SHAPENAME" val="5. Source"/>
</p:tagLst>
</file>

<file path=ppt/tags/tag71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7.xml><?xml version="1.0" encoding="utf-8"?>
<p:tagLst xmlns:a="http://schemas.openxmlformats.org/drawingml/2006/main" xmlns:r="http://schemas.openxmlformats.org/officeDocument/2006/relationships" xmlns:p="http://schemas.openxmlformats.org/presentationml/2006/main">
  <p:tag name="SHAPENAME" val="5. Source"/>
</p:tagLst>
</file>

<file path=ppt/tags/tag7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0.xml><?xml version="1.0" encoding="utf-8"?>
<p:tagLst xmlns:a="http://schemas.openxmlformats.org/drawingml/2006/main" xmlns:r="http://schemas.openxmlformats.org/officeDocument/2006/relationships" xmlns:p="http://schemas.openxmlformats.org/presentationml/2006/main">
  <p:tag name="THINKCELLSHAPEDONOTDELETE" val="tSUb1LmWUTH66PHUHOGMc5A"/>
</p:tagLst>
</file>

<file path=ppt/tags/tag721.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722.xml><?xml version="1.0" encoding="utf-8"?>
<p:tagLst xmlns:a="http://schemas.openxmlformats.org/drawingml/2006/main" xmlns:r="http://schemas.openxmlformats.org/officeDocument/2006/relationships" xmlns:p="http://schemas.openxmlformats.org/presentationml/2006/main">
  <p:tag name="SHAPENAME" val="4. Footnote"/>
</p:tagLst>
</file>

<file path=ppt/tags/tag72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24.xml><?xml version="1.0" encoding="utf-8"?>
<p:tagLst xmlns:a="http://schemas.openxmlformats.org/drawingml/2006/main" xmlns:r="http://schemas.openxmlformats.org/officeDocument/2006/relationships" xmlns:p="http://schemas.openxmlformats.org/presentationml/2006/main">
  <p:tag name="SHAPENAME" val="Grid"/>
</p:tagLst>
</file>

<file path=ppt/tags/tag725.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26.xml><?xml version="1.0" encoding="utf-8"?>
<p:tagLst xmlns:a="http://schemas.openxmlformats.org/drawingml/2006/main" xmlns:r="http://schemas.openxmlformats.org/officeDocument/2006/relationships" xmlns:p="http://schemas.openxmlformats.org/presentationml/2006/main">
  <p:tag name="NAME" val="Moon"/>
</p:tagLst>
</file>

<file path=ppt/tags/tag727.xml><?xml version="1.0" encoding="utf-8"?>
<p:tagLst xmlns:a="http://schemas.openxmlformats.org/drawingml/2006/main" xmlns:r="http://schemas.openxmlformats.org/officeDocument/2006/relationships" xmlns:p="http://schemas.openxmlformats.org/presentationml/2006/main">
  <p:tag name="NAME" val="Moon"/>
</p:tagLst>
</file>

<file path=ppt/tags/tag728.xml><?xml version="1.0" encoding="utf-8"?>
<p:tagLst xmlns:a="http://schemas.openxmlformats.org/drawingml/2006/main" xmlns:r="http://schemas.openxmlformats.org/officeDocument/2006/relationships" xmlns:p="http://schemas.openxmlformats.org/presentationml/2006/main">
  <p:tag name="NAME" val="Moon"/>
</p:tagLst>
</file>

<file path=ppt/tags/tag729.xml><?xml version="1.0" encoding="utf-8"?>
<p:tagLst xmlns:a="http://schemas.openxmlformats.org/drawingml/2006/main" xmlns:r="http://schemas.openxmlformats.org/officeDocument/2006/relationships" xmlns:p="http://schemas.openxmlformats.org/presentationml/2006/main">
  <p:tag name="NAME" val="Moon"/>
</p:tagLst>
</file>

<file path=ppt/tags/tag730.xml><?xml version="1.0" encoding="utf-8"?>
<p:tagLst xmlns:a="http://schemas.openxmlformats.org/drawingml/2006/main" xmlns:r="http://schemas.openxmlformats.org/officeDocument/2006/relationships" xmlns:p="http://schemas.openxmlformats.org/presentationml/2006/main">
  <p:tag name="NAME" val="Moon"/>
</p:tagLst>
</file>

<file path=ppt/tags/tag731.xml><?xml version="1.0" encoding="utf-8"?>
<p:tagLst xmlns:a="http://schemas.openxmlformats.org/drawingml/2006/main" xmlns:r="http://schemas.openxmlformats.org/officeDocument/2006/relationships" xmlns:p="http://schemas.openxmlformats.org/presentationml/2006/main">
  <p:tag name="ANGLE" val="5"/>
</p:tagLst>
</file>

<file path=ppt/tags/tag732.xml><?xml version="1.0" encoding="utf-8"?>
<p:tagLst xmlns:a="http://schemas.openxmlformats.org/drawingml/2006/main" xmlns:r="http://schemas.openxmlformats.org/officeDocument/2006/relationships" xmlns:p="http://schemas.openxmlformats.org/presentationml/2006/main">
  <p:tag name="ANGLE" val="5"/>
</p:tagLst>
</file>

<file path=ppt/tags/tag733.xml><?xml version="1.0" encoding="utf-8"?>
<p:tagLst xmlns:a="http://schemas.openxmlformats.org/drawingml/2006/main" xmlns:r="http://schemas.openxmlformats.org/officeDocument/2006/relationships" xmlns:p="http://schemas.openxmlformats.org/presentationml/2006/main">
  <p:tag name="ANGLE" val="4"/>
</p:tagLst>
</file>

<file path=ppt/tags/tag734.xml><?xml version="1.0" encoding="utf-8"?>
<p:tagLst xmlns:a="http://schemas.openxmlformats.org/drawingml/2006/main" xmlns:r="http://schemas.openxmlformats.org/officeDocument/2006/relationships" xmlns:p="http://schemas.openxmlformats.org/presentationml/2006/main">
  <p:tag name="ANGLE" val="4"/>
</p:tagLst>
</file>

<file path=ppt/tags/tag735.xml><?xml version="1.0" encoding="utf-8"?>
<p:tagLst xmlns:a="http://schemas.openxmlformats.org/drawingml/2006/main" xmlns:r="http://schemas.openxmlformats.org/officeDocument/2006/relationships" xmlns:p="http://schemas.openxmlformats.org/presentationml/2006/main">
  <p:tag name="ANGLE" val="3"/>
</p:tagLst>
</file>

<file path=ppt/tags/tag736.xml><?xml version="1.0" encoding="utf-8"?>
<p:tagLst xmlns:a="http://schemas.openxmlformats.org/drawingml/2006/main" xmlns:r="http://schemas.openxmlformats.org/officeDocument/2006/relationships" xmlns:p="http://schemas.openxmlformats.org/presentationml/2006/main">
  <p:tag name="ANGLE" val="3"/>
</p:tagLst>
</file>

<file path=ppt/tags/tag737.xml><?xml version="1.0" encoding="utf-8"?>
<p:tagLst xmlns:a="http://schemas.openxmlformats.org/drawingml/2006/main" xmlns:r="http://schemas.openxmlformats.org/officeDocument/2006/relationships" xmlns:p="http://schemas.openxmlformats.org/presentationml/2006/main">
  <p:tag name="ANGLE" val="2"/>
</p:tagLst>
</file>

<file path=ppt/tags/tag738.xml><?xml version="1.0" encoding="utf-8"?>
<p:tagLst xmlns:a="http://schemas.openxmlformats.org/drawingml/2006/main" xmlns:r="http://schemas.openxmlformats.org/officeDocument/2006/relationships" xmlns:p="http://schemas.openxmlformats.org/presentationml/2006/main">
  <p:tag name="ANGLE" val="2"/>
</p:tagLst>
</file>

<file path=ppt/tags/tag739.xml><?xml version="1.0" encoding="utf-8"?>
<p:tagLst xmlns:a="http://schemas.openxmlformats.org/drawingml/2006/main" xmlns:r="http://schemas.openxmlformats.org/officeDocument/2006/relationships" xmlns:p="http://schemas.openxmlformats.org/presentationml/2006/main">
  <p:tag name="ANGLE" val="1"/>
</p:tagLst>
</file>

<file path=ppt/tags/tag740.xml><?xml version="1.0" encoding="utf-8"?>
<p:tagLst xmlns:a="http://schemas.openxmlformats.org/drawingml/2006/main" xmlns:r="http://schemas.openxmlformats.org/officeDocument/2006/relationships" xmlns:p="http://schemas.openxmlformats.org/presentationml/2006/main">
  <p:tag name="ANGLE" val="1"/>
</p:tagLst>
</file>

<file path=ppt/tags/tag7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2.xml><?xml version="1.0" encoding="utf-8"?>
<p:tagLst xmlns:a="http://schemas.openxmlformats.org/drawingml/2006/main" xmlns:r="http://schemas.openxmlformats.org/officeDocument/2006/relationships" xmlns:p="http://schemas.openxmlformats.org/presentationml/2006/main">
  <p:tag name="THINKCELLSHAPEDONOTDELETE" val="tLa5NG5p6QVlH6GlSHMQ0RQ"/>
</p:tagLst>
</file>

<file path=ppt/tags/tag74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5.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74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47.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48.xml><?xml version="1.0" encoding="utf-8"?>
<p:tagLst xmlns:a="http://schemas.openxmlformats.org/drawingml/2006/main" xmlns:r="http://schemas.openxmlformats.org/officeDocument/2006/relationships" xmlns:p="http://schemas.openxmlformats.org/presentationml/2006/main">
  <p:tag name="SHAPENAME" val="5. Source"/>
</p:tagLst>
</file>

<file path=ppt/tags/tag74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50.xml><?xml version="1.0" encoding="utf-8"?>
<p:tagLst xmlns:a="http://schemas.openxmlformats.org/drawingml/2006/main" xmlns:r="http://schemas.openxmlformats.org/officeDocument/2006/relationships" xmlns:p="http://schemas.openxmlformats.org/presentationml/2006/main">
  <p:tag name="SHAPENAME" val="3. Subtitle"/>
</p:tagLst>
</file>

<file path=ppt/tags/tag7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2.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75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54.xml><?xml version="1.0" encoding="utf-8"?>
<p:tagLst xmlns:a="http://schemas.openxmlformats.org/drawingml/2006/main" xmlns:r="http://schemas.openxmlformats.org/officeDocument/2006/relationships" xmlns:p="http://schemas.openxmlformats.org/presentationml/2006/main">
  <p:tag name="SHAPENAME" val="5. Source"/>
</p:tagLst>
</file>

<file path=ppt/tags/tag75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56.xml><?xml version="1.0" encoding="utf-8"?>
<p:tagLst xmlns:a="http://schemas.openxmlformats.org/drawingml/2006/main" xmlns:r="http://schemas.openxmlformats.org/officeDocument/2006/relationships" xmlns:p="http://schemas.openxmlformats.org/presentationml/2006/main">
  <p:tag name="SHAPENAME" val="3. Subtitle"/>
</p:tagLst>
</file>

<file path=ppt/tags/tag757.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6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61.xml><?xml version="1.0" encoding="utf-8"?>
<p:tagLst xmlns:a="http://schemas.openxmlformats.org/drawingml/2006/main" xmlns:r="http://schemas.openxmlformats.org/officeDocument/2006/relationships" xmlns:p="http://schemas.openxmlformats.org/presentationml/2006/main">
  <p:tag name="SHAPENAME" val="5. Source"/>
</p:tagLst>
</file>

<file path=ppt/tags/tag76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65.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66.xml><?xml version="1.0" encoding="utf-8"?>
<p:tagLst xmlns:a="http://schemas.openxmlformats.org/drawingml/2006/main" xmlns:r="http://schemas.openxmlformats.org/officeDocument/2006/relationships" xmlns:p="http://schemas.openxmlformats.org/presentationml/2006/main">
  <p:tag name="SHAPENAME" val="5. Source"/>
</p:tagLst>
</file>

<file path=ppt/tags/tag76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9.xml><?xml version="1.0" encoding="utf-8"?>
<p:tagLst xmlns:a="http://schemas.openxmlformats.org/drawingml/2006/main" xmlns:r="http://schemas.openxmlformats.org/officeDocument/2006/relationships" xmlns:p="http://schemas.openxmlformats.org/presentationml/2006/main">
  <p:tag name="THINKCELLSHAPEDONOTDELETE" val="tunuZ.dr0dtPKYSWmGw_6Yg"/>
</p:tagLst>
</file>

<file path=ppt/tags/tag77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7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72.xml><?xml version="1.0" encoding="utf-8"?>
<p:tagLst xmlns:a="http://schemas.openxmlformats.org/drawingml/2006/main" xmlns:r="http://schemas.openxmlformats.org/officeDocument/2006/relationships" xmlns:p="http://schemas.openxmlformats.org/presentationml/2006/main">
  <p:tag name="SHAPENAME" val="5. Source"/>
</p:tagLst>
</file>

<file path=ppt/tags/tag77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5.xml><?xml version="1.0" encoding="utf-8"?>
<p:tagLst xmlns:a="http://schemas.openxmlformats.org/drawingml/2006/main" xmlns:r="http://schemas.openxmlformats.org/officeDocument/2006/relationships" xmlns:p="http://schemas.openxmlformats.org/presentationml/2006/main">
  <p:tag name="THINKCELLSHAPEDONOTDELETE" val="trUQibaDMIQaIJXCExx3CSg"/>
</p:tagLst>
</file>

<file path=ppt/tags/tag77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77.xml><?xml version="1.0" encoding="utf-8"?>
<p:tagLst xmlns:a="http://schemas.openxmlformats.org/drawingml/2006/main" xmlns:r="http://schemas.openxmlformats.org/officeDocument/2006/relationships" xmlns:p="http://schemas.openxmlformats.org/presentationml/2006/main">
  <p:tag name="SHAPENAME" val="3. Subtitle"/>
</p:tagLst>
</file>

<file path=ppt/tags/tag778.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79.xml><?xml version="1.0" encoding="utf-8"?>
<p:tagLst xmlns:a="http://schemas.openxmlformats.org/drawingml/2006/main" xmlns:r="http://schemas.openxmlformats.org/officeDocument/2006/relationships" xmlns:p="http://schemas.openxmlformats.org/presentationml/2006/main">
  <p:tag name="SHAPENAME" val="5. Source"/>
</p:tagLst>
</file>

<file path=ppt/tags/tag78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2.xml><?xml version="1.0" encoding="utf-8"?>
<p:tagLst xmlns:a="http://schemas.openxmlformats.org/drawingml/2006/main" xmlns:r="http://schemas.openxmlformats.org/officeDocument/2006/relationships" xmlns:p="http://schemas.openxmlformats.org/presentationml/2006/main">
  <p:tag name="THINKCELLSHAPEDONOTDELETE" val="t2e.WNeMwRPaNOv4PeDFU5Q"/>
</p:tagLst>
</file>

<file path=ppt/tags/tag783.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784.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785.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8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87.xml><?xml version="1.0" encoding="utf-8"?>
<p:tagLst xmlns:a="http://schemas.openxmlformats.org/drawingml/2006/main" xmlns:r="http://schemas.openxmlformats.org/officeDocument/2006/relationships" xmlns:p="http://schemas.openxmlformats.org/presentationml/2006/main">
  <p:tag name="SHAPENAME" val="3. Subtitle"/>
</p:tagLst>
</file>

<file path=ppt/tags/tag788.xml><?xml version="1.0" encoding="utf-8"?>
<p:tagLst xmlns:a="http://schemas.openxmlformats.org/drawingml/2006/main" xmlns:r="http://schemas.openxmlformats.org/officeDocument/2006/relationships" xmlns:p="http://schemas.openxmlformats.org/presentationml/2006/main">
  <p:tag name="SHAPENAME" val="5. Source"/>
</p:tagLst>
</file>

<file path=ppt/tags/tag78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1.xml><?xml version="1.0" encoding="utf-8"?>
<p:tagLst xmlns:a="http://schemas.openxmlformats.org/drawingml/2006/main" xmlns:r="http://schemas.openxmlformats.org/officeDocument/2006/relationships" xmlns:p="http://schemas.openxmlformats.org/presentationml/2006/main">
  <p:tag name="THINKCELLSHAPEDONOTDELETE" val="tvkXdkIixRi6Hs.rBsPur2w"/>
</p:tagLst>
</file>

<file path=ppt/tags/tag792.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793.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794.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9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96.xml><?xml version="1.0" encoding="utf-8"?>
<p:tagLst xmlns:a="http://schemas.openxmlformats.org/drawingml/2006/main" xmlns:r="http://schemas.openxmlformats.org/officeDocument/2006/relationships" xmlns:p="http://schemas.openxmlformats.org/presentationml/2006/main">
  <p:tag name="SHAPENAME" val="3. Subtitle"/>
</p:tagLst>
</file>

<file path=ppt/tags/tag797.xml><?xml version="1.0" encoding="utf-8"?>
<p:tagLst xmlns:a="http://schemas.openxmlformats.org/drawingml/2006/main" xmlns:r="http://schemas.openxmlformats.org/officeDocument/2006/relationships" xmlns:p="http://schemas.openxmlformats.org/presentationml/2006/main">
  <p:tag name="SHAPENAME" val="5. Source"/>
</p:tagLst>
</file>

<file path=ppt/tags/tag79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00.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801.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802.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80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04.xml><?xml version="1.0" encoding="utf-8"?>
<p:tagLst xmlns:a="http://schemas.openxmlformats.org/drawingml/2006/main" xmlns:r="http://schemas.openxmlformats.org/officeDocument/2006/relationships" xmlns:p="http://schemas.openxmlformats.org/presentationml/2006/main">
  <p:tag name="SHAPENAME" val="5. Source"/>
</p:tagLst>
</file>

<file path=ppt/tags/tag80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0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07.xml><?xml version="1.0" encoding="utf-8"?>
<p:tagLst xmlns:a="http://schemas.openxmlformats.org/drawingml/2006/main" xmlns:r="http://schemas.openxmlformats.org/officeDocument/2006/relationships" xmlns:p="http://schemas.openxmlformats.org/presentationml/2006/main">
  <p:tag name="SHAPENAME" val="3. Subtitle"/>
</p:tagLst>
</file>

<file path=ppt/tags/tag8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09.xml><?xml version="1.0" encoding="utf-8"?>
<p:tagLst xmlns:a="http://schemas.openxmlformats.org/drawingml/2006/main" xmlns:r="http://schemas.openxmlformats.org/officeDocument/2006/relationships" xmlns:p="http://schemas.openxmlformats.org/presentationml/2006/main">
  <p:tag name="THINKCELLSHAPEDONOTDELETE" val="t2e4Ps3taQqK3C0NeBEvQLA"/>
</p:tagLst>
</file>

<file path=ppt/tags/tag810.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811.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812.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13.xml><?xml version="1.0" encoding="utf-8"?>
<p:tagLst xmlns:a="http://schemas.openxmlformats.org/drawingml/2006/main" xmlns:r="http://schemas.openxmlformats.org/officeDocument/2006/relationships" xmlns:p="http://schemas.openxmlformats.org/presentationml/2006/main">
  <p:tag name="SHAPENAME" val="5. Source"/>
</p:tagLst>
</file>

<file path=ppt/tags/tag81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15.xml><?xml version="1.0" encoding="utf-8"?>
<p:tagLst xmlns:a="http://schemas.openxmlformats.org/drawingml/2006/main" xmlns:r="http://schemas.openxmlformats.org/officeDocument/2006/relationships" xmlns:p="http://schemas.openxmlformats.org/presentationml/2006/main">
  <p:tag name="SHAPENAME" val="3. Subtitle"/>
</p:tagLst>
</file>

<file path=ppt/tags/tag81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18.xml><?xml version="1.0" encoding="utf-8"?>
<p:tagLst xmlns:a="http://schemas.openxmlformats.org/drawingml/2006/main" xmlns:r="http://schemas.openxmlformats.org/officeDocument/2006/relationships" xmlns:p="http://schemas.openxmlformats.org/presentationml/2006/main">
  <p:tag name="THINKCELLSHAPEDONOTDELETE" val="t2e4Ps3taQqK3C0NeBEvQLA"/>
</p:tagLst>
</file>

<file path=ppt/tags/tag819.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820.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82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22.xml><?xml version="1.0" encoding="utf-8"?>
<p:tagLst xmlns:a="http://schemas.openxmlformats.org/drawingml/2006/main" xmlns:r="http://schemas.openxmlformats.org/officeDocument/2006/relationships" xmlns:p="http://schemas.openxmlformats.org/presentationml/2006/main">
  <p:tag name="SHAPENAME" val="5. Source"/>
</p:tagLst>
</file>

<file path=ppt/tags/tag82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24.xml><?xml version="1.0" encoding="utf-8"?>
<p:tagLst xmlns:a="http://schemas.openxmlformats.org/drawingml/2006/main" xmlns:r="http://schemas.openxmlformats.org/officeDocument/2006/relationships" xmlns:p="http://schemas.openxmlformats.org/presentationml/2006/main">
  <p:tag name="SHAPENAME" val="3. Subtitle"/>
</p:tagLst>
</file>

<file path=ppt/tags/tag82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7.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828.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829.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83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31.xml><?xml version="1.0" encoding="utf-8"?>
<p:tagLst xmlns:a="http://schemas.openxmlformats.org/drawingml/2006/main" xmlns:r="http://schemas.openxmlformats.org/officeDocument/2006/relationships" xmlns:p="http://schemas.openxmlformats.org/presentationml/2006/main">
  <p:tag name="SHAPENAME" val="TopLineLeft"/>
</p:tagLst>
</file>

<file path=ppt/tags/tag832.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833.xml><?xml version="1.0" encoding="utf-8"?>
<p:tagLst xmlns:a="http://schemas.openxmlformats.org/drawingml/2006/main" xmlns:r="http://schemas.openxmlformats.org/officeDocument/2006/relationships" xmlns:p="http://schemas.openxmlformats.org/presentationml/2006/main">
  <p:tag name="SHAPENAME" val="TopLineLeft"/>
</p:tagLst>
</file>

<file path=ppt/tags/tag834.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83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36.xml><?xml version="1.0" encoding="utf-8"?>
<p:tagLst xmlns:a="http://schemas.openxmlformats.org/drawingml/2006/main" xmlns:r="http://schemas.openxmlformats.org/officeDocument/2006/relationships" xmlns:p="http://schemas.openxmlformats.org/presentationml/2006/main">
  <p:tag name="SHAPENAME" val="3. Subtitle"/>
</p:tagLst>
</file>

<file path=ppt/tags/tag837.xml><?xml version="1.0" encoding="utf-8"?>
<p:tagLst xmlns:a="http://schemas.openxmlformats.org/drawingml/2006/main" xmlns:r="http://schemas.openxmlformats.org/officeDocument/2006/relationships" xmlns:p="http://schemas.openxmlformats.org/presentationml/2006/main">
  <p:tag name="SHAPENAME" val="5. Source"/>
</p:tagLst>
</file>

<file path=ppt/tags/tag83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ZkG5iHMTSC2mGhtG.mpRUA"/>
</p:tagLst>
</file>

<file path=ppt/tags/tag84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42.xml><?xml version="1.0" encoding="utf-8"?>
<p:tagLst xmlns:a="http://schemas.openxmlformats.org/drawingml/2006/main" xmlns:r="http://schemas.openxmlformats.org/officeDocument/2006/relationships" xmlns:p="http://schemas.openxmlformats.org/presentationml/2006/main">
  <p:tag name="SHAPENAME" val="5. Source"/>
</p:tagLst>
</file>

<file path=ppt/tags/tag84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44.xml><?xml version="1.0" encoding="utf-8"?>
<p:tagLst xmlns:a="http://schemas.openxmlformats.org/drawingml/2006/main" xmlns:r="http://schemas.openxmlformats.org/officeDocument/2006/relationships" xmlns:p="http://schemas.openxmlformats.org/presentationml/2006/main">
  <p:tag name="SHAPENAME" val="3. Subtitle"/>
</p:tagLst>
</file>

<file path=ppt/tags/tag84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7.xml><?xml version="1.0" encoding="utf-8"?>
<p:tagLst xmlns:a="http://schemas.openxmlformats.org/drawingml/2006/main" xmlns:r="http://schemas.openxmlformats.org/officeDocument/2006/relationships" xmlns:p="http://schemas.openxmlformats.org/presentationml/2006/main">
  <p:tag name="THINKCELLSHAPEDONOTDELETE" val="tSUb1LmWUTH66PHUHOGMc5A"/>
</p:tagLst>
</file>

<file path=ppt/tags/tag848.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849.xml><?xml version="1.0" encoding="utf-8"?>
<p:tagLst xmlns:a="http://schemas.openxmlformats.org/drawingml/2006/main" xmlns:r="http://schemas.openxmlformats.org/officeDocument/2006/relationships" xmlns:p="http://schemas.openxmlformats.org/presentationml/2006/main">
  <p:tag name="SHAPENAME" val="4. Footnote"/>
</p:tagLst>
</file>

<file path=ppt/tags/tag85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51.xml><?xml version="1.0" encoding="utf-8"?>
<p:tagLst xmlns:a="http://schemas.openxmlformats.org/drawingml/2006/main" xmlns:r="http://schemas.openxmlformats.org/officeDocument/2006/relationships" xmlns:p="http://schemas.openxmlformats.org/presentationml/2006/main">
  <p:tag name="SHAPENAME" val="Grid"/>
</p:tagLst>
</file>

<file path=ppt/tags/tag852.xml><?xml version="1.0" encoding="utf-8"?>
<p:tagLst xmlns:a="http://schemas.openxmlformats.org/drawingml/2006/main" xmlns:r="http://schemas.openxmlformats.org/officeDocument/2006/relationships" xmlns:p="http://schemas.openxmlformats.org/presentationml/2006/main">
  <p:tag name="NAME" val="Moon"/>
</p:tagLst>
</file>

<file path=ppt/tags/tag853.xml><?xml version="1.0" encoding="utf-8"?>
<p:tagLst xmlns:a="http://schemas.openxmlformats.org/drawingml/2006/main" xmlns:r="http://schemas.openxmlformats.org/officeDocument/2006/relationships" xmlns:p="http://schemas.openxmlformats.org/presentationml/2006/main">
  <p:tag name="NAME" val="Moon"/>
</p:tagLst>
</file>

<file path=ppt/tags/tag854.xml><?xml version="1.0" encoding="utf-8"?>
<p:tagLst xmlns:a="http://schemas.openxmlformats.org/drawingml/2006/main" xmlns:r="http://schemas.openxmlformats.org/officeDocument/2006/relationships" xmlns:p="http://schemas.openxmlformats.org/presentationml/2006/main">
  <p:tag name="NAME" val="Moon"/>
</p:tagLst>
</file>

<file path=ppt/tags/tag855.xml><?xml version="1.0" encoding="utf-8"?>
<p:tagLst xmlns:a="http://schemas.openxmlformats.org/drawingml/2006/main" xmlns:r="http://schemas.openxmlformats.org/officeDocument/2006/relationships" xmlns:p="http://schemas.openxmlformats.org/presentationml/2006/main">
  <p:tag name="NAME" val="Moon"/>
</p:tagLst>
</file>

<file path=ppt/tags/tag856.xml><?xml version="1.0" encoding="utf-8"?>
<p:tagLst xmlns:a="http://schemas.openxmlformats.org/drawingml/2006/main" xmlns:r="http://schemas.openxmlformats.org/officeDocument/2006/relationships" xmlns:p="http://schemas.openxmlformats.org/presentationml/2006/main">
  <p:tag name="NAME" val="Moon"/>
</p:tagLst>
</file>

<file path=ppt/tags/tag857.xml><?xml version="1.0" encoding="utf-8"?>
<p:tagLst xmlns:a="http://schemas.openxmlformats.org/drawingml/2006/main" xmlns:r="http://schemas.openxmlformats.org/officeDocument/2006/relationships" xmlns:p="http://schemas.openxmlformats.org/presentationml/2006/main">
  <p:tag name="ANGLE" val="5"/>
</p:tagLst>
</file>

<file path=ppt/tags/tag858.xml><?xml version="1.0" encoding="utf-8"?>
<p:tagLst xmlns:a="http://schemas.openxmlformats.org/drawingml/2006/main" xmlns:r="http://schemas.openxmlformats.org/officeDocument/2006/relationships" xmlns:p="http://schemas.openxmlformats.org/presentationml/2006/main">
  <p:tag name="ANGLE" val="5"/>
</p:tagLst>
</file>

<file path=ppt/tags/tag859.xml><?xml version="1.0" encoding="utf-8"?>
<p:tagLst xmlns:a="http://schemas.openxmlformats.org/drawingml/2006/main" xmlns:r="http://schemas.openxmlformats.org/officeDocument/2006/relationships" xmlns:p="http://schemas.openxmlformats.org/presentationml/2006/main">
  <p:tag name="ANGLE" val="4"/>
</p:tagLst>
</file>

<file path=ppt/tags/tag860.xml><?xml version="1.0" encoding="utf-8"?>
<p:tagLst xmlns:a="http://schemas.openxmlformats.org/drawingml/2006/main" xmlns:r="http://schemas.openxmlformats.org/officeDocument/2006/relationships" xmlns:p="http://schemas.openxmlformats.org/presentationml/2006/main">
  <p:tag name="ANGLE" val="4"/>
</p:tagLst>
</file>

<file path=ppt/tags/tag861.xml><?xml version="1.0" encoding="utf-8"?>
<p:tagLst xmlns:a="http://schemas.openxmlformats.org/drawingml/2006/main" xmlns:r="http://schemas.openxmlformats.org/officeDocument/2006/relationships" xmlns:p="http://schemas.openxmlformats.org/presentationml/2006/main">
  <p:tag name="ANGLE" val="3"/>
</p:tagLst>
</file>

<file path=ppt/tags/tag862.xml><?xml version="1.0" encoding="utf-8"?>
<p:tagLst xmlns:a="http://schemas.openxmlformats.org/drawingml/2006/main" xmlns:r="http://schemas.openxmlformats.org/officeDocument/2006/relationships" xmlns:p="http://schemas.openxmlformats.org/presentationml/2006/main">
  <p:tag name="ANGLE" val="3"/>
</p:tagLst>
</file>

<file path=ppt/tags/tag863.xml><?xml version="1.0" encoding="utf-8"?>
<p:tagLst xmlns:a="http://schemas.openxmlformats.org/drawingml/2006/main" xmlns:r="http://schemas.openxmlformats.org/officeDocument/2006/relationships" xmlns:p="http://schemas.openxmlformats.org/presentationml/2006/main">
  <p:tag name="ANGLE" val="2"/>
</p:tagLst>
</file>

<file path=ppt/tags/tag864.xml><?xml version="1.0" encoding="utf-8"?>
<p:tagLst xmlns:a="http://schemas.openxmlformats.org/drawingml/2006/main" xmlns:r="http://schemas.openxmlformats.org/officeDocument/2006/relationships" xmlns:p="http://schemas.openxmlformats.org/presentationml/2006/main">
  <p:tag name="ANGLE" val="2"/>
</p:tagLst>
</file>

<file path=ppt/tags/tag865.xml><?xml version="1.0" encoding="utf-8"?>
<p:tagLst xmlns:a="http://schemas.openxmlformats.org/drawingml/2006/main" xmlns:r="http://schemas.openxmlformats.org/officeDocument/2006/relationships" xmlns:p="http://schemas.openxmlformats.org/presentationml/2006/main">
  <p:tag name="ANGLE" val="1"/>
</p:tagLst>
</file>

<file path=ppt/tags/tag866.xml><?xml version="1.0" encoding="utf-8"?>
<p:tagLst xmlns:a="http://schemas.openxmlformats.org/drawingml/2006/main" xmlns:r="http://schemas.openxmlformats.org/officeDocument/2006/relationships" xmlns:p="http://schemas.openxmlformats.org/presentationml/2006/main">
  <p:tag name="ANGLE" val="1"/>
</p:tagLst>
</file>

<file path=ppt/tags/tag8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68.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86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70.xml><?xml version="1.0" encoding="utf-8"?>
<p:tagLst xmlns:a="http://schemas.openxmlformats.org/drawingml/2006/main" xmlns:r="http://schemas.openxmlformats.org/officeDocument/2006/relationships" xmlns:p="http://schemas.openxmlformats.org/presentationml/2006/main">
  <p:tag name="SHAPENAME" val="5. Source"/>
</p:tagLst>
</file>

<file path=ppt/tags/tag87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72.xml><?xml version="1.0" encoding="utf-8"?>
<p:tagLst xmlns:a="http://schemas.openxmlformats.org/drawingml/2006/main" xmlns:r="http://schemas.openxmlformats.org/officeDocument/2006/relationships" xmlns:p="http://schemas.openxmlformats.org/presentationml/2006/main">
  <p:tag name="SHAPENAME" val="3. Subtitle"/>
</p:tagLst>
</file>

<file path=ppt/tags/tag87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7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76.xml><?xml version="1.0" encoding="utf-8"?>
<p:tagLst xmlns:a="http://schemas.openxmlformats.org/drawingml/2006/main" xmlns:r="http://schemas.openxmlformats.org/officeDocument/2006/relationships" xmlns:p="http://schemas.openxmlformats.org/presentationml/2006/main">
  <p:tag name="SHAPENAME" val="5. Source"/>
</p:tagLst>
</file>

<file path=ppt/tags/tag87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78.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81.xml><?xml version="1.0" encoding="utf-8"?>
<p:tagLst xmlns:a="http://schemas.openxmlformats.org/drawingml/2006/main" xmlns:r="http://schemas.openxmlformats.org/officeDocument/2006/relationships" xmlns:p="http://schemas.openxmlformats.org/presentationml/2006/main">
  <p:tag name="SHAPENAME" val="5. Source"/>
</p:tagLst>
</file>

<file path=ppt/tags/tag88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8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5.xml><?xml version="1.0" encoding="utf-8"?>
<p:tagLst xmlns:a="http://schemas.openxmlformats.org/drawingml/2006/main" xmlns:r="http://schemas.openxmlformats.org/officeDocument/2006/relationships" xmlns:p="http://schemas.openxmlformats.org/presentationml/2006/main">
  <p:tag name="THINKCELLSHAPEDONOTDELETE" val="tunuZ.dr0dtPKYSWmGw_6Yg"/>
</p:tagLst>
</file>

<file path=ppt/tags/tag88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87.xml><?xml version="1.0" encoding="utf-8"?>
<p:tagLst xmlns:a="http://schemas.openxmlformats.org/drawingml/2006/main" xmlns:r="http://schemas.openxmlformats.org/officeDocument/2006/relationships" xmlns:p="http://schemas.openxmlformats.org/presentationml/2006/main">
  <p:tag name="SHAPENAME" val="5. Source"/>
</p:tagLst>
</file>

<file path=ppt/tags/tag88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8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91.xml><?xml version="1.0" encoding="utf-8"?>
<p:tagLst xmlns:a="http://schemas.openxmlformats.org/drawingml/2006/main" xmlns:r="http://schemas.openxmlformats.org/officeDocument/2006/relationships" xmlns:p="http://schemas.openxmlformats.org/presentationml/2006/main">
  <p:tag name="THINKCELLSHAPEDONOTDELETE" val="trUQibaDMIQaIJXCExx3CSg"/>
</p:tagLst>
</file>

<file path=ppt/tags/tag89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93.xml><?xml version="1.0" encoding="utf-8"?>
<p:tagLst xmlns:a="http://schemas.openxmlformats.org/drawingml/2006/main" xmlns:r="http://schemas.openxmlformats.org/officeDocument/2006/relationships" xmlns:p="http://schemas.openxmlformats.org/presentationml/2006/main">
  <p:tag name="SHAPENAME" val="3. Subtitle"/>
</p:tagLst>
</file>

<file path=ppt/tags/tag894.xml><?xml version="1.0" encoding="utf-8"?>
<p:tagLst xmlns:a="http://schemas.openxmlformats.org/drawingml/2006/main" xmlns:r="http://schemas.openxmlformats.org/officeDocument/2006/relationships" xmlns:p="http://schemas.openxmlformats.org/presentationml/2006/main">
  <p:tag name="SHAPENAME" val="5. Source"/>
</p:tagLst>
</file>

<file path=ppt/tags/tag89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97.xml><?xml version="1.0" encoding="utf-8"?>
<p:tagLst xmlns:a="http://schemas.openxmlformats.org/drawingml/2006/main" xmlns:r="http://schemas.openxmlformats.org/officeDocument/2006/relationships" xmlns:p="http://schemas.openxmlformats.org/presentationml/2006/main">
  <p:tag name="THINKCELLSHAPEDONOTDELETE" val="t2e.WNeMwRPaNOv4PeDFU5Q"/>
</p:tagLst>
</file>

<file path=ppt/tags/tag898.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899.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90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01.xml><?xml version="1.0" encoding="utf-8"?>
<p:tagLst xmlns:a="http://schemas.openxmlformats.org/drawingml/2006/main" xmlns:r="http://schemas.openxmlformats.org/officeDocument/2006/relationships" xmlns:p="http://schemas.openxmlformats.org/presentationml/2006/main">
  <p:tag name="SHAPENAME" val="3. Subtitle"/>
</p:tagLst>
</file>

<file path=ppt/tags/tag902.xml><?xml version="1.0" encoding="utf-8"?>
<p:tagLst xmlns:a="http://schemas.openxmlformats.org/drawingml/2006/main" xmlns:r="http://schemas.openxmlformats.org/officeDocument/2006/relationships" xmlns:p="http://schemas.openxmlformats.org/presentationml/2006/main">
  <p:tag name="SHAPENAME" val="5. Source"/>
</p:tagLst>
</file>

<file path=ppt/tags/tag90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05.xml><?xml version="1.0" encoding="utf-8"?>
<p:tagLst xmlns:a="http://schemas.openxmlformats.org/drawingml/2006/main" xmlns:r="http://schemas.openxmlformats.org/officeDocument/2006/relationships" xmlns:p="http://schemas.openxmlformats.org/presentationml/2006/main">
  <p:tag name="THINKCELLSHAPEDONOTDELETE" val="tvkXdkIixRi6Hs.rBsPur2w"/>
</p:tagLst>
</file>

<file path=ppt/tags/tag906.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907.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90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09.xml><?xml version="1.0" encoding="utf-8"?>
<p:tagLst xmlns:a="http://schemas.openxmlformats.org/drawingml/2006/main" xmlns:r="http://schemas.openxmlformats.org/officeDocument/2006/relationships" xmlns:p="http://schemas.openxmlformats.org/presentationml/2006/main">
  <p:tag name="SHAPENAME" val="3. Subtitle"/>
</p:tagLst>
</file>

<file path=ppt/tags/tag910.xml><?xml version="1.0" encoding="utf-8"?>
<p:tagLst xmlns:a="http://schemas.openxmlformats.org/drawingml/2006/main" xmlns:r="http://schemas.openxmlformats.org/officeDocument/2006/relationships" xmlns:p="http://schemas.openxmlformats.org/presentationml/2006/main">
  <p:tag name="SHAPENAME" val="5. Source"/>
</p:tagLst>
</file>

<file path=ppt/tags/tag91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13.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914.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915.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916.xml><?xml version="1.0" encoding="utf-8"?>
<p:tagLst xmlns:a="http://schemas.openxmlformats.org/drawingml/2006/main" xmlns:r="http://schemas.openxmlformats.org/officeDocument/2006/relationships" xmlns:p="http://schemas.openxmlformats.org/presentationml/2006/main">
  <p:tag name="SHAPENAME" val="5. Source"/>
</p:tagLst>
</file>

<file path=ppt/tags/tag91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1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19.xml><?xml version="1.0" encoding="utf-8"?>
<p:tagLst xmlns:a="http://schemas.openxmlformats.org/drawingml/2006/main" xmlns:r="http://schemas.openxmlformats.org/officeDocument/2006/relationships" xmlns:p="http://schemas.openxmlformats.org/presentationml/2006/main">
  <p:tag name="SHAPENAME" val="3. Subtitle"/>
</p:tagLst>
</file>

<file path=ppt/tags/tag9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21.xml><?xml version="1.0" encoding="utf-8"?>
<p:tagLst xmlns:a="http://schemas.openxmlformats.org/drawingml/2006/main" xmlns:r="http://schemas.openxmlformats.org/officeDocument/2006/relationships" xmlns:p="http://schemas.openxmlformats.org/presentationml/2006/main">
  <p:tag name="THINKCELLSHAPEDONOTDELETE" val="t2e4Ps3taQqK3C0NeBEvQLA"/>
</p:tagLst>
</file>

<file path=ppt/tags/tag922.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923.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924.xml><?xml version="1.0" encoding="utf-8"?>
<p:tagLst xmlns:a="http://schemas.openxmlformats.org/drawingml/2006/main" xmlns:r="http://schemas.openxmlformats.org/officeDocument/2006/relationships" xmlns:p="http://schemas.openxmlformats.org/presentationml/2006/main">
  <p:tag name="SHAPENAME" val="5. Source"/>
</p:tagLst>
</file>

<file path=ppt/tags/tag92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26.xml><?xml version="1.0" encoding="utf-8"?>
<p:tagLst xmlns:a="http://schemas.openxmlformats.org/drawingml/2006/main" xmlns:r="http://schemas.openxmlformats.org/officeDocument/2006/relationships" xmlns:p="http://schemas.openxmlformats.org/presentationml/2006/main">
  <p:tag name="SHAPENAME" val="3. Subtitle"/>
</p:tagLst>
</file>

<file path=ppt/tags/tag92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29.xml><?xml version="1.0" encoding="utf-8"?>
<p:tagLst xmlns:a="http://schemas.openxmlformats.org/drawingml/2006/main" xmlns:r="http://schemas.openxmlformats.org/officeDocument/2006/relationships" xmlns:p="http://schemas.openxmlformats.org/presentationml/2006/main">
  <p:tag name="THINKCELLSHAPEDONOTDELETE" val="t2e4Ps3taQqK3C0NeBEvQLA"/>
</p:tagLst>
</file>

<file path=ppt/tags/tag930.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931.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932.xml><?xml version="1.0" encoding="utf-8"?>
<p:tagLst xmlns:a="http://schemas.openxmlformats.org/drawingml/2006/main" xmlns:r="http://schemas.openxmlformats.org/officeDocument/2006/relationships" xmlns:p="http://schemas.openxmlformats.org/presentationml/2006/main">
  <p:tag name="SHAPENAME" val="5. Source"/>
</p:tagLst>
</file>

<file path=ppt/tags/tag93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34.xml><?xml version="1.0" encoding="utf-8"?>
<p:tagLst xmlns:a="http://schemas.openxmlformats.org/drawingml/2006/main" xmlns:r="http://schemas.openxmlformats.org/officeDocument/2006/relationships" xmlns:p="http://schemas.openxmlformats.org/presentationml/2006/main">
  <p:tag name="SHAPENAME" val="3. Subtitle"/>
</p:tagLst>
</file>

<file path=ppt/tags/tag93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37.xml><?xml version="1.0" encoding="utf-8"?>
<p:tagLst xmlns:a="http://schemas.openxmlformats.org/drawingml/2006/main" xmlns:r="http://schemas.openxmlformats.org/officeDocument/2006/relationships" xmlns:p="http://schemas.openxmlformats.org/presentationml/2006/main">
  <p:tag name="THINKCELLSHAPEDONOTDELETE" val="tZRYLYSbLzP8DsqQ5_IDvMg"/>
</p:tagLst>
</file>

<file path=ppt/tags/tag93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39.xml><?xml version="1.0" encoding="utf-8"?>
<p:tagLst xmlns:a="http://schemas.openxmlformats.org/drawingml/2006/main" xmlns:r="http://schemas.openxmlformats.org/officeDocument/2006/relationships" xmlns:p="http://schemas.openxmlformats.org/presentationml/2006/main">
  <p:tag name="SHAPENAME" val="Grid"/>
</p:tagLst>
</file>

<file path=ppt/tags/tag940.xml><?xml version="1.0" encoding="utf-8"?>
<p:tagLst xmlns:a="http://schemas.openxmlformats.org/drawingml/2006/main" xmlns:r="http://schemas.openxmlformats.org/officeDocument/2006/relationships" xmlns:p="http://schemas.openxmlformats.org/presentationml/2006/main">
  <p:tag name="SHAPENAME" val="4. Footnote"/>
</p:tagLst>
</file>

<file path=ppt/tags/tag941.xml><?xml version="1.0" encoding="utf-8"?>
<p:tagLst xmlns:a="http://schemas.openxmlformats.org/drawingml/2006/main" xmlns:r="http://schemas.openxmlformats.org/officeDocument/2006/relationships" xmlns:p="http://schemas.openxmlformats.org/presentationml/2006/main">
  <p:tag name="NAME" val="ACET"/>
</p:tagLst>
</file>

<file path=ppt/tags/tag942.xml><?xml version="1.0" encoding="utf-8"?>
<p:tagLst xmlns:a="http://schemas.openxmlformats.org/drawingml/2006/main" xmlns:r="http://schemas.openxmlformats.org/officeDocument/2006/relationships" xmlns:p="http://schemas.openxmlformats.org/presentationml/2006/main">
  <p:tag name="NAME" val="Moon"/>
</p:tagLst>
</file>

<file path=ppt/tags/tag943.xml><?xml version="1.0" encoding="utf-8"?>
<p:tagLst xmlns:a="http://schemas.openxmlformats.org/drawingml/2006/main" xmlns:r="http://schemas.openxmlformats.org/officeDocument/2006/relationships" xmlns:p="http://schemas.openxmlformats.org/presentationml/2006/main">
  <p:tag name="NAME" val="Moon"/>
</p:tagLst>
</file>

<file path=ppt/tags/tag944.xml><?xml version="1.0" encoding="utf-8"?>
<p:tagLst xmlns:a="http://schemas.openxmlformats.org/drawingml/2006/main" xmlns:r="http://schemas.openxmlformats.org/officeDocument/2006/relationships" xmlns:p="http://schemas.openxmlformats.org/presentationml/2006/main">
  <p:tag name="NAME" val="Moon"/>
</p:tagLst>
</file>

<file path=ppt/tags/tag945.xml><?xml version="1.0" encoding="utf-8"?>
<p:tagLst xmlns:a="http://schemas.openxmlformats.org/drawingml/2006/main" xmlns:r="http://schemas.openxmlformats.org/officeDocument/2006/relationships" xmlns:p="http://schemas.openxmlformats.org/presentationml/2006/main">
  <p:tag name="NAME" val="Moon"/>
</p:tagLst>
</file>

<file path=ppt/tags/tag946.xml><?xml version="1.0" encoding="utf-8"?>
<p:tagLst xmlns:a="http://schemas.openxmlformats.org/drawingml/2006/main" xmlns:r="http://schemas.openxmlformats.org/officeDocument/2006/relationships" xmlns:p="http://schemas.openxmlformats.org/presentationml/2006/main">
  <p:tag name="NAME" val="Moon"/>
</p:tagLst>
</file>

<file path=ppt/tags/tag947.xml><?xml version="1.0" encoding="utf-8"?>
<p:tagLst xmlns:a="http://schemas.openxmlformats.org/drawingml/2006/main" xmlns:r="http://schemas.openxmlformats.org/officeDocument/2006/relationships" xmlns:p="http://schemas.openxmlformats.org/presentationml/2006/main">
  <p:tag name="ANGLE" val="5"/>
</p:tagLst>
</file>

<file path=ppt/tags/tag948.xml><?xml version="1.0" encoding="utf-8"?>
<p:tagLst xmlns:a="http://schemas.openxmlformats.org/drawingml/2006/main" xmlns:r="http://schemas.openxmlformats.org/officeDocument/2006/relationships" xmlns:p="http://schemas.openxmlformats.org/presentationml/2006/main">
  <p:tag name="ANGLE" val="5"/>
</p:tagLst>
</file>

<file path=ppt/tags/tag949.xml><?xml version="1.0" encoding="utf-8"?>
<p:tagLst xmlns:a="http://schemas.openxmlformats.org/drawingml/2006/main" xmlns:r="http://schemas.openxmlformats.org/officeDocument/2006/relationships" xmlns:p="http://schemas.openxmlformats.org/presentationml/2006/main">
  <p:tag name="ANGLE" val="4"/>
</p:tagLst>
</file>

<file path=ppt/tags/tag950.xml><?xml version="1.0" encoding="utf-8"?>
<p:tagLst xmlns:a="http://schemas.openxmlformats.org/drawingml/2006/main" xmlns:r="http://schemas.openxmlformats.org/officeDocument/2006/relationships" xmlns:p="http://schemas.openxmlformats.org/presentationml/2006/main">
  <p:tag name="ANGLE" val="4"/>
</p:tagLst>
</file>

<file path=ppt/tags/tag951.xml><?xml version="1.0" encoding="utf-8"?>
<p:tagLst xmlns:a="http://schemas.openxmlformats.org/drawingml/2006/main" xmlns:r="http://schemas.openxmlformats.org/officeDocument/2006/relationships" xmlns:p="http://schemas.openxmlformats.org/presentationml/2006/main">
  <p:tag name="ANGLE" val="3"/>
</p:tagLst>
</file>

<file path=ppt/tags/tag952.xml><?xml version="1.0" encoding="utf-8"?>
<p:tagLst xmlns:a="http://schemas.openxmlformats.org/drawingml/2006/main" xmlns:r="http://schemas.openxmlformats.org/officeDocument/2006/relationships" xmlns:p="http://schemas.openxmlformats.org/presentationml/2006/main">
  <p:tag name="ANGLE" val="3"/>
</p:tagLst>
</file>

<file path=ppt/tags/tag953.xml><?xml version="1.0" encoding="utf-8"?>
<p:tagLst xmlns:a="http://schemas.openxmlformats.org/drawingml/2006/main" xmlns:r="http://schemas.openxmlformats.org/officeDocument/2006/relationships" xmlns:p="http://schemas.openxmlformats.org/presentationml/2006/main">
  <p:tag name="ANGLE" val="2"/>
</p:tagLst>
</file>

<file path=ppt/tags/tag954.xml><?xml version="1.0" encoding="utf-8"?>
<p:tagLst xmlns:a="http://schemas.openxmlformats.org/drawingml/2006/main" xmlns:r="http://schemas.openxmlformats.org/officeDocument/2006/relationships" xmlns:p="http://schemas.openxmlformats.org/presentationml/2006/main">
  <p:tag name="ANGLE" val="2"/>
</p:tagLst>
</file>

<file path=ppt/tags/tag955.xml><?xml version="1.0" encoding="utf-8"?>
<p:tagLst xmlns:a="http://schemas.openxmlformats.org/drawingml/2006/main" xmlns:r="http://schemas.openxmlformats.org/officeDocument/2006/relationships" xmlns:p="http://schemas.openxmlformats.org/presentationml/2006/main">
  <p:tag name="ANGLE" val="1"/>
</p:tagLst>
</file>

<file path=ppt/tags/tag956.xml><?xml version="1.0" encoding="utf-8"?>
<p:tagLst xmlns:a="http://schemas.openxmlformats.org/drawingml/2006/main" xmlns:r="http://schemas.openxmlformats.org/officeDocument/2006/relationships" xmlns:p="http://schemas.openxmlformats.org/presentationml/2006/main">
  <p:tag name="ANGLE" val="1"/>
</p:tagLst>
</file>

<file path=ppt/tags/tag9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58.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959.xml><?xml version="1.0" encoding="utf-8"?>
<p:tagLst xmlns:a="http://schemas.openxmlformats.org/drawingml/2006/main" xmlns:r="http://schemas.openxmlformats.org/officeDocument/2006/relationships" xmlns:p="http://schemas.openxmlformats.org/presentationml/2006/main">
  <p:tag name="SHAPENAME" val="Subtitle"/>
</p:tagLst>
</file>

<file path=ppt/tags/tag960.xml><?xml version="1.0" encoding="utf-8"?>
<p:tagLst xmlns:a="http://schemas.openxmlformats.org/drawingml/2006/main" xmlns:r="http://schemas.openxmlformats.org/officeDocument/2006/relationships" xmlns:p="http://schemas.openxmlformats.org/presentationml/2006/main">
  <p:tag name="SHAPENAME" val="Title"/>
</p:tagLst>
</file>

<file path=ppt/tags/tag9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62.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963.xml><?xml version="1.0" encoding="utf-8"?>
<p:tagLst xmlns:a="http://schemas.openxmlformats.org/drawingml/2006/main" xmlns:r="http://schemas.openxmlformats.org/officeDocument/2006/relationships" xmlns:p="http://schemas.openxmlformats.org/presentationml/2006/main">
  <p:tag name="SHAPENAME" val="Subtitle"/>
</p:tagLst>
</file>

<file path=ppt/tags/tag964.xml><?xml version="1.0" encoding="utf-8"?>
<p:tagLst xmlns:a="http://schemas.openxmlformats.org/drawingml/2006/main" xmlns:r="http://schemas.openxmlformats.org/officeDocument/2006/relationships" xmlns:p="http://schemas.openxmlformats.org/presentationml/2006/main">
  <p:tag name="SHAPENAME" val="Title"/>
</p:tagLst>
</file>

<file path=ppt/tags/tag9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66.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967.xml><?xml version="1.0" encoding="utf-8"?>
<p:tagLst xmlns:a="http://schemas.openxmlformats.org/drawingml/2006/main" xmlns:r="http://schemas.openxmlformats.org/officeDocument/2006/relationships" xmlns:p="http://schemas.openxmlformats.org/presentationml/2006/main">
  <p:tag name="SHAPENAME" val="Subtitle"/>
</p:tagLst>
</file>

<file path=ppt/tags/tag968.xml><?xml version="1.0" encoding="utf-8"?>
<p:tagLst xmlns:a="http://schemas.openxmlformats.org/drawingml/2006/main" xmlns:r="http://schemas.openxmlformats.org/officeDocument/2006/relationships" xmlns:p="http://schemas.openxmlformats.org/presentationml/2006/main">
  <p:tag name="SHAPENAME" val="Title"/>
</p:tagLst>
</file>

<file path=ppt/tags/tag9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71.xml><?xml version="1.0" encoding="utf-8"?>
<p:tagLst xmlns:a="http://schemas.openxmlformats.org/drawingml/2006/main" xmlns:r="http://schemas.openxmlformats.org/officeDocument/2006/relationships" xmlns:p="http://schemas.openxmlformats.org/presentationml/2006/main">
  <p:tag name="THINKCELLSHAPEDONOTDELETE" val="tJvgJTIPPebpo6irFSQqHlA"/>
</p:tagLst>
</file>

<file path=ppt/tags/tag97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73.xml><?xml version="1.0" encoding="utf-8"?>
<p:tagLst xmlns:a="http://schemas.openxmlformats.org/drawingml/2006/main" xmlns:r="http://schemas.openxmlformats.org/officeDocument/2006/relationships" xmlns:p="http://schemas.openxmlformats.org/presentationml/2006/main">
  <p:tag name="SHAPENAME" val="3. Subtitle"/>
</p:tagLst>
</file>

<file path=ppt/tags/tag974.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975.xml><?xml version="1.0" encoding="utf-8"?>
<p:tagLst xmlns:a="http://schemas.openxmlformats.org/drawingml/2006/main" xmlns:r="http://schemas.openxmlformats.org/officeDocument/2006/relationships" xmlns:p="http://schemas.openxmlformats.org/presentationml/2006/main">
  <p:tag name="SHAPENAME" val="5. Source"/>
</p:tagLst>
</file>

<file path=ppt/tags/tag97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78.xml><?xml version="1.0" encoding="utf-8"?>
<p:tagLst xmlns:a="http://schemas.openxmlformats.org/drawingml/2006/main" xmlns:r="http://schemas.openxmlformats.org/officeDocument/2006/relationships" xmlns:p="http://schemas.openxmlformats.org/presentationml/2006/main">
  <p:tag name="THINKCELLSHAPEDONOTDELETE" val="tFWrJZYiK81Dqg3AKqhPXmQ"/>
</p:tagLst>
</file>

<file path=ppt/tags/tag97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8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981.xml><?xml version="1.0" encoding="utf-8"?>
<p:tagLst xmlns:a="http://schemas.openxmlformats.org/drawingml/2006/main" xmlns:r="http://schemas.openxmlformats.org/officeDocument/2006/relationships" xmlns:p="http://schemas.openxmlformats.org/presentationml/2006/main">
  <p:tag name="SHAPENAME" val="5. Source"/>
</p:tagLst>
</file>

<file path=ppt/tags/tag98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84.xml><?xml version="1.0" encoding="utf-8"?>
<p:tagLst xmlns:a="http://schemas.openxmlformats.org/drawingml/2006/main" xmlns:r="http://schemas.openxmlformats.org/officeDocument/2006/relationships" xmlns:p="http://schemas.openxmlformats.org/presentationml/2006/main">
  <p:tag name="THINKCELLSHAPEDONOTDELETE" val="tTqRLcqlXddAIBcoL4_FmkA"/>
</p:tagLst>
</file>

<file path=ppt/tags/tag98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86.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987.xml><?xml version="1.0" encoding="utf-8"?>
<p:tagLst xmlns:a="http://schemas.openxmlformats.org/drawingml/2006/main" xmlns:r="http://schemas.openxmlformats.org/officeDocument/2006/relationships" xmlns:p="http://schemas.openxmlformats.org/presentationml/2006/main">
  <p:tag name="SHAPENAME" val="5. Source"/>
</p:tagLst>
</file>

<file path=ppt/tags/tag98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90.xml><?xml version="1.0" encoding="utf-8"?>
<p:tagLst xmlns:a="http://schemas.openxmlformats.org/drawingml/2006/main" xmlns:r="http://schemas.openxmlformats.org/officeDocument/2006/relationships" xmlns:p="http://schemas.openxmlformats.org/presentationml/2006/main">
  <p:tag name="THINKCELLSHAPEDONOTDELETE" val="tzFTi586bxaRXNGLyq6cjUQ"/>
</p:tagLst>
</file>

<file path=ppt/tags/tag99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92.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993.xml><?xml version="1.0" encoding="utf-8"?>
<p:tagLst xmlns:a="http://schemas.openxmlformats.org/drawingml/2006/main" xmlns:r="http://schemas.openxmlformats.org/officeDocument/2006/relationships" xmlns:p="http://schemas.openxmlformats.org/presentationml/2006/main">
  <p:tag name="SHAPENAME" val="5. Source"/>
</p:tagLst>
</file>

<file path=ppt/tags/tag99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96.xml><?xml version="1.0" encoding="utf-8"?>
<p:tagLst xmlns:a="http://schemas.openxmlformats.org/drawingml/2006/main" xmlns:r="http://schemas.openxmlformats.org/officeDocument/2006/relationships" xmlns:p="http://schemas.openxmlformats.org/presentationml/2006/main">
  <p:tag name="THINKCELLSHAPEDONOTDELETE" val="tfRnDxEIFDMpZ7XFucXEwcQ"/>
</p:tagLst>
</file>

<file path=ppt/tags/tag99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98.xml><?xml version="1.0" encoding="utf-8"?>
<p:tagLst xmlns:a="http://schemas.openxmlformats.org/drawingml/2006/main" xmlns:r="http://schemas.openxmlformats.org/officeDocument/2006/relationships" xmlns:p="http://schemas.openxmlformats.org/presentationml/2006/main">
  <p:tag name="SHAPENAME" val="3. Subtitle"/>
</p:tagLst>
</file>

<file path=ppt/tags/tag99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00.xml><?xml version="1.0" encoding="utf-8"?>
<p:tagLst xmlns:a="http://schemas.openxmlformats.org/drawingml/2006/main" xmlns:r="http://schemas.openxmlformats.org/officeDocument/2006/relationships" xmlns:p="http://schemas.openxmlformats.org/presentationml/2006/main">
  <p:tag name="SHAPENAME" val="5. Source"/>
</p:tagLst>
</file>

<file path=ppt/tags/tag100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03.xml><?xml version="1.0" encoding="utf-8"?>
<p:tagLst xmlns:a="http://schemas.openxmlformats.org/drawingml/2006/main" xmlns:r="http://schemas.openxmlformats.org/officeDocument/2006/relationships" xmlns:p="http://schemas.openxmlformats.org/presentationml/2006/main">
  <p:tag name="SHAPENAME" val="RectangleDark"/>
</p:tagLst>
</file>

<file path=ppt/tags/tag1004.xml><?xml version="1.0" encoding="utf-8"?>
<p:tagLst xmlns:a="http://schemas.openxmlformats.org/drawingml/2006/main" xmlns:r="http://schemas.openxmlformats.org/officeDocument/2006/relationships" xmlns:p="http://schemas.openxmlformats.org/presentationml/2006/main">
  <p:tag name="THINKCELLSHAPEDONOTDELETE" val="tMlpk7TYHRxaIHe6.SUx9jg"/>
</p:tagLst>
</file>

<file path=ppt/tags/tag1005.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0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07.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08.xml><?xml version="1.0" encoding="utf-8"?>
<p:tagLst xmlns:a="http://schemas.openxmlformats.org/drawingml/2006/main" xmlns:r="http://schemas.openxmlformats.org/officeDocument/2006/relationships" xmlns:p="http://schemas.openxmlformats.org/presentationml/2006/main">
  <p:tag name="SHAPENAME" val="5. Source"/>
</p:tagLst>
</file>

<file path=ppt/tags/tag100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11.xml><?xml version="1.0" encoding="utf-8"?>
<p:tagLst xmlns:a="http://schemas.openxmlformats.org/drawingml/2006/main" xmlns:r="http://schemas.openxmlformats.org/officeDocument/2006/relationships" xmlns:p="http://schemas.openxmlformats.org/presentationml/2006/main">
  <p:tag name="SHAPENAME" val="RectangleDark"/>
</p:tagLst>
</file>

<file path=ppt/tags/tag1012.xml><?xml version="1.0" encoding="utf-8"?>
<p:tagLst xmlns:a="http://schemas.openxmlformats.org/drawingml/2006/main" xmlns:r="http://schemas.openxmlformats.org/officeDocument/2006/relationships" xmlns:p="http://schemas.openxmlformats.org/presentationml/2006/main">
  <p:tag name="THINKCELLSHAPEDONOTDELETE" val="tyA0evTD9FXplcSqw.av8MA"/>
</p:tagLst>
</file>

<file path=ppt/tags/tag101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1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15.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16.xml><?xml version="1.0" encoding="utf-8"?>
<p:tagLst xmlns:a="http://schemas.openxmlformats.org/drawingml/2006/main" xmlns:r="http://schemas.openxmlformats.org/officeDocument/2006/relationships" xmlns:p="http://schemas.openxmlformats.org/presentationml/2006/main">
  <p:tag name="SHAPENAME" val="5. Source"/>
</p:tagLst>
</file>

<file path=ppt/tags/tag101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19.xml><?xml version="1.0" encoding="utf-8"?>
<p:tagLst xmlns:a="http://schemas.openxmlformats.org/drawingml/2006/main" xmlns:r="http://schemas.openxmlformats.org/officeDocument/2006/relationships" xmlns:p="http://schemas.openxmlformats.org/presentationml/2006/main">
  <p:tag name="SHAPENAME" val="RectangleDark"/>
</p:tagLst>
</file>

<file path=ppt/tags/tag1020.xml><?xml version="1.0" encoding="utf-8"?>
<p:tagLst xmlns:a="http://schemas.openxmlformats.org/drawingml/2006/main" xmlns:r="http://schemas.openxmlformats.org/officeDocument/2006/relationships" xmlns:p="http://schemas.openxmlformats.org/presentationml/2006/main">
  <p:tag name="THINKCELLSHAPEDONOTDELETE" val="t2DWhDmC1QbRmt16_uxlW7g"/>
</p:tagLst>
</file>

<file path=ppt/tags/tag102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2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23.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24.xml><?xml version="1.0" encoding="utf-8"?>
<p:tagLst xmlns:a="http://schemas.openxmlformats.org/drawingml/2006/main" xmlns:r="http://schemas.openxmlformats.org/officeDocument/2006/relationships" xmlns:p="http://schemas.openxmlformats.org/presentationml/2006/main">
  <p:tag name="SHAPENAME" val="5. Source"/>
</p:tagLst>
</file>

<file path=ppt/tags/tag102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27.xml><?xml version="1.0" encoding="utf-8"?>
<p:tagLst xmlns:a="http://schemas.openxmlformats.org/drawingml/2006/main" xmlns:r="http://schemas.openxmlformats.org/officeDocument/2006/relationships" xmlns:p="http://schemas.openxmlformats.org/presentationml/2006/main">
  <p:tag name="SHAPENAME" val="RectangleDark"/>
</p:tagLst>
</file>

<file path=ppt/tags/tag1028.xml><?xml version="1.0" encoding="utf-8"?>
<p:tagLst xmlns:a="http://schemas.openxmlformats.org/drawingml/2006/main" xmlns:r="http://schemas.openxmlformats.org/officeDocument/2006/relationships" xmlns:p="http://schemas.openxmlformats.org/presentationml/2006/main">
  <p:tag name="THINKCELLSHAPEDONOTDELETE" val="t7MQWNAe6aOZs3iPRT_1kIw"/>
</p:tagLst>
</file>

<file path=ppt/tags/tag102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3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31.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32.xml><?xml version="1.0" encoding="utf-8"?>
<p:tagLst xmlns:a="http://schemas.openxmlformats.org/drawingml/2006/main" xmlns:r="http://schemas.openxmlformats.org/officeDocument/2006/relationships" xmlns:p="http://schemas.openxmlformats.org/presentationml/2006/main">
  <p:tag name="SHAPENAME" val="5. Source"/>
</p:tagLst>
</file>

<file path=ppt/tags/tag103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35.xml><?xml version="1.0" encoding="utf-8"?>
<p:tagLst xmlns:a="http://schemas.openxmlformats.org/drawingml/2006/main" xmlns:r="http://schemas.openxmlformats.org/officeDocument/2006/relationships" xmlns:p="http://schemas.openxmlformats.org/presentationml/2006/main">
  <p:tag name="SHAPENAME" val="RectangleDark"/>
</p:tagLst>
</file>

<file path=ppt/tags/tag1036.xml><?xml version="1.0" encoding="utf-8"?>
<p:tagLst xmlns:a="http://schemas.openxmlformats.org/drawingml/2006/main" xmlns:r="http://schemas.openxmlformats.org/officeDocument/2006/relationships" xmlns:p="http://schemas.openxmlformats.org/presentationml/2006/main">
  <p:tag name="THINKCELLSHAPEDONOTDELETE" val="tBgETb3D.HcKF_v3xSvBqjg"/>
</p:tagLst>
</file>

<file path=ppt/tags/tag1037.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3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39.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40.xml><?xml version="1.0" encoding="utf-8"?>
<p:tagLst xmlns:a="http://schemas.openxmlformats.org/drawingml/2006/main" xmlns:r="http://schemas.openxmlformats.org/officeDocument/2006/relationships" xmlns:p="http://schemas.openxmlformats.org/presentationml/2006/main">
  <p:tag name="SHAPENAME" val="5. Source"/>
</p:tagLst>
</file>

<file path=ppt/tags/tag104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3.xml><?xml version="1.0" encoding="utf-8"?>
<p:tagLst xmlns:a="http://schemas.openxmlformats.org/drawingml/2006/main" xmlns:r="http://schemas.openxmlformats.org/officeDocument/2006/relationships" xmlns:p="http://schemas.openxmlformats.org/presentationml/2006/main">
  <p:tag name="SHAPENAME" val="RectangleDark"/>
</p:tagLst>
</file>

<file path=ppt/tags/tag1044.xml><?xml version="1.0" encoding="utf-8"?>
<p:tagLst xmlns:a="http://schemas.openxmlformats.org/drawingml/2006/main" xmlns:r="http://schemas.openxmlformats.org/officeDocument/2006/relationships" xmlns:p="http://schemas.openxmlformats.org/presentationml/2006/main">
  <p:tag name="THINKCELLSHAPEDONOTDELETE" val="t2DWhDmC1QbRmt16_uxlW7g"/>
</p:tagLst>
</file>

<file path=ppt/tags/tag1045.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4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47.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48.xml><?xml version="1.0" encoding="utf-8"?>
<p:tagLst xmlns:a="http://schemas.openxmlformats.org/drawingml/2006/main" xmlns:r="http://schemas.openxmlformats.org/officeDocument/2006/relationships" xmlns:p="http://schemas.openxmlformats.org/presentationml/2006/main">
  <p:tag name="SHAPENAME" val="5. Source"/>
</p:tagLst>
</file>

<file path=ppt/tags/tag104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1.xml><?xml version="1.0" encoding="utf-8"?>
<p:tagLst xmlns:a="http://schemas.openxmlformats.org/drawingml/2006/main" xmlns:r="http://schemas.openxmlformats.org/officeDocument/2006/relationships" xmlns:p="http://schemas.openxmlformats.org/presentationml/2006/main">
  <p:tag name="SHAPENAME" val="RectangleDark"/>
</p:tagLst>
</file>

<file path=ppt/tags/tag1052.xml><?xml version="1.0" encoding="utf-8"?>
<p:tagLst xmlns:a="http://schemas.openxmlformats.org/drawingml/2006/main" xmlns:r="http://schemas.openxmlformats.org/officeDocument/2006/relationships" xmlns:p="http://schemas.openxmlformats.org/presentationml/2006/main">
  <p:tag name="THINKCELLSHAPEDONOTDELETE" val="t7MQWNAe6aOZs3iPRT_1kIw"/>
</p:tagLst>
</file>

<file path=ppt/tags/tag105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54.xml><?xml version="1.0" encoding="utf-8"?>
<p:tagLst xmlns:a="http://schemas.openxmlformats.org/drawingml/2006/main" xmlns:r="http://schemas.openxmlformats.org/officeDocument/2006/relationships" xmlns:p="http://schemas.openxmlformats.org/presentationml/2006/main">
  <p:tag name="SHAPENAME" val="5. Source"/>
</p:tagLst>
</file>

<file path=ppt/tags/tag105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5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57.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9.xml><?xml version="1.0" encoding="utf-8"?>
<p:tagLst xmlns:a="http://schemas.openxmlformats.org/drawingml/2006/main" xmlns:r="http://schemas.openxmlformats.org/officeDocument/2006/relationships" xmlns:p="http://schemas.openxmlformats.org/presentationml/2006/main">
  <p:tag name="SHAPENAME" val="RectangleDark"/>
</p:tagLst>
</file>

<file path=ppt/tags/tag1060.xml><?xml version="1.0" encoding="utf-8"?>
<p:tagLst xmlns:a="http://schemas.openxmlformats.org/drawingml/2006/main" xmlns:r="http://schemas.openxmlformats.org/officeDocument/2006/relationships" xmlns:p="http://schemas.openxmlformats.org/presentationml/2006/main">
  <p:tag name="THINKCELLSHAPEDONOTDELETE" val="tBgETb3D.HcKF_v3xSvBqjg"/>
</p:tagLst>
</file>

<file path=ppt/tags/tag106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62.xml><?xml version="1.0" encoding="utf-8"?>
<p:tagLst xmlns:a="http://schemas.openxmlformats.org/drawingml/2006/main" xmlns:r="http://schemas.openxmlformats.org/officeDocument/2006/relationships" xmlns:p="http://schemas.openxmlformats.org/presentationml/2006/main">
  <p:tag name="SHAPENAME" val="5. Source"/>
</p:tagLst>
</file>

<file path=ppt/tags/tag106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6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65.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67.xml><?xml version="1.0" encoding="utf-8"?>
<p:tagLst xmlns:a="http://schemas.openxmlformats.org/drawingml/2006/main" xmlns:r="http://schemas.openxmlformats.org/officeDocument/2006/relationships" xmlns:p="http://schemas.openxmlformats.org/presentationml/2006/main">
  <p:tag name="THINKCELLSHAPEDONOTDELETE" val="tRw4BZlnvKEO9ZCIa9.28.w"/>
</p:tagLst>
</file>

<file path=ppt/tags/tag1068.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6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70.xml><?xml version="1.0" encoding="utf-8"?>
<p:tagLst xmlns:a="http://schemas.openxmlformats.org/drawingml/2006/main" xmlns:r="http://schemas.openxmlformats.org/officeDocument/2006/relationships" xmlns:p="http://schemas.openxmlformats.org/presentationml/2006/main">
  <p:tag name="SHAPENAME" val="5. Source"/>
</p:tagLst>
</file>

<file path=ppt/tags/tag107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7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74.xml><?xml version="1.0" encoding="utf-8"?>
<p:tagLst xmlns:a="http://schemas.openxmlformats.org/drawingml/2006/main" xmlns:r="http://schemas.openxmlformats.org/officeDocument/2006/relationships" xmlns:p="http://schemas.openxmlformats.org/presentationml/2006/main">
  <p:tag name="SHAPENAME" val="5. Source"/>
</p:tagLst>
</file>

<file path=ppt/tags/tag107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77.xml><?xml version="1.0" encoding="utf-8"?>
<p:tagLst xmlns:a="http://schemas.openxmlformats.org/drawingml/2006/main" xmlns:r="http://schemas.openxmlformats.org/officeDocument/2006/relationships" xmlns:p="http://schemas.openxmlformats.org/presentationml/2006/main">
  <p:tag name="SHAPENAME" val="5. Source"/>
</p:tagLst>
</file>

<file path=ppt/tags/tag10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7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81.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1082.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83.xml><?xml version="1.0" encoding="utf-8"?>
<p:tagLst xmlns:a="http://schemas.openxmlformats.org/drawingml/2006/main" xmlns:r="http://schemas.openxmlformats.org/officeDocument/2006/relationships" xmlns:p="http://schemas.openxmlformats.org/presentationml/2006/main">
  <p:tag name="SHAPENAME" val="5. Source"/>
</p:tagLst>
</file>

<file path=ppt/tags/tag108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8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87.xml><?xml version="1.0" encoding="utf-8"?>
<p:tagLst xmlns:a="http://schemas.openxmlformats.org/drawingml/2006/main" xmlns:r="http://schemas.openxmlformats.org/officeDocument/2006/relationships" xmlns:p="http://schemas.openxmlformats.org/presentationml/2006/main">
  <p:tag name="THINKCELLSHAPEDONOTDELETE" val="tJvgJTIPPebpo6irFSQqHlA"/>
</p:tagLst>
</file>

<file path=ppt/tags/tag108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89.xml><?xml version="1.0" encoding="utf-8"?>
<p:tagLst xmlns:a="http://schemas.openxmlformats.org/drawingml/2006/main" xmlns:r="http://schemas.openxmlformats.org/officeDocument/2006/relationships" xmlns:p="http://schemas.openxmlformats.org/presentationml/2006/main">
  <p:tag name="SHAPENAME" val="3. Subtitle"/>
</p:tagLst>
</file>

<file path=ppt/tags/tag1090.xml><?xml version="1.0" encoding="utf-8"?>
<p:tagLst xmlns:a="http://schemas.openxmlformats.org/drawingml/2006/main" xmlns:r="http://schemas.openxmlformats.org/officeDocument/2006/relationships" xmlns:p="http://schemas.openxmlformats.org/presentationml/2006/main">
  <p:tag name="SHAPENAME" val="5. Source"/>
</p:tagLst>
</file>

<file path=ppt/tags/tag109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09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9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94.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09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096.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0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98.xml><?xml version="1.0" encoding="utf-8"?>
<p:tagLst xmlns:a="http://schemas.openxmlformats.org/drawingml/2006/main" xmlns:r="http://schemas.openxmlformats.org/officeDocument/2006/relationships" xmlns:p="http://schemas.openxmlformats.org/presentationml/2006/main">
  <p:tag name="THINKCELLSHAPEDONOTDELETE" val="tkkdxEtNMQwWpWwHyv_ikiA"/>
</p:tagLst>
</file>

<file path=ppt/tags/tag1099.xml><?xml version="1.0" encoding="utf-8"?>
<p:tagLst xmlns:a="http://schemas.openxmlformats.org/drawingml/2006/main" xmlns:r="http://schemas.openxmlformats.org/officeDocument/2006/relationships" xmlns:p="http://schemas.openxmlformats.org/presentationml/2006/main">
  <p:tag name="THINKCELLSHAPEDONOTDELETE" val="tpdanLhQxQK8w2wZqYDOtjQ"/>
</p:tagLst>
</file>

<file path=ppt/tags/tag1100.xml><?xml version="1.0" encoding="utf-8"?>
<p:tagLst xmlns:a="http://schemas.openxmlformats.org/drawingml/2006/main" xmlns:r="http://schemas.openxmlformats.org/officeDocument/2006/relationships" xmlns:p="http://schemas.openxmlformats.org/presentationml/2006/main">
  <p:tag name="THINKCELLSHAPEDONOTDELETE" val="tbxFarfOpMTdbkacLomuStw"/>
</p:tagLst>
</file>

<file path=ppt/tags/tag1101.xml><?xml version="1.0" encoding="utf-8"?>
<p:tagLst xmlns:a="http://schemas.openxmlformats.org/drawingml/2006/main" xmlns:r="http://schemas.openxmlformats.org/officeDocument/2006/relationships" xmlns:p="http://schemas.openxmlformats.org/presentationml/2006/main">
  <p:tag name="THINKCELLSHAPEDONOTDELETE" val="tycToDBW5vv373svVYZVQXg"/>
</p:tagLst>
</file>

<file path=ppt/tags/tag1102.xml><?xml version="1.0" encoding="utf-8"?>
<p:tagLst xmlns:a="http://schemas.openxmlformats.org/drawingml/2006/main" xmlns:r="http://schemas.openxmlformats.org/officeDocument/2006/relationships" xmlns:p="http://schemas.openxmlformats.org/presentationml/2006/main">
  <p:tag name="THINKCELLSHAPEDONOTDELETE" val="tWFqPCxz5fQZvwuhxqtsUrg"/>
</p:tagLst>
</file>

<file path=ppt/tags/tag1103.xml><?xml version="1.0" encoding="utf-8"?>
<p:tagLst xmlns:a="http://schemas.openxmlformats.org/drawingml/2006/main" xmlns:r="http://schemas.openxmlformats.org/officeDocument/2006/relationships" xmlns:p="http://schemas.openxmlformats.org/presentationml/2006/main">
  <p:tag name="THINKCELLSHAPEDONOTDELETE" val="taFHEdGz9_fq_C.dp6_kZBQ"/>
</p:tagLst>
</file>

<file path=ppt/tags/tag1104.xml><?xml version="1.0" encoding="utf-8"?>
<p:tagLst xmlns:a="http://schemas.openxmlformats.org/drawingml/2006/main" xmlns:r="http://schemas.openxmlformats.org/officeDocument/2006/relationships" xmlns:p="http://schemas.openxmlformats.org/presentationml/2006/main">
  <p:tag name="THINKCELLSHAPEDONOTDELETE" val="t0osjiK_M1lJkL7sNoSzL3w"/>
</p:tagLst>
</file>

<file path=ppt/tags/tag1105.xml><?xml version="1.0" encoding="utf-8"?>
<p:tagLst xmlns:a="http://schemas.openxmlformats.org/drawingml/2006/main" xmlns:r="http://schemas.openxmlformats.org/officeDocument/2006/relationships" xmlns:p="http://schemas.openxmlformats.org/presentationml/2006/main">
  <p:tag name="THINKCELLSHAPEDONOTDELETE" val="two8jnKRFOlB.I5EXUkjd9Q"/>
</p:tagLst>
</file>

<file path=ppt/tags/tag1106.xml><?xml version="1.0" encoding="utf-8"?>
<p:tagLst xmlns:a="http://schemas.openxmlformats.org/drawingml/2006/main" xmlns:r="http://schemas.openxmlformats.org/officeDocument/2006/relationships" xmlns:p="http://schemas.openxmlformats.org/presentationml/2006/main">
  <p:tag name="THINKCELLSHAPEDONOTDELETE" val="tteZYOx3LnRjvpC8dcRlKtg"/>
</p:tagLst>
</file>

<file path=ppt/tags/tag1107.xml><?xml version="1.0" encoding="utf-8"?>
<p:tagLst xmlns:a="http://schemas.openxmlformats.org/drawingml/2006/main" xmlns:r="http://schemas.openxmlformats.org/officeDocument/2006/relationships" xmlns:p="http://schemas.openxmlformats.org/presentationml/2006/main">
  <p:tag name="THINKCELLSHAPEDONOTDELETE" val="tirinbs25_NfMzEq8ZzXqxQ"/>
</p:tagLst>
</file>

<file path=ppt/tags/tag1108.xml><?xml version="1.0" encoding="utf-8"?>
<p:tagLst xmlns:a="http://schemas.openxmlformats.org/drawingml/2006/main" xmlns:r="http://schemas.openxmlformats.org/officeDocument/2006/relationships" xmlns:p="http://schemas.openxmlformats.org/presentationml/2006/main">
  <p:tag name="THINKCELLSHAPEDONOTDELETE" val="t1ZV5elAnfpsC1P9SxctdOA"/>
</p:tagLst>
</file>

<file path=ppt/tags/tag110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110.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111.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1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13.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1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15.xml><?xml version="1.0" encoding="utf-8"?>
<p:tagLst xmlns:a="http://schemas.openxmlformats.org/drawingml/2006/main" xmlns:r="http://schemas.openxmlformats.org/officeDocument/2006/relationships" xmlns:p="http://schemas.openxmlformats.org/presentationml/2006/main">
  <p:tag name="THINKCELLSHAPEDONOTDELETE" val="tSyE.dapwGU8PXwFtKqNZCg"/>
</p:tagLst>
</file>

<file path=ppt/tags/tag1116.xml><?xml version="1.0" encoding="utf-8"?>
<p:tagLst xmlns:a="http://schemas.openxmlformats.org/drawingml/2006/main" xmlns:r="http://schemas.openxmlformats.org/officeDocument/2006/relationships" xmlns:p="http://schemas.openxmlformats.org/presentationml/2006/main">
  <p:tag name="THINKCELLSHAPEDONOTDELETE" val="tRZzXtsgsqcfisQNSHdNsMw"/>
</p:tagLst>
</file>

<file path=ppt/tags/tag1117.xml><?xml version="1.0" encoding="utf-8"?>
<p:tagLst xmlns:a="http://schemas.openxmlformats.org/drawingml/2006/main" xmlns:r="http://schemas.openxmlformats.org/officeDocument/2006/relationships" xmlns:p="http://schemas.openxmlformats.org/presentationml/2006/main">
  <p:tag name="THINKCELLSHAPEDONOTDELETE" val="tJkrqxdgFXDGKmMGN8ZbhMA"/>
</p:tagLst>
</file>

<file path=ppt/tags/tag1118.xml><?xml version="1.0" encoding="utf-8"?>
<p:tagLst xmlns:a="http://schemas.openxmlformats.org/drawingml/2006/main" xmlns:r="http://schemas.openxmlformats.org/officeDocument/2006/relationships" xmlns:p="http://schemas.openxmlformats.org/presentationml/2006/main">
  <p:tag name="THINKCELLSHAPEDONOTDELETE" val="tMwTYCNEaAcLf5v7ESZpxXg"/>
</p:tagLst>
</file>

<file path=ppt/tags/tag1119.xml><?xml version="1.0" encoding="utf-8"?>
<p:tagLst xmlns:a="http://schemas.openxmlformats.org/drawingml/2006/main" xmlns:r="http://schemas.openxmlformats.org/officeDocument/2006/relationships" xmlns:p="http://schemas.openxmlformats.org/presentationml/2006/main">
  <p:tag name="THINKCELLSHAPEDONOTDELETE" val="tOYBhwAIzj0sUSmtOYY_yKQ"/>
</p:tagLst>
</file>

<file path=ppt/tags/tag1120.xml><?xml version="1.0" encoding="utf-8"?>
<p:tagLst xmlns:a="http://schemas.openxmlformats.org/drawingml/2006/main" xmlns:r="http://schemas.openxmlformats.org/officeDocument/2006/relationships" xmlns:p="http://schemas.openxmlformats.org/presentationml/2006/main">
  <p:tag name="THINKCELLSHAPEDONOTDELETE" val="tIzGUGiCFnYI_KGc1U4dORA"/>
</p:tagLst>
</file>

<file path=ppt/tags/tag1121.xml><?xml version="1.0" encoding="utf-8"?>
<p:tagLst xmlns:a="http://schemas.openxmlformats.org/drawingml/2006/main" xmlns:r="http://schemas.openxmlformats.org/officeDocument/2006/relationships" xmlns:p="http://schemas.openxmlformats.org/presentationml/2006/main">
  <p:tag name="THINKCELLSHAPEDONOTDELETE" val="tLv0tb_PyytgOh6qXyvnipQ"/>
</p:tagLst>
</file>

<file path=ppt/tags/tag1122.xml><?xml version="1.0" encoding="utf-8"?>
<p:tagLst xmlns:a="http://schemas.openxmlformats.org/drawingml/2006/main" xmlns:r="http://schemas.openxmlformats.org/officeDocument/2006/relationships" xmlns:p="http://schemas.openxmlformats.org/presentationml/2006/main">
  <p:tag name="THINKCELLSHAPEDONOTDELETE" val="tsaepzmsulWD.YdEqc6tDBg"/>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pBeN_yhI2r2xzz7GcxK2MA"/>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t26WFeLIY3f17Hx5Wr6lnsw"/>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t8NnYu048bHJGFh3ygoEq0g"/>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tfSQ7aSy5bfs9Iw1vk1nAC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tcBtp08k5A57zgwuTdvtCNA"/>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tyOg5TUaoTHWcYGuR5Fcvxg"/>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tm2H_wlvWZdiT4P7MQHPgbQ"/>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tBq1bMj_qdnwfVdqghawDvg"/>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toGLDdWANkjG6fFBS_Ymmng"/>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t80NQQOq4SwqNd5svSdWUQw"/>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t6oroiO61OB.4DrgHVm8N3w"/>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tqE3U8AJP70fI9xL1s_OKCA"/>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tzT_ZGSSjsVV0fu_uk40Ang"/>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t7UHK1GOlDA8Ov30uvl0_ww"/>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t4S.1.UJe6x6tAwE3LkkFH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tWQZYWRAHV8wsf490MSA9CA"/>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txkv6ZrvGU2uaI3FjUuLOrQ"/>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tRQpAixE.pbCoh.4f8j490g"/>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tEMMTYdBAe1_9Ro1hQEPyQA"/>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tqLAh9BhJAc2E6vOhEhXdR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tKSt5pm4I5qCJ9BNkdbuh_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tyPh1AJsR5GKTPXxpkvsoCQ"/>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t0Ekk36AvX9s9aFDDU_On_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t6.FH88g6ln.K5dwUMYNXRA"/>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tRM1agh_BJcAajo2IDW.YyA"/>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tW4wYCWyhcIBr7tOTc3l4MQ"/>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tfHcxHsqLSvB2zsG2v9jajg"/>
</p:tagLst>
</file>

<file path=ppt/tags/tag1150.xml><?xml version="1.0" encoding="utf-8"?>
<p:tagLst xmlns:a="http://schemas.openxmlformats.org/drawingml/2006/main" xmlns:r="http://schemas.openxmlformats.org/officeDocument/2006/relationships" xmlns:p="http://schemas.openxmlformats.org/presentationml/2006/main">
  <p:tag name="THINKCELLSHAPEDONOTDELETE" val="t1oVNLCi78dI4HpMiXG4G0g"/>
</p:tagLst>
</file>

<file path=ppt/tags/tag1151.xml><?xml version="1.0" encoding="utf-8"?>
<p:tagLst xmlns:a="http://schemas.openxmlformats.org/drawingml/2006/main" xmlns:r="http://schemas.openxmlformats.org/officeDocument/2006/relationships" xmlns:p="http://schemas.openxmlformats.org/presentationml/2006/main">
  <p:tag name="THINKCELLSHAPEDONOTDELETE" val="tW_XcJKx6OQNpfPtbVrBUBg"/>
</p:tagLst>
</file>

<file path=ppt/tags/tag1152.xml><?xml version="1.0" encoding="utf-8"?>
<p:tagLst xmlns:a="http://schemas.openxmlformats.org/drawingml/2006/main" xmlns:r="http://schemas.openxmlformats.org/officeDocument/2006/relationships" xmlns:p="http://schemas.openxmlformats.org/presentationml/2006/main">
  <p:tag name="THINKCELLSHAPEDONOTDELETE" val="t1lonNqt57bwUVcxYJbTPtg"/>
</p:tagLst>
</file>

<file path=ppt/tags/tag1153.xml><?xml version="1.0" encoding="utf-8"?>
<p:tagLst xmlns:a="http://schemas.openxmlformats.org/drawingml/2006/main" xmlns:r="http://schemas.openxmlformats.org/officeDocument/2006/relationships" xmlns:p="http://schemas.openxmlformats.org/presentationml/2006/main">
  <p:tag name="THINKCELLSHAPEDONOTDELETE" val="tFxQum.Q0pntoAPqCWn2Nvw"/>
</p:tagLst>
</file>

<file path=ppt/tags/tag1154.xml><?xml version="1.0" encoding="utf-8"?>
<p:tagLst xmlns:a="http://schemas.openxmlformats.org/drawingml/2006/main" xmlns:r="http://schemas.openxmlformats.org/officeDocument/2006/relationships" xmlns:p="http://schemas.openxmlformats.org/presentationml/2006/main">
  <p:tag name="THINKCELLSHAPEDONOTDELETE" val="tYOOb2E6ap3FbR9lBNh8iQg"/>
</p:tagLst>
</file>

<file path=ppt/tags/tag1155.xml><?xml version="1.0" encoding="utf-8"?>
<p:tagLst xmlns:a="http://schemas.openxmlformats.org/drawingml/2006/main" xmlns:r="http://schemas.openxmlformats.org/officeDocument/2006/relationships" xmlns:p="http://schemas.openxmlformats.org/presentationml/2006/main">
  <p:tag name="THINKCELLSHAPEDONOTDELETE" val="tVk64GrRu1BbxPqNMlUhFBw"/>
</p:tagLst>
</file>

<file path=ppt/tags/tag1156.xml><?xml version="1.0" encoding="utf-8"?>
<p:tagLst xmlns:a="http://schemas.openxmlformats.org/drawingml/2006/main" xmlns:r="http://schemas.openxmlformats.org/officeDocument/2006/relationships" xmlns:p="http://schemas.openxmlformats.org/presentationml/2006/main">
  <p:tag name="THINKCELLSHAPEDONOTDELETE" val="tPdVBnVKICBglApODJTFDmw"/>
</p:tagLst>
</file>

<file path=ppt/tags/tag1157.xml><?xml version="1.0" encoding="utf-8"?>
<p:tagLst xmlns:a="http://schemas.openxmlformats.org/drawingml/2006/main" xmlns:r="http://schemas.openxmlformats.org/officeDocument/2006/relationships" xmlns:p="http://schemas.openxmlformats.org/presentationml/2006/main">
  <p:tag name="THINKCELLSHAPEDONOTDELETE" val="tmmygPS1l9bW8X8iI2VcbKA"/>
</p:tagLst>
</file>

<file path=ppt/tags/tag1158.xml><?xml version="1.0" encoding="utf-8"?>
<p:tagLst xmlns:a="http://schemas.openxmlformats.org/drawingml/2006/main" xmlns:r="http://schemas.openxmlformats.org/officeDocument/2006/relationships" xmlns:p="http://schemas.openxmlformats.org/presentationml/2006/main">
  <p:tag name="THINKCELLSHAPEDONOTDELETE" val="tsFRzigAAWYKE1BLy36q6jw"/>
</p:tagLst>
</file>

<file path=ppt/tags/tag1159.xml><?xml version="1.0" encoding="utf-8"?>
<p:tagLst xmlns:a="http://schemas.openxmlformats.org/drawingml/2006/main" xmlns:r="http://schemas.openxmlformats.org/officeDocument/2006/relationships" xmlns:p="http://schemas.openxmlformats.org/presentationml/2006/main">
  <p:tag name="THINKCELLSHAPEDONOTDELETE" val="t2WnsrGfyp5ShHwhhv3Co.w"/>
</p:tagLst>
</file>

<file path=ppt/tags/tag1160.xml><?xml version="1.0" encoding="utf-8"?>
<p:tagLst xmlns:a="http://schemas.openxmlformats.org/drawingml/2006/main" xmlns:r="http://schemas.openxmlformats.org/officeDocument/2006/relationships" xmlns:p="http://schemas.openxmlformats.org/presentationml/2006/main">
  <p:tag name="THINKCELLSHAPEDONOTDELETE" val="tyr.y2PjbZGKW7zSHqfaQ4A"/>
</p:tagLst>
</file>

<file path=ppt/tags/tag1161.xml><?xml version="1.0" encoding="utf-8"?>
<p:tagLst xmlns:a="http://schemas.openxmlformats.org/drawingml/2006/main" xmlns:r="http://schemas.openxmlformats.org/officeDocument/2006/relationships" xmlns:p="http://schemas.openxmlformats.org/presentationml/2006/main">
  <p:tag name="THINKCELLSHAPEDONOTDELETE" val="tRbY6hdEm0tORDbmLj8VADA"/>
</p:tagLst>
</file>

<file path=ppt/tags/tag1162.xml><?xml version="1.0" encoding="utf-8"?>
<p:tagLst xmlns:a="http://schemas.openxmlformats.org/drawingml/2006/main" xmlns:r="http://schemas.openxmlformats.org/officeDocument/2006/relationships" xmlns:p="http://schemas.openxmlformats.org/presentationml/2006/main">
  <p:tag name="THINKCELLSHAPEDONOTDELETE" val="tvI..ODfSFTbKkCIhuZvwlg"/>
</p:tagLst>
</file>

<file path=ppt/tags/tag1163.xml><?xml version="1.0" encoding="utf-8"?>
<p:tagLst xmlns:a="http://schemas.openxmlformats.org/drawingml/2006/main" xmlns:r="http://schemas.openxmlformats.org/officeDocument/2006/relationships" xmlns:p="http://schemas.openxmlformats.org/presentationml/2006/main">
  <p:tag name="THINKCELLSHAPEDONOTDELETE" val="tMePR.SKqy1GV4SpnhIscHQ"/>
</p:tagLst>
</file>

<file path=ppt/tags/tag1164.xml><?xml version="1.0" encoding="utf-8"?>
<p:tagLst xmlns:a="http://schemas.openxmlformats.org/drawingml/2006/main" xmlns:r="http://schemas.openxmlformats.org/officeDocument/2006/relationships" xmlns:p="http://schemas.openxmlformats.org/presentationml/2006/main">
  <p:tag name="THINKCELLSHAPEDONOTDELETE" val="tHi1NTUf2qkiDlvQ8scfM9w"/>
</p:tagLst>
</file>

<file path=ppt/tags/tag1165.xml><?xml version="1.0" encoding="utf-8"?>
<p:tagLst xmlns:a="http://schemas.openxmlformats.org/drawingml/2006/main" xmlns:r="http://schemas.openxmlformats.org/officeDocument/2006/relationships" xmlns:p="http://schemas.openxmlformats.org/presentationml/2006/main">
  <p:tag name="THINKCELLSHAPEDONOTDELETE" val="tUOXaZBlT4TWHMPMlbApAKQ"/>
</p:tagLst>
</file>

<file path=ppt/tags/tag1166.xml><?xml version="1.0" encoding="utf-8"?>
<p:tagLst xmlns:a="http://schemas.openxmlformats.org/drawingml/2006/main" xmlns:r="http://schemas.openxmlformats.org/officeDocument/2006/relationships" xmlns:p="http://schemas.openxmlformats.org/presentationml/2006/main">
  <p:tag name="THINKCELLSHAPEDONOTDELETE" val="t5ktnE0f87ka1Sg8dnwIwYQ"/>
</p:tagLst>
</file>

<file path=ppt/tags/tag1167.xml><?xml version="1.0" encoding="utf-8"?>
<p:tagLst xmlns:a="http://schemas.openxmlformats.org/drawingml/2006/main" xmlns:r="http://schemas.openxmlformats.org/officeDocument/2006/relationships" xmlns:p="http://schemas.openxmlformats.org/presentationml/2006/main">
  <p:tag name="THINKCELLSHAPEDONOTDELETE" val="tRteaxPyyQAhbdLm.ZkU02g"/>
</p:tagLst>
</file>

<file path=ppt/tags/tag1168.xml><?xml version="1.0" encoding="utf-8"?>
<p:tagLst xmlns:a="http://schemas.openxmlformats.org/drawingml/2006/main" xmlns:r="http://schemas.openxmlformats.org/officeDocument/2006/relationships" xmlns:p="http://schemas.openxmlformats.org/presentationml/2006/main">
  <p:tag name="THINKCELLSHAPEDONOTDELETE" val="tfeumAG71xgUkb5NSsfV8IA"/>
</p:tagLst>
</file>

<file path=ppt/tags/tag1169.xml><?xml version="1.0" encoding="utf-8"?>
<p:tagLst xmlns:a="http://schemas.openxmlformats.org/drawingml/2006/main" xmlns:r="http://schemas.openxmlformats.org/officeDocument/2006/relationships" xmlns:p="http://schemas.openxmlformats.org/presentationml/2006/main">
  <p:tag name="THINKCELLSHAPEDONOTDELETE" val="tLlgBYkQOFBohvy3sf5DGlA"/>
</p:tagLst>
</file>

<file path=ppt/tags/tag1170.xml><?xml version="1.0" encoding="utf-8"?>
<p:tagLst xmlns:a="http://schemas.openxmlformats.org/drawingml/2006/main" xmlns:r="http://schemas.openxmlformats.org/officeDocument/2006/relationships" xmlns:p="http://schemas.openxmlformats.org/presentationml/2006/main">
  <p:tag name="THINKCELLSHAPEDONOTDELETE" val="tKNJNO2JbF7BpG2S4AT5FQA"/>
</p:tagLst>
</file>

<file path=ppt/tags/tag1171.xml><?xml version="1.0" encoding="utf-8"?>
<p:tagLst xmlns:a="http://schemas.openxmlformats.org/drawingml/2006/main" xmlns:r="http://schemas.openxmlformats.org/officeDocument/2006/relationships" xmlns:p="http://schemas.openxmlformats.org/presentationml/2006/main">
  <p:tag name="THINKCELLSHAPEDONOTDELETE" val="ta66ijjh.rXrPMep79KE_aA"/>
</p:tagLst>
</file>

<file path=ppt/tags/tag1172.xml><?xml version="1.0" encoding="utf-8"?>
<p:tagLst xmlns:a="http://schemas.openxmlformats.org/drawingml/2006/main" xmlns:r="http://schemas.openxmlformats.org/officeDocument/2006/relationships" xmlns:p="http://schemas.openxmlformats.org/presentationml/2006/main">
  <p:tag name="THINKCELLSHAPEDONOTDELETE" val="t50KzKx_Qe12o_cSkqioyOQ"/>
</p:tagLst>
</file>

<file path=ppt/tags/tag1173.xml><?xml version="1.0" encoding="utf-8"?>
<p:tagLst xmlns:a="http://schemas.openxmlformats.org/drawingml/2006/main" xmlns:r="http://schemas.openxmlformats.org/officeDocument/2006/relationships" xmlns:p="http://schemas.openxmlformats.org/presentationml/2006/main">
  <p:tag name="THINKCELLSHAPEDONOTDELETE" val="tpj0BvHTcDQcEu3hAQj8Tdw"/>
</p:tagLst>
</file>

<file path=ppt/tags/tag1174.xml><?xml version="1.0" encoding="utf-8"?>
<p:tagLst xmlns:a="http://schemas.openxmlformats.org/drawingml/2006/main" xmlns:r="http://schemas.openxmlformats.org/officeDocument/2006/relationships" xmlns:p="http://schemas.openxmlformats.org/presentationml/2006/main">
  <p:tag name="THINKCELLSHAPEDONOTDELETE" val="t4HJ503TRRViTyQdxPpZfVw"/>
</p:tagLst>
</file>

<file path=ppt/tags/tag1175.xml><?xml version="1.0" encoding="utf-8"?>
<p:tagLst xmlns:a="http://schemas.openxmlformats.org/drawingml/2006/main" xmlns:r="http://schemas.openxmlformats.org/officeDocument/2006/relationships" xmlns:p="http://schemas.openxmlformats.org/presentationml/2006/main">
  <p:tag name="THINKCELLSHAPEDONOTDELETE" val="ttADUSBqf33IezY7D0d45_g"/>
</p:tagLst>
</file>

<file path=ppt/tags/tag1176.xml><?xml version="1.0" encoding="utf-8"?>
<p:tagLst xmlns:a="http://schemas.openxmlformats.org/drawingml/2006/main" xmlns:r="http://schemas.openxmlformats.org/officeDocument/2006/relationships" xmlns:p="http://schemas.openxmlformats.org/presentationml/2006/main">
  <p:tag name="THINKCELLSHAPEDONOTDELETE" val="tvTz2UEKtX0DOVEuYydtDWQ"/>
</p:tagLst>
</file>

<file path=ppt/tags/tag117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178.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179.xml><?xml version="1.0" encoding="utf-8"?>
<p:tagLst xmlns:a="http://schemas.openxmlformats.org/drawingml/2006/main" xmlns:r="http://schemas.openxmlformats.org/officeDocument/2006/relationships" xmlns:p="http://schemas.openxmlformats.org/presentationml/2006/main">
  <p:tag name="THINKCELLSHAPEDONOTDELETE" val="tp.PGKDCXtISm7hfZr5xQUA"/>
</p:tagLst>
</file>

<file path=ppt/tags/tag1180.xml><?xml version="1.0" encoding="utf-8"?>
<p:tagLst xmlns:a="http://schemas.openxmlformats.org/drawingml/2006/main" xmlns:r="http://schemas.openxmlformats.org/officeDocument/2006/relationships" xmlns:p="http://schemas.openxmlformats.org/presentationml/2006/main">
  <p:tag name="THINKCELLSHAPEDONOTDELETE" val="t20N3BD7cPfRTIOSSTbMxtA"/>
</p:tagLst>
</file>

<file path=ppt/tags/tag11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8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183.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1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8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186.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187.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1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9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191.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192.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193.xml><?xml version="1.0" encoding="utf-8"?>
<p:tagLst xmlns:a="http://schemas.openxmlformats.org/drawingml/2006/main" xmlns:r="http://schemas.openxmlformats.org/officeDocument/2006/relationships" xmlns:p="http://schemas.openxmlformats.org/presentationml/2006/main">
  <p:tag name="THINKCELLSHAPEDONOTDELETE" val="tXY_mM_a0C1qDOHYfEMyOVQ"/>
</p:tagLst>
</file>

<file path=ppt/tags/tag1194.xml><?xml version="1.0" encoding="utf-8"?>
<p:tagLst xmlns:a="http://schemas.openxmlformats.org/drawingml/2006/main" xmlns:r="http://schemas.openxmlformats.org/officeDocument/2006/relationships" xmlns:p="http://schemas.openxmlformats.org/presentationml/2006/main">
  <p:tag name="THINKCELLSHAPEDONOTDELETE" val="t6ypPOqReSqF8iGLz_D3Hbg"/>
</p:tagLst>
</file>

<file path=ppt/tags/tag1195.xml><?xml version="1.0" encoding="utf-8"?>
<p:tagLst xmlns:a="http://schemas.openxmlformats.org/drawingml/2006/main" xmlns:r="http://schemas.openxmlformats.org/officeDocument/2006/relationships" xmlns:p="http://schemas.openxmlformats.org/presentationml/2006/main">
  <p:tag name="THINKCELLSHAPEDONOTDELETE" val="tB2ofAievnnZ2TxNJMN4Wew"/>
</p:tagLst>
</file>

<file path=ppt/tags/tag1196.xml><?xml version="1.0" encoding="utf-8"?>
<p:tagLst xmlns:a="http://schemas.openxmlformats.org/drawingml/2006/main" xmlns:r="http://schemas.openxmlformats.org/officeDocument/2006/relationships" xmlns:p="http://schemas.openxmlformats.org/presentationml/2006/main">
  <p:tag name="THINKCELLSHAPEDONOTDELETE" val="tfdP58mQ6AcML_DReX1sjbg"/>
</p:tagLst>
</file>

<file path=ppt/tags/tag1197.xml><?xml version="1.0" encoding="utf-8"?>
<p:tagLst xmlns:a="http://schemas.openxmlformats.org/drawingml/2006/main" xmlns:r="http://schemas.openxmlformats.org/officeDocument/2006/relationships" xmlns:p="http://schemas.openxmlformats.org/presentationml/2006/main">
  <p:tag name="THINKCELLSHAPEDONOTDELETE" val="tsb4hkOe0of2xjB_JmCbrwA"/>
</p:tagLst>
</file>

<file path=ppt/tags/tag1198.xml><?xml version="1.0" encoding="utf-8"?>
<p:tagLst xmlns:a="http://schemas.openxmlformats.org/drawingml/2006/main" xmlns:r="http://schemas.openxmlformats.org/officeDocument/2006/relationships" xmlns:p="http://schemas.openxmlformats.org/presentationml/2006/main">
  <p:tag name="THINKCELLSHAPEDONOTDELETE" val="t2rvsqvcXaaNRakHC1_OafA"/>
</p:tagLst>
</file>

<file path=ppt/tags/tag1199.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200.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201.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202.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203.xml><?xml version="1.0" encoding="utf-8"?>
<p:tagLst xmlns:a="http://schemas.openxmlformats.org/drawingml/2006/main" xmlns:r="http://schemas.openxmlformats.org/officeDocument/2006/relationships" xmlns:p="http://schemas.openxmlformats.org/presentationml/2006/main">
  <p:tag name="THINKCELLSHAPEDONOTDELETE" val="pIS49TZIcBp8hkyQO67WsLQ"/>
</p:tagLst>
</file>

<file path=ppt/tags/tag1204.xml><?xml version="1.0" encoding="utf-8"?>
<p:tagLst xmlns:a="http://schemas.openxmlformats.org/drawingml/2006/main" xmlns:r="http://schemas.openxmlformats.org/officeDocument/2006/relationships" xmlns:p="http://schemas.openxmlformats.org/presentationml/2006/main">
  <p:tag name="THINKCELLSHAPEDONOTDELETE" val="pG3k0mEwEMhF_OX_8XSQO9g"/>
</p:tagLst>
</file>

<file path=ppt/tags/tag1205.xml><?xml version="1.0" encoding="utf-8"?>
<p:tagLst xmlns:a="http://schemas.openxmlformats.org/drawingml/2006/main" xmlns:r="http://schemas.openxmlformats.org/officeDocument/2006/relationships" xmlns:p="http://schemas.openxmlformats.org/presentationml/2006/main">
  <p:tag name="THINKCELLSHAPEDONOTDELETE" val="pNwqNp8Ec5HuuZBpW8ZkqIQ"/>
</p:tagLst>
</file>

<file path=ppt/tags/tag1206.xml><?xml version="1.0" encoding="utf-8"?>
<p:tagLst xmlns:a="http://schemas.openxmlformats.org/drawingml/2006/main" xmlns:r="http://schemas.openxmlformats.org/officeDocument/2006/relationships" xmlns:p="http://schemas.openxmlformats.org/presentationml/2006/main">
  <p:tag name="THINKCELLSHAPEDONOTDELETE" val="pkKJmVUHnuDl7LGTlqzKJBg"/>
</p:tagLst>
</file>

<file path=ppt/tags/tag1207.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08.xml><?xml version="1.0" encoding="utf-8"?>
<p:tagLst xmlns:a="http://schemas.openxmlformats.org/drawingml/2006/main" xmlns:r="http://schemas.openxmlformats.org/officeDocument/2006/relationships" xmlns:p="http://schemas.openxmlformats.org/presentationml/2006/main">
  <p:tag name="THINKCELLSHAPEDONOTDELETE" val="tMOCpLeq_AM4mF3RzNJ.zoA"/>
</p:tagLst>
</file>

<file path=ppt/tags/tag1209.xml><?xml version="1.0" encoding="utf-8"?>
<p:tagLst xmlns:a="http://schemas.openxmlformats.org/drawingml/2006/main" xmlns:r="http://schemas.openxmlformats.org/officeDocument/2006/relationships" xmlns:p="http://schemas.openxmlformats.org/presentationml/2006/main">
  <p:tag name="THINKCELLSHAPEDONOTDELETE" val="tOZV..1wxG2iBNQvz78Ek2Q"/>
</p:tagLst>
</file>

<file path=ppt/tags/tag1210.xml><?xml version="1.0" encoding="utf-8"?>
<p:tagLst xmlns:a="http://schemas.openxmlformats.org/drawingml/2006/main" xmlns:r="http://schemas.openxmlformats.org/officeDocument/2006/relationships" xmlns:p="http://schemas.openxmlformats.org/presentationml/2006/main">
  <p:tag name="THINKCELLSHAPEDONOTDELETE" val="tN_.7mnBhUwJUonCg8ZWSkA"/>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tr0uGpPX5MhFdp3_vyIo7_A"/>
</p:tagLst>
</file>

<file path=ppt/tags/tag1212.xml><?xml version="1.0" encoding="utf-8"?>
<p:tagLst xmlns:a="http://schemas.openxmlformats.org/drawingml/2006/main" xmlns:r="http://schemas.openxmlformats.org/officeDocument/2006/relationships" xmlns:p="http://schemas.openxmlformats.org/presentationml/2006/main">
  <p:tag name="THINKCELLSHAPEDONOTDELETE" val="t5tQb207_Tpl3LJvnX8E6Nw"/>
</p:tagLst>
</file>

<file path=ppt/tags/tag1213.xml><?xml version="1.0" encoding="utf-8"?>
<p:tagLst xmlns:a="http://schemas.openxmlformats.org/drawingml/2006/main" xmlns:r="http://schemas.openxmlformats.org/officeDocument/2006/relationships" xmlns:p="http://schemas.openxmlformats.org/presentationml/2006/main">
  <p:tag name="THINKCELLSHAPEDONOTDELETE" val="tAUqkWmodo5AG9LivTpOf.Q"/>
</p:tagLst>
</file>

<file path=ppt/tags/tag1214.xml><?xml version="1.0" encoding="utf-8"?>
<p:tagLst xmlns:a="http://schemas.openxmlformats.org/drawingml/2006/main" xmlns:r="http://schemas.openxmlformats.org/officeDocument/2006/relationships" xmlns:p="http://schemas.openxmlformats.org/presentationml/2006/main">
  <p:tag name="THINKCELLSHAPEDONOTDELETE" val="ttof7gEeLXNBR4zIg6zPQaQ"/>
</p:tagLst>
</file>

<file path=ppt/tags/tag1215.xml><?xml version="1.0" encoding="utf-8"?>
<p:tagLst xmlns:a="http://schemas.openxmlformats.org/drawingml/2006/main" xmlns:r="http://schemas.openxmlformats.org/officeDocument/2006/relationships" xmlns:p="http://schemas.openxmlformats.org/presentationml/2006/main">
  <p:tag name="THINKCELLSHAPEDONOTDELETE" val="tWlaa3KvRxIAGKWUajCiCuw"/>
</p:tagLst>
</file>

<file path=ppt/tags/tag1216.xml><?xml version="1.0" encoding="utf-8"?>
<p:tagLst xmlns:a="http://schemas.openxmlformats.org/drawingml/2006/main" xmlns:r="http://schemas.openxmlformats.org/officeDocument/2006/relationships" xmlns:p="http://schemas.openxmlformats.org/presentationml/2006/main">
  <p:tag name="THINKCELLSHAPEDONOTDELETE" val="t.4h9NFB6BTXJn1U7Birdrg"/>
</p:tagLst>
</file>

<file path=ppt/tags/tag1217.xml><?xml version="1.0" encoding="utf-8"?>
<p:tagLst xmlns:a="http://schemas.openxmlformats.org/drawingml/2006/main" xmlns:r="http://schemas.openxmlformats.org/officeDocument/2006/relationships" xmlns:p="http://schemas.openxmlformats.org/presentationml/2006/main">
  <p:tag name="THINKCELLSHAPEDONOTDELETE" val="tnBX.k6Z1RbKGST.J1lS4RA"/>
</p:tagLst>
</file>

<file path=ppt/tags/tag1218.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219.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220.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221.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222.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223.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2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25.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26.xml><?xml version="1.0" encoding="utf-8"?>
<p:tagLst xmlns:a="http://schemas.openxmlformats.org/drawingml/2006/main" xmlns:r="http://schemas.openxmlformats.org/officeDocument/2006/relationships" xmlns:p="http://schemas.openxmlformats.org/presentationml/2006/main">
  <p:tag name="THINKCELLSHAPEDONOTDELETE" val="t3B7GHtfhupQKmucWwtOywA"/>
</p:tagLst>
</file>

<file path=ppt/tags/tag1227.xml><?xml version="1.0" encoding="utf-8"?>
<p:tagLst xmlns:a="http://schemas.openxmlformats.org/drawingml/2006/main" xmlns:r="http://schemas.openxmlformats.org/officeDocument/2006/relationships" xmlns:p="http://schemas.openxmlformats.org/presentationml/2006/main">
  <p:tag name="THINKCELLSHAPEDONOTDELETE" val="toCzJ6J_2rkprcC_vbY8RTA"/>
</p:tagLst>
</file>

<file path=ppt/tags/tag1228.xml><?xml version="1.0" encoding="utf-8"?>
<p:tagLst xmlns:a="http://schemas.openxmlformats.org/drawingml/2006/main" xmlns:r="http://schemas.openxmlformats.org/officeDocument/2006/relationships" xmlns:p="http://schemas.openxmlformats.org/presentationml/2006/main">
  <p:tag name="THINKCELLSHAPEDONOTDELETE" val="tg7zQQ3Pde4ENR.gMezFefg"/>
</p:tagLst>
</file>

<file path=ppt/tags/tag1229.xml><?xml version="1.0" encoding="utf-8"?>
<p:tagLst xmlns:a="http://schemas.openxmlformats.org/drawingml/2006/main" xmlns:r="http://schemas.openxmlformats.org/officeDocument/2006/relationships" xmlns:p="http://schemas.openxmlformats.org/presentationml/2006/main">
  <p:tag name="THINKCELLSHAPEDONOTDELETE" val="tV7xHP72.33.swGjq_49xOw"/>
</p:tagLst>
</file>

<file path=ppt/tags/tag1230.xml><?xml version="1.0" encoding="utf-8"?>
<p:tagLst xmlns:a="http://schemas.openxmlformats.org/drawingml/2006/main" xmlns:r="http://schemas.openxmlformats.org/officeDocument/2006/relationships" xmlns:p="http://schemas.openxmlformats.org/presentationml/2006/main">
  <p:tag name="THINKCELLSHAPEDONOTDELETE" val="tuaH.IEAQDAmKAFcYMzVHeA"/>
</p:tagLst>
</file>

<file path=ppt/tags/tag1231.xml><?xml version="1.0" encoding="utf-8"?>
<p:tagLst xmlns:a="http://schemas.openxmlformats.org/drawingml/2006/main" xmlns:r="http://schemas.openxmlformats.org/officeDocument/2006/relationships" xmlns:p="http://schemas.openxmlformats.org/presentationml/2006/main">
  <p:tag name="THINKCELLSHAPEDONOTDELETE" val="thNff_qSgRrfpu2u9ajXaow"/>
</p:tagLst>
</file>

<file path=ppt/tags/tag1232.xml><?xml version="1.0" encoding="utf-8"?>
<p:tagLst xmlns:a="http://schemas.openxmlformats.org/drawingml/2006/main" xmlns:r="http://schemas.openxmlformats.org/officeDocument/2006/relationships" xmlns:p="http://schemas.openxmlformats.org/presentationml/2006/main">
  <p:tag name="THINKCELLSHAPEDONOTDELETE" val="tfG9Q6ZkA78ewgU_YCGd5hw"/>
</p:tagLst>
</file>

<file path=ppt/tags/tag1233.xml><?xml version="1.0" encoding="utf-8"?>
<p:tagLst xmlns:a="http://schemas.openxmlformats.org/drawingml/2006/main" xmlns:r="http://schemas.openxmlformats.org/officeDocument/2006/relationships" xmlns:p="http://schemas.openxmlformats.org/presentationml/2006/main">
  <p:tag name="THINKCELLSHAPEDONOTDELETE" val="t7B.f4WfTQJvHGhBXVS3JuA"/>
</p:tagLst>
</file>

<file path=ppt/tags/tag1234.xml><?xml version="1.0" encoding="utf-8"?>
<p:tagLst xmlns:a="http://schemas.openxmlformats.org/drawingml/2006/main" xmlns:r="http://schemas.openxmlformats.org/officeDocument/2006/relationships" xmlns:p="http://schemas.openxmlformats.org/presentationml/2006/main">
  <p:tag name="THINKCELLSHAPEDONOTDELETE" val="tlgMg9tJMDN_Zsxc.4bA1DQ"/>
</p:tagLst>
</file>

<file path=ppt/tags/tag1235.xml><?xml version="1.0" encoding="utf-8"?>
<p:tagLst xmlns:a="http://schemas.openxmlformats.org/drawingml/2006/main" xmlns:r="http://schemas.openxmlformats.org/officeDocument/2006/relationships" xmlns:p="http://schemas.openxmlformats.org/presentationml/2006/main">
  <p:tag name="THINKCELLSHAPEDONOTDELETE" val="tVMbR7z.Ybr96qEWN4RoYmw"/>
</p:tagLst>
</file>

<file path=ppt/tags/tag1236.xml><?xml version="1.0" encoding="utf-8"?>
<p:tagLst xmlns:a="http://schemas.openxmlformats.org/drawingml/2006/main" xmlns:r="http://schemas.openxmlformats.org/officeDocument/2006/relationships" xmlns:p="http://schemas.openxmlformats.org/presentationml/2006/main">
  <p:tag name="THINKCELLSHAPEDONOTDELETE" val="touiY2WqnKGokAXlH.k1W1Q"/>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9SJNoAldNEN5xgNernUGsw"/>
</p:tagLst>
</file>

<file path=ppt/tags/tag1238.xml><?xml version="1.0" encoding="utf-8"?>
<p:tagLst xmlns:a="http://schemas.openxmlformats.org/drawingml/2006/main" xmlns:r="http://schemas.openxmlformats.org/officeDocument/2006/relationships" xmlns:p="http://schemas.openxmlformats.org/presentationml/2006/main">
  <p:tag name="THINKCELLSHAPEDONOTDELETE" val="t4sSODfTal6q58a1QBo97JA"/>
</p:tagLst>
</file>

<file path=ppt/tags/tag1239.xml><?xml version="1.0" encoding="utf-8"?>
<p:tagLst xmlns:a="http://schemas.openxmlformats.org/drawingml/2006/main" xmlns:r="http://schemas.openxmlformats.org/officeDocument/2006/relationships" xmlns:p="http://schemas.openxmlformats.org/presentationml/2006/main">
  <p:tag name="THINKCELLSHAPEDONOTDELETE" val="t.kwgRxK55AnDPECuVptm2A"/>
</p:tagLst>
</file>

<file path=ppt/tags/tag124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241.xml><?xml version="1.0" encoding="utf-8"?>
<p:tagLst xmlns:a="http://schemas.openxmlformats.org/drawingml/2006/main" xmlns:r="http://schemas.openxmlformats.org/officeDocument/2006/relationships" xmlns:p="http://schemas.openxmlformats.org/presentationml/2006/main">
  <p:tag name="THINKCELLSHAPEDONOTDELETE" val="txtt574UBy8yuiOR7QEcwlQ"/>
</p:tagLst>
</file>

<file path=ppt/tags/tag1242.xml><?xml version="1.0" encoding="utf-8"?>
<p:tagLst xmlns:a="http://schemas.openxmlformats.org/drawingml/2006/main" xmlns:r="http://schemas.openxmlformats.org/officeDocument/2006/relationships" xmlns:p="http://schemas.openxmlformats.org/presentationml/2006/main">
  <p:tag name="THINKCELLSHAPEDONOTDELETE" val="tLLUfVRj1n6nh7mv8Vv_6pQ"/>
</p:tagLst>
</file>

<file path=ppt/tags/tag1243.xml><?xml version="1.0" encoding="utf-8"?>
<p:tagLst xmlns:a="http://schemas.openxmlformats.org/drawingml/2006/main" xmlns:r="http://schemas.openxmlformats.org/officeDocument/2006/relationships" xmlns:p="http://schemas.openxmlformats.org/presentationml/2006/main">
  <p:tag name="THINKCELLSHAPEDONOTDELETE" val="t9Ltu.oJRMsFqCjR2q9sWiQ"/>
</p:tagLst>
</file>

<file path=ppt/tags/tag1244.xml><?xml version="1.0" encoding="utf-8"?>
<p:tagLst xmlns:a="http://schemas.openxmlformats.org/drawingml/2006/main" xmlns:r="http://schemas.openxmlformats.org/officeDocument/2006/relationships" xmlns:p="http://schemas.openxmlformats.org/presentationml/2006/main">
  <p:tag name="THINKCELLSHAPEDONOTDELETE" val="tNc0oW45H_ruxeQhxA_ojuw"/>
</p:tagLst>
</file>

<file path=ppt/tags/tag1245.xml><?xml version="1.0" encoding="utf-8"?>
<p:tagLst xmlns:a="http://schemas.openxmlformats.org/drawingml/2006/main" xmlns:r="http://schemas.openxmlformats.org/officeDocument/2006/relationships" xmlns:p="http://schemas.openxmlformats.org/presentationml/2006/main">
  <p:tag name="THINKCELLSHAPEDONOTDELETE" val="tq54NlwOeB1WTmInEe48Eqw"/>
</p:tagLst>
</file>

<file path=ppt/tags/tag1246.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4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248.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4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250.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5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252.xml><?xml version="1.0" encoding="utf-8"?>
<p:tagLst xmlns:a="http://schemas.openxmlformats.org/drawingml/2006/main" xmlns:r="http://schemas.openxmlformats.org/officeDocument/2006/relationships" xmlns:p="http://schemas.openxmlformats.org/presentationml/2006/main">
  <p:tag name="NAME" val="CustomIcon"/>
</p:tagLst>
</file>

<file path=ppt/tags/tag1253.xml><?xml version="1.0" encoding="utf-8"?>
<p:tagLst xmlns:a="http://schemas.openxmlformats.org/drawingml/2006/main" xmlns:r="http://schemas.openxmlformats.org/officeDocument/2006/relationships" xmlns:p="http://schemas.openxmlformats.org/presentationml/2006/main">
  <p:tag name="NAME" val="CustomIcon"/>
</p:tagLst>
</file>

<file path=ppt/tags/tag1254.xml><?xml version="1.0" encoding="utf-8"?>
<p:tagLst xmlns:a="http://schemas.openxmlformats.org/drawingml/2006/main" xmlns:r="http://schemas.openxmlformats.org/officeDocument/2006/relationships" xmlns:p="http://schemas.openxmlformats.org/presentationml/2006/main">
  <p:tag name="NAME" val="CustomIcon"/>
</p:tagLst>
</file>

<file path=ppt/tags/tag1255.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5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2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59.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2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6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264.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66.xml><?xml version="1.0" encoding="utf-8"?>
<p:tagLst xmlns:a="http://schemas.openxmlformats.org/drawingml/2006/main" xmlns:r="http://schemas.openxmlformats.org/officeDocument/2006/relationships" xmlns:p="http://schemas.openxmlformats.org/presentationml/2006/main">
  <p:tag name="THINKCELLSHAPEDONOTDELETE" val="twj_XQHkMQWe9Xfetom6xvw"/>
</p:tagLst>
</file>

<file path=ppt/tags/tag1267.xml><?xml version="1.0" encoding="utf-8"?>
<p:tagLst xmlns:a="http://schemas.openxmlformats.org/drawingml/2006/main" xmlns:r="http://schemas.openxmlformats.org/officeDocument/2006/relationships" xmlns:p="http://schemas.openxmlformats.org/presentationml/2006/main">
  <p:tag name="THINKCELLSHAPEDONOTDELETE" val="tci53fnc8qBYY9Q3eZ1WCMQ"/>
</p:tagLst>
</file>

<file path=ppt/tags/tag1268.xml><?xml version="1.0" encoding="utf-8"?>
<p:tagLst xmlns:a="http://schemas.openxmlformats.org/drawingml/2006/main" xmlns:r="http://schemas.openxmlformats.org/officeDocument/2006/relationships" xmlns:p="http://schemas.openxmlformats.org/presentationml/2006/main">
  <p:tag name="THINKCELLSHAPEDONOTDELETE" val="tiyDcg3BkvAq2cpZW9gx3SA"/>
</p:tagLst>
</file>

<file path=ppt/tags/tag1269.xml><?xml version="1.0" encoding="utf-8"?>
<p:tagLst xmlns:a="http://schemas.openxmlformats.org/drawingml/2006/main" xmlns:r="http://schemas.openxmlformats.org/officeDocument/2006/relationships" xmlns:p="http://schemas.openxmlformats.org/presentationml/2006/main">
  <p:tag name="THINKCELLSHAPEDONOTDELETE" val="taIxwy9O9lxuYNJdQLJ1goQ"/>
</p:tagLst>
</file>

<file path=ppt/tags/tag1270.xml><?xml version="1.0" encoding="utf-8"?>
<p:tagLst xmlns:a="http://schemas.openxmlformats.org/drawingml/2006/main" xmlns:r="http://schemas.openxmlformats.org/officeDocument/2006/relationships" xmlns:p="http://schemas.openxmlformats.org/presentationml/2006/main">
  <p:tag name="THINKCELLSHAPEDONOTDELETE" val="tP0iadBv4o6jFXgyAr.xkfA"/>
</p:tagLst>
</file>

<file path=ppt/tags/tag1271.xml><?xml version="1.0" encoding="utf-8"?>
<p:tagLst xmlns:a="http://schemas.openxmlformats.org/drawingml/2006/main" xmlns:r="http://schemas.openxmlformats.org/officeDocument/2006/relationships" xmlns:p="http://schemas.openxmlformats.org/presentationml/2006/main">
  <p:tag name="THINKCELLSHAPEDONOTDELETE" val="tL7DGmfrvD5Ngmued70i5_A"/>
</p:tagLst>
</file>

<file path=ppt/tags/tag1272.xml><?xml version="1.0" encoding="utf-8"?>
<p:tagLst xmlns:a="http://schemas.openxmlformats.org/drawingml/2006/main" xmlns:r="http://schemas.openxmlformats.org/officeDocument/2006/relationships" xmlns:p="http://schemas.openxmlformats.org/presentationml/2006/main">
  <p:tag name="THINKCELLSHAPEDONOTDELETE" val="tnhg_VhHa9WhKMPo2Oetpzw"/>
</p:tagLst>
</file>

<file path=ppt/tags/tag1273.xml><?xml version="1.0" encoding="utf-8"?>
<p:tagLst xmlns:a="http://schemas.openxmlformats.org/drawingml/2006/main" xmlns:r="http://schemas.openxmlformats.org/officeDocument/2006/relationships" xmlns:p="http://schemas.openxmlformats.org/presentationml/2006/main">
  <p:tag name="THINKCELLSHAPEDONOTDELETE" val="t3_e3MARhRnwFO53ow7BUCQ"/>
</p:tagLst>
</file>

<file path=ppt/tags/tag127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275.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77.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79.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2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82.xml><?xml version="1.0" encoding="utf-8"?>
<p:tagLst xmlns:a="http://schemas.openxmlformats.org/drawingml/2006/main" xmlns:r="http://schemas.openxmlformats.org/officeDocument/2006/relationships" xmlns:p="http://schemas.openxmlformats.org/presentationml/2006/main">
  <p:tag name="THINKCELLSHAPEDONOTDELETE" val="pjIIHPbYi1DW5WziRqF90Ew"/>
</p:tagLst>
</file>

<file path=ppt/tags/tag1283.xml><?xml version="1.0" encoding="utf-8"?>
<p:tagLst xmlns:a="http://schemas.openxmlformats.org/drawingml/2006/main" xmlns:r="http://schemas.openxmlformats.org/officeDocument/2006/relationships" xmlns:p="http://schemas.openxmlformats.org/presentationml/2006/main">
  <p:tag name="THINKCELLSHAPEDONOTDELETE" val="tqaCSeyZvd5oItpL6etTbKg"/>
</p:tagLst>
</file>

<file path=ppt/tags/tag1284.xml><?xml version="1.0" encoding="utf-8"?>
<p:tagLst xmlns:a="http://schemas.openxmlformats.org/drawingml/2006/main" xmlns:r="http://schemas.openxmlformats.org/officeDocument/2006/relationships" xmlns:p="http://schemas.openxmlformats.org/presentationml/2006/main">
  <p:tag name="THINKCELLSHAPEDONOTDELETE" val="tbqpZNYue_dvIqxB0uNMY8A"/>
</p:tagLst>
</file>

<file path=ppt/tags/tag1285.xml><?xml version="1.0" encoding="utf-8"?>
<p:tagLst xmlns:a="http://schemas.openxmlformats.org/drawingml/2006/main" xmlns:r="http://schemas.openxmlformats.org/officeDocument/2006/relationships" xmlns:p="http://schemas.openxmlformats.org/presentationml/2006/main">
  <p:tag name="THINKCELLSHAPEDONOTDELETE" val="twcqWuszflm8LsFzcip6NvQ"/>
</p:tagLst>
</file>

<file path=ppt/tags/tag1286.xml><?xml version="1.0" encoding="utf-8"?>
<p:tagLst xmlns:a="http://schemas.openxmlformats.org/drawingml/2006/main" xmlns:r="http://schemas.openxmlformats.org/officeDocument/2006/relationships" xmlns:p="http://schemas.openxmlformats.org/presentationml/2006/main">
  <p:tag name="THINKCELLSHAPEDONOTDELETE" val="tpAFPLO.M3qM1WKK7Sdc6uA"/>
</p:tagLst>
</file>

<file path=ppt/tags/tag1287.xml><?xml version="1.0" encoding="utf-8"?>
<p:tagLst xmlns:a="http://schemas.openxmlformats.org/drawingml/2006/main" xmlns:r="http://schemas.openxmlformats.org/officeDocument/2006/relationships" xmlns:p="http://schemas.openxmlformats.org/presentationml/2006/main">
  <p:tag name="THINKCELLSHAPEDONOTDELETE" val="tRv3Va3r.wKk8CpN0juo17Q"/>
</p:tagLst>
</file>

<file path=ppt/tags/tag1288.xml><?xml version="1.0" encoding="utf-8"?>
<p:tagLst xmlns:a="http://schemas.openxmlformats.org/drawingml/2006/main" xmlns:r="http://schemas.openxmlformats.org/officeDocument/2006/relationships" xmlns:p="http://schemas.openxmlformats.org/presentationml/2006/main">
  <p:tag name="THINKCELLSHAPEDONOTDELETE" val="thlljq6AQmTf7YdPZHEc28A"/>
</p:tagLst>
</file>

<file path=ppt/tags/tag1289.xml><?xml version="1.0" encoding="utf-8"?>
<p:tagLst xmlns:a="http://schemas.openxmlformats.org/drawingml/2006/main" xmlns:r="http://schemas.openxmlformats.org/officeDocument/2006/relationships" xmlns:p="http://schemas.openxmlformats.org/presentationml/2006/main">
  <p:tag name="THINKCELLSHAPEDONOTDELETE" val="to8ddjbw6s66F3ij4lHSqCg"/>
</p:tagLst>
</file>

<file path=ppt/tags/tag1290.xml><?xml version="1.0" encoding="utf-8"?>
<p:tagLst xmlns:a="http://schemas.openxmlformats.org/drawingml/2006/main" xmlns:r="http://schemas.openxmlformats.org/officeDocument/2006/relationships" xmlns:p="http://schemas.openxmlformats.org/presentationml/2006/main">
  <p:tag name="THINKCELLSHAPEDONOTDELETE" val="t_GL52RoWChUsoxcESjqiVQ"/>
</p:tagLst>
</file>

<file path=ppt/tags/tag1291.xml><?xml version="1.0" encoding="utf-8"?>
<p:tagLst xmlns:a="http://schemas.openxmlformats.org/drawingml/2006/main" xmlns:r="http://schemas.openxmlformats.org/officeDocument/2006/relationships" xmlns:p="http://schemas.openxmlformats.org/presentationml/2006/main">
  <p:tag name="THINKCELLSHAPEDONOTDELETE" val="pjIIHPbYi1DW5WziRqF90Ew"/>
</p:tagLst>
</file>

<file path=ppt/tags/tag1292.xml><?xml version="1.0" encoding="utf-8"?>
<p:tagLst xmlns:a="http://schemas.openxmlformats.org/drawingml/2006/main" xmlns:r="http://schemas.openxmlformats.org/officeDocument/2006/relationships" xmlns:p="http://schemas.openxmlformats.org/presentationml/2006/main">
  <p:tag name="THINKCELLSHAPEDONOTDELETE" val="pjIIHPbYi1DW5WziRqF90Ew"/>
</p:tagLst>
</file>

<file path=ppt/tags/tag1293.xml><?xml version="1.0" encoding="utf-8"?>
<p:tagLst xmlns:a="http://schemas.openxmlformats.org/drawingml/2006/main" xmlns:r="http://schemas.openxmlformats.org/officeDocument/2006/relationships" xmlns:p="http://schemas.openxmlformats.org/presentationml/2006/main">
  <p:tag name="THINKCELLSHAPEDONOTDELETE" val="pjIIHPbYi1DW5WziRqF90Ew"/>
</p:tagLst>
</file>

<file path=ppt/tags/tag1294.xml><?xml version="1.0" encoding="utf-8"?>
<p:tagLst xmlns:a="http://schemas.openxmlformats.org/drawingml/2006/main" xmlns:r="http://schemas.openxmlformats.org/officeDocument/2006/relationships" xmlns:p="http://schemas.openxmlformats.org/presentationml/2006/main">
  <p:tag name="THINKCELLSHAPEDONOTDELETE" val="pjIIHPbYi1DW5WziRqF90Ew"/>
</p:tagLst>
</file>

<file path=ppt/tags/tag1295.xml><?xml version="1.0" encoding="utf-8"?>
<p:tagLst xmlns:a="http://schemas.openxmlformats.org/drawingml/2006/main" xmlns:r="http://schemas.openxmlformats.org/officeDocument/2006/relationships" xmlns:p="http://schemas.openxmlformats.org/presentationml/2006/main">
  <p:tag name="THINKCELLSHAPEDONOTDELETE" val="pjIIHPbYi1DW5WziRqF90Ew"/>
</p:tagLst>
</file>

<file path=ppt/tags/tag1296.xml><?xml version="1.0" encoding="utf-8"?>
<p:tagLst xmlns:a="http://schemas.openxmlformats.org/drawingml/2006/main" xmlns:r="http://schemas.openxmlformats.org/officeDocument/2006/relationships" xmlns:p="http://schemas.openxmlformats.org/presentationml/2006/main">
  <p:tag name="THINKCELLSHAPEDONOTDELETE" val="tEk8L9RlaiCUm8cve.AvCYg"/>
</p:tagLst>
</file>

<file path=ppt/tags/tag1297.xml><?xml version="1.0" encoding="utf-8"?>
<p:tagLst xmlns:a="http://schemas.openxmlformats.org/drawingml/2006/main" xmlns:r="http://schemas.openxmlformats.org/officeDocument/2006/relationships" xmlns:p="http://schemas.openxmlformats.org/presentationml/2006/main">
  <p:tag name="THINKCELLSHAPEDONOTDELETE" val="twIrXexxV4trGUfRvbPkQIg"/>
</p:tagLst>
</file>

<file path=ppt/tags/tag1298.xml><?xml version="1.0" encoding="utf-8"?>
<p:tagLst xmlns:a="http://schemas.openxmlformats.org/drawingml/2006/main" xmlns:r="http://schemas.openxmlformats.org/officeDocument/2006/relationships" xmlns:p="http://schemas.openxmlformats.org/presentationml/2006/main">
  <p:tag name="THINKCELLSHAPEDONOTDELETE" val="tk7Ktv8T4eEL.4ZTvwJgMjQ"/>
</p:tagLst>
</file>

<file path=ppt/tags/tag1299.xml><?xml version="1.0" encoding="utf-8"?>
<p:tagLst xmlns:a="http://schemas.openxmlformats.org/drawingml/2006/main" xmlns:r="http://schemas.openxmlformats.org/officeDocument/2006/relationships" xmlns:p="http://schemas.openxmlformats.org/presentationml/2006/main">
  <p:tag name="THINKCELLSHAPEDONOTDELETE" val="tV3jQzzqjQjNsaY9YBQElgw"/>
</p:tagLst>
</file>

<file path=ppt/tags/tag1300.xml><?xml version="1.0" encoding="utf-8"?>
<p:tagLst xmlns:a="http://schemas.openxmlformats.org/drawingml/2006/main" xmlns:r="http://schemas.openxmlformats.org/officeDocument/2006/relationships" xmlns:p="http://schemas.openxmlformats.org/presentationml/2006/main">
  <p:tag name="THINKCELLSHAPEDONOTDELETE" val="te6JWEezXpbj0zlfXHlEHyg"/>
</p:tagLst>
</file>

<file path=ppt/tags/tag1301.xml><?xml version="1.0" encoding="utf-8"?>
<p:tagLst xmlns:a="http://schemas.openxmlformats.org/drawingml/2006/main" xmlns:r="http://schemas.openxmlformats.org/officeDocument/2006/relationships" xmlns:p="http://schemas.openxmlformats.org/presentationml/2006/main">
  <p:tag name="THINKCELLSHAPEDONOTDELETE" val="ter1gr2FrMa4IMcjVoeOndw"/>
</p:tagLst>
</file>

<file path=ppt/tags/tag1302.xml><?xml version="1.0" encoding="utf-8"?>
<p:tagLst xmlns:a="http://schemas.openxmlformats.org/drawingml/2006/main" xmlns:r="http://schemas.openxmlformats.org/officeDocument/2006/relationships" xmlns:p="http://schemas.openxmlformats.org/presentationml/2006/main">
  <p:tag name="THINKCELLSHAPEDONOTDELETE" val="tpVg7oF9XxDpFnSzsh5pEPg"/>
</p:tagLst>
</file>

<file path=ppt/tags/tag1303.xml><?xml version="1.0" encoding="utf-8"?>
<p:tagLst xmlns:a="http://schemas.openxmlformats.org/drawingml/2006/main" xmlns:r="http://schemas.openxmlformats.org/officeDocument/2006/relationships" xmlns:p="http://schemas.openxmlformats.org/presentationml/2006/main">
  <p:tag name="THINKCELLSHAPEDONOTDELETE" val="tMjgXDGhfW15IfEWcCBqEwg"/>
</p:tagLst>
</file>

<file path=ppt/tags/tag1304.xml><?xml version="1.0" encoding="utf-8"?>
<p:tagLst xmlns:a="http://schemas.openxmlformats.org/drawingml/2006/main" xmlns:r="http://schemas.openxmlformats.org/officeDocument/2006/relationships" xmlns:p="http://schemas.openxmlformats.org/presentationml/2006/main">
  <p:tag name="THINKCELLSHAPEDONOTDELETE" val="tK1.GBKMTZ11wsiJQcIvVbQ"/>
</p:tagLst>
</file>

<file path=ppt/tags/tag1305.xml><?xml version="1.0" encoding="utf-8"?>
<p:tagLst xmlns:a="http://schemas.openxmlformats.org/drawingml/2006/main" xmlns:r="http://schemas.openxmlformats.org/officeDocument/2006/relationships" xmlns:p="http://schemas.openxmlformats.org/presentationml/2006/main">
  <p:tag name="THINKCELLSHAPEDONOTDELETE" val="tXLssMYwAbGIi0uF.K2w1KA"/>
</p:tagLst>
</file>

<file path=ppt/tags/tag1306.xml><?xml version="1.0" encoding="utf-8"?>
<p:tagLst xmlns:a="http://schemas.openxmlformats.org/drawingml/2006/main" xmlns:r="http://schemas.openxmlformats.org/officeDocument/2006/relationships" xmlns:p="http://schemas.openxmlformats.org/presentationml/2006/main">
  <p:tag name="THINKCELLSHAPEDONOTDELETE" val="t1IoxVcuzAiMnfa0q41jqbg"/>
</p:tagLst>
</file>

<file path=ppt/tags/tag1307.xml><?xml version="1.0" encoding="utf-8"?>
<p:tagLst xmlns:a="http://schemas.openxmlformats.org/drawingml/2006/main" xmlns:r="http://schemas.openxmlformats.org/officeDocument/2006/relationships" xmlns:p="http://schemas.openxmlformats.org/presentationml/2006/main">
  <p:tag name="THINKCELLSHAPEDONOTDELETE" val="t3M9u4Is5n9bVpwjXz6yQRA"/>
</p:tagLst>
</file>

<file path=ppt/tags/tag1308.xml><?xml version="1.0" encoding="utf-8"?>
<p:tagLst xmlns:a="http://schemas.openxmlformats.org/drawingml/2006/main" xmlns:r="http://schemas.openxmlformats.org/officeDocument/2006/relationships" xmlns:p="http://schemas.openxmlformats.org/presentationml/2006/main">
  <p:tag name="THINKCELLSHAPEDONOTDELETE" val="tZlr6dNTL51rB3hZgIT0zmw"/>
</p:tagLst>
</file>

<file path=ppt/tags/tag1309.xml><?xml version="1.0" encoding="utf-8"?>
<p:tagLst xmlns:a="http://schemas.openxmlformats.org/drawingml/2006/main" xmlns:r="http://schemas.openxmlformats.org/officeDocument/2006/relationships" xmlns:p="http://schemas.openxmlformats.org/presentationml/2006/main">
  <p:tag name="THINKCELLSHAPEDONOTDELETE" val="tJPERRhvKq5nh6BZNG7QROw"/>
</p:tagLst>
</file>

<file path=ppt/tags/tag1310.xml><?xml version="1.0" encoding="utf-8"?>
<p:tagLst xmlns:a="http://schemas.openxmlformats.org/drawingml/2006/main" xmlns:r="http://schemas.openxmlformats.org/officeDocument/2006/relationships" xmlns:p="http://schemas.openxmlformats.org/presentationml/2006/main">
  <p:tag name="THINKCELLSHAPEDONOTDELETE" val="tTtv6HhgQqrM4JbdBibBwSQ"/>
</p:tagLst>
</file>

<file path=ppt/tags/tag1311.xml><?xml version="1.0" encoding="utf-8"?>
<p:tagLst xmlns:a="http://schemas.openxmlformats.org/drawingml/2006/main" xmlns:r="http://schemas.openxmlformats.org/officeDocument/2006/relationships" xmlns:p="http://schemas.openxmlformats.org/presentationml/2006/main">
  <p:tag name="THINKCELLSHAPEDONOTDELETE" val="tm5zGbATyCK010iyYjJLJcw"/>
</p:tagLst>
</file>

<file path=ppt/tags/tag1312.xml><?xml version="1.0" encoding="utf-8"?>
<p:tagLst xmlns:a="http://schemas.openxmlformats.org/drawingml/2006/main" xmlns:r="http://schemas.openxmlformats.org/officeDocument/2006/relationships" xmlns:p="http://schemas.openxmlformats.org/presentationml/2006/main">
  <p:tag name="THINKCELLSHAPEDONOTDELETE" val="t9OjeJLji3HoS_hzJd1TL0Q"/>
</p:tagLst>
</file>

<file path=ppt/tags/tag1313.xml><?xml version="1.0" encoding="utf-8"?>
<p:tagLst xmlns:a="http://schemas.openxmlformats.org/drawingml/2006/main" xmlns:r="http://schemas.openxmlformats.org/officeDocument/2006/relationships" xmlns:p="http://schemas.openxmlformats.org/presentationml/2006/main">
  <p:tag name="THINKCELLSHAPEDONOTDELETE" val="tXaFGm0jndZmSQT4u0XYbzw"/>
</p:tagLst>
</file>

<file path=ppt/tags/tag1314.xml><?xml version="1.0" encoding="utf-8"?>
<p:tagLst xmlns:a="http://schemas.openxmlformats.org/drawingml/2006/main" xmlns:r="http://schemas.openxmlformats.org/officeDocument/2006/relationships" xmlns:p="http://schemas.openxmlformats.org/presentationml/2006/main">
  <p:tag name="THINKCELLSHAPEDONOTDELETE" val="ti7jfRboEcAuWWsSP2Rfzmg"/>
</p:tagLst>
</file>

<file path=ppt/tags/tag1315.xml><?xml version="1.0" encoding="utf-8"?>
<p:tagLst xmlns:a="http://schemas.openxmlformats.org/drawingml/2006/main" xmlns:r="http://schemas.openxmlformats.org/officeDocument/2006/relationships" xmlns:p="http://schemas.openxmlformats.org/presentationml/2006/main">
  <p:tag name="THINKCELLSHAPEDONOTDELETE" val="tajJ0R.2ewkPKoALfe0.qNA"/>
</p:tagLst>
</file>

<file path=ppt/tags/tag1316.xml><?xml version="1.0" encoding="utf-8"?>
<p:tagLst xmlns:a="http://schemas.openxmlformats.org/drawingml/2006/main" xmlns:r="http://schemas.openxmlformats.org/officeDocument/2006/relationships" xmlns:p="http://schemas.openxmlformats.org/presentationml/2006/main">
  <p:tag name="THINKCELLSHAPEDONOTDELETE" val="th1phaBXVJ.OOCTUcrUMUXg"/>
</p:tagLst>
</file>

<file path=ppt/tags/tag1317.xml><?xml version="1.0" encoding="utf-8"?>
<p:tagLst xmlns:a="http://schemas.openxmlformats.org/drawingml/2006/main" xmlns:r="http://schemas.openxmlformats.org/officeDocument/2006/relationships" xmlns:p="http://schemas.openxmlformats.org/presentationml/2006/main">
  <p:tag name="THINKCELLSHAPEDONOTDELETE" val="t2ckxuiFki1GJGWBsGcjEoA"/>
</p:tagLst>
</file>

<file path=ppt/tags/tag131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319.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3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21.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32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323.xml><?xml version="1.0" encoding="utf-8"?>
<p:tagLst xmlns:a="http://schemas.openxmlformats.org/drawingml/2006/main" xmlns:r="http://schemas.openxmlformats.org/officeDocument/2006/relationships" xmlns:p="http://schemas.openxmlformats.org/presentationml/2006/main">
  <p:tag name="THINKCELLSHAPEDONOTDELETE" val="tTc5_BfqBCaELEABx0pzDAA"/>
</p:tagLst>
</file>

<file path=ppt/tags/tag1324.xml><?xml version="1.0" encoding="utf-8"?>
<p:tagLst xmlns:a="http://schemas.openxmlformats.org/drawingml/2006/main" xmlns:r="http://schemas.openxmlformats.org/officeDocument/2006/relationships" xmlns:p="http://schemas.openxmlformats.org/presentationml/2006/main">
  <p:tag name="THINKCELLSHAPEDONOTDELETE" val="tX7UKOVRL3ecOcDU8zGUOZg"/>
</p:tagLst>
</file>

<file path=ppt/tags/tag1325.xml><?xml version="1.0" encoding="utf-8"?>
<p:tagLst xmlns:a="http://schemas.openxmlformats.org/drawingml/2006/main" xmlns:r="http://schemas.openxmlformats.org/officeDocument/2006/relationships" xmlns:p="http://schemas.openxmlformats.org/presentationml/2006/main">
  <p:tag name="THINKCELLSHAPEDONOTDELETE" val="tJA7p.gVdlsQDpLNC_7HliQ"/>
</p:tagLst>
</file>

<file path=ppt/tags/tag1326.xml><?xml version="1.0" encoding="utf-8"?>
<p:tagLst xmlns:a="http://schemas.openxmlformats.org/drawingml/2006/main" xmlns:r="http://schemas.openxmlformats.org/officeDocument/2006/relationships" xmlns:p="http://schemas.openxmlformats.org/presentationml/2006/main">
  <p:tag name="THINKCELLSHAPEDONOTDELETE" val="tLtJmwXaf1EO2mNKZ9sB2cw"/>
</p:tagLst>
</file>

<file path=ppt/tags/tag1327.xml><?xml version="1.0" encoding="utf-8"?>
<p:tagLst xmlns:a="http://schemas.openxmlformats.org/drawingml/2006/main" xmlns:r="http://schemas.openxmlformats.org/officeDocument/2006/relationships" xmlns:p="http://schemas.openxmlformats.org/presentationml/2006/main">
  <p:tag name="THINKCELLSHAPEDONOTDELETE" val="tS2CHEjY2Korp2pGG7lVvDQ"/>
</p:tagLst>
</file>

<file path=ppt/tags/tag1328.xml><?xml version="1.0" encoding="utf-8"?>
<p:tagLst xmlns:a="http://schemas.openxmlformats.org/drawingml/2006/main" xmlns:r="http://schemas.openxmlformats.org/officeDocument/2006/relationships" xmlns:p="http://schemas.openxmlformats.org/presentationml/2006/main">
  <p:tag name="THINKCELLSHAPEDONOTDELETE" val="to24RWtIPAsixElNn_qNrWg"/>
</p:tagLst>
</file>

<file path=ppt/tags/tag1329.xml><?xml version="1.0" encoding="utf-8"?>
<p:tagLst xmlns:a="http://schemas.openxmlformats.org/drawingml/2006/main" xmlns:r="http://schemas.openxmlformats.org/officeDocument/2006/relationships" xmlns:p="http://schemas.openxmlformats.org/presentationml/2006/main">
  <p:tag name="THINKCELLSHAPEDONOTDELETE" val="tB4QDgLA7swRpRbys9x_9hw"/>
</p:tagLst>
</file>

<file path=ppt/tags/tag1330.xml><?xml version="1.0" encoding="utf-8"?>
<p:tagLst xmlns:a="http://schemas.openxmlformats.org/drawingml/2006/main" xmlns:r="http://schemas.openxmlformats.org/officeDocument/2006/relationships" xmlns:p="http://schemas.openxmlformats.org/presentationml/2006/main">
  <p:tag name="THINKCELLSHAPEDONOTDELETE" val="tqP41DiQvSOZqJD8YHG9jlA"/>
</p:tagLst>
</file>

<file path=ppt/tags/tag1331.xml><?xml version="1.0" encoding="utf-8"?>
<p:tagLst xmlns:a="http://schemas.openxmlformats.org/drawingml/2006/main" xmlns:r="http://schemas.openxmlformats.org/officeDocument/2006/relationships" xmlns:p="http://schemas.openxmlformats.org/presentationml/2006/main">
  <p:tag name="THINKCELLSHAPEDONOTDELETE" val="tuVuRTORbStUjDsEKufvCPw"/>
</p:tagLst>
</file>

<file path=ppt/tags/tag1332.xml><?xml version="1.0" encoding="utf-8"?>
<p:tagLst xmlns:a="http://schemas.openxmlformats.org/drawingml/2006/main" xmlns:r="http://schemas.openxmlformats.org/officeDocument/2006/relationships" xmlns:p="http://schemas.openxmlformats.org/presentationml/2006/main">
  <p:tag name="THINKCELLSHAPEDONOTDELETE" val="tmCuMi85VQna3fbF_sTYgag"/>
</p:tagLst>
</file>

<file path=ppt/tags/tag1333.xml><?xml version="1.0" encoding="utf-8"?>
<p:tagLst xmlns:a="http://schemas.openxmlformats.org/drawingml/2006/main" xmlns:r="http://schemas.openxmlformats.org/officeDocument/2006/relationships" xmlns:p="http://schemas.openxmlformats.org/presentationml/2006/main">
  <p:tag name="THINKCELLSHAPEDONOTDELETE" val="tFj2Pxzh0tUs0gNziSG_3.Q"/>
</p:tagLst>
</file>

<file path=ppt/tags/tag1334.xml><?xml version="1.0" encoding="utf-8"?>
<p:tagLst xmlns:a="http://schemas.openxmlformats.org/drawingml/2006/main" xmlns:r="http://schemas.openxmlformats.org/officeDocument/2006/relationships" xmlns:p="http://schemas.openxmlformats.org/presentationml/2006/main">
  <p:tag name="THINKCELLSHAPEDONOTDELETE" val="tkOtr5MY.3K4eDCem393MeA"/>
</p:tagLst>
</file>

<file path=ppt/tags/tag1335.xml><?xml version="1.0" encoding="utf-8"?>
<p:tagLst xmlns:a="http://schemas.openxmlformats.org/drawingml/2006/main" xmlns:r="http://schemas.openxmlformats.org/officeDocument/2006/relationships" xmlns:p="http://schemas.openxmlformats.org/presentationml/2006/main">
  <p:tag name="THINKCELLSHAPEDONOTDELETE" val="tJvP4msFx16xLyy5oGRfr0w"/>
</p:tagLst>
</file>

<file path=ppt/tags/tag1336.xml><?xml version="1.0" encoding="utf-8"?>
<p:tagLst xmlns:a="http://schemas.openxmlformats.org/drawingml/2006/main" xmlns:r="http://schemas.openxmlformats.org/officeDocument/2006/relationships" xmlns:p="http://schemas.openxmlformats.org/presentationml/2006/main">
  <p:tag name="THINKCELLSHAPEDONOTDELETE" val="tcZpme6LCDzJD9mmFOeqp5A"/>
</p:tagLst>
</file>

<file path=ppt/tags/tag1337.xml><?xml version="1.0" encoding="utf-8"?>
<p:tagLst xmlns:a="http://schemas.openxmlformats.org/drawingml/2006/main" xmlns:r="http://schemas.openxmlformats.org/officeDocument/2006/relationships" xmlns:p="http://schemas.openxmlformats.org/presentationml/2006/main">
  <p:tag name="THINKCELLSHAPEDONOTDELETE" val="tZ3YQyoMBEF3ur0ttz239Hg"/>
</p:tagLst>
</file>

<file path=ppt/tags/tag1338.xml><?xml version="1.0" encoding="utf-8"?>
<p:tagLst xmlns:a="http://schemas.openxmlformats.org/drawingml/2006/main" xmlns:r="http://schemas.openxmlformats.org/officeDocument/2006/relationships" xmlns:p="http://schemas.openxmlformats.org/presentationml/2006/main">
  <p:tag name="THINKCELLSHAPEDONOTDELETE" val="txn6gFBxYMxR.03C82pNh4A"/>
</p:tagLst>
</file>

<file path=ppt/tags/tag1339.xml><?xml version="1.0" encoding="utf-8"?>
<p:tagLst xmlns:a="http://schemas.openxmlformats.org/drawingml/2006/main" xmlns:r="http://schemas.openxmlformats.org/officeDocument/2006/relationships" xmlns:p="http://schemas.openxmlformats.org/presentationml/2006/main">
  <p:tag name="THINKCELLSHAPEDONOTDELETE" val="t3Muev1hOdmhDwBkBrUGPTA"/>
</p:tagLst>
</file>

<file path=ppt/tags/tag1340.xml><?xml version="1.0" encoding="utf-8"?>
<p:tagLst xmlns:a="http://schemas.openxmlformats.org/drawingml/2006/main" xmlns:r="http://schemas.openxmlformats.org/officeDocument/2006/relationships" xmlns:p="http://schemas.openxmlformats.org/presentationml/2006/main">
  <p:tag name="THINKCELLSHAPEDONOTDELETE" val="t_nrrp3e0EOlSs8qMRABesQ"/>
</p:tagLst>
</file>

<file path=ppt/tags/tag13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42.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34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344.xml><?xml version="1.0" encoding="utf-8"?>
<p:tagLst xmlns:a="http://schemas.openxmlformats.org/drawingml/2006/main" xmlns:r="http://schemas.openxmlformats.org/officeDocument/2006/relationships" xmlns:p="http://schemas.openxmlformats.org/presentationml/2006/main">
  <p:tag name="THINKCELLSHAPEDONOTDELETE" val="twaKPdO3i5J3CsOvApz_4Iw"/>
</p:tagLst>
</file>

<file path=ppt/tags/tag1345.xml><?xml version="1.0" encoding="utf-8"?>
<p:tagLst xmlns:a="http://schemas.openxmlformats.org/drawingml/2006/main" xmlns:r="http://schemas.openxmlformats.org/officeDocument/2006/relationships" xmlns:p="http://schemas.openxmlformats.org/presentationml/2006/main">
  <p:tag name="THINKCELLSHAPEDONOTDELETE" val="tJmc7lqrUgajdvRQlstoMWQ"/>
</p:tagLst>
</file>

<file path=ppt/tags/tag1346.xml><?xml version="1.0" encoding="utf-8"?>
<p:tagLst xmlns:a="http://schemas.openxmlformats.org/drawingml/2006/main" xmlns:r="http://schemas.openxmlformats.org/officeDocument/2006/relationships" xmlns:p="http://schemas.openxmlformats.org/presentationml/2006/main">
  <p:tag name="THINKCELLSHAPEDONOTDELETE" val="tgJJpUeCn..XuWtRm67bhPw"/>
</p:tagLst>
</file>

<file path=ppt/tags/tag1347.xml><?xml version="1.0" encoding="utf-8"?>
<p:tagLst xmlns:a="http://schemas.openxmlformats.org/drawingml/2006/main" xmlns:r="http://schemas.openxmlformats.org/officeDocument/2006/relationships" xmlns:p="http://schemas.openxmlformats.org/presentationml/2006/main">
  <p:tag name="THINKCELLSHAPEDONOTDELETE" val="tTKTzxQX.wIFSO5W95KB1hw"/>
</p:tagLst>
</file>

<file path=ppt/tags/tag1348.xml><?xml version="1.0" encoding="utf-8"?>
<p:tagLst xmlns:a="http://schemas.openxmlformats.org/drawingml/2006/main" xmlns:r="http://schemas.openxmlformats.org/officeDocument/2006/relationships" xmlns:p="http://schemas.openxmlformats.org/presentationml/2006/main">
  <p:tag name="THINKCELLSHAPEDONOTDELETE" val="tYouFyBZ6WlRi7lrIozBKiA"/>
</p:tagLst>
</file>

<file path=ppt/tags/tag1349.xml><?xml version="1.0" encoding="utf-8"?>
<p:tagLst xmlns:a="http://schemas.openxmlformats.org/drawingml/2006/main" xmlns:r="http://schemas.openxmlformats.org/officeDocument/2006/relationships" xmlns:p="http://schemas.openxmlformats.org/presentationml/2006/main">
  <p:tag name="THINKCELLSHAPEDONOTDELETE" val="tT7Kvelkcg2UjhU21Qhm9tA"/>
</p:tagLst>
</file>

<file path=ppt/tags/tag1350.xml><?xml version="1.0" encoding="utf-8"?>
<p:tagLst xmlns:a="http://schemas.openxmlformats.org/drawingml/2006/main" xmlns:r="http://schemas.openxmlformats.org/officeDocument/2006/relationships" xmlns:p="http://schemas.openxmlformats.org/presentationml/2006/main">
  <p:tag name="THINKCELLSHAPEDONOTDELETE" val="tsq4umLAgKnhPCgNTVUCGfg"/>
</p:tagLst>
</file>

<file path=ppt/tags/tag1351.xml><?xml version="1.0" encoding="utf-8"?>
<p:tagLst xmlns:a="http://schemas.openxmlformats.org/drawingml/2006/main" xmlns:r="http://schemas.openxmlformats.org/officeDocument/2006/relationships" xmlns:p="http://schemas.openxmlformats.org/presentationml/2006/main">
  <p:tag name="THINKCELLSHAPEDONOTDELETE" val="tC1HuU.PmMJjHXgGOzMLvNg"/>
</p:tagLst>
</file>

<file path=ppt/tags/tag1352.xml><?xml version="1.0" encoding="utf-8"?>
<p:tagLst xmlns:a="http://schemas.openxmlformats.org/drawingml/2006/main" xmlns:r="http://schemas.openxmlformats.org/officeDocument/2006/relationships" xmlns:p="http://schemas.openxmlformats.org/presentationml/2006/main">
  <p:tag name="THINKCELLSHAPEDONOTDELETE" val="tw_.MF.zwhlwX.MXIJaRB.A"/>
</p:tagLst>
</file>

<file path=ppt/tags/tag1353.xml><?xml version="1.0" encoding="utf-8"?>
<p:tagLst xmlns:a="http://schemas.openxmlformats.org/drawingml/2006/main" xmlns:r="http://schemas.openxmlformats.org/officeDocument/2006/relationships" xmlns:p="http://schemas.openxmlformats.org/presentationml/2006/main">
  <p:tag name="THINKCELLSHAPEDONOTDELETE" val="ty53fdIfB140wLkojRpAyMQ"/>
</p:tagLst>
</file>

<file path=ppt/tags/tag1354.xml><?xml version="1.0" encoding="utf-8"?>
<p:tagLst xmlns:a="http://schemas.openxmlformats.org/drawingml/2006/main" xmlns:r="http://schemas.openxmlformats.org/officeDocument/2006/relationships" xmlns:p="http://schemas.openxmlformats.org/presentationml/2006/main">
  <p:tag name="THINKCELLSHAPEDONOTDELETE" val="tGrMoB0ha3lLMHcgBRJvfEw"/>
</p:tagLst>
</file>

<file path=ppt/tags/tag1355.xml><?xml version="1.0" encoding="utf-8"?>
<p:tagLst xmlns:a="http://schemas.openxmlformats.org/drawingml/2006/main" xmlns:r="http://schemas.openxmlformats.org/officeDocument/2006/relationships" xmlns:p="http://schemas.openxmlformats.org/presentationml/2006/main">
  <p:tag name="THINKCELLSHAPEDONOTDELETE" val="tRVRQ2oPVAxkFkCeWtORetQ"/>
</p:tagLst>
</file>

<file path=ppt/tags/tag1356.xml><?xml version="1.0" encoding="utf-8"?>
<p:tagLst xmlns:a="http://schemas.openxmlformats.org/drawingml/2006/main" xmlns:r="http://schemas.openxmlformats.org/officeDocument/2006/relationships" xmlns:p="http://schemas.openxmlformats.org/presentationml/2006/main">
  <p:tag name="THINKCELLSHAPEDONOTDELETE" val="tDZewFbzd9M5mnwBLXL5N6g"/>
</p:tagLst>
</file>

<file path=ppt/tags/tag1357.xml><?xml version="1.0" encoding="utf-8"?>
<p:tagLst xmlns:a="http://schemas.openxmlformats.org/drawingml/2006/main" xmlns:r="http://schemas.openxmlformats.org/officeDocument/2006/relationships" xmlns:p="http://schemas.openxmlformats.org/presentationml/2006/main">
  <p:tag name="THINKCELLSHAPEDONOTDELETE" val="tHZkGFb0me6iV2wt1eWv3.A"/>
</p:tagLst>
</file>

<file path=ppt/tags/tag1358.xml><?xml version="1.0" encoding="utf-8"?>
<p:tagLst xmlns:a="http://schemas.openxmlformats.org/drawingml/2006/main" xmlns:r="http://schemas.openxmlformats.org/officeDocument/2006/relationships" xmlns:p="http://schemas.openxmlformats.org/presentationml/2006/main">
  <p:tag name="THINKCELLSHAPEDONOTDELETE" val="tNC7JYiPqCGY953MCGKVrkA"/>
</p:tagLst>
</file>

<file path=ppt/tags/tag1359.xml><?xml version="1.0" encoding="utf-8"?>
<p:tagLst xmlns:a="http://schemas.openxmlformats.org/drawingml/2006/main" xmlns:r="http://schemas.openxmlformats.org/officeDocument/2006/relationships" xmlns:p="http://schemas.openxmlformats.org/presentationml/2006/main">
  <p:tag name="THINKCELLSHAPEDONOTDELETE" val="tbBcoLXJqLb_pABUL3IroaA"/>
</p:tagLst>
</file>

<file path=ppt/tags/tag1360.xml><?xml version="1.0" encoding="utf-8"?>
<p:tagLst xmlns:a="http://schemas.openxmlformats.org/drawingml/2006/main" xmlns:r="http://schemas.openxmlformats.org/officeDocument/2006/relationships" xmlns:p="http://schemas.openxmlformats.org/presentationml/2006/main">
  <p:tag name="THINKCELLSHAPEDONOTDELETE" val="tcFCbkcrvEysGkXxlXawpZA"/>
</p:tagLst>
</file>

<file path=ppt/tags/tag1361.xml><?xml version="1.0" encoding="utf-8"?>
<p:tagLst xmlns:a="http://schemas.openxmlformats.org/drawingml/2006/main" xmlns:r="http://schemas.openxmlformats.org/officeDocument/2006/relationships" xmlns:p="http://schemas.openxmlformats.org/presentationml/2006/main">
  <p:tag name="THINKCELLSHAPEDONOTDELETE" val="tMssdyxAxmCxVlDxQ79vyFQ"/>
</p:tagLst>
</file>

<file path=ppt/tags/tag1362.xml><?xml version="1.0" encoding="utf-8"?>
<p:tagLst xmlns:a="http://schemas.openxmlformats.org/drawingml/2006/main" xmlns:r="http://schemas.openxmlformats.org/officeDocument/2006/relationships" xmlns:p="http://schemas.openxmlformats.org/presentationml/2006/main">
  <p:tag name="THINKCELLSHAPEDONOTDELETE" val="tNou5eqLYsWrQmg10J.l0Sw"/>
</p:tagLst>
</file>

<file path=ppt/tags/tag1363.xml><?xml version="1.0" encoding="utf-8"?>
<p:tagLst xmlns:a="http://schemas.openxmlformats.org/drawingml/2006/main" xmlns:r="http://schemas.openxmlformats.org/officeDocument/2006/relationships" xmlns:p="http://schemas.openxmlformats.org/presentationml/2006/main">
  <p:tag name="THINKCELLSHAPEDONOTDELETE" val="tFNJp2CoxM3fQwhP84rSO1A"/>
</p:tagLst>
</file>

<file path=ppt/tags/tag1364.xml><?xml version="1.0" encoding="utf-8"?>
<p:tagLst xmlns:a="http://schemas.openxmlformats.org/drawingml/2006/main" xmlns:r="http://schemas.openxmlformats.org/officeDocument/2006/relationships" xmlns:p="http://schemas.openxmlformats.org/presentationml/2006/main">
  <p:tag name="THINKCELLSHAPEDONOTDELETE" val="t0VMSQUgXdvODJeu9Q3zl_g"/>
</p:tagLst>
</file>

<file path=ppt/tags/tag1365.xml><?xml version="1.0" encoding="utf-8"?>
<p:tagLst xmlns:a="http://schemas.openxmlformats.org/drawingml/2006/main" xmlns:r="http://schemas.openxmlformats.org/officeDocument/2006/relationships" xmlns:p="http://schemas.openxmlformats.org/presentationml/2006/main">
  <p:tag name="THINKCELLSHAPEDONOTDELETE" val="t8Yh6OsfThE31CkAmvLIOnw"/>
</p:tagLst>
</file>

<file path=ppt/tags/tag1366.xml><?xml version="1.0" encoding="utf-8"?>
<p:tagLst xmlns:a="http://schemas.openxmlformats.org/drawingml/2006/main" xmlns:r="http://schemas.openxmlformats.org/officeDocument/2006/relationships" xmlns:p="http://schemas.openxmlformats.org/presentationml/2006/main">
  <p:tag name="THINKCELLSHAPEDONOTDELETE" val="tE5K1kVkxn0cSnyBt5s6HGw"/>
</p:tagLst>
</file>

<file path=ppt/tags/tag1367.xml><?xml version="1.0" encoding="utf-8"?>
<p:tagLst xmlns:a="http://schemas.openxmlformats.org/drawingml/2006/main" xmlns:r="http://schemas.openxmlformats.org/officeDocument/2006/relationships" xmlns:p="http://schemas.openxmlformats.org/presentationml/2006/main">
  <p:tag name="THINKCELLSHAPEDONOTDELETE" val="trBQfXs.gCvBUFWzPjZVTEg"/>
</p:tagLst>
</file>

<file path=ppt/tags/tag1368.xml><?xml version="1.0" encoding="utf-8"?>
<p:tagLst xmlns:a="http://schemas.openxmlformats.org/drawingml/2006/main" xmlns:r="http://schemas.openxmlformats.org/officeDocument/2006/relationships" xmlns:p="http://schemas.openxmlformats.org/presentationml/2006/main">
  <p:tag name="THINKCELLSHAPEDONOTDELETE" val="tXky.xiYb4vai.Lhz1VQc4A"/>
</p:tagLst>
</file>

<file path=ppt/tags/tag1369.xml><?xml version="1.0" encoding="utf-8"?>
<p:tagLst xmlns:a="http://schemas.openxmlformats.org/drawingml/2006/main" xmlns:r="http://schemas.openxmlformats.org/officeDocument/2006/relationships" xmlns:p="http://schemas.openxmlformats.org/presentationml/2006/main">
  <p:tag name="THINKCELLSHAPEDONOTDELETE" val="t7qh.QdMagFSTv8RCLPj2Mg"/>
</p:tagLst>
</file>

<file path=ppt/tags/tag1370.xml><?xml version="1.0" encoding="utf-8"?>
<p:tagLst xmlns:a="http://schemas.openxmlformats.org/drawingml/2006/main" xmlns:r="http://schemas.openxmlformats.org/officeDocument/2006/relationships" xmlns:p="http://schemas.openxmlformats.org/presentationml/2006/main">
  <p:tag name="THINKCELLSHAPEDONOTDELETE" val="t9sfzbKxsVR7CKlDSJ1oXFQ"/>
</p:tagLst>
</file>

<file path=ppt/tags/tag1371.xml><?xml version="1.0" encoding="utf-8"?>
<p:tagLst xmlns:a="http://schemas.openxmlformats.org/drawingml/2006/main" xmlns:r="http://schemas.openxmlformats.org/officeDocument/2006/relationships" xmlns:p="http://schemas.openxmlformats.org/presentationml/2006/main">
  <p:tag name="THINKCELLSHAPEDONOTDELETE" val="tcHJZ0hSdCKQuS_WyGpE94g"/>
</p:tagLst>
</file>

<file path=ppt/tags/tag1372.xml><?xml version="1.0" encoding="utf-8"?>
<p:tagLst xmlns:a="http://schemas.openxmlformats.org/drawingml/2006/main" xmlns:r="http://schemas.openxmlformats.org/officeDocument/2006/relationships" xmlns:p="http://schemas.openxmlformats.org/presentationml/2006/main">
  <p:tag name="THINKCELLSHAPEDONOTDELETE" val="tyc71JJBZDkmpvXgv2_5GTw"/>
</p:tagLst>
</file>

<file path=ppt/tags/tag1373.xml><?xml version="1.0" encoding="utf-8"?>
<p:tagLst xmlns:a="http://schemas.openxmlformats.org/drawingml/2006/main" xmlns:r="http://schemas.openxmlformats.org/officeDocument/2006/relationships" xmlns:p="http://schemas.openxmlformats.org/presentationml/2006/main">
  <p:tag name="THINKCELLSHAPEDONOTDELETE" val="tP8VHW6EKfOxH.2UJUo9eIg"/>
</p:tagLst>
</file>

<file path=ppt/tags/tag1374.xml><?xml version="1.0" encoding="utf-8"?>
<p:tagLst xmlns:a="http://schemas.openxmlformats.org/drawingml/2006/main" xmlns:r="http://schemas.openxmlformats.org/officeDocument/2006/relationships" xmlns:p="http://schemas.openxmlformats.org/presentationml/2006/main">
  <p:tag name="THINKCELLSHAPEDONOTDELETE" val="tfSQXLFPFYooYqZUVgAzBvw"/>
</p:tagLst>
</file>

<file path=ppt/tags/tag1375.xml><?xml version="1.0" encoding="utf-8"?>
<p:tagLst xmlns:a="http://schemas.openxmlformats.org/drawingml/2006/main" xmlns:r="http://schemas.openxmlformats.org/officeDocument/2006/relationships" xmlns:p="http://schemas.openxmlformats.org/presentationml/2006/main">
  <p:tag name="THINKCELLSHAPEDONOTDELETE" val="ttEBR4RhIFWCD12m_CW5xFw"/>
</p:tagLst>
</file>

<file path=ppt/tags/tag1376.xml><?xml version="1.0" encoding="utf-8"?>
<p:tagLst xmlns:a="http://schemas.openxmlformats.org/drawingml/2006/main" xmlns:r="http://schemas.openxmlformats.org/officeDocument/2006/relationships" xmlns:p="http://schemas.openxmlformats.org/presentationml/2006/main">
  <p:tag name="THINKCELLSHAPEDONOTDELETE" val="t8c0EMy3TMXOFPQWqJVqJGg"/>
</p:tagLst>
</file>

<file path=ppt/tags/tag1377.xml><?xml version="1.0" encoding="utf-8"?>
<p:tagLst xmlns:a="http://schemas.openxmlformats.org/drawingml/2006/main" xmlns:r="http://schemas.openxmlformats.org/officeDocument/2006/relationships" xmlns:p="http://schemas.openxmlformats.org/presentationml/2006/main">
  <p:tag name="THINKCELLSHAPEDONOTDELETE" val="t.m3WOkmcmvWFXVvfGd2E6Q"/>
</p:tagLst>
</file>

<file path=ppt/tags/tag1378.xml><?xml version="1.0" encoding="utf-8"?>
<p:tagLst xmlns:a="http://schemas.openxmlformats.org/drawingml/2006/main" xmlns:r="http://schemas.openxmlformats.org/officeDocument/2006/relationships" xmlns:p="http://schemas.openxmlformats.org/presentationml/2006/main">
  <p:tag name="THINKCELLSHAPEDONOTDELETE" val="t_GwrlQ.8bmXZbX1OeLa8sw"/>
</p:tagLst>
</file>

<file path=ppt/tags/tag1379.xml><?xml version="1.0" encoding="utf-8"?>
<p:tagLst xmlns:a="http://schemas.openxmlformats.org/drawingml/2006/main" xmlns:r="http://schemas.openxmlformats.org/officeDocument/2006/relationships" xmlns:p="http://schemas.openxmlformats.org/presentationml/2006/main">
  <p:tag name="THINKCELLSHAPEDONOTDELETE" val="tvrBqNzNMkAzd49ywtLxhSw"/>
</p:tagLst>
</file>

<file path=ppt/tags/tag1380.xml><?xml version="1.0" encoding="utf-8"?>
<p:tagLst xmlns:a="http://schemas.openxmlformats.org/drawingml/2006/main" xmlns:r="http://schemas.openxmlformats.org/officeDocument/2006/relationships" xmlns:p="http://schemas.openxmlformats.org/presentationml/2006/main">
  <p:tag name="THINKCELLSHAPEDONOTDELETE" val="tHNnzsCJw57yM.X8xAPDdnQ"/>
</p:tagLst>
</file>

<file path=ppt/tags/tag13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83.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38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385.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386.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387.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388.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389.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390.xml><?xml version="1.0" encoding="utf-8"?>
<p:tagLst xmlns:a="http://schemas.openxmlformats.org/drawingml/2006/main" xmlns:r="http://schemas.openxmlformats.org/officeDocument/2006/relationships" xmlns:p="http://schemas.openxmlformats.org/presentationml/2006/main">
  <p:tag name="THINKCELLSHAPEDONOTDELETE" val="teRiBudUZNtJRxemDLXCQOA"/>
</p:tagLst>
</file>

<file path=ppt/tags/tag1391.xml><?xml version="1.0" encoding="utf-8"?>
<p:tagLst xmlns:a="http://schemas.openxmlformats.org/drawingml/2006/main" xmlns:r="http://schemas.openxmlformats.org/officeDocument/2006/relationships" xmlns:p="http://schemas.openxmlformats.org/presentationml/2006/main">
  <p:tag name="THINKCELLSHAPEDONOTDELETE" val="tx2uc3yDkEWQASViaSagRfQ"/>
</p:tagLst>
</file>

<file path=ppt/tags/tag1392.xml><?xml version="1.0" encoding="utf-8"?>
<p:tagLst xmlns:a="http://schemas.openxmlformats.org/drawingml/2006/main" xmlns:r="http://schemas.openxmlformats.org/officeDocument/2006/relationships" xmlns:p="http://schemas.openxmlformats.org/presentationml/2006/main">
  <p:tag name="THINKCELLSHAPEDONOTDELETE" val="tEvUO9sn9Le.0TbWBddRGtQ"/>
</p:tagLst>
</file>

<file path=ppt/tags/tag1393.xml><?xml version="1.0" encoding="utf-8"?>
<p:tagLst xmlns:a="http://schemas.openxmlformats.org/drawingml/2006/main" xmlns:r="http://schemas.openxmlformats.org/officeDocument/2006/relationships" xmlns:p="http://schemas.openxmlformats.org/presentationml/2006/main">
  <p:tag name="THINKCELLSHAPEDONOTDELETE" val="t_j3PkcHO7S9xistITkpebg"/>
</p:tagLst>
</file>

<file path=ppt/tags/tag1394.xml><?xml version="1.0" encoding="utf-8"?>
<p:tagLst xmlns:a="http://schemas.openxmlformats.org/drawingml/2006/main" xmlns:r="http://schemas.openxmlformats.org/officeDocument/2006/relationships" xmlns:p="http://schemas.openxmlformats.org/presentationml/2006/main">
  <p:tag name="THINKCELLSHAPEDONOTDELETE" val="tl1K0FVpb72_if7mU8XaHlA"/>
</p:tagLst>
</file>

<file path=ppt/tags/tag1395.xml><?xml version="1.0" encoding="utf-8"?>
<p:tagLst xmlns:a="http://schemas.openxmlformats.org/drawingml/2006/main" xmlns:r="http://schemas.openxmlformats.org/officeDocument/2006/relationships" xmlns:p="http://schemas.openxmlformats.org/presentationml/2006/main">
  <p:tag name="THINKCELLSHAPEDONOTDELETE" val="t_361__oGIYC8hYF3pUEfAw"/>
</p:tagLst>
</file>

<file path=ppt/tags/tag1396.xml><?xml version="1.0" encoding="utf-8"?>
<p:tagLst xmlns:a="http://schemas.openxmlformats.org/drawingml/2006/main" xmlns:r="http://schemas.openxmlformats.org/officeDocument/2006/relationships" xmlns:p="http://schemas.openxmlformats.org/presentationml/2006/main">
  <p:tag name="THINKCELLSHAPEDONOTDELETE" val="tXZn6iJTQlIGGgK99g0ui.A"/>
</p:tagLst>
</file>

<file path=ppt/tags/tag1397.xml><?xml version="1.0" encoding="utf-8"?>
<p:tagLst xmlns:a="http://schemas.openxmlformats.org/drawingml/2006/main" xmlns:r="http://schemas.openxmlformats.org/officeDocument/2006/relationships" xmlns:p="http://schemas.openxmlformats.org/presentationml/2006/main">
  <p:tag name="THINKCELLSHAPEDONOTDELETE" val="tZBdDm2sTdO9y0ylziMEfsw"/>
</p:tagLst>
</file>

<file path=ppt/tags/tag1398.xml><?xml version="1.0" encoding="utf-8"?>
<p:tagLst xmlns:a="http://schemas.openxmlformats.org/drawingml/2006/main" xmlns:r="http://schemas.openxmlformats.org/officeDocument/2006/relationships" xmlns:p="http://schemas.openxmlformats.org/presentationml/2006/main">
  <p:tag name="THINKCELLSHAPEDONOTDELETE" val="tWPLNEfmz8R8502AL71x1jA"/>
</p:tagLst>
</file>

<file path=ppt/tags/tag1399.xml><?xml version="1.0" encoding="utf-8"?>
<p:tagLst xmlns:a="http://schemas.openxmlformats.org/drawingml/2006/main" xmlns:r="http://schemas.openxmlformats.org/officeDocument/2006/relationships" xmlns:p="http://schemas.openxmlformats.org/presentationml/2006/main">
  <p:tag name="THINKCELLSHAPEDONOTDELETE" val="twFzd2gHVWxex7wnF5u59Wg"/>
</p:tagLst>
</file>

<file path=ppt/tags/tag1400.xml><?xml version="1.0" encoding="utf-8"?>
<p:tagLst xmlns:a="http://schemas.openxmlformats.org/drawingml/2006/main" xmlns:r="http://schemas.openxmlformats.org/officeDocument/2006/relationships" xmlns:p="http://schemas.openxmlformats.org/presentationml/2006/main">
  <p:tag name="THINKCELLSHAPEDONOTDELETE" val="tbRWyW9TL26w.RCNaluQtbg"/>
</p:tagLst>
</file>

<file path=ppt/tags/tag1401.xml><?xml version="1.0" encoding="utf-8"?>
<p:tagLst xmlns:a="http://schemas.openxmlformats.org/drawingml/2006/main" xmlns:r="http://schemas.openxmlformats.org/officeDocument/2006/relationships" xmlns:p="http://schemas.openxmlformats.org/presentationml/2006/main">
  <p:tag name="THINKCELLSHAPEDONOTDELETE" val="tI2x0PgUTdsffJeEUxOmKMA"/>
</p:tagLst>
</file>

<file path=ppt/tags/tag1402.xml><?xml version="1.0" encoding="utf-8"?>
<p:tagLst xmlns:a="http://schemas.openxmlformats.org/drawingml/2006/main" xmlns:r="http://schemas.openxmlformats.org/officeDocument/2006/relationships" xmlns:p="http://schemas.openxmlformats.org/presentationml/2006/main">
  <p:tag name="THINKCELLSHAPEDONOTDELETE" val="tY8JgfefBoF72y6VZl.Urpw"/>
</p:tagLst>
</file>

<file path=ppt/tags/tag140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0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405.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06.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407.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08.xml><?xml version="1.0" encoding="utf-8"?>
<p:tagLst xmlns:a="http://schemas.openxmlformats.org/drawingml/2006/main" xmlns:r="http://schemas.openxmlformats.org/officeDocument/2006/relationships" xmlns:p="http://schemas.openxmlformats.org/presentationml/2006/main">
  <p:tag name="THINKCELLSHAPEDONOTDELETE" val="tZ24bxV0EigESEkiuzv8GVw"/>
</p:tagLst>
</file>

<file path=ppt/tags/tag1409.xml><?xml version="1.0" encoding="utf-8"?>
<p:tagLst xmlns:a="http://schemas.openxmlformats.org/drawingml/2006/main" xmlns:r="http://schemas.openxmlformats.org/officeDocument/2006/relationships" xmlns:p="http://schemas.openxmlformats.org/presentationml/2006/main">
  <p:tag name="THINKCELLSHAPEDONOTDELETE" val="tpb96KkNHnQSfMK1AMGHzUg"/>
</p:tagLst>
</file>

<file path=ppt/tags/tag1410.xml><?xml version="1.0" encoding="utf-8"?>
<p:tagLst xmlns:a="http://schemas.openxmlformats.org/drawingml/2006/main" xmlns:r="http://schemas.openxmlformats.org/officeDocument/2006/relationships" xmlns:p="http://schemas.openxmlformats.org/presentationml/2006/main">
  <p:tag name="THINKCELLSHAPEDONOTDELETE" val="t8ggVeTi0AJhiKgGHN9ZbzQ"/>
</p:tagLst>
</file>

<file path=ppt/tags/tag1411.xml><?xml version="1.0" encoding="utf-8"?>
<p:tagLst xmlns:a="http://schemas.openxmlformats.org/drawingml/2006/main" xmlns:r="http://schemas.openxmlformats.org/officeDocument/2006/relationships" xmlns:p="http://schemas.openxmlformats.org/presentationml/2006/main">
  <p:tag name="THINKCELLSHAPEDONOTDELETE" val="tvurOwd39.sCZkmBj7yikaA"/>
</p:tagLst>
</file>

<file path=ppt/tags/tag1412.xml><?xml version="1.0" encoding="utf-8"?>
<p:tagLst xmlns:a="http://schemas.openxmlformats.org/drawingml/2006/main" xmlns:r="http://schemas.openxmlformats.org/officeDocument/2006/relationships" xmlns:p="http://schemas.openxmlformats.org/presentationml/2006/main">
  <p:tag name="THINKCELLSHAPEDONOTDELETE" val="tvIkIvx22_OCeH9lurTVt3g"/>
</p:tagLst>
</file>

<file path=ppt/tags/tag1413.xml><?xml version="1.0" encoding="utf-8"?>
<p:tagLst xmlns:a="http://schemas.openxmlformats.org/drawingml/2006/main" xmlns:r="http://schemas.openxmlformats.org/officeDocument/2006/relationships" xmlns:p="http://schemas.openxmlformats.org/presentationml/2006/main">
  <p:tag name="THINKCELLSHAPEDONOTDELETE" val="t5Mtnr9AqQJ2Den3y8.TBZQ"/>
</p:tagLst>
</file>

<file path=ppt/tags/tag1414.xml><?xml version="1.0" encoding="utf-8"?>
<p:tagLst xmlns:a="http://schemas.openxmlformats.org/drawingml/2006/main" xmlns:r="http://schemas.openxmlformats.org/officeDocument/2006/relationships" xmlns:p="http://schemas.openxmlformats.org/presentationml/2006/main">
  <p:tag name="THINKCELLSHAPEDONOTDELETE" val="tZb5Irgg4SDqt6nvUFsmu4g"/>
</p:tagLst>
</file>

<file path=ppt/tags/tag1415.xml><?xml version="1.0" encoding="utf-8"?>
<p:tagLst xmlns:a="http://schemas.openxmlformats.org/drawingml/2006/main" xmlns:r="http://schemas.openxmlformats.org/officeDocument/2006/relationships" xmlns:p="http://schemas.openxmlformats.org/presentationml/2006/main">
  <p:tag name="THINKCELLSHAPEDONOTDELETE" val="tp.wXE24sPOgX4xhtvfRdaw"/>
</p:tagLst>
</file>

<file path=ppt/tags/tag1416.xml><?xml version="1.0" encoding="utf-8"?>
<p:tagLst xmlns:a="http://schemas.openxmlformats.org/drawingml/2006/main" xmlns:r="http://schemas.openxmlformats.org/officeDocument/2006/relationships" xmlns:p="http://schemas.openxmlformats.org/presentationml/2006/main">
  <p:tag name="THINKCELLSHAPEDONOTDELETE" val="tJch17kZNmnhoJ0yRX6lpCw"/>
</p:tagLst>
</file>

<file path=ppt/tags/tag1417.xml><?xml version="1.0" encoding="utf-8"?>
<p:tagLst xmlns:a="http://schemas.openxmlformats.org/drawingml/2006/main" xmlns:r="http://schemas.openxmlformats.org/officeDocument/2006/relationships" xmlns:p="http://schemas.openxmlformats.org/presentationml/2006/main">
  <p:tag name="THINKCELLSHAPEDONOTDELETE" val="tDmjvqM4oYu2XqOLWFlWPdA"/>
</p:tagLst>
</file>

<file path=ppt/tags/tag1418.xml><?xml version="1.0" encoding="utf-8"?>
<p:tagLst xmlns:a="http://schemas.openxmlformats.org/drawingml/2006/main" xmlns:r="http://schemas.openxmlformats.org/officeDocument/2006/relationships" xmlns:p="http://schemas.openxmlformats.org/presentationml/2006/main">
  <p:tag name="THINKCELLSHAPEDONOTDELETE" val="tQlORxBYayUdXK4_x8dwcfQ"/>
</p:tagLst>
</file>

<file path=ppt/tags/tag1419.xml><?xml version="1.0" encoding="utf-8"?>
<p:tagLst xmlns:a="http://schemas.openxmlformats.org/drawingml/2006/main" xmlns:r="http://schemas.openxmlformats.org/officeDocument/2006/relationships" xmlns:p="http://schemas.openxmlformats.org/presentationml/2006/main">
  <p:tag name="THINKCELLSHAPEDONOTDELETE" val="tKBpbgEhBsdG3dRg5qQ8rWg"/>
</p:tagLst>
</file>

<file path=ppt/tags/tag1420.xml><?xml version="1.0" encoding="utf-8"?>
<p:tagLst xmlns:a="http://schemas.openxmlformats.org/drawingml/2006/main" xmlns:r="http://schemas.openxmlformats.org/officeDocument/2006/relationships" xmlns:p="http://schemas.openxmlformats.org/presentationml/2006/main">
  <p:tag name="THINKCELLSHAPEDONOTDELETE" val="t09u5DtZwP07bqWL4ufsuxA"/>
</p:tagLst>
</file>

<file path=ppt/tags/tag1421.xml><?xml version="1.0" encoding="utf-8"?>
<p:tagLst xmlns:a="http://schemas.openxmlformats.org/drawingml/2006/main" xmlns:r="http://schemas.openxmlformats.org/officeDocument/2006/relationships" xmlns:p="http://schemas.openxmlformats.org/presentationml/2006/main">
  <p:tag name="THINKCELLSHAPEDONOTDELETE" val="t2KTqIRD6N.jbeiNYYTrTJA"/>
</p:tagLst>
</file>

<file path=ppt/tags/tag1422.xml><?xml version="1.0" encoding="utf-8"?>
<p:tagLst xmlns:a="http://schemas.openxmlformats.org/drawingml/2006/main" xmlns:r="http://schemas.openxmlformats.org/officeDocument/2006/relationships" xmlns:p="http://schemas.openxmlformats.org/presentationml/2006/main">
  <p:tag name="THINKCELLSHAPEDONOTDELETE" val="tGQKlS4D4_WxmTtg1z5lKig"/>
</p:tagLst>
</file>

<file path=ppt/tags/tag1423.xml><?xml version="1.0" encoding="utf-8"?>
<p:tagLst xmlns:a="http://schemas.openxmlformats.org/drawingml/2006/main" xmlns:r="http://schemas.openxmlformats.org/officeDocument/2006/relationships" xmlns:p="http://schemas.openxmlformats.org/presentationml/2006/main">
  <p:tag name="THINKCELLSHAPEDONOTDELETE" val="tima0OSLXDyRmiRxKFracLQ"/>
</p:tagLst>
</file>

<file path=ppt/tags/tag1424.xml><?xml version="1.0" encoding="utf-8"?>
<p:tagLst xmlns:a="http://schemas.openxmlformats.org/drawingml/2006/main" xmlns:r="http://schemas.openxmlformats.org/officeDocument/2006/relationships" xmlns:p="http://schemas.openxmlformats.org/presentationml/2006/main">
  <p:tag name="THINKCELLSHAPEDONOTDELETE" val="ttlen5akWiE6Ng_xIW65_Kg"/>
</p:tagLst>
</file>

<file path=ppt/tags/tag1425.xml><?xml version="1.0" encoding="utf-8"?>
<p:tagLst xmlns:a="http://schemas.openxmlformats.org/drawingml/2006/main" xmlns:r="http://schemas.openxmlformats.org/officeDocument/2006/relationships" xmlns:p="http://schemas.openxmlformats.org/presentationml/2006/main">
  <p:tag name="THINKCELLSHAPEDONOTDELETE" val="tX4SFKt6PJ_wv94sjtF.XXw"/>
</p:tagLst>
</file>

<file path=ppt/tags/tag1426.xml><?xml version="1.0" encoding="utf-8"?>
<p:tagLst xmlns:a="http://schemas.openxmlformats.org/drawingml/2006/main" xmlns:r="http://schemas.openxmlformats.org/officeDocument/2006/relationships" xmlns:p="http://schemas.openxmlformats.org/presentationml/2006/main">
  <p:tag name="THINKCELLSHAPEDONOTDELETE" val="tX8RSF6s8DKPQofXofpl0tA"/>
</p:tagLst>
</file>

<file path=ppt/tags/tag1427.xml><?xml version="1.0" encoding="utf-8"?>
<p:tagLst xmlns:a="http://schemas.openxmlformats.org/drawingml/2006/main" xmlns:r="http://schemas.openxmlformats.org/officeDocument/2006/relationships" xmlns:p="http://schemas.openxmlformats.org/presentationml/2006/main">
  <p:tag name="THINKCELLSHAPEDONOTDELETE" val="tZn9KMEgobt8FmnNV80bvBg"/>
</p:tagLst>
</file>

<file path=ppt/tags/tag1428.xml><?xml version="1.0" encoding="utf-8"?>
<p:tagLst xmlns:a="http://schemas.openxmlformats.org/drawingml/2006/main" xmlns:r="http://schemas.openxmlformats.org/officeDocument/2006/relationships" xmlns:p="http://schemas.openxmlformats.org/presentationml/2006/main">
  <p:tag name="THINKCELLSHAPEDONOTDELETE" val="tmeP3MkoLDpn0LB.dIXtbtw"/>
</p:tagLst>
</file>

<file path=ppt/tags/tag1429.xml><?xml version="1.0" encoding="utf-8"?>
<p:tagLst xmlns:a="http://schemas.openxmlformats.org/drawingml/2006/main" xmlns:r="http://schemas.openxmlformats.org/officeDocument/2006/relationships" xmlns:p="http://schemas.openxmlformats.org/presentationml/2006/main">
  <p:tag name="THINKCELLSHAPEDONOTDELETE" val="tMD0NJe30OCSMMgySLSP7Kg"/>
</p:tagLst>
</file>

<file path=ppt/tags/tag1430.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431.xml><?xml version="1.0" encoding="utf-8"?>
<p:tagLst xmlns:a="http://schemas.openxmlformats.org/drawingml/2006/main" xmlns:r="http://schemas.openxmlformats.org/officeDocument/2006/relationships" xmlns:p="http://schemas.openxmlformats.org/presentationml/2006/main">
  <p:tag name="THINKCELLSHAPEDONOTDELETE" val="t_mBjFbpnZ1e4TA_MzodO4Q"/>
</p:tagLst>
</file>

<file path=ppt/tags/tag1432.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433.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3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436.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37.xml><?xml version="1.0" encoding="utf-8"?>
<p:tagLst xmlns:a="http://schemas.openxmlformats.org/drawingml/2006/main" xmlns:r="http://schemas.openxmlformats.org/officeDocument/2006/relationships" xmlns:p="http://schemas.openxmlformats.org/presentationml/2006/main">
  <p:tag name="THINKCELLSHAPEDONOTDELETE" val="tSfzDrC7DaRALRuQLrfGjUw"/>
</p:tagLst>
</file>

<file path=ppt/tags/tag1438.xml><?xml version="1.0" encoding="utf-8"?>
<p:tagLst xmlns:a="http://schemas.openxmlformats.org/drawingml/2006/main" xmlns:r="http://schemas.openxmlformats.org/officeDocument/2006/relationships" xmlns:p="http://schemas.openxmlformats.org/presentationml/2006/main">
  <p:tag name="THINKCELLSHAPEDONOTDELETE" val="t1snATPQTeSj4Wxix3kbazw"/>
</p:tagLst>
</file>

<file path=ppt/tags/tag1439.xml><?xml version="1.0" encoding="utf-8"?>
<p:tagLst xmlns:a="http://schemas.openxmlformats.org/drawingml/2006/main" xmlns:r="http://schemas.openxmlformats.org/officeDocument/2006/relationships" xmlns:p="http://schemas.openxmlformats.org/presentationml/2006/main">
  <p:tag name="THINKCELLSHAPEDONOTDELETE" val="twP8A0pICW6bq7ZTtCntqZw"/>
</p:tagLst>
</file>

<file path=ppt/tags/tag1440.xml><?xml version="1.0" encoding="utf-8"?>
<p:tagLst xmlns:a="http://schemas.openxmlformats.org/drawingml/2006/main" xmlns:r="http://schemas.openxmlformats.org/officeDocument/2006/relationships" xmlns:p="http://schemas.openxmlformats.org/presentationml/2006/main">
  <p:tag name="THINKCELLSHAPEDONOTDELETE" val="tKioQshSERhcOmWHCqVqt1w"/>
</p:tagLst>
</file>

<file path=ppt/tags/tag1441.xml><?xml version="1.0" encoding="utf-8"?>
<p:tagLst xmlns:a="http://schemas.openxmlformats.org/drawingml/2006/main" xmlns:r="http://schemas.openxmlformats.org/officeDocument/2006/relationships" xmlns:p="http://schemas.openxmlformats.org/presentationml/2006/main">
  <p:tag name="THINKCELLSHAPEDONOTDELETE" val="tRcRhWKIPGyB8iBzia1Mr2w"/>
</p:tagLst>
</file>

<file path=ppt/tags/tag1442.xml><?xml version="1.0" encoding="utf-8"?>
<p:tagLst xmlns:a="http://schemas.openxmlformats.org/drawingml/2006/main" xmlns:r="http://schemas.openxmlformats.org/officeDocument/2006/relationships" xmlns:p="http://schemas.openxmlformats.org/presentationml/2006/main">
  <p:tag name="THINKCELLSHAPEDONOTDELETE" val="tn66Jh81VWmrRXVzop840Yw"/>
</p:tagLst>
</file>

<file path=ppt/tags/tag1443.xml><?xml version="1.0" encoding="utf-8"?>
<p:tagLst xmlns:a="http://schemas.openxmlformats.org/drawingml/2006/main" xmlns:r="http://schemas.openxmlformats.org/officeDocument/2006/relationships" xmlns:p="http://schemas.openxmlformats.org/presentationml/2006/main">
  <p:tag name="THINKCELLSHAPEDONOTDELETE" val="tFSw8ILc08_0iTHVfpQ9E.A"/>
</p:tagLst>
</file>

<file path=ppt/tags/tag1444.xml><?xml version="1.0" encoding="utf-8"?>
<p:tagLst xmlns:a="http://schemas.openxmlformats.org/drawingml/2006/main" xmlns:r="http://schemas.openxmlformats.org/officeDocument/2006/relationships" xmlns:p="http://schemas.openxmlformats.org/presentationml/2006/main">
  <p:tag name="THINKCELLSHAPEDONOTDELETE" val="tMt6Cj4IKE4IPYkp9zWzNJA"/>
</p:tagLst>
</file>

<file path=ppt/tags/tag1445.xml><?xml version="1.0" encoding="utf-8"?>
<p:tagLst xmlns:a="http://schemas.openxmlformats.org/drawingml/2006/main" xmlns:r="http://schemas.openxmlformats.org/officeDocument/2006/relationships" xmlns:p="http://schemas.openxmlformats.org/presentationml/2006/main">
  <p:tag name="THINKCELLSHAPEDONOTDELETE" val="tDvzzERnAM0YcRDDZVPhj9Q"/>
</p:tagLst>
</file>

<file path=ppt/tags/tag1446.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447.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48.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49.xml><?xml version="1.0" encoding="utf-8"?>
<p:tagLst xmlns:a="http://schemas.openxmlformats.org/drawingml/2006/main" xmlns:r="http://schemas.openxmlformats.org/officeDocument/2006/relationships" xmlns:p="http://schemas.openxmlformats.org/presentationml/2006/main">
  <p:tag name="THINKCELLSHAPEDONOTDELETE" val="pPBWT2ECZW1u8VN21b.A3NA"/>
</p:tagLst>
</file>

<file path=ppt/tags/tag1450.xml><?xml version="1.0" encoding="utf-8"?>
<p:tagLst xmlns:a="http://schemas.openxmlformats.org/drawingml/2006/main" xmlns:r="http://schemas.openxmlformats.org/officeDocument/2006/relationships" xmlns:p="http://schemas.openxmlformats.org/presentationml/2006/main">
  <p:tag name="THINKCELLSHAPEDONOTDELETE" val="pPBWT2ECZW1u8VN21b.A3NA"/>
</p:tagLst>
</file>

<file path=ppt/tags/tag14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5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453.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54.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455.xml><?xml version="1.0" encoding="utf-8"?>
<p:tagLst xmlns:a="http://schemas.openxmlformats.org/drawingml/2006/main" xmlns:r="http://schemas.openxmlformats.org/officeDocument/2006/relationships" xmlns:p="http://schemas.openxmlformats.org/presentationml/2006/main">
  <p:tag name="THINKCELLSHAPEDONOTDELETE" val="tHG8UCNEm9ZwQTbLXOD13zw"/>
</p:tagLst>
</file>

<file path=ppt/tags/tag1456.xml><?xml version="1.0" encoding="utf-8"?>
<p:tagLst xmlns:a="http://schemas.openxmlformats.org/drawingml/2006/main" xmlns:r="http://schemas.openxmlformats.org/officeDocument/2006/relationships" xmlns:p="http://schemas.openxmlformats.org/presentationml/2006/main">
  <p:tag name="THINKCELLSHAPEDONOTDELETE" val="ti717nmm1y8RvOnVDpe0N.w"/>
</p:tagLst>
</file>

<file path=ppt/tags/tag1457.xml><?xml version="1.0" encoding="utf-8"?>
<p:tagLst xmlns:a="http://schemas.openxmlformats.org/drawingml/2006/main" xmlns:r="http://schemas.openxmlformats.org/officeDocument/2006/relationships" xmlns:p="http://schemas.openxmlformats.org/presentationml/2006/main">
  <p:tag name="THINKCELLSHAPEDONOTDELETE" val="tdhA6TPBGbwbOaj2VmHUMbA"/>
</p:tagLst>
</file>

<file path=ppt/tags/tag1458.xml><?xml version="1.0" encoding="utf-8"?>
<p:tagLst xmlns:a="http://schemas.openxmlformats.org/drawingml/2006/main" xmlns:r="http://schemas.openxmlformats.org/officeDocument/2006/relationships" xmlns:p="http://schemas.openxmlformats.org/presentationml/2006/main">
  <p:tag name="THINKCELLSHAPEDONOTDELETE" val="tvtQessniKqHznZ4o2TrhEw"/>
</p:tagLst>
</file>

<file path=ppt/tags/tag1459.xml><?xml version="1.0" encoding="utf-8"?>
<p:tagLst xmlns:a="http://schemas.openxmlformats.org/drawingml/2006/main" xmlns:r="http://schemas.openxmlformats.org/officeDocument/2006/relationships" xmlns:p="http://schemas.openxmlformats.org/presentationml/2006/main">
  <p:tag name="THINKCELLSHAPEDONOTDELETE" val="tNttYiGg4gLMkshvCnnKriA"/>
</p:tagLst>
</file>

<file path=ppt/tags/tag1460.xml><?xml version="1.0" encoding="utf-8"?>
<p:tagLst xmlns:a="http://schemas.openxmlformats.org/drawingml/2006/main" xmlns:r="http://schemas.openxmlformats.org/officeDocument/2006/relationships" xmlns:p="http://schemas.openxmlformats.org/presentationml/2006/main">
  <p:tag name="THINKCELLSHAPEDONOTDELETE" val="tsDN9ERXw7VfJY_1K6odl9Q"/>
</p:tagLst>
</file>

<file path=ppt/tags/tag1461.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462.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63.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464.xml><?xml version="1.0" encoding="utf-8"?>
<p:tagLst xmlns:a="http://schemas.openxmlformats.org/drawingml/2006/main" xmlns:r="http://schemas.openxmlformats.org/officeDocument/2006/relationships" xmlns:p="http://schemas.openxmlformats.org/presentationml/2006/main">
  <p:tag name="THINKCELLSHAPEDONOTDELETE" val="taJMq8P4o.ecC92ljxTwHsA"/>
</p:tagLst>
</file>

<file path=ppt/tags/tag1465.xml><?xml version="1.0" encoding="utf-8"?>
<p:tagLst xmlns:a="http://schemas.openxmlformats.org/drawingml/2006/main" xmlns:r="http://schemas.openxmlformats.org/officeDocument/2006/relationships" xmlns:p="http://schemas.openxmlformats.org/presentationml/2006/main">
  <p:tag name="THINKCELLSHAPEDONOTDELETE" val="typo6fK15oXPnEGxvoD031A"/>
</p:tagLst>
</file>

<file path=ppt/tags/tag1466.xml><?xml version="1.0" encoding="utf-8"?>
<p:tagLst xmlns:a="http://schemas.openxmlformats.org/drawingml/2006/main" xmlns:r="http://schemas.openxmlformats.org/officeDocument/2006/relationships" xmlns:p="http://schemas.openxmlformats.org/presentationml/2006/main">
  <p:tag name="THINKCELLSHAPEDONOTDELETE" val="tucHvkjenXKZmGARQ8AkaLg"/>
</p:tagLst>
</file>

<file path=ppt/tags/tag1467.xml><?xml version="1.0" encoding="utf-8"?>
<p:tagLst xmlns:a="http://schemas.openxmlformats.org/drawingml/2006/main" xmlns:r="http://schemas.openxmlformats.org/officeDocument/2006/relationships" xmlns:p="http://schemas.openxmlformats.org/presentationml/2006/main">
  <p:tag name="THINKCELLSHAPEDONOTDELETE" val="t1H.jWkLIYJp4_TdxF1D.Jg"/>
</p:tagLst>
</file>

<file path=ppt/tags/tag1468.xml><?xml version="1.0" encoding="utf-8"?>
<p:tagLst xmlns:a="http://schemas.openxmlformats.org/drawingml/2006/main" xmlns:r="http://schemas.openxmlformats.org/officeDocument/2006/relationships" xmlns:p="http://schemas.openxmlformats.org/presentationml/2006/main">
  <p:tag name="THINKCELLSHAPEDONOTDELETE" val="tthGgT01CI.AtDaMSPLhcbg"/>
</p:tagLst>
</file>

<file path=ppt/tags/tag1469.xml><?xml version="1.0" encoding="utf-8"?>
<p:tagLst xmlns:a="http://schemas.openxmlformats.org/drawingml/2006/main" xmlns:r="http://schemas.openxmlformats.org/officeDocument/2006/relationships" xmlns:p="http://schemas.openxmlformats.org/presentationml/2006/main">
  <p:tag name="THINKCELLSHAPEDONOTDELETE" val="thhFxxxTxLCrMSqnGRIzJ6g"/>
</p:tagLst>
</file>

<file path=ppt/tags/tag1470.xml><?xml version="1.0" encoding="utf-8"?>
<p:tagLst xmlns:a="http://schemas.openxmlformats.org/drawingml/2006/main" xmlns:r="http://schemas.openxmlformats.org/officeDocument/2006/relationships" xmlns:p="http://schemas.openxmlformats.org/presentationml/2006/main">
  <p:tag name="THINKCELLSHAPEDONOTDELETE" val="tHXonUDW9WsvYkn47q4c2Dw"/>
</p:tagLst>
</file>

<file path=ppt/tags/tag1471.xml><?xml version="1.0" encoding="utf-8"?>
<p:tagLst xmlns:a="http://schemas.openxmlformats.org/drawingml/2006/main" xmlns:r="http://schemas.openxmlformats.org/officeDocument/2006/relationships" xmlns:p="http://schemas.openxmlformats.org/presentationml/2006/main">
  <p:tag name="THINKCELLSHAPEDONOTDELETE" val="tQXyH0qKBnc16Nol0GR16cg"/>
</p:tagLst>
</file>

<file path=ppt/tags/tag1472.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73.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474.xml><?xml version="1.0" encoding="utf-8"?>
<p:tagLst xmlns:a="http://schemas.openxmlformats.org/drawingml/2006/main" xmlns:r="http://schemas.openxmlformats.org/officeDocument/2006/relationships" xmlns:p="http://schemas.openxmlformats.org/presentationml/2006/main">
  <p:tag name="THINKCELLSHAPEDONOTDELETE" val="tlcQ9VaIXcJIUjKtOVzJ8XA"/>
</p:tagLst>
</file>

<file path=ppt/tags/tag1475.xml><?xml version="1.0" encoding="utf-8"?>
<p:tagLst xmlns:a="http://schemas.openxmlformats.org/drawingml/2006/main" xmlns:r="http://schemas.openxmlformats.org/officeDocument/2006/relationships" xmlns:p="http://schemas.openxmlformats.org/presentationml/2006/main">
  <p:tag name="THINKCELLSHAPEDONOTDELETE" val="t3enbg4WEhetpLbvhyNZSDA"/>
</p:tagLst>
</file>

<file path=ppt/tags/tag1476.xml><?xml version="1.0" encoding="utf-8"?>
<p:tagLst xmlns:a="http://schemas.openxmlformats.org/drawingml/2006/main" xmlns:r="http://schemas.openxmlformats.org/officeDocument/2006/relationships" xmlns:p="http://schemas.openxmlformats.org/presentationml/2006/main">
  <p:tag name="THINKCELLSHAPEDONOTDELETE" val="tlbAsBj7rsG0SMMD5CpFHkw"/>
</p:tagLst>
</file>

<file path=ppt/tags/tag1477.xml><?xml version="1.0" encoding="utf-8"?>
<p:tagLst xmlns:a="http://schemas.openxmlformats.org/drawingml/2006/main" xmlns:r="http://schemas.openxmlformats.org/officeDocument/2006/relationships" xmlns:p="http://schemas.openxmlformats.org/presentationml/2006/main">
  <p:tag name="THINKCELLSHAPEDONOTDELETE" val="trsdIqoj_3WQGeiFJVSXD4w"/>
</p:tagLst>
</file>

<file path=ppt/tags/tag1478.xml><?xml version="1.0" encoding="utf-8"?>
<p:tagLst xmlns:a="http://schemas.openxmlformats.org/drawingml/2006/main" xmlns:r="http://schemas.openxmlformats.org/officeDocument/2006/relationships" xmlns:p="http://schemas.openxmlformats.org/presentationml/2006/main">
  <p:tag name="THINKCELLSHAPEDONOTDELETE" val="tnD_fC_sfAw6qraXASmlsDQ"/>
</p:tagLst>
</file>

<file path=ppt/tags/tag1479.xml><?xml version="1.0" encoding="utf-8"?>
<p:tagLst xmlns:a="http://schemas.openxmlformats.org/drawingml/2006/main" xmlns:r="http://schemas.openxmlformats.org/officeDocument/2006/relationships" xmlns:p="http://schemas.openxmlformats.org/presentationml/2006/main">
  <p:tag name="THINKCELLSHAPEDONOTDELETE" val="tDTOZYZAql2ivq1zv6NiTow"/>
</p:tagLst>
</file>

<file path=ppt/tags/tag1480.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81.xml><?xml version="1.0" encoding="utf-8"?>
<p:tagLst xmlns:a="http://schemas.openxmlformats.org/drawingml/2006/main" xmlns:r="http://schemas.openxmlformats.org/officeDocument/2006/relationships" xmlns:p="http://schemas.openxmlformats.org/presentationml/2006/main">
  <p:tag name="THINKCELLSHAPEDONOTDELETE" val="tKcRiMK.yfzwPSmat.pqPLQ"/>
</p:tagLst>
</file>

<file path=ppt/tags/tag1482.xml><?xml version="1.0" encoding="utf-8"?>
<p:tagLst xmlns:a="http://schemas.openxmlformats.org/drawingml/2006/main" xmlns:r="http://schemas.openxmlformats.org/officeDocument/2006/relationships" xmlns:p="http://schemas.openxmlformats.org/presentationml/2006/main">
  <p:tag name="THINKCELLSHAPEDONOTDELETE" val="tkheh8am3CTQ.hOKNQz9n6Q"/>
</p:tagLst>
</file>

<file path=ppt/tags/tag1483.xml><?xml version="1.0" encoding="utf-8"?>
<p:tagLst xmlns:a="http://schemas.openxmlformats.org/drawingml/2006/main" xmlns:r="http://schemas.openxmlformats.org/officeDocument/2006/relationships" xmlns:p="http://schemas.openxmlformats.org/presentationml/2006/main">
  <p:tag name="THINKCELLSHAPEDONOTDELETE" val="tCfxNCzJRAjp7uO5P6u1Zqw"/>
</p:tagLst>
</file>

<file path=ppt/tags/tag1484.xml><?xml version="1.0" encoding="utf-8"?>
<p:tagLst xmlns:a="http://schemas.openxmlformats.org/drawingml/2006/main" xmlns:r="http://schemas.openxmlformats.org/officeDocument/2006/relationships" xmlns:p="http://schemas.openxmlformats.org/presentationml/2006/main">
  <p:tag name="THINKCELLSHAPEDONOTDELETE" val="tD32X8.AQijJRIdF8TowzRQ"/>
</p:tagLst>
</file>

<file path=ppt/tags/tag1485.xml><?xml version="1.0" encoding="utf-8"?>
<p:tagLst xmlns:a="http://schemas.openxmlformats.org/drawingml/2006/main" xmlns:r="http://schemas.openxmlformats.org/officeDocument/2006/relationships" xmlns:p="http://schemas.openxmlformats.org/presentationml/2006/main">
  <p:tag name="THINKCELLSHAPEDONOTDELETE" val="tH39SBShP1Nh9vrlBuKapbQ"/>
</p:tagLst>
</file>

<file path=ppt/tags/tag1486.xml><?xml version="1.0" encoding="utf-8"?>
<p:tagLst xmlns:a="http://schemas.openxmlformats.org/drawingml/2006/main" xmlns:r="http://schemas.openxmlformats.org/officeDocument/2006/relationships" xmlns:p="http://schemas.openxmlformats.org/presentationml/2006/main">
  <p:tag name="THINKCELLSHAPEDONOTDELETE" val="t29tyFvVzjAnF3Z6qgBfqWg"/>
</p:tagLst>
</file>

<file path=ppt/tags/tag14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88.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489.xml><?xml version="1.0" encoding="utf-8"?>
<p:tagLst xmlns:a="http://schemas.openxmlformats.org/drawingml/2006/main" xmlns:r="http://schemas.openxmlformats.org/officeDocument/2006/relationships" xmlns:p="http://schemas.openxmlformats.org/presentationml/2006/main">
  <p:tag name="THINKCELLSHAPEDONOTDELETE" val="tN5_vQToAwfoH5eaMj7Oyfg"/>
</p:tagLst>
</file>

<file path=ppt/tags/tag1490.xml><?xml version="1.0" encoding="utf-8"?>
<p:tagLst xmlns:a="http://schemas.openxmlformats.org/drawingml/2006/main" xmlns:r="http://schemas.openxmlformats.org/officeDocument/2006/relationships" xmlns:p="http://schemas.openxmlformats.org/presentationml/2006/main">
  <p:tag name="THINKCELLSHAPEDONOTDELETE" val="tcv75RHtOemzrw7Qh9JppQg"/>
</p:tagLst>
</file>

<file path=ppt/tags/tag1491.xml><?xml version="1.0" encoding="utf-8"?>
<p:tagLst xmlns:a="http://schemas.openxmlformats.org/drawingml/2006/main" xmlns:r="http://schemas.openxmlformats.org/officeDocument/2006/relationships" xmlns:p="http://schemas.openxmlformats.org/presentationml/2006/main">
  <p:tag name="THINKCELLSHAPEDONOTDELETE" val="tq84.RNIycnp99HGCI8qFxQ"/>
</p:tagLst>
</file>

<file path=ppt/tags/tag1492.xml><?xml version="1.0" encoding="utf-8"?>
<p:tagLst xmlns:a="http://schemas.openxmlformats.org/drawingml/2006/main" xmlns:r="http://schemas.openxmlformats.org/officeDocument/2006/relationships" xmlns:p="http://schemas.openxmlformats.org/presentationml/2006/main">
  <p:tag name="THINKCELLSHAPEDONOTDELETE" val="ttYZ5uJNVQSWLzCVtTQm4Yw"/>
</p:tagLst>
</file>

<file path=ppt/tags/tag1493.xml><?xml version="1.0" encoding="utf-8"?>
<p:tagLst xmlns:a="http://schemas.openxmlformats.org/drawingml/2006/main" xmlns:r="http://schemas.openxmlformats.org/officeDocument/2006/relationships" xmlns:p="http://schemas.openxmlformats.org/presentationml/2006/main">
  <p:tag name="THINKCELLSHAPEDONOTDELETE" val="t9D_57dTsHNKNRo9oJpRB5g"/>
</p:tagLst>
</file>

<file path=ppt/tags/tag1494.xml><?xml version="1.0" encoding="utf-8"?>
<p:tagLst xmlns:a="http://schemas.openxmlformats.org/drawingml/2006/main" xmlns:r="http://schemas.openxmlformats.org/officeDocument/2006/relationships" xmlns:p="http://schemas.openxmlformats.org/presentationml/2006/main">
  <p:tag name="THINKCELLSHAPEDONOTDELETE" val="tMNXVowGP0lk3xQ.qT_VBgA"/>
</p:tagLst>
</file>

<file path=ppt/tags/tag1495.xml><?xml version="1.0" encoding="utf-8"?>
<p:tagLst xmlns:a="http://schemas.openxmlformats.org/drawingml/2006/main" xmlns:r="http://schemas.openxmlformats.org/officeDocument/2006/relationships" xmlns:p="http://schemas.openxmlformats.org/presentationml/2006/main">
  <p:tag name="THINKCELLSHAPEDONOTDELETE" val="tic._BtygvKBcC6UOMy8gWg"/>
</p:tagLst>
</file>

<file path=ppt/tags/tag1496.xml><?xml version="1.0" encoding="utf-8"?>
<p:tagLst xmlns:a="http://schemas.openxmlformats.org/drawingml/2006/main" xmlns:r="http://schemas.openxmlformats.org/officeDocument/2006/relationships" xmlns:p="http://schemas.openxmlformats.org/presentationml/2006/main">
  <p:tag name="THINKCELLSHAPEDONOTDELETE" val="t1VnGG9_S1h.IO9Uh3T94qg"/>
</p:tagLst>
</file>

<file path=ppt/tags/tag1497.xml><?xml version="1.0" encoding="utf-8"?>
<p:tagLst xmlns:a="http://schemas.openxmlformats.org/drawingml/2006/main" xmlns:r="http://schemas.openxmlformats.org/officeDocument/2006/relationships" xmlns:p="http://schemas.openxmlformats.org/presentationml/2006/main">
  <p:tag name="THINKCELLSHAPEDONOTDELETE" val="tab52EUrf889JaX.Gyohkeg"/>
</p:tagLst>
</file>

<file path=ppt/tags/tag1498.xml><?xml version="1.0" encoding="utf-8"?>
<p:tagLst xmlns:a="http://schemas.openxmlformats.org/drawingml/2006/main" xmlns:r="http://schemas.openxmlformats.org/officeDocument/2006/relationships" xmlns:p="http://schemas.openxmlformats.org/presentationml/2006/main">
  <p:tag name="THINKCELLSHAPEDONOTDELETE" val="tGm5qNtB368_J_AvwyMp3wg"/>
</p:tagLst>
</file>

<file path=ppt/tags/tag1499.xml><?xml version="1.0" encoding="utf-8"?>
<p:tagLst xmlns:a="http://schemas.openxmlformats.org/drawingml/2006/main" xmlns:r="http://schemas.openxmlformats.org/officeDocument/2006/relationships" xmlns:p="http://schemas.openxmlformats.org/presentationml/2006/main">
  <p:tag name="THINKCELLSHAPEDONOTDELETE" val="t6o75JEX1mTIY3Gc3QX0DLw"/>
</p:tagLst>
</file>

<file path=ppt/tags/tag1500.xml><?xml version="1.0" encoding="utf-8"?>
<p:tagLst xmlns:a="http://schemas.openxmlformats.org/drawingml/2006/main" xmlns:r="http://schemas.openxmlformats.org/officeDocument/2006/relationships" xmlns:p="http://schemas.openxmlformats.org/presentationml/2006/main">
  <p:tag name="THINKCELLSHAPEDONOTDELETE" val="tazpsEa10AOSB7CP3AGNNiA"/>
</p:tagLst>
</file>

<file path=ppt/tags/tag1501.xml><?xml version="1.0" encoding="utf-8"?>
<p:tagLst xmlns:a="http://schemas.openxmlformats.org/drawingml/2006/main" xmlns:r="http://schemas.openxmlformats.org/officeDocument/2006/relationships" xmlns:p="http://schemas.openxmlformats.org/presentationml/2006/main">
  <p:tag name="THINKCELLSHAPEDONOTDELETE" val="t0rWcnGXj4sDKa0mYFeWnVw"/>
</p:tagLst>
</file>

<file path=ppt/tags/tag1502.xml><?xml version="1.0" encoding="utf-8"?>
<p:tagLst xmlns:a="http://schemas.openxmlformats.org/drawingml/2006/main" xmlns:r="http://schemas.openxmlformats.org/officeDocument/2006/relationships" xmlns:p="http://schemas.openxmlformats.org/presentationml/2006/main">
  <p:tag name="THINKCELLSHAPEDONOTDELETE" val="tBfEF7UaqSVzgK4i4PXWMHw"/>
</p:tagLst>
</file>

<file path=ppt/tags/tag1503.xml><?xml version="1.0" encoding="utf-8"?>
<p:tagLst xmlns:a="http://schemas.openxmlformats.org/drawingml/2006/main" xmlns:r="http://schemas.openxmlformats.org/officeDocument/2006/relationships" xmlns:p="http://schemas.openxmlformats.org/presentationml/2006/main">
  <p:tag name="THINKCELLSHAPEDONOTDELETE" val="tBVv3CFF1Xe7qdf9.uI8Grg"/>
</p:tagLst>
</file>

<file path=ppt/tags/tag1504.xml><?xml version="1.0" encoding="utf-8"?>
<p:tagLst xmlns:a="http://schemas.openxmlformats.org/drawingml/2006/main" xmlns:r="http://schemas.openxmlformats.org/officeDocument/2006/relationships" xmlns:p="http://schemas.openxmlformats.org/presentationml/2006/main">
  <p:tag name="THINKCELLSHAPEDONOTDELETE" val="tpgDkv328IA_33bIvMPYdIg"/>
</p:tagLst>
</file>

<file path=ppt/tags/tag1505.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50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507.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508.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509.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10.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11.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12.xml><?xml version="1.0" encoding="utf-8"?>
<p:tagLst xmlns:a="http://schemas.openxmlformats.org/drawingml/2006/main" xmlns:r="http://schemas.openxmlformats.org/officeDocument/2006/relationships" xmlns:p="http://schemas.openxmlformats.org/presentationml/2006/main">
  <p:tag name="THINKCELLSHAPEDONOTDELETE" val="tf4LpoHwhVwNCZ0t89QrJcA"/>
</p:tagLst>
</file>

<file path=ppt/tags/tag1513.xml><?xml version="1.0" encoding="utf-8"?>
<p:tagLst xmlns:a="http://schemas.openxmlformats.org/drawingml/2006/main" xmlns:r="http://schemas.openxmlformats.org/officeDocument/2006/relationships" xmlns:p="http://schemas.openxmlformats.org/presentationml/2006/main">
  <p:tag name="THINKCELLSHAPEDONOTDELETE" val="tmx6gOgeZR24H_wlmbrW0zQ"/>
</p:tagLst>
</file>

<file path=ppt/tags/tag1514.xml><?xml version="1.0" encoding="utf-8"?>
<p:tagLst xmlns:a="http://schemas.openxmlformats.org/drawingml/2006/main" xmlns:r="http://schemas.openxmlformats.org/officeDocument/2006/relationships" xmlns:p="http://schemas.openxmlformats.org/presentationml/2006/main">
  <p:tag name="THINKCELLSHAPEDONOTDELETE" val="tfMx0aOjx7kQ_T4oE0H7buA"/>
</p:tagLst>
</file>

<file path=ppt/tags/tag1515.xml><?xml version="1.0" encoding="utf-8"?>
<p:tagLst xmlns:a="http://schemas.openxmlformats.org/drawingml/2006/main" xmlns:r="http://schemas.openxmlformats.org/officeDocument/2006/relationships" xmlns:p="http://schemas.openxmlformats.org/presentationml/2006/main">
  <p:tag name="THINKCELLSHAPEDONOTDELETE" val="tr7e0cWiApfoRXUM1Z8usNg"/>
</p:tagLst>
</file>

<file path=ppt/tags/tag1516.xml><?xml version="1.0" encoding="utf-8"?>
<p:tagLst xmlns:a="http://schemas.openxmlformats.org/drawingml/2006/main" xmlns:r="http://schemas.openxmlformats.org/officeDocument/2006/relationships" xmlns:p="http://schemas.openxmlformats.org/presentationml/2006/main">
  <p:tag name="THINKCELLSHAPEDONOTDELETE" val="tfYYoE.cAaiNymqJxoXqV6w"/>
</p:tagLst>
</file>

<file path=ppt/tags/tag1517.xml><?xml version="1.0" encoding="utf-8"?>
<p:tagLst xmlns:a="http://schemas.openxmlformats.org/drawingml/2006/main" xmlns:r="http://schemas.openxmlformats.org/officeDocument/2006/relationships" xmlns:p="http://schemas.openxmlformats.org/presentationml/2006/main">
  <p:tag name="THINKCELLSHAPEDONOTDELETE" val="t14ts4MltfAqpTWssuE1DZQ"/>
</p:tagLst>
</file>

<file path=ppt/tags/tag1518.xml><?xml version="1.0" encoding="utf-8"?>
<p:tagLst xmlns:a="http://schemas.openxmlformats.org/drawingml/2006/main" xmlns:r="http://schemas.openxmlformats.org/officeDocument/2006/relationships" xmlns:p="http://schemas.openxmlformats.org/presentationml/2006/main">
  <p:tag name="THINKCELLSHAPEDONOTDELETE" val="teABmkX6Xb_MyEs24xvwMQA"/>
</p:tagLst>
</file>

<file path=ppt/tags/tag1519.xml><?xml version="1.0" encoding="utf-8"?>
<p:tagLst xmlns:a="http://schemas.openxmlformats.org/drawingml/2006/main" xmlns:r="http://schemas.openxmlformats.org/officeDocument/2006/relationships" xmlns:p="http://schemas.openxmlformats.org/presentationml/2006/main">
  <p:tag name="THINKCELLSHAPEDONOTDELETE" val="tpuaZG5oUvAB3A9lfz5hZPA"/>
</p:tagLst>
</file>

<file path=ppt/tags/tag1520.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21.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22.xml><?xml version="1.0" encoding="utf-8"?>
<p:tagLst xmlns:a="http://schemas.openxmlformats.org/drawingml/2006/main" xmlns:r="http://schemas.openxmlformats.org/officeDocument/2006/relationships" xmlns:p="http://schemas.openxmlformats.org/presentationml/2006/main">
  <p:tag name="THINKCELLSHAPEDONOTDELETE" val="t9X61rJmDOX8dXxuZqiaTRQ"/>
</p:tagLst>
</file>

<file path=ppt/tags/tag1523.xml><?xml version="1.0" encoding="utf-8"?>
<p:tagLst xmlns:a="http://schemas.openxmlformats.org/drawingml/2006/main" xmlns:r="http://schemas.openxmlformats.org/officeDocument/2006/relationships" xmlns:p="http://schemas.openxmlformats.org/presentationml/2006/main">
  <p:tag name="THINKCELLSHAPEDONOTDELETE" val="t1FUxz.TFpUU7RGhae6KbtQ"/>
</p:tagLst>
</file>

<file path=ppt/tags/tag1524.xml><?xml version="1.0" encoding="utf-8"?>
<p:tagLst xmlns:a="http://schemas.openxmlformats.org/drawingml/2006/main" xmlns:r="http://schemas.openxmlformats.org/officeDocument/2006/relationships" xmlns:p="http://schemas.openxmlformats.org/presentationml/2006/main">
  <p:tag name="THINKCELLSHAPEDONOTDELETE" val="twvq2D.qCsjNXnjBIgC_fMQ"/>
</p:tagLst>
</file>

<file path=ppt/tags/tag1525.xml><?xml version="1.0" encoding="utf-8"?>
<p:tagLst xmlns:a="http://schemas.openxmlformats.org/drawingml/2006/main" xmlns:r="http://schemas.openxmlformats.org/officeDocument/2006/relationships" xmlns:p="http://schemas.openxmlformats.org/presentationml/2006/main">
  <p:tag name="THINKCELLSHAPEDONOTDELETE" val="tjy8Jexu_615fxYy6Aqq_ew"/>
</p:tagLst>
</file>

<file path=ppt/tags/tag1526.xml><?xml version="1.0" encoding="utf-8"?>
<p:tagLst xmlns:a="http://schemas.openxmlformats.org/drawingml/2006/main" xmlns:r="http://schemas.openxmlformats.org/officeDocument/2006/relationships" xmlns:p="http://schemas.openxmlformats.org/presentationml/2006/main">
  <p:tag name="THINKCELLSHAPEDONOTDELETE" val="tAtQQEET0Dtiyz.zcSdTuYw"/>
</p:tagLst>
</file>

<file path=ppt/tags/tag1527.xml><?xml version="1.0" encoding="utf-8"?>
<p:tagLst xmlns:a="http://schemas.openxmlformats.org/drawingml/2006/main" xmlns:r="http://schemas.openxmlformats.org/officeDocument/2006/relationships" xmlns:p="http://schemas.openxmlformats.org/presentationml/2006/main">
  <p:tag name="THINKCELLSHAPEDONOTDELETE" val="t0CPZ0GI7q24q_.1ZB9WjQA"/>
</p:tagLst>
</file>

<file path=ppt/tags/tag1528.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29.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30.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31.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33.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53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535.xml><?xml version="1.0" encoding="utf-8"?>
<p:tagLst xmlns:a="http://schemas.openxmlformats.org/drawingml/2006/main" xmlns:r="http://schemas.openxmlformats.org/officeDocument/2006/relationships" xmlns:p="http://schemas.openxmlformats.org/presentationml/2006/main">
  <p:tag name="THINKCELLSHAPEDONOTDELETE" val="tDN.mN1GL4YSzzY.yw3u.Sw"/>
</p:tagLst>
</file>

<file path=ppt/tags/tag1536.xml><?xml version="1.0" encoding="utf-8"?>
<p:tagLst xmlns:a="http://schemas.openxmlformats.org/drawingml/2006/main" xmlns:r="http://schemas.openxmlformats.org/officeDocument/2006/relationships" xmlns:p="http://schemas.openxmlformats.org/presentationml/2006/main">
  <p:tag name="THINKCELLSHAPEDONOTDELETE" val="tOTogqji8CzfKUrjkvkdjzg"/>
</p:tagLst>
</file>

<file path=ppt/tags/tag1537.xml><?xml version="1.0" encoding="utf-8"?>
<p:tagLst xmlns:a="http://schemas.openxmlformats.org/drawingml/2006/main" xmlns:r="http://schemas.openxmlformats.org/officeDocument/2006/relationships" xmlns:p="http://schemas.openxmlformats.org/presentationml/2006/main">
  <p:tag name="THINKCELLSHAPEDONOTDELETE" val="tI0srb2P318LE2NADkfM.7w"/>
</p:tagLst>
</file>

<file path=ppt/tags/tag1538.xml><?xml version="1.0" encoding="utf-8"?>
<p:tagLst xmlns:a="http://schemas.openxmlformats.org/drawingml/2006/main" xmlns:r="http://schemas.openxmlformats.org/officeDocument/2006/relationships" xmlns:p="http://schemas.openxmlformats.org/presentationml/2006/main">
  <p:tag name="THINKCELLSHAPEDONOTDELETE" val="tmP3wduvY7wXXWz2NjAjkqg"/>
</p:tagLst>
</file>

<file path=ppt/tags/tag1539.xml><?xml version="1.0" encoding="utf-8"?>
<p:tagLst xmlns:a="http://schemas.openxmlformats.org/drawingml/2006/main" xmlns:r="http://schemas.openxmlformats.org/officeDocument/2006/relationships" xmlns:p="http://schemas.openxmlformats.org/presentationml/2006/main">
  <p:tag name="THINKCELLSHAPEDONOTDELETE" val="tIvzuRoCxy5ZAsyGyTUxi_w"/>
</p:tagLst>
</file>

<file path=ppt/tags/tag1540.xml><?xml version="1.0" encoding="utf-8"?>
<p:tagLst xmlns:a="http://schemas.openxmlformats.org/drawingml/2006/main" xmlns:r="http://schemas.openxmlformats.org/officeDocument/2006/relationships" xmlns:p="http://schemas.openxmlformats.org/presentationml/2006/main">
  <p:tag name="THINKCELLSHAPEDONOTDELETE" val="tgJ1E0HOnYdAN6SyWEZrGPA"/>
</p:tagLst>
</file>

<file path=ppt/tags/tag1541.xml><?xml version="1.0" encoding="utf-8"?>
<p:tagLst xmlns:a="http://schemas.openxmlformats.org/drawingml/2006/main" xmlns:r="http://schemas.openxmlformats.org/officeDocument/2006/relationships" xmlns:p="http://schemas.openxmlformats.org/presentationml/2006/main">
  <p:tag name="THINKCELLSHAPEDONOTDELETE" val="tEea53ZTwTHUDR9W7fxpHFg"/>
</p:tagLst>
</file>

<file path=ppt/tags/tag1542.xml><?xml version="1.0" encoding="utf-8"?>
<p:tagLst xmlns:a="http://schemas.openxmlformats.org/drawingml/2006/main" xmlns:r="http://schemas.openxmlformats.org/officeDocument/2006/relationships" xmlns:p="http://schemas.openxmlformats.org/presentationml/2006/main">
  <p:tag name="THINKCELLSHAPEDONOTDELETE" val="tAn5taena2CZ1kIgsj7zmGQ"/>
</p:tagLst>
</file>

<file path=ppt/tags/tag1543.xml><?xml version="1.0" encoding="utf-8"?>
<p:tagLst xmlns:a="http://schemas.openxmlformats.org/drawingml/2006/main" xmlns:r="http://schemas.openxmlformats.org/officeDocument/2006/relationships" xmlns:p="http://schemas.openxmlformats.org/presentationml/2006/main">
  <p:tag name="THINKCELLSHAPEDONOTDELETE" val="tntGtCoNtcKR72fMVy0dIEw"/>
</p:tagLst>
</file>

<file path=ppt/tags/tag1544.xml><?xml version="1.0" encoding="utf-8"?>
<p:tagLst xmlns:a="http://schemas.openxmlformats.org/drawingml/2006/main" xmlns:r="http://schemas.openxmlformats.org/officeDocument/2006/relationships" xmlns:p="http://schemas.openxmlformats.org/presentationml/2006/main">
  <p:tag name="THINKCELLSHAPEDONOTDELETE" val="tkwHFu7.SJrnIlhbd63y.Aw"/>
</p:tagLst>
</file>

<file path=ppt/tags/tag1545.xml><?xml version="1.0" encoding="utf-8"?>
<p:tagLst xmlns:a="http://schemas.openxmlformats.org/drawingml/2006/main" xmlns:r="http://schemas.openxmlformats.org/officeDocument/2006/relationships" xmlns:p="http://schemas.openxmlformats.org/presentationml/2006/main">
  <p:tag name="THINKCELLSHAPEDONOTDELETE" val="tVfGXRRxY4ykzJfo4lquYGQ"/>
</p:tagLst>
</file>

<file path=ppt/tags/tag1546.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547.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548.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549.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550.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5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5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553.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54.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55.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56.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57.xml><?xml version="1.0" encoding="utf-8"?>
<p:tagLst xmlns:a="http://schemas.openxmlformats.org/drawingml/2006/main" xmlns:r="http://schemas.openxmlformats.org/officeDocument/2006/relationships" xmlns:p="http://schemas.openxmlformats.org/presentationml/2006/main">
  <p:tag name="THINKCELLSHAPEDONOTDELETE" val="tqhQPIww9qchZ8_u0FZprkw"/>
</p:tagLst>
</file>

<file path=ppt/tags/tag1558.xml><?xml version="1.0" encoding="utf-8"?>
<p:tagLst xmlns:a="http://schemas.openxmlformats.org/drawingml/2006/main" xmlns:r="http://schemas.openxmlformats.org/officeDocument/2006/relationships" xmlns:p="http://schemas.openxmlformats.org/presentationml/2006/main">
  <p:tag name="THINKCELLSHAPEDONOTDELETE" val="tUn36ZbS.1AkMI3cDnk9OlQ"/>
</p:tagLst>
</file>

<file path=ppt/tags/tag1559.xml><?xml version="1.0" encoding="utf-8"?>
<p:tagLst xmlns:a="http://schemas.openxmlformats.org/drawingml/2006/main" xmlns:r="http://schemas.openxmlformats.org/officeDocument/2006/relationships" xmlns:p="http://schemas.openxmlformats.org/presentationml/2006/main">
  <p:tag name="THINKCELLSHAPEDONOTDELETE" val="tN6pq2kMa2HPfprx2XzzJxA"/>
</p:tagLst>
</file>

<file path=ppt/tags/tag1560.xml><?xml version="1.0" encoding="utf-8"?>
<p:tagLst xmlns:a="http://schemas.openxmlformats.org/drawingml/2006/main" xmlns:r="http://schemas.openxmlformats.org/officeDocument/2006/relationships" xmlns:p="http://schemas.openxmlformats.org/presentationml/2006/main">
  <p:tag name="THINKCELLSHAPEDONOTDELETE" val="t4HDp0dn76KHi.28TNNSSeQ"/>
</p:tagLst>
</file>

<file path=ppt/tags/tag1561.xml><?xml version="1.0" encoding="utf-8"?>
<p:tagLst xmlns:a="http://schemas.openxmlformats.org/drawingml/2006/main" xmlns:r="http://schemas.openxmlformats.org/officeDocument/2006/relationships" xmlns:p="http://schemas.openxmlformats.org/presentationml/2006/main">
  <p:tag name="THINKCELLSHAPEDONOTDELETE" val="tr4FYP1wenX4JHQmQJvRAwQ"/>
</p:tagLst>
</file>

<file path=ppt/tags/tag1562.xml><?xml version="1.0" encoding="utf-8"?>
<p:tagLst xmlns:a="http://schemas.openxmlformats.org/drawingml/2006/main" xmlns:r="http://schemas.openxmlformats.org/officeDocument/2006/relationships" xmlns:p="http://schemas.openxmlformats.org/presentationml/2006/main">
  <p:tag name="THINKCELLSHAPEDONOTDELETE" val="t8OyqjwJ96oGU2jIO0hSf5Q"/>
</p:tagLst>
</file>

<file path=ppt/tags/tag1563.xml><?xml version="1.0" encoding="utf-8"?>
<p:tagLst xmlns:a="http://schemas.openxmlformats.org/drawingml/2006/main" xmlns:r="http://schemas.openxmlformats.org/officeDocument/2006/relationships" xmlns:p="http://schemas.openxmlformats.org/presentationml/2006/main">
  <p:tag name="THINKCELLSHAPEDONOTDELETE" val="tTwOVzc8T7EnmeRPn5xqOtQ"/>
</p:tagLst>
</file>

<file path=ppt/tags/tag1564.xml><?xml version="1.0" encoding="utf-8"?>
<p:tagLst xmlns:a="http://schemas.openxmlformats.org/drawingml/2006/main" xmlns:r="http://schemas.openxmlformats.org/officeDocument/2006/relationships" xmlns:p="http://schemas.openxmlformats.org/presentationml/2006/main">
  <p:tag name="THINKCELLSHAPEDONOTDELETE" val="tMpgCUHClmOhkmSgH2qB26Q"/>
</p:tagLst>
</file>

<file path=ppt/tags/tag1565.xml><?xml version="1.0" encoding="utf-8"?>
<p:tagLst xmlns:a="http://schemas.openxmlformats.org/drawingml/2006/main" xmlns:r="http://schemas.openxmlformats.org/officeDocument/2006/relationships" xmlns:p="http://schemas.openxmlformats.org/presentationml/2006/main">
  <p:tag name="THINKCELLSHAPEDONOTDELETE" val="tqx9LhkMiOVKniFVhCO62Tg"/>
</p:tagLst>
</file>

<file path=ppt/tags/tag1566.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567.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68.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69.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70.xml><?xml version="1.0" encoding="utf-8"?>
<p:tagLst xmlns:a="http://schemas.openxmlformats.org/drawingml/2006/main" xmlns:r="http://schemas.openxmlformats.org/officeDocument/2006/relationships" xmlns:p="http://schemas.openxmlformats.org/presentationml/2006/main">
  <p:tag name="THINKCELLSHAPEDONOTDELETE" val="tGhimj5dV45ctpT5qZMw.rQ"/>
</p:tagLst>
</file>

<file path=ppt/tags/tag1571.xml><?xml version="1.0" encoding="utf-8"?>
<p:tagLst xmlns:a="http://schemas.openxmlformats.org/drawingml/2006/main" xmlns:r="http://schemas.openxmlformats.org/officeDocument/2006/relationships" xmlns:p="http://schemas.openxmlformats.org/presentationml/2006/main">
  <p:tag name="THINKCELLSHAPEDONOTDELETE" val="tPMR.iufp78xHt7SvmOXZdw"/>
</p:tagLst>
</file>

<file path=ppt/tags/tag1572.xml><?xml version="1.0" encoding="utf-8"?>
<p:tagLst xmlns:a="http://schemas.openxmlformats.org/drawingml/2006/main" xmlns:r="http://schemas.openxmlformats.org/officeDocument/2006/relationships" xmlns:p="http://schemas.openxmlformats.org/presentationml/2006/main">
  <p:tag name="THINKCELLSHAPEDONOTDELETE" val="tcraACq70ZY7QJ0uqVUNQIw"/>
</p:tagLst>
</file>

<file path=ppt/tags/tag1573.xml><?xml version="1.0" encoding="utf-8"?>
<p:tagLst xmlns:a="http://schemas.openxmlformats.org/drawingml/2006/main" xmlns:r="http://schemas.openxmlformats.org/officeDocument/2006/relationships" xmlns:p="http://schemas.openxmlformats.org/presentationml/2006/main">
  <p:tag name="THINKCELLSHAPEDONOTDELETE" val="tUazwlegJ8iIFHoaIVjmTXA"/>
</p:tagLst>
</file>

<file path=ppt/tags/tag1574.xml><?xml version="1.0" encoding="utf-8"?>
<p:tagLst xmlns:a="http://schemas.openxmlformats.org/drawingml/2006/main" xmlns:r="http://schemas.openxmlformats.org/officeDocument/2006/relationships" xmlns:p="http://schemas.openxmlformats.org/presentationml/2006/main">
  <p:tag name="THINKCELLSHAPEDONOTDELETE" val="tgcW3fZx7nViKpwuB7zo0RQ"/>
</p:tagLst>
</file>

<file path=ppt/tags/tag1575.xml><?xml version="1.0" encoding="utf-8"?>
<p:tagLst xmlns:a="http://schemas.openxmlformats.org/drawingml/2006/main" xmlns:r="http://schemas.openxmlformats.org/officeDocument/2006/relationships" xmlns:p="http://schemas.openxmlformats.org/presentationml/2006/main">
  <p:tag name="THINKCELLSHAPEDONOTDELETE" val="tZU1uNdIw6nj5JH1hraLJKA"/>
</p:tagLst>
</file>

<file path=ppt/tags/tag1576.xml><?xml version="1.0" encoding="utf-8"?>
<p:tagLst xmlns:a="http://schemas.openxmlformats.org/drawingml/2006/main" xmlns:r="http://schemas.openxmlformats.org/officeDocument/2006/relationships" xmlns:p="http://schemas.openxmlformats.org/presentationml/2006/main">
  <p:tag name="THINKCELLSHAPEDONOTDELETE" val="tNakIyhqc0dTg55clxrZyJQ"/>
</p:tagLst>
</file>

<file path=ppt/tags/tag1577.xml><?xml version="1.0" encoding="utf-8"?>
<p:tagLst xmlns:a="http://schemas.openxmlformats.org/drawingml/2006/main" xmlns:r="http://schemas.openxmlformats.org/officeDocument/2006/relationships" xmlns:p="http://schemas.openxmlformats.org/presentationml/2006/main">
  <p:tag name="THINKCELLSHAPEDONOTDELETE" val="tGrz4zr1sPVjpcmxrVGL1tQ"/>
</p:tagLst>
</file>

<file path=ppt/tags/tag1578.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579.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80.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81.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82.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583.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584.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585.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586.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5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8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589.xml><?xml version="1.0" encoding="utf-8"?>
<p:tagLst xmlns:a="http://schemas.openxmlformats.org/drawingml/2006/main" xmlns:r="http://schemas.openxmlformats.org/officeDocument/2006/relationships" xmlns:p="http://schemas.openxmlformats.org/presentationml/2006/main">
  <p:tag name="THINKCELLSHAPEDONOTDELETE" val="tqhQPIww9qchZ8_u0FZprkw"/>
</p:tagLst>
</file>

<file path=ppt/tags/tag1590.xml><?xml version="1.0" encoding="utf-8"?>
<p:tagLst xmlns:a="http://schemas.openxmlformats.org/drawingml/2006/main" xmlns:r="http://schemas.openxmlformats.org/officeDocument/2006/relationships" xmlns:p="http://schemas.openxmlformats.org/presentationml/2006/main">
  <p:tag name="THINKCELLSHAPEDONOTDELETE" val="teDahEYyFBOER6_kLi3mcog"/>
</p:tagLst>
</file>

<file path=ppt/tags/tag1591.xml><?xml version="1.0" encoding="utf-8"?>
<p:tagLst xmlns:a="http://schemas.openxmlformats.org/drawingml/2006/main" xmlns:r="http://schemas.openxmlformats.org/officeDocument/2006/relationships" xmlns:p="http://schemas.openxmlformats.org/presentationml/2006/main">
  <p:tag name="THINKCELLSHAPEDONOTDELETE" val="tN6pq2kMa2HPfprx2XzzJxA"/>
</p:tagLst>
</file>

<file path=ppt/tags/tag1592.xml><?xml version="1.0" encoding="utf-8"?>
<p:tagLst xmlns:a="http://schemas.openxmlformats.org/drawingml/2006/main" xmlns:r="http://schemas.openxmlformats.org/officeDocument/2006/relationships" xmlns:p="http://schemas.openxmlformats.org/presentationml/2006/main">
  <p:tag name="THINKCELLSHAPEDONOTDELETE" val="t4HDp0dn76KHi.28TNNSSeQ"/>
</p:tagLst>
</file>

<file path=ppt/tags/tag1593.xml><?xml version="1.0" encoding="utf-8"?>
<p:tagLst xmlns:a="http://schemas.openxmlformats.org/drawingml/2006/main" xmlns:r="http://schemas.openxmlformats.org/officeDocument/2006/relationships" xmlns:p="http://schemas.openxmlformats.org/presentationml/2006/main">
  <p:tag name="THINKCELLSHAPEDONOTDELETE" val="tVyZC8pk.NvePCkEAYMDadg"/>
</p:tagLst>
</file>

<file path=ppt/tags/tag1594.xml><?xml version="1.0" encoding="utf-8"?>
<p:tagLst xmlns:a="http://schemas.openxmlformats.org/drawingml/2006/main" xmlns:r="http://schemas.openxmlformats.org/officeDocument/2006/relationships" xmlns:p="http://schemas.openxmlformats.org/presentationml/2006/main">
  <p:tag name="THINKCELLSHAPEDONOTDELETE" val="tr4FYP1wenX4JHQmQJvRAwQ"/>
</p:tagLst>
</file>

<file path=ppt/tags/tag1595.xml><?xml version="1.0" encoding="utf-8"?>
<p:tagLst xmlns:a="http://schemas.openxmlformats.org/drawingml/2006/main" xmlns:r="http://schemas.openxmlformats.org/officeDocument/2006/relationships" xmlns:p="http://schemas.openxmlformats.org/presentationml/2006/main">
  <p:tag name="THINKCELLSHAPEDONOTDELETE" val="t8OyqjwJ96oGU2jIO0hSf5Q"/>
</p:tagLst>
</file>

<file path=ppt/tags/tag1596.xml><?xml version="1.0" encoding="utf-8"?>
<p:tagLst xmlns:a="http://schemas.openxmlformats.org/drawingml/2006/main" xmlns:r="http://schemas.openxmlformats.org/officeDocument/2006/relationships" xmlns:p="http://schemas.openxmlformats.org/presentationml/2006/main">
  <p:tag name="THINKCELLSHAPEDONOTDELETE" val="tydqOnKqrTt2KREV_M2kb.w"/>
</p:tagLst>
</file>

<file path=ppt/tags/tag1597.xml><?xml version="1.0" encoding="utf-8"?>
<p:tagLst xmlns:a="http://schemas.openxmlformats.org/drawingml/2006/main" xmlns:r="http://schemas.openxmlformats.org/officeDocument/2006/relationships" xmlns:p="http://schemas.openxmlformats.org/presentationml/2006/main">
  <p:tag name="THINKCELLSHAPEDONOTDELETE" val="t3uzexhJeD88FbFih1evfBg"/>
</p:tagLst>
</file>

<file path=ppt/tags/tag1598.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599.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600.xml><?xml version="1.0" encoding="utf-8"?>
<p:tagLst xmlns:a="http://schemas.openxmlformats.org/drawingml/2006/main" xmlns:r="http://schemas.openxmlformats.org/officeDocument/2006/relationships" xmlns:p="http://schemas.openxmlformats.org/presentationml/2006/main">
  <p:tag name="THINKCELLSHAPEDONOTDELETE" val="t5GHqeIM5KaPdAFhPzdKIHg"/>
</p:tagLst>
</file>

<file path=ppt/tags/tag1601.xml><?xml version="1.0" encoding="utf-8"?>
<p:tagLst xmlns:a="http://schemas.openxmlformats.org/drawingml/2006/main" xmlns:r="http://schemas.openxmlformats.org/officeDocument/2006/relationships" xmlns:p="http://schemas.openxmlformats.org/presentationml/2006/main">
  <p:tag name="THINKCELLSHAPEDONOTDELETE" val="t95PHpMOlao2tdz0d.7EBdw"/>
</p:tagLst>
</file>

<file path=ppt/tags/tag1602.xml><?xml version="1.0" encoding="utf-8"?>
<p:tagLst xmlns:a="http://schemas.openxmlformats.org/drawingml/2006/main" xmlns:r="http://schemas.openxmlformats.org/officeDocument/2006/relationships" xmlns:p="http://schemas.openxmlformats.org/presentationml/2006/main">
  <p:tag name="THINKCELLSHAPEDONOTDELETE" val="tGV1R6y6dx6lCSpulmlu5wQ"/>
</p:tagLst>
</file>

<file path=ppt/tags/tag1603.xml><?xml version="1.0" encoding="utf-8"?>
<p:tagLst xmlns:a="http://schemas.openxmlformats.org/drawingml/2006/main" xmlns:r="http://schemas.openxmlformats.org/officeDocument/2006/relationships" xmlns:p="http://schemas.openxmlformats.org/presentationml/2006/main">
  <p:tag name="THINKCELLSHAPEDONOTDELETE" val="tldtPS3jglFqelhZz_ImRNQ"/>
</p:tagLst>
</file>

<file path=ppt/tags/tag1604.xml><?xml version="1.0" encoding="utf-8"?>
<p:tagLst xmlns:a="http://schemas.openxmlformats.org/drawingml/2006/main" xmlns:r="http://schemas.openxmlformats.org/officeDocument/2006/relationships" xmlns:p="http://schemas.openxmlformats.org/presentationml/2006/main">
  <p:tag name="THINKCELLSHAPEDONOTDELETE" val="tepzMDw7fwM0SkwUrs5pZwQ"/>
</p:tagLst>
</file>

<file path=ppt/tags/tag1605.xml><?xml version="1.0" encoding="utf-8"?>
<p:tagLst xmlns:a="http://schemas.openxmlformats.org/drawingml/2006/main" xmlns:r="http://schemas.openxmlformats.org/officeDocument/2006/relationships" xmlns:p="http://schemas.openxmlformats.org/presentationml/2006/main">
  <p:tag name="THINKCELLSHAPEDONOTDELETE" val="tCAaMus7D3ccl4atY_99WwA"/>
</p:tagLst>
</file>

<file path=ppt/tags/tag1606.xml><?xml version="1.0" encoding="utf-8"?>
<p:tagLst xmlns:a="http://schemas.openxmlformats.org/drawingml/2006/main" xmlns:r="http://schemas.openxmlformats.org/officeDocument/2006/relationships" xmlns:p="http://schemas.openxmlformats.org/presentationml/2006/main">
  <p:tag name="THINKCELLSHAPEDONOTDELETE" val="tnXAT7tVFzh5v8jXWHl__4Q"/>
</p:tagLst>
</file>

<file path=ppt/tags/tag1607.xml><?xml version="1.0" encoding="utf-8"?>
<p:tagLst xmlns:a="http://schemas.openxmlformats.org/drawingml/2006/main" xmlns:r="http://schemas.openxmlformats.org/officeDocument/2006/relationships" xmlns:p="http://schemas.openxmlformats.org/presentationml/2006/main">
  <p:tag name="THINKCELLSHAPEDONOTDELETE" val="tXDXxFCGCDdFv8Q3dm.aXZg"/>
</p:tagLst>
</file>

<file path=ppt/tags/tag1608.xml><?xml version="1.0" encoding="utf-8"?>
<p:tagLst xmlns:a="http://schemas.openxmlformats.org/drawingml/2006/main" xmlns:r="http://schemas.openxmlformats.org/officeDocument/2006/relationships" xmlns:p="http://schemas.openxmlformats.org/presentationml/2006/main">
  <p:tag name="THINKCELLSHAPEDONOTDELETE" val="tN6nVMGP7NjSknKEAQTKhlg"/>
</p:tagLst>
</file>

<file path=ppt/tags/tag1609.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610.xml><?xml version="1.0" encoding="utf-8"?>
<p:tagLst xmlns:a="http://schemas.openxmlformats.org/drawingml/2006/main" xmlns:r="http://schemas.openxmlformats.org/officeDocument/2006/relationships" xmlns:p="http://schemas.openxmlformats.org/presentationml/2006/main">
  <p:tag name="THINKCELLSHAPEDONOTDELETE" val="tTxWZAKHhygu6jaZ.1NBz7A"/>
</p:tagLst>
</file>

<file path=ppt/tags/tag1611.xml><?xml version="1.0" encoding="utf-8"?>
<p:tagLst xmlns:a="http://schemas.openxmlformats.org/drawingml/2006/main" xmlns:r="http://schemas.openxmlformats.org/officeDocument/2006/relationships" xmlns:p="http://schemas.openxmlformats.org/presentationml/2006/main">
  <p:tag name="THINKCELLSHAPEDONOTDELETE" val="t5sIMzaFUEJYFx_67dd.6Ig"/>
</p:tagLst>
</file>

<file path=ppt/tags/tag1612.xml><?xml version="1.0" encoding="utf-8"?>
<p:tagLst xmlns:a="http://schemas.openxmlformats.org/drawingml/2006/main" xmlns:r="http://schemas.openxmlformats.org/officeDocument/2006/relationships" xmlns:p="http://schemas.openxmlformats.org/presentationml/2006/main">
  <p:tag name="THINKCELLSHAPEDONOTDELETE" val="tzKhmAOsXU8gbeH6blaH52w"/>
</p:tagLst>
</file>

<file path=ppt/tags/tag1613.xml><?xml version="1.0" encoding="utf-8"?>
<p:tagLst xmlns:a="http://schemas.openxmlformats.org/drawingml/2006/main" xmlns:r="http://schemas.openxmlformats.org/officeDocument/2006/relationships" xmlns:p="http://schemas.openxmlformats.org/presentationml/2006/main">
  <p:tag name="THINKCELLSHAPEDONOTDELETE" val="tKDY5MPBO6WHMWZJHKnapHQ"/>
</p:tagLst>
</file>

<file path=ppt/tags/tag1614.xml><?xml version="1.0" encoding="utf-8"?>
<p:tagLst xmlns:a="http://schemas.openxmlformats.org/drawingml/2006/main" xmlns:r="http://schemas.openxmlformats.org/officeDocument/2006/relationships" xmlns:p="http://schemas.openxmlformats.org/presentationml/2006/main">
  <p:tag name="THINKCELLSHAPEDONOTDELETE" val="tpL81mKgzYZUN0BJuWCgGkg"/>
</p:tagLst>
</file>

<file path=ppt/tags/tag1615.xml><?xml version="1.0" encoding="utf-8"?>
<p:tagLst xmlns:a="http://schemas.openxmlformats.org/drawingml/2006/main" xmlns:r="http://schemas.openxmlformats.org/officeDocument/2006/relationships" xmlns:p="http://schemas.openxmlformats.org/presentationml/2006/main">
  <p:tag name="THINKCELLSHAPEDONOTDELETE" val="tzRInxDH2NFn_n.0palDGHA"/>
</p:tagLst>
</file>

<file path=ppt/tags/tag1616.xml><?xml version="1.0" encoding="utf-8"?>
<p:tagLst xmlns:a="http://schemas.openxmlformats.org/drawingml/2006/main" xmlns:r="http://schemas.openxmlformats.org/officeDocument/2006/relationships" xmlns:p="http://schemas.openxmlformats.org/presentationml/2006/main">
  <p:tag name="THINKCELLSHAPEDONOTDELETE" val="teEqR5qHbdfLDAgyaxqQIcw"/>
</p:tagLst>
</file>

<file path=ppt/tags/tag1617.xml><?xml version="1.0" encoding="utf-8"?>
<p:tagLst xmlns:a="http://schemas.openxmlformats.org/drawingml/2006/main" xmlns:r="http://schemas.openxmlformats.org/officeDocument/2006/relationships" xmlns:p="http://schemas.openxmlformats.org/presentationml/2006/main">
  <p:tag name="THINKCELLSHAPEDONOTDELETE" val="tP5VfBrrS2uwzipnCZwD9CQ"/>
</p:tagLst>
</file>

<file path=ppt/tags/tag1618.xml><?xml version="1.0" encoding="utf-8"?>
<p:tagLst xmlns:a="http://schemas.openxmlformats.org/drawingml/2006/main" xmlns:r="http://schemas.openxmlformats.org/officeDocument/2006/relationships" xmlns:p="http://schemas.openxmlformats.org/presentationml/2006/main">
  <p:tag name="THINKCELLSHAPEDONOTDELETE" val="tXrqhGiuNG7slgXBbu9tknA"/>
</p:tagLst>
</file>

<file path=ppt/tags/tag1619.xml><?xml version="1.0" encoding="utf-8"?>
<p:tagLst xmlns:a="http://schemas.openxmlformats.org/drawingml/2006/main" xmlns:r="http://schemas.openxmlformats.org/officeDocument/2006/relationships" xmlns:p="http://schemas.openxmlformats.org/presentationml/2006/main">
  <p:tag name="THINKCELLSHAPEDONOTDELETE" val="tPGAumAKeLCobzYuuxbGq3g"/>
</p:tagLst>
</file>

<file path=ppt/tags/tag1620.xml><?xml version="1.0" encoding="utf-8"?>
<p:tagLst xmlns:a="http://schemas.openxmlformats.org/drawingml/2006/main" xmlns:r="http://schemas.openxmlformats.org/officeDocument/2006/relationships" xmlns:p="http://schemas.openxmlformats.org/presentationml/2006/main">
  <p:tag name="THINKCELLSHAPEDONOTDELETE" val="tcZE5hxyyzRkzQ6cIefo7JQ"/>
</p:tagLst>
</file>

<file path=ppt/tags/tag1621.xml><?xml version="1.0" encoding="utf-8"?>
<p:tagLst xmlns:a="http://schemas.openxmlformats.org/drawingml/2006/main" xmlns:r="http://schemas.openxmlformats.org/officeDocument/2006/relationships" xmlns:p="http://schemas.openxmlformats.org/presentationml/2006/main">
  <p:tag name="THINKCELLSHAPEDONOTDELETE" val="thabBozb3o_Yzt2brdpkLjA"/>
</p:tagLst>
</file>

<file path=ppt/tags/tag1622.xml><?xml version="1.0" encoding="utf-8"?>
<p:tagLst xmlns:a="http://schemas.openxmlformats.org/drawingml/2006/main" xmlns:r="http://schemas.openxmlformats.org/officeDocument/2006/relationships" xmlns:p="http://schemas.openxmlformats.org/presentationml/2006/main">
  <p:tag name="THINKCELLSHAPEDONOTDELETE" val="tbiD8jF0WcbmMzePEhnKUUQ"/>
</p:tagLst>
</file>

<file path=ppt/tags/tag1623.xml><?xml version="1.0" encoding="utf-8"?>
<p:tagLst xmlns:a="http://schemas.openxmlformats.org/drawingml/2006/main" xmlns:r="http://schemas.openxmlformats.org/officeDocument/2006/relationships" xmlns:p="http://schemas.openxmlformats.org/presentationml/2006/main">
  <p:tag name="THINKCELLSHAPEDONOTDELETE" val="tBYjzMriO18iBZedqNSaXWg"/>
</p:tagLst>
</file>

<file path=ppt/tags/tag1624.xml><?xml version="1.0" encoding="utf-8"?>
<p:tagLst xmlns:a="http://schemas.openxmlformats.org/drawingml/2006/main" xmlns:r="http://schemas.openxmlformats.org/officeDocument/2006/relationships" xmlns:p="http://schemas.openxmlformats.org/presentationml/2006/main">
  <p:tag name="THINKCELLSHAPEDONOTDELETE" val="tLqojHJqGlioa3ct0Zk804A"/>
</p:tagLst>
</file>

<file path=ppt/tags/tag1625.xml><?xml version="1.0" encoding="utf-8"?>
<p:tagLst xmlns:a="http://schemas.openxmlformats.org/drawingml/2006/main" xmlns:r="http://schemas.openxmlformats.org/officeDocument/2006/relationships" xmlns:p="http://schemas.openxmlformats.org/presentationml/2006/main">
  <p:tag name="THINKCELLSHAPEDONOTDELETE" val="tqN1__dPb.k9SO7yQqHOiAg"/>
</p:tagLst>
</file>

<file path=ppt/tags/tag1626.xml><?xml version="1.0" encoding="utf-8"?>
<p:tagLst xmlns:a="http://schemas.openxmlformats.org/drawingml/2006/main" xmlns:r="http://schemas.openxmlformats.org/officeDocument/2006/relationships" xmlns:p="http://schemas.openxmlformats.org/presentationml/2006/main">
  <p:tag name="THINKCELLSHAPEDONOTDELETE" val="tH7THNLKxdFMyLr.dM_sWuw"/>
</p:tagLst>
</file>

<file path=ppt/tags/tag1627.xml><?xml version="1.0" encoding="utf-8"?>
<p:tagLst xmlns:a="http://schemas.openxmlformats.org/drawingml/2006/main" xmlns:r="http://schemas.openxmlformats.org/officeDocument/2006/relationships" xmlns:p="http://schemas.openxmlformats.org/presentationml/2006/main">
  <p:tag name="THINKCELLSHAPEDONOTDELETE" val="tIf2KeeVOecSla8pvHwPBIg"/>
</p:tagLst>
</file>

<file path=ppt/tags/tag1628.xml><?xml version="1.0" encoding="utf-8"?>
<p:tagLst xmlns:a="http://schemas.openxmlformats.org/drawingml/2006/main" xmlns:r="http://schemas.openxmlformats.org/officeDocument/2006/relationships" xmlns:p="http://schemas.openxmlformats.org/presentationml/2006/main">
  <p:tag name="THINKCELLSHAPEDONOTDELETE" val="tdrma.R5_pwIOehOYorrmWw"/>
</p:tagLst>
</file>

<file path=ppt/tags/tag1629.xml><?xml version="1.0" encoding="utf-8"?>
<p:tagLst xmlns:a="http://schemas.openxmlformats.org/drawingml/2006/main" xmlns:r="http://schemas.openxmlformats.org/officeDocument/2006/relationships" xmlns:p="http://schemas.openxmlformats.org/presentationml/2006/main">
  <p:tag name="THINKCELLSHAPEDONOTDELETE" val="tsSuQ5ykDT5ZNsnrkw5GWxQ"/>
</p:tagLst>
</file>

<file path=ppt/tags/tag1630.xml><?xml version="1.0" encoding="utf-8"?>
<p:tagLst xmlns:a="http://schemas.openxmlformats.org/drawingml/2006/main" xmlns:r="http://schemas.openxmlformats.org/officeDocument/2006/relationships" xmlns:p="http://schemas.openxmlformats.org/presentationml/2006/main">
  <p:tag name="THINKCELLSHAPEDONOTDELETE" val="tNnHfvHGK8zm3TrOH9F8.BQ"/>
</p:tagLst>
</file>

<file path=ppt/tags/tag1631.xml><?xml version="1.0" encoding="utf-8"?>
<p:tagLst xmlns:a="http://schemas.openxmlformats.org/drawingml/2006/main" xmlns:r="http://schemas.openxmlformats.org/officeDocument/2006/relationships" xmlns:p="http://schemas.openxmlformats.org/presentationml/2006/main">
  <p:tag name="THINKCELLSHAPEDONOTDELETE" val="tvH9syLmB5qtcR70tMgossw"/>
</p:tagLst>
</file>

<file path=ppt/tags/tag1632.xml><?xml version="1.0" encoding="utf-8"?>
<p:tagLst xmlns:a="http://schemas.openxmlformats.org/drawingml/2006/main" xmlns:r="http://schemas.openxmlformats.org/officeDocument/2006/relationships" xmlns:p="http://schemas.openxmlformats.org/presentationml/2006/main">
  <p:tag name="THINKCELLSHAPEDONOTDELETE" val="tDHr.RG.vKgFmrQmPXPiPyQ"/>
</p:tagLst>
</file>

<file path=ppt/tags/tag1633.xml><?xml version="1.0" encoding="utf-8"?>
<p:tagLst xmlns:a="http://schemas.openxmlformats.org/drawingml/2006/main" xmlns:r="http://schemas.openxmlformats.org/officeDocument/2006/relationships" xmlns:p="http://schemas.openxmlformats.org/presentationml/2006/main">
  <p:tag name="THINKCELLSHAPEDONOTDELETE" val="tFEENtwZeOCa8oBajyYa0Gw"/>
</p:tagLst>
</file>

<file path=ppt/tags/tag1634.xml><?xml version="1.0" encoding="utf-8"?>
<p:tagLst xmlns:a="http://schemas.openxmlformats.org/drawingml/2006/main" xmlns:r="http://schemas.openxmlformats.org/officeDocument/2006/relationships" xmlns:p="http://schemas.openxmlformats.org/presentationml/2006/main">
  <p:tag name="THINKCELLSHAPEDONOTDELETE" val="tU4zU3UvybhRohPZuXSyAkw"/>
</p:tagLst>
</file>

<file path=ppt/tags/tag1635.xml><?xml version="1.0" encoding="utf-8"?>
<p:tagLst xmlns:a="http://schemas.openxmlformats.org/drawingml/2006/main" xmlns:r="http://schemas.openxmlformats.org/officeDocument/2006/relationships" xmlns:p="http://schemas.openxmlformats.org/presentationml/2006/main">
  <p:tag name="THINKCELLSHAPEDONOTDELETE" val="ttQIbBD.W8bQsr_tDFst0VQ"/>
</p:tagLst>
</file>

<file path=ppt/tags/tag1636.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637.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638.xml><?xml version="1.0" encoding="utf-8"?>
<p:tagLst xmlns:a="http://schemas.openxmlformats.org/drawingml/2006/main" xmlns:r="http://schemas.openxmlformats.org/officeDocument/2006/relationships" xmlns:p="http://schemas.openxmlformats.org/presentationml/2006/main">
  <p:tag name="THINKCELLSHAPEDONOTDELETE" val="t.AAIbAsgJfJyijnEnGJ1KQ"/>
</p:tagLst>
</file>

<file path=ppt/tags/tag1639.xml><?xml version="1.0" encoding="utf-8"?>
<p:tagLst xmlns:a="http://schemas.openxmlformats.org/drawingml/2006/main" xmlns:r="http://schemas.openxmlformats.org/officeDocument/2006/relationships" xmlns:p="http://schemas.openxmlformats.org/presentationml/2006/main">
  <p:tag name="THINKCELLSHAPEDONOTDELETE" val="tplojLsI8VyY324EQNrfDZQ"/>
</p:tagLst>
</file>

<file path=ppt/tags/tag1640.xml><?xml version="1.0" encoding="utf-8"?>
<p:tagLst xmlns:a="http://schemas.openxmlformats.org/drawingml/2006/main" xmlns:r="http://schemas.openxmlformats.org/officeDocument/2006/relationships" xmlns:p="http://schemas.openxmlformats.org/presentationml/2006/main">
  <p:tag name="THINKCELLSHAPEDONOTDELETE" val="tNEMgcEoeetKbCBmOmona1A"/>
</p:tagLst>
</file>

<file path=ppt/tags/tag1641.xml><?xml version="1.0" encoding="utf-8"?>
<p:tagLst xmlns:a="http://schemas.openxmlformats.org/drawingml/2006/main" xmlns:r="http://schemas.openxmlformats.org/officeDocument/2006/relationships" xmlns:p="http://schemas.openxmlformats.org/presentationml/2006/main">
  <p:tag name="THINKCELLSHAPEDONOTDELETE" val="tPiNCzU7Qd1xB3._ppyC4NQ"/>
</p:tagLst>
</file>

<file path=ppt/tags/tag1642.xml><?xml version="1.0" encoding="utf-8"?>
<p:tagLst xmlns:a="http://schemas.openxmlformats.org/drawingml/2006/main" xmlns:r="http://schemas.openxmlformats.org/officeDocument/2006/relationships" xmlns:p="http://schemas.openxmlformats.org/presentationml/2006/main">
  <p:tag name="THINKCELLSHAPEDONOTDELETE" val="tBYMUmwhHK4q0Dv9FDM7.VQ"/>
</p:tagLst>
</file>

<file path=ppt/tags/tag1643.xml><?xml version="1.0" encoding="utf-8"?>
<p:tagLst xmlns:a="http://schemas.openxmlformats.org/drawingml/2006/main" xmlns:r="http://schemas.openxmlformats.org/officeDocument/2006/relationships" xmlns:p="http://schemas.openxmlformats.org/presentationml/2006/main">
  <p:tag name="THINKCELLSHAPEDONOTDELETE" val="t9L2XFQHJ_Vbvh2Po41_2sw"/>
</p:tagLst>
</file>

<file path=ppt/tags/tag1644.xml><?xml version="1.0" encoding="utf-8"?>
<p:tagLst xmlns:a="http://schemas.openxmlformats.org/drawingml/2006/main" xmlns:r="http://schemas.openxmlformats.org/officeDocument/2006/relationships" xmlns:p="http://schemas.openxmlformats.org/presentationml/2006/main">
  <p:tag name="THINKCELLSHAPEDONOTDELETE" val="tmBvosVbmj1MMNzOSfpRlVA"/>
</p:tagLst>
</file>

<file path=ppt/tags/tag1645.xml><?xml version="1.0" encoding="utf-8"?>
<p:tagLst xmlns:a="http://schemas.openxmlformats.org/drawingml/2006/main" xmlns:r="http://schemas.openxmlformats.org/officeDocument/2006/relationships" xmlns:p="http://schemas.openxmlformats.org/presentationml/2006/main">
  <p:tag name="THINKCELLSHAPEDONOTDELETE" val="t1lUOQHnKm9Sq43SfHIj9FQ"/>
</p:tagLst>
</file>

<file path=ppt/tags/tag1646.xml><?xml version="1.0" encoding="utf-8"?>
<p:tagLst xmlns:a="http://schemas.openxmlformats.org/drawingml/2006/main" xmlns:r="http://schemas.openxmlformats.org/officeDocument/2006/relationships" xmlns:p="http://schemas.openxmlformats.org/presentationml/2006/main">
  <p:tag name="THINKCELLSHAPEDONOTDELETE" val="t5MBPLeHLylsVAn6MOuDH5g"/>
</p:tagLst>
</file>

<file path=ppt/tags/tag1647.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648.xml><?xml version="1.0" encoding="utf-8"?>
<p:tagLst xmlns:a="http://schemas.openxmlformats.org/drawingml/2006/main" xmlns:r="http://schemas.openxmlformats.org/officeDocument/2006/relationships" xmlns:p="http://schemas.openxmlformats.org/presentationml/2006/main">
  <p:tag name="THINKCELLSHAPEDONOTDELETE" val="tJq3jlGPlU0dIidqcpjoFsw"/>
</p:tagLst>
</file>

<file path=ppt/tags/tag1649.xml><?xml version="1.0" encoding="utf-8"?>
<p:tagLst xmlns:a="http://schemas.openxmlformats.org/drawingml/2006/main" xmlns:r="http://schemas.openxmlformats.org/officeDocument/2006/relationships" xmlns:p="http://schemas.openxmlformats.org/presentationml/2006/main">
  <p:tag name="THINKCELLSHAPEDONOTDELETE" val="t.IFAkwNo.96fv2_3OsdnVQ"/>
</p:tagLst>
</file>

<file path=ppt/tags/tag1650.xml><?xml version="1.0" encoding="utf-8"?>
<p:tagLst xmlns:a="http://schemas.openxmlformats.org/drawingml/2006/main" xmlns:r="http://schemas.openxmlformats.org/officeDocument/2006/relationships" xmlns:p="http://schemas.openxmlformats.org/presentationml/2006/main">
  <p:tag name="THINKCELLSHAPEDONOTDELETE" val="tKHIe.sbt3J56teuBlQhVug"/>
</p:tagLst>
</file>

<file path=ppt/tags/tag1651.xml><?xml version="1.0" encoding="utf-8"?>
<p:tagLst xmlns:a="http://schemas.openxmlformats.org/drawingml/2006/main" xmlns:r="http://schemas.openxmlformats.org/officeDocument/2006/relationships" xmlns:p="http://schemas.openxmlformats.org/presentationml/2006/main">
  <p:tag name="THINKCELLSHAPEDONOTDELETE" val="t5UEm1e6xCrSmsqCyfO0pbw"/>
</p:tagLst>
</file>

<file path=ppt/tags/tag1652.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653.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654.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655.xml><?xml version="1.0" encoding="utf-8"?>
<p:tagLst xmlns:a="http://schemas.openxmlformats.org/drawingml/2006/main" xmlns:r="http://schemas.openxmlformats.org/officeDocument/2006/relationships" xmlns:p="http://schemas.openxmlformats.org/presentationml/2006/main">
  <p:tag name="THINKCELLSHAPEDONOTDELETE" val="thIrdsbNuAYtnfU89lImopA"/>
</p:tagLst>
</file>

<file path=ppt/tags/tag1656.xml><?xml version="1.0" encoding="utf-8"?>
<p:tagLst xmlns:a="http://schemas.openxmlformats.org/drawingml/2006/main" xmlns:r="http://schemas.openxmlformats.org/officeDocument/2006/relationships" xmlns:p="http://schemas.openxmlformats.org/presentationml/2006/main">
  <p:tag name="THINKCELLSHAPEDONOTDELETE" val="tWcjf3lyRSZNUUE5VFtwSPA"/>
</p:tagLst>
</file>

<file path=ppt/tags/tag1657.xml><?xml version="1.0" encoding="utf-8"?>
<p:tagLst xmlns:a="http://schemas.openxmlformats.org/drawingml/2006/main" xmlns:r="http://schemas.openxmlformats.org/officeDocument/2006/relationships" xmlns:p="http://schemas.openxmlformats.org/presentationml/2006/main">
  <p:tag name="THINKCELLSHAPEDONOTDELETE" val="teJQ5bTSN938czMTpPftqRQ"/>
</p:tagLst>
</file>

<file path=ppt/tags/tag1658.xml><?xml version="1.0" encoding="utf-8"?>
<p:tagLst xmlns:a="http://schemas.openxmlformats.org/drawingml/2006/main" xmlns:r="http://schemas.openxmlformats.org/officeDocument/2006/relationships" xmlns:p="http://schemas.openxmlformats.org/presentationml/2006/main">
  <p:tag name="THINKCELLSHAPEDONOTDELETE" val="tl6IqrUEmssRONnRHEhT01Q"/>
</p:tagLst>
</file>

<file path=ppt/tags/tag1659.xml><?xml version="1.0" encoding="utf-8"?>
<p:tagLst xmlns:a="http://schemas.openxmlformats.org/drawingml/2006/main" xmlns:r="http://schemas.openxmlformats.org/officeDocument/2006/relationships" xmlns:p="http://schemas.openxmlformats.org/presentationml/2006/main">
  <p:tag name="THINKCELLSHAPEDONOTDELETE" val="toqiutneVZ5NTgjhNyig5DQ"/>
</p:tagLst>
</file>

<file path=ppt/tags/tag1660.xml><?xml version="1.0" encoding="utf-8"?>
<p:tagLst xmlns:a="http://schemas.openxmlformats.org/drawingml/2006/main" xmlns:r="http://schemas.openxmlformats.org/officeDocument/2006/relationships" xmlns:p="http://schemas.openxmlformats.org/presentationml/2006/main">
  <p:tag name="THINKCELLSHAPEDONOTDELETE" val="tLHxPT.Sfys6RCIs0nASq_g"/>
</p:tagLst>
</file>

<file path=ppt/tags/tag1661.xml><?xml version="1.0" encoding="utf-8"?>
<p:tagLst xmlns:a="http://schemas.openxmlformats.org/drawingml/2006/main" xmlns:r="http://schemas.openxmlformats.org/officeDocument/2006/relationships" xmlns:p="http://schemas.openxmlformats.org/presentationml/2006/main">
  <p:tag name="THINKCELLSHAPEDONOTDELETE" val="tfj7n5vtqCjAhqLUWwyU_VQ"/>
</p:tagLst>
</file>

<file path=ppt/tags/tag1662.xml><?xml version="1.0" encoding="utf-8"?>
<p:tagLst xmlns:a="http://schemas.openxmlformats.org/drawingml/2006/main" xmlns:r="http://schemas.openxmlformats.org/officeDocument/2006/relationships" xmlns:p="http://schemas.openxmlformats.org/presentationml/2006/main">
  <p:tag name="THINKCELLSHAPEDONOTDELETE" val="tPoXWkl0eX174SXrFUPxtgA"/>
</p:tagLst>
</file>

<file path=ppt/tags/tag1663.xml><?xml version="1.0" encoding="utf-8"?>
<p:tagLst xmlns:a="http://schemas.openxmlformats.org/drawingml/2006/main" xmlns:r="http://schemas.openxmlformats.org/officeDocument/2006/relationships" xmlns:p="http://schemas.openxmlformats.org/presentationml/2006/main">
  <p:tag name="THINKCELLSHAPEDONOTDELETE" val="tfJi.XbZwG1zCL4h1DrUVKA"/>
</p:tagLst>
</file>

<file path=ppt/tags/tag1664.xml><?xml version="1.0" encoding="utf-8"?>
<p:tagLst xmlns:a="http://schemas.openxmlformats.org/drawingml/2006/main" xmlns:r="http://schemas.openxmlformats.org/officeDocument/2006/relationships" xmlns:p="http://schemas.openxmlformats.org/presentationml/2006/main">
  <p:tag name="THINKCELLSHAPEDONOTDELETE" val="to_4lFh62aLUZAFiY8tviVA"/>
</p:tagLst>
</file>

<file path=ppt/tags/tag1665.xml><?xml version="1.0" encoding="utf-8"?>
<p:tagLst xmlns:a="http://schemas.openxmlformats.org/drawingml/2006/main" xmlns:r="http://schemas.openxmlformats.org/officeDocument/2006/relationships" xmlns:p="http://schemas.openxmlformats.org/presentationml/2006/main">
  <p:tag name="THINKCELLSHAPEDONOTDELETE" val="tFxboY4TosmLbAwtGqkAWuA"/>
</p:tagLst>
</file>

<file path=ppt/tags/tag1666.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6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6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669.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6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7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672.xml><?xml version="1.0" encoding="utf-8"?>
<p:tagLst xmlns:a="http://schemas.openxmlformats.org/drawingml/2006/main" xmlns:r="http://schemas.openxmlformats.org/officeDocument/2006/relationships" xmlns:p="http://schemas.openxmlformats.org/presentationml/2006/main">
  <p:tag name="THINKCELLSHAPEDONOTDELETE" val="t6QGy2wa0xQZCqnk2BhWrHA"/>
</p:tagLst>
</file>

<file path=ppt/tags/tag1673.xml><?xml version="1.0" encoding="utf-8"?>
<p:tagLst xmlns:a="http://schemas.openxmlformats.org/drawingml/2006/main" xmlns:r="http://schemas.openxmlformats.org/officeDocument/2006/relationships" xmlns:p="http://schemas.openxmlformats.org/presentationml/2006/main">
  <p:tag name="THINKCELLSHAPEDONOTDELETE" val="t.ElkQ2NN7tHxc9u_8uZ5Yw"/>
</p:tagLst>
</file>

<file path=ppt/tags/tag1674.xml><?xml version="1.0" encoding="utf-8"?>
<p:tagLst xmlns:a="http://schemas.openxmlformats.org/drawingml/2006/main" xmlns:r="http://schemas.openxmlformats.org/officeDocument/2006/relationships" xmlns:p="http://schemas.openxmlformats.org/presentationml/2006/main">
  <p:tag name="THINKCELLSHAPEDONOTDELETE" val="tUT.qg0YLe2s8boHW.uJnrw"/>
</p:tagLst>
</file>

<file path=ppt/tags/tag1675.xml><?xml version="1.0" encoding="utf-8"?>
<p:tagLst xmlns:a="http://schemas.openxmlformats.org/drawingml/2006/main" xmlns:r="http://schemas.openxmlformats.org/officeDocument/2006/relationships" xmlns:p="http://schemas.openxmlformats.org/presentationml/2006/main">
  <p:tag name="THINKCELLSHAPEDONOTDELETE" val="tCZRqt_WStXBdz8XZKAFQnA"/>
</p:tagLst>
</file>

<file path=ppt/tags/tag1676.xml><?xml version="1.0" encoding="utf-8"?>
<p:tagLst xmlns:a="http://schemas.openxmlformats.org/drawingml/2006/main" xmlns:r="http://schemas.openxmlformats.org/officeDocument/2006/relationships" xmlns:p="http://schemas.openxmlformats.org/presentationml/2006/main">
  <p:tag name="THINKCELLSHAPEDONOTDELETE" val="tZeKhGzqulDHJ5UhQXJaQmQ"/>
</p:tagLst>
</file>

<file path=ppt/tags/tag1677.xml><?xml version="1.0" encoding="utf-8"?>
<p:tagLst xmlns:a="http://schemas.openxmlformats.org/drawingml/2006/main" xmlns:r="http://schemas.openxmlformats.org/officeDocument/2006/relationships" xmlns:p="http://schemas.openxmlformats.org/presentationml/2006/main">
  <p:tag name="THINKCELLSHAPEDONOTDELETE" val="tJDAmoJbMqtkXB0O0eEuxow"/>
</p:tagLst>
</file>

<file path=ppt/tags/tag1678.xml><?xml version="1.0" encoding="utf-8"?>
<p:tagLst xmlns:a="http://schemas.openxmlformats.org/drawingml/2006/main" xmlns:r="http://schemas.openxmlformats.org/officeDocument/2006/relationships" xmlns:p="http://schemas.openxmlformats.org/presentationml/2006/main">
  <p:tag name="THINKCELLSHAPEDONOTDELETE" val="tfqOOi6elqHZR9WTc5kar9g"/>
</p:tagLst>
</file>

<file path=ppt/tags/tag1679.xml><?xml version="1.0" encoding="utf-8"?>
<p:tagLst xmlns:a="http://schemas.openxmlformats.org/drawingml/2006/main" xmlns:r="http://schemas.openxmlformats.org/officeDocument/2006/relationships" xmlns:p="http://schemas.openxmlformats.org/presentationml/2006/main">
  <p:tag name="THINKCELLSHAPEDONOTDELETE" val="t3Uq8Vs6XI6HbBJWYQt8SlA"/>
</p:tagLst>
</file>

<file path=ppt/tags/tag1680.xml><?xml version="1.0" encoding="utf-8"?>
<p:tagLst xmlns:a="http://schemas.openxmlformats.org/drawingml/2006/main" xmlns:r="http://schemas.openxmlformats.org/officeDocument/2006/relationships" xmlns:p="http://schemas.openxmlformats.org/presentationml/2006/main">
  <p:tag name="THINKCELLSHAPEDONOTDELETE" val="tPF4y8_m9iRN_kZHhatu6ww"/>
</p:tagLst>
</file>

<file path=ppt/tags/tag1681.xml><?xml version="1.0" encoding="utf-8"?>
<p:tagLst xmlns:a="http://schemas.openxmlformats.org/drawingml/2006/main" xmlns:r="http://schemas.openxmlformats.org/officeDocument/2006/relationships" xmlns:p="http://schemas.openxmlformats.org/presentationml/2006/main">
  <p:tag name="THINKCELLSHAPEDONOTDELETE" val="tcG6F_2Z9x12pkr331Qo3Ng"/>
</p:tagLst>
</file>

<file path=ppt/tags/tag1682.xml><?xml version="1.0" encoding="utf-8"?>
<p:tagLst xmlns:a="http://schemas.openxmlformats.org/drawingml/2006/main" xmlns:r="http://schemas.openxmlformats.org/officeDocument/2006/relationships" xmlns:p="http://schemas.openxmlformats.org/presentationml/2006/main">
  <p:tag name="THINKCELLSHAPEDONOTDELETE" val="tAhI_FLuq5D1ArgNFS8FZDg"/>
</p:tagLst>
</file>

<file path=ppt/tags/tag1683.xml><?xml version="1.0" encoding="utf-8"?>
<p:tagLst xmlns:a="http://schemas.openxmlformats.org/drawingml/2006/main" xmlns:r="http://schemas.openxmlformats.org/officeDocument/2006/relationships" xmlns:p="http://schemas.openxmlformats.org/presentationml/2006/main">
  <p:tag name="THINKCELLSHAPEDONOTDELETE" val="tcr.GOs8KZ98iRsE91M2goA"/>
</p:tagLst>
</file>

<file path=ppt/tags/tag1684.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685.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686.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6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8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689.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690.xml><?xml version="1.0" encoding="utf-8"?>
<p:tagLst xmlns:a="http://schemas.openxmlformats.org/drawingml/2006/main" xmlns:r="http://schemas.openxmlformats.org/officeDocument/2006/relationships" xmlns:p="http://schemas.openxmlformats.org/presentationml/2006/main">
  <p:tag name="THINKCELLSHAPEDONOTDELETE" val="toUXq3NKtqQkME7Fb.btWCA"/>
</p:tagLst>
</file>

<file path=ppt/tags/tag1691.xml><?xml version="1.0" encoding="utf-8"?>
<p:tagLst xmlns:a="http://schemas.openxmlformats.org/drawingml/2006/main" xmlns:r="http://schemas.openxmlformats.org/officeDocument/2006/relationships" xmlns:p="http://schemas.openxmlformats.org/presentationml/2006/main">
  <p:tag name="THINKCELLSHAPEDONOTDELETE" val="tUfTl884PG1ArJESrJsim0g"/>
</p:tagLst>
</file>

<file path=ppt/tags/tag1692.xml><?xml version="1.0" encoding="utf-8"?>
<p:tagLst xmlns:a="http://schemas.openxmlformats.org/drawingml/2006/main" xmlns:r="http://schemas.openxmlformats.org/officeDocument/2006/relationships" xmlns:p="http://schemas.openxmlformats.org/presentationml/2006/main">
  <p:tag name="THINKCELLSHAPEDONOTDELETE" val="t4wpEmGoUyPhClYRu_W5aBQ"/>
</p:tagLst>
</file>

<file path=ppt/tags/tag1693.xml><?xml version="1.0" encoding="utf-8"?>
<p:tagLst xmlns:a="http://schemas.openxmlformats.org/drawingml/2006/main" xmlns:r="http://schemas.openxmlformats.org/officeDocument/2006/relationships" xmlns:p="http://schemas.openxmlformats.org/presentationml/2006/main">
  <p:tag name="THINKCELLSHAPEDONOTDELETE" val="tJY.3h6ShS6e19VWW2AkDlQ"/>
</p:tagLst>
</file>

<file path=ppt/tags/tag1694.xml><?xml version="1.0" encoding="utf-8"?>
<p:tagLst xmlns:a="http://schemas.openxmlformats.org/drawingml/2006/main" xmlns:r="http://schemas.openxmlformats.org/officeDocument/2006/relationships" xmlns:p="http://schemas.openxmlformats.org/presentationml/2006/main">
  <p:tag name="THINKCELLSHAPEDONOTDELETE" val="t7e2ohp7_a.0Po1MqO.2Fbg"/>
</p:tagLst>
</file>

<file path=ppt/tags/tag1695.xml><?xml version="1.0" encoding="utf-8"?>
<p:tagLst xmlns:a="http://schemas.openxmlformats.org/drawingml/2006/main" xmlns:r="http://schemas.openxmlformats.org/officeDocument/2006/relationships" xmlns:p="http://schemas.openxmlformats.org/presentationml/2006/main">
  <p:tag name="THINKCELLSHAPEDONOTDELETE" val="tFNxPdB99HZK0HGhm9ibH2Q"/>
</p:tagLst>
</file>

<file path=ppt/tags/tag1696.xml><?xml version="1.0" encoding="utf-8"?>
<p:tagLst xmlns:a="http://schemas.openxmlformats.org/drawingml/2006/main" xmlns:r="http://schemas.openxmlformats.org/officeDocument/2006/relationships" xmlns:p="http://schemas.openxmlformats.org/presentationml/2006/main">
  <p:tag name="THINKCELLSHAPEDONOTDELETE" val="tkbRaTzXEZJAlDzvmn9xnxg"/>
</p:tagLst>
</file>

<file path=ppt/tags/tag1697.xml><?xml version="1.0" encoding="utf-8"?>
<p:tagLst xmlns:a="http://schemas.openxmlformats.org/drawingml/2006/main" xmlns:r="http://schemas.openxmlformats.org/officeDocument/2006/relationships" xmlns:p="http://schemas.openxmlformats.org/presentationml/2006/main">
  <p:tag name="THINKCELLSHAPEDONOTDELETE" val="tUsmY2pKRv5jVvUzq_9jaXg"/>
</p:tagLst>
</file>

<file path=ppt/tags/tag1698.xml><?xml version="1.0" encoding="utf-8"?>
<p:tagLst xmlns:a="http://schemas.openxmlformats.org/drawingml/2006/main" xmlns:r="http://schemas.openxmlformats.org/officeDocument/2006/relationships" xmlns:p="http://schemas.openxmlformats.org/presentationml/2006/main">
  <p:tag name="THINKCELLSHAPEDONOTDELETE" val="tfO4ZYVULEnSoOhVJCxinEg"/>
</p:tagLst>
</file>

<file path=ppt/tags/tag1699.xml><?xml version="1.0" encoding="utf-8"?>
<p:tagLst xmlns:a="http://schemas.openxmlformats.org/drawingml/2006/main" xmlns:r="http://schemas.openxmlformats.org/officeDocument/2006/relationships" xmlns:p="http://schemas.openxmlformats.org/presentationml/2006/main">
  <p:tag name="THINKCELLSHAPEDONOTDELETE" val="tfcI8XyMYQJrIFwpIZb2myQ"/>
</p:tagLst>
</file>

<file path=ppt/tags/tag1700.xml><?xml version="1.0" encoding="utf-8"?>
<p:tagLst xmlns:a="http://schemas.openxmlformats.org/drawingml/2006/main" xmlns:r="http://schemas.openxmlformats.org/officeDocument/2006/relationships" xmlns:p="http://schemas.openxmlformats.org/presentationml/2006/main">
  <p:tag name="THINKCELLSHAPEDONOTDELETE" val="t_ikmLxILtgpsUhLEDPdowQ"/>
</p:tagLst>
</file>

<file path=ppt/tags/tag1701.xml><?xml version="1.0" encoding="utf-8"?>
<p:tagLst xmlns:a="http://schemas.openxmlformats.org/drawingml/2006/main" xmlns:r="http://schemas.openxmlformats.org/officeDocument/2006/relationships" xmlns:p="http://schemas.openxmlformats.org/presentationml/2006/main">
  <p:tag name="THINKCELLSHAPEDONOTDELETE" val="tjmDr5aThMTVC4Q34buvGqQ"/>
</p:tagLst>
</file>

<file path=ppt/tags/tag1702.xml><?xml version="1.0" encoding="utf-8"?>
<p:tagLst xmlns:a="http://schemas.openxmlformats.org/drawingml/2006/main" xmlns:r="http://schemas.openxmlformats.org/officeDocument/2006/relationships" xmlns:p="http://schemas.openxmlformats.org/presentationml/2006/main">
  <p:tag name="THINKCELLSHAPEDONOTDELETE" val="tyEZ6Kc9bbmgHJA2DDmE37w"/>
</p:tagLst>
</file>

<file path=ppt/tags/tag1703.xml><?xml version="1.0" encoding="utf-8"?>
<p:tagLst xmlns:a="http://schemas.openxmlformats.org/drawingml/2006/main" xmlns:r="http://schemas.openxmlformats.org/officeDocument/2006/relationships" xmlns:p="http://schemas.openxmlformats.org/presentationml/2006/main">
  <p:tag name="THINKCELLSHAPEDONOTDELETE" val="tV2NG7NCorsAGTPiHlSqUxw"/>
</p:tagLst>
</file>

<file path=ppt/tags/tag1704.xml><?xml version="1.0" encoding="utf-8"?>
<p:tagLst xmlns:a="http://schemas.openxmlformats.org/drawingml/2006/main" xmlns:r="http://schemas.openxmlformats.org/officeDocument/2006/relationships" xmlns:p="http://schemas.openxmlformats.org/presentationml/2006/main">
  <p:tag name="THINKCELLSHAPEDONOTDELETE" val="tko8U6TnCNrMcsNbtwoL8bw"/>
</p:tagLst>
</file>

<file path=ppt/tags/tag1705.xml><?xml version="1.0" encoding="utf-8"?>
<p:tagLst xmlns:a="http://schemas.openxmlformats.org/drawingml/2006/main" xmlns:r="http://schemas.openxmlformats.org/officeDocument/2006/relationships" xmlns:p="http://schemas.openxmlformats.org/presentationml/2006/main">
  <p:tag name="THINKCELLSHAPEDONOTDELETE" val="tDCeljdr61Opw8FyGvyBegA"/>
</p:tagLst>
</file>

<file path=ppt/tags/tag1706.xml><?xml version="1.0" encoding="utf-8"?>
<p:tagLst xmlns:a="http://schemas.openxmlformats.org/drawingml/2006/main" xmlns:r="http://schemas.openxmlformats.org/officeDocument/2006/relationships" xmlns:p="http://schemas.openxmlformats.org/presentationml/2006/main">
  <p:tag name="THINKCELLSHAPEDONOTDELETE" val="tcBgWqU8o11tRFiHre9raEQ"/>
</p:tagLst>
</file>

<file path=ppt/tags/tag1707.xml><?xml version="1.0" encoding="utf-8"?>
<p:tagLst xmlns:a="http://schemas.openxmlformats.org/drawingml/2006/main" xmlns:r="http://schemas.openxmlformats.org/officeDocument/2006/relationships" xmlns:p="http://schemas.openxmlformats.org/presentationml/2006/main">
  <p:tag name="THINKCELLSHAPEDONOTDELETE" val="tgARadM6u4Vqi56Te8ZuUbg"/>
</p:tagLst>
</file>

<file path=ppt/tags/tag1708.xml><?xml version="1.0" encoding="utf-8"?>
<p:tagLst xmlns:a="http://schemas.openxmlformats.org/drawingml/2006/main" xmlns:r="http://schemas.openxmlformats.org/officeDocument/2006/relationships" xmlns:p="http://schemas.openxmlformats.org/presentationml/2006/main">
  <p:tag name="THINKCELLSHAPEDONOTDELETE" val="tdha319vYTjy3REu3giHR_A"/>
</p:tagLst>
</file>

<file path=ppt/tags/tag1709.xml><?xml version="1.0" encoding="utf-8"?>
<p:tagLst xmlns:a="http://schemas.openxmlformats.org/drawingml/2006/main" xmlns:r="http://schemas.openxmlformats.org/officeDocument/2006/relationships" xmlns:p="http://schemas.openxmlformats.org/presentationml/2006/main">
  <p:tag name="THINKCELLSHAPEDONOTDELETE" val="tkAN_zYt.17ao4nuUb8gGrg"/>
</p:tagLst>
</file>

<file path=ppt/tags/tag1710.xml><?xml version="1.0" encoding="utf-8"?>
<p:tagLst xmlns:a="http://schemas.openxmlformats.org/drawingml/2006/main" xmlns:r="http://schemas.openxmlformats.org/officeDocument/2006/relationships" xmlns:p="http://schemas.openxmlformats.org/presentationml/2006/main">
  <p:tag name="THINKCELLSHAPEDONOTDELETE" val="trVuCAYtniB7SOm0TuQ3l9A"/>
</p:tagLst>
</file>

<file path=ppt/tags/tag1711.xml><?xml version="1.0" encoding="utf-8"?>
<p:tagLst xmlns:a="http://schemas.openxmlformats.org/drawingml/2006/main" xmlns:r="http://schemas.openxmlformats.org/officeDocument/2006/relationships" xmlns:p="http://schemas.openxmlformats.org/presentationml/2006/main">
  <p:tag name="THINKCELLSHAPEDONOTDELETE" val="tVZXcJ4NsdPa7_xM.rU5xnA"/>
</p:tagLst>
</file>

<file path=ppt/tags/tag1712.xml><?xml version="1.0" encoding="utf-8"?>
<p:tagLst xmlns:a="http://schemas.openxmlformats.org/drawingml/2006/main" xmlns:r="http://schemas.openxmlformats.org/officeDocument/2006/relationships" xmlns:p="http://schemas.openxmlformats.org/presentationml/2006/main">
  <p:tag name="THINKCELLSHAPEDONOTDELETE" val="tc7nCkfPqEASzcK_zNLwkUQ"/>
</p:tagLst>
</file>

<file path=ppt/tags/tag1713.xml><?xml version="1.0" encoding="utf-8"?>
<p:tagLst xmlns:a="http://schemas.openxmlformats.org/drawingml/2006/main" xmlns:r="http://schemas.openxmlformats.org/officeDocument/2006/relationships" xmlns:p="http://schemas.openxmlformats.org/presentationml/2006/main">
  <p:tag name="THINKCELLSHAPEDONOTDELETE" val="tEN2ntq4xh9DgxY9BJTMClw"/>
</p:tagLst>
</file>

<file path=ppt/tags/tag1714.xml><?xml version="1.0" encoding="utf-8"?>
<p:tagLst xmlns:a="http://schemas.openxmlformats.org/drawingml/2006/main" xmlns:r="http://schemas.openxmlformats.org/officeDocument/2006/relationships" xmlns:p="http://schemas.openxmlformats.org/presentationml/2006/main">
  <p:tag name="THINKCELLSHAPEDONOTDELETE" val="tcV4CpTVo3DTqbXYp4XZQ2A"/>
</p:tagLst>
</file>

<file path=ppt/tags/tag1715.xml><?xml version="1.0" encoding="utf-8"?>
<p:tagLst xmlns:a="http://schemas.openxmlformats.org/drawingml/2006/main" xmlns:r="http://schemas.openxmlformats.org/officeDocument/2006/relationships" xmlns:p="http://schemas.openxmlformats.org/presentationml/2006/main">
  <p:tag name="THINKCELLSHAPEDONOTDELETE" val="tbB7vFQUy8XI01Z.0lgr5dg"/>
</p:tagLst>
</file>

<file path=ppt/tags/tag1716.xml><?xml version="1.0" encoding="utf-8"?>
<p:tagLst xmlns:a="http://schemas.openxmlformats.org/drawingml/2006/main" xmlns:r="http://schemas.openxmlformats.org/officeDocument/2006/relationships" xmlns:p="http://schemas.openxmlformats.org/presentationml/2006/main">
  <p:tag name="THINKCELLSHAPEDONOTDELETE" val="txT1G0dfJziejT.ykBTyLlQ"/>
</p:tagLst>
</file>

<file path=ppt/tags/tag1717.xml><?xml version="1.0" encoding="utf-8"?>
<p:tagLst xmlns:a="http://schemas.openxmlformats.org/drawingml/2006/main" xmlns:r="http://schemas.openxmlformats.org/officeDocument/2006/relationships" xmlns:p="http://schemas.openxmlformats.org/presentationml/2006/main">
  <p:tag name="THINKCELLSHAPEDONOTDELETE" val="tfput7j1RBXIL5_lL7jzHEg"/>
</p:tagLst>
</file>

<file path=ppt/tags/tag1718.xml><?xml version="1.0" encoding="utf-8"?>
<p:tagLst xmlns:a="http://schemas.openxmlformats.org/drawingml/2006/main" xmlns:r="http://schemas.openxmlformats.org/officeDocument/2006/relationships" xmlns:p="http://schemas.openxmlformats.org/presentationml/2006/main">
  <p:tag name="THINKCELLSHAPEDONOTDELETE" val="t_ed8UWwpdR3ZUVN9Z0kncg"/>
</p:tagLst>
</file>

<file path=ppt/tags/tag1719.xml><?xml version="1.0" encoding="utf-8"?>
<p:tagLst xmlns:a="http://schemas.openxmlformats.org/drawingml/2006/main" xmlns:r="http://schemas.openxmlformats.org/officeDocument/2006/relationships" xmlns:p="http://schemas.openxmlformats.org/presentationml/2006/main">
  <p:tag name="THINKCELLSHAPEDONOTDELETE" val="tsGU_DZOP3ZLazDy99FXfPg"/>
</p:tagLst>
</file>

<file path=ppt/tags/tag1720.xml><?xml version="1.0" encoding="utf-8"?>
<p:tagLst xmlns:a="http://schemas.openxmlformats.org/drawingml/2006/main" xmlns:r="http://schemas.openxmlformats.org/officeDocument/2006/relationships" xmlns:p="http://schemas.openxmlformats.org/presentationml/2006/main">
  <p:tag name="THINKCELLSHAPEDONOTDELETE" val="tFiK5zgWM5fNYpJOruAwNYQ"/>
</p:tagLst>
</file>

<file path=ppt/tags/tag1721.xml><?xml version="1.0" encoding="utf-8"?>
<p:tagLst xmlns:a="http://schemas.openxmlformats.org/drawingml/2006/main" xmlns:r="http://schemas.openxmlformats.org/officeDocument/2006/relationships" xmlns:p="http://schemas.openxmlformats.org/presentationml/2006/main">
  <p:tag name="THINKCELLSHAPEDONOTDELETE" val="tBAzWgzEs91nuMd7TWTBYMg"/>
</p:tagLst>
</file>

<file path=ppt/tags/tag1722.xml><?xml version="1.0" encoding="utf-8"?>
<p:tagLst xmlns:a="http://schemas.openxmlformats.org/drawingml/2006/main" xmlns:r="http://schemas.openxmlformats.org/officeDocument/2006/relationships" xmlns:p="http://schemas.openxmlformats.org/presentationml/2006/main">
  <p:tag name="THINKCELLSHAPEDONOTDELETE" val="tA6U3rW.UX0v.kci4M5Kbbw"/>
</p:tagLst>
</file>

<file path=ppt/tags/tag1723.xml><?xml version="1.0" encoding="utf-8"?>
<p:tagLst xmlns:a="http://schemas.openxmlformats.org/drawingml/2006/main" xmlns:r="http://schemas.openxmlformats.org/officeDocument/2006/relationships" xmlns:p="http://schemas.openxmlformats.org/presentationml/2006/main">
  <p:tag name="THINKCELLSHAPEDONOTDELETE" val="tY_iYJ1WejyfP670CwJPwfg"/>
</p:tagLst>
</file>

<file path=ppt/tags/tag1724.xml><?xml version="1.0" encoding="utf-8"?>
<p:tagLst xmlns:a="http://schemas.openxmlformats.org/drawingml/2006/main" xmlns:r="http://schemas.openxmlformats.org/officeDocument/2006/relationships" xmlns:p="http://schemas.openxmlformats.org/presentationml/2006/main">
  <p:tag name="THINKCELLSHAPEDONOTDELETE" val="tT9FNa7X5igo2dCKH9VQEIw"/>
</p:tagLst>
</file>

<file path=ppt/tags/tag1725.xml><?xml version="1.0" encoding="utf-8"?>
<p:tagLst xmlns:a="http://schemas.openxmlformats.org/drawingml/2006/main" xmlns:r="http://schemas.openxmlformats.org/officeDocument/2006/relationships" xmlns:p="http://schemas.openxmlformats.org/presentationml/2006/main">
  <p:tag name="THINKCELLSHAPEDONOTDELETE" val="tYL6H7W.591M49_s1W0_zFg"/>
</p:tagLst>
</file>

<file path=ppt/tags/tag1726.xml><?xml version="1.0" encoding="utf-8"?>
<p:tagLst xmlns:a="http://schemas.openxmlformats.org/drawingml/2006/main" xmlns:r="http://schemas.openxmlformats.org/officeDocument/2006/relationships" xmlns:p="http://schemas.openxmlformats.org/presentationml/2006/main">
  <p:tag name="THINKCELLSHAPEDONOTDELETE" val="tpVxyoWleSwGO1sG8O.UqXg"/>
</p:tagLst>
</file>

<file path=ppt/tags/tag1727.xml><?xml version="1.0" encoding="utf-8"?>
<p:tagLst xmlns:a="http://schemas.openxmlformats.org/drawingml/2006/main" xmlns:r="http://schemas.openxmlformats.org/officeDocument/2006/relationships" xmlns:p="http://schemas.openxmlformats.org/presentationml/2006/main">
  <p:tag name="THINKCELLSHAPEDONOTDELETE" val="t8gmz1JWTQuPloJsz65Jewg"/>
</p:tagLst>
</file>

<file path=ppt/tags/tag1728.xml><?xml version="1.0" encoding="utf-8"?>
<p:tagLst xmlns:a="http://schemas.openxmlformats.org/drawingml/2006/main" xmlns:r="http://schemas.openxmlformats.org/officeDocument/2006/relationships" xmlns:p="http://schemas.openxmlformats.org/presentationml/2006/main">
  <p:tag name="THINKCELLSHAPEDONOTDELETE" val="tpmSa1swXS_7bVyTHFb8I8Q"/>
</p:tagLst>
</file>

<file path=ppt/tags/tag1729.xml><?xml version="1.0" encoding="utf-8"?>
<p:tagLst xmlns:a="http://schemas.openxmlformats.org/drawingml/2006/main" xmlns:r="http://schemas.openxmlformats.org/officeDocument/2006/relationships" xmlns:p="http://schemas.openxmlformats.org/presentationml/2006/main">
  <p:tag name="THINKCELLSHAPEDONOTDELETE" val="tKnSUVfYyBahrOIz_egFd8w"/>
</p:tagLst>
</file>

<file path=ppt/tags/tag1730.xml><?xml version="1.0" encoding="utf-8"?>
<p:tagLst xmlns:a="http://schemas.openxmlformats.org/drawingml/2006/main" xmlns:r="http://schemas.openxmlformats.org/officeDocument/2006/relationships" xmlns:p="http://schemas.openxmlformats.org/presentationml/2006/main">
  <p:tag name="THINKCELLSHAPEDONOTDELETE" val="t_JKWFPeGu5P0FcSNTiBOOg"/>
</p:tagLst>
</file>

<file path=ppt/tags/tag1731.xml><?xml version="1.0" encoding="utf-8"?>
<p:tagLst xmlns:a="http://schemas.openxmlformats.org/drawingml/2006/main" xmlns:r="http://schemas.openxmlformats.org/officeDocument/2006/relationships" xmlns:p="http://schemas.openxmlformats.org/presentationml/2006/main">
  <p:tag name="THINKCELLSHAPEDONOTDELETE" val="tcNyAJfoXv_dNiqzSb_H42Q"/>
</p:tagLst>
</file>

<file path=ppt/tags/tag1732.xml><?xml version="1.0" encoding="utf-8"?>
<p:tagLst xmlns:a="http://schemas.openxmlformats.org/drawingml/2006/main" xmlns:r="http://schemas.openxmlformats.org/officeDocument/2006/relationships" xmlns:p="http://schemas.openxmlformats.org/presentationml/2006/main">
  <p:tag name="THINKCELLSHAPEDONOTDELETE" val="t5MBLPoIwwLGTr31CdhK_gg"/>
</p:tagLst>
</file>

<file path=ppt/tags/tag1733.xml><?xml version="1.0" encoding="utf-8"?>
<p:tagLst xmlns:a="http://schemas.openxmlformats.org/drawingml/2006/main" xmlns:r="http://schemas.openxmlformats.org/officeDocument/2006/relationships" xmlns:p="http://schemas.openxmlformats.org/presentationml/2006/main">
  <p:tag name="THINKCELLSHAPEDONOTDELETE" val="tUQlzvOBwVfh1FGb_gvZm5A"/>
</p:tagLst>
</file>

<file path=ppt/tags/tag1734.xml><?xml version="1.0" encoding="utf-8"?>
<p:tagLst xmlns:a="http://schemas.openxmlformats.org/drawingml/2006/main" xmlns:r="http://schemas.openxmlformats.org/officeDocument/2006/relationships" xmlns:p="http://schemas.openxmlformats.org/presentationml/2006/main">
  <p:tag name="THINKCELLSHAPEDONOTDELETE" val="t2qkhEengwC0c.p0GVWojVA"/>
</p:tagLst>
</file>

<file path=ppt/tags/tag1735.xml><?xml version="1.0" encoding="utf-8"?>
<p:tagLst xmlns:a="http://schemas.openxmlformats.org/drawingml/2006/main" xmlns:r="http://schemas.openxmlformats.org/officeDocument/2006/relationships" xmlns:p="http://schemas.openxmlformats.org/presentationml/2006/main">
  <p:tag name="THINKCELLSHAPEDONOTDELETE" val="tAIGfoOX33p72b3jNb5iLnQ"/>
</p:tagLst>
</file>

<file path=ppt/tags/tag1736.xml><?xml version="1.0" encoding="utf-8"?>
<p:tagLst xmlns:a="http://schemas.openxmlformats.org/drawingml/2006/main" xmlns:r="http://schemas.openxmlformats.org/officeDocument/2006/relationships" xmlns:p="http://schemas.openxmlformats.org/presentationml/2006/main">
  <p:tag name="THINKCELLSHAPEDONOTDELETE" val="t4HEmGXBG6.j5px74R54RMg"/>
</p:tagLst>
</file>

<file path=ppt/tags/tag1737.xml><?xml version="1.0" encoding="utf-8"?>
<p:tagLst xmlns:a="http://schemas.openxmlformats.org/drawingml/2006/main" xmlns:r="http://schemas.openxmlformats.org/officeDocument/2006/relationships" xmlns:p="http://schemas.openxmlformats.org/presentationml/2006/main">
  <p:tag name="THINKCELLSHAPEDONOTDELETE" val="tWBCLnk5aiazlaAmzdaXopQ"/>
</p:tagLst>
</file>

<file path=ppt/tags/tag1738.xml><?xml version="1.0" encoding="utf-8"?>
<p:tagLst xmlns:a="http://schemas.openxmlformats.org/drawingml/2006/main" xmlns:r="http://schemas.openxmlformats.org/officeDocument/2006/relationships" xmlns:p="http://schemas.openxmlformats.org/presentationml/2006/main">
  <p:tag name="THINKCELLSHAPEDONOTDELETE" val="tONIcUWMiNFMQnEXTc8ybmg"/>
</p:tagLst>
</file>

<file path=ppt/tags/tag1739.xml><?xml version="1.0" encoding="utf-8"?>
<p:tagLst xmlns:a="http://schemas.openxmlformats.org/drawingml/2006/main" xmlns:r="http://schemas.openxmlformats.org/officeDocument/2006/relationships" xmlns:p="http://schemas.openxmlformats.org/presentationml/2006/main">
  <p:tag name="THINKCELLSHAPEDONOTDELETE" val="t4PqMMraQ8J2WNfP2MJSiww"/>
</p:tagLst>
</file>

<file path=ppt/tags/tag1740.xml><?xml version="1.0" encoding="utf-8"?>
<p:tagLst xmlns:a="http://schemas.openxmlformats.org/drawingml/2006/main" xmlns:r="http://schemas.openxmlformats.org/officeDocument/2006/relationships" xmlns:p="http://schemas.openxmlformats.org/presentationml/2006/main">
  <p:tag name="THINKCELLSHAPEDONOTDELETE" val="tnMeOVjE2GB_cSnJdPe_M1g"/>
</p:tagLst>
</file>

<file path=ppt/tags/tag1741.xml><?xml version="1.0" encoding="utf-8"?>
<p:tagLst xmlns:a="http://schemas.openxmlformats.org/drawingml/2006/main" xmlns:r="http://schemas.openxmlformats.org/officeDocument/2006/relationships" xmlns:p="http://schemas.openxmlformats.org/presentationml/2006/main">
  <p:tag name="THINKCELLSHAPEDONOTDELETE" val="tLY0ZbsJtpRP3PT9v0wtiMQ"/>
</p:tagLst>
</file>

<file path=ppt/tags/tag1742.xml><?xml version="1.0" encoding="utf-8"?>
<p:tagLst xmlns:a="http://schemas.openxmlformats.org/drawingml/2006/main" xmlns:r="http://schemas.openxmlformats.org/officeDocument/2006/relationships" xmlns:p="http://schemas.openxmlformats.org/presentationml/2006/main">
  <p:tag name="THINKCELLSHAPEDONOTDELETE" val="tWE7bKGvU50XkixGD_YOjhA"/>
</p:tagLst>
</file>

<file path=ppt/tags/tag1743.xml><?xml version="1.0" encoding="utf-8"?>
<p:tagLst xmlns:a="http://schemas.openxmlformats.org/drawingml/2006/main" xmlns:r="http://schemas.openxmlformats.org/officeDocument/2006/relationships" xmlns:p="http://schemas.openxmlformats.org/presentationml/2006/main">
  <p:tag name="THINKCELLSHAPEDONOTDELETE" val="tFHcysBvixqEwYvn1lKcxqw"/>
</p:tagLst>
</file>

<file path=ppt/tags/tag1744.xml><?xml version="1.0" encoding="utf-8"?>
<p:tagLst xmlns:a="http://schemas.openxmlformats.org/drawingml/2006/main" xmlns:r="http://schemas.openxmlformats.org/officeDocument/2006/relationships" xmlns:p="http://schemas.openxmlformats.org/presentationml/2006/main">
  <p:tag name="THINKCELLSHAPEDONOTDELETE" val="tyWvEFOgZmRsM0r5bPSdrlA"/>
</p:tagLst>
</file>

<file path=ppt/tags/tag17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4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747.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748.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749.xml><?xml version="1.0" encoding="utf-8"?>
<p:tagLst xmlns:a="http://schemas.openxmlformats.org/drawingml/2006/main" xmlns:r="http://schemas.openxmlformats.org/officeDocument/2006/relationships" xmlns:p="http://schemas.openxmlformats.org/presentationml/2006/main">
  <p:tag name="THINKCELLSHAPEDONOTDELETE" val="tMg33fRS2JNQhyo_HOvmWkA"/>
</p:tagLst>
</file>

<file path=ppt/tags/tag1750.xml><?xml version="1.0" encoding="utf-8"?>
<p:tagLst xmlns:a="http://schemas.openxmlformats.org/drawingml/2006/main" xmlns:r="http://schemas.openxmlformats.org/officeDocument/2006/relationships" xmlns:p="http://schemas.openxmlformats.org/presentationml/2006/main">
  <p:tag name="THINKCELLSHAPEDONOTDELETE" val="tuoAHGe.Zw7OMu2TUhpudPg"/>
</p:tagLst>
</file>

<file path=ppt/tags/tag1751.xml><?xml version="1.0" encoding="utf-8"?>
<p:tagLst xmlns:a="http://schemas.openxmlformats.org/drawingml/2006/main" xmlns:r="http://schemas.openxmlformats.org/officeDocument/2006/relationships" xmlns:p="http://schemas.openxmlformats.org/presentationml/2006/main">
  <p:tag name="THINKCELLSHAPEDONOTDELETE" val="t6l4qt.Op3Hs8zHaN.cCPUA"/>
</p:tagLst>
</file>

<file path=ppt/tags/tag1752.xml><?xml version="1.0" encoding="utf-8"?>
<p:tagLst xmlns:a="http://schemas.openxmlformats.org/drawingml/2006/main" xmlns:r="http://schemas.openxmlformats.org/officeDocument/2006/relationships" xmlns:p="http://schemas.openxmlformats.org/presentationml/2006/main">
  <p:tag name="THINKCELLSHAPEDONOTDELETE" val="t0S18GP.TEFJKQkZtb.oE8A"/>
</p:tagLst>
</file>

<file path=ppt/tags/tag1753.xml><?xml version="1.0" encoding="utf-8"?>
<p:tagLst xmlns:a="http://schemas.openxmlformats.org/drawingml/2006/main" xmlns:r="http://schemas.openxmlformats.org/officeDocument/2006/relationships" xmlns:p="http://schemas.openxmlformats.org/presentationml/2006/main">
  <p:tag name="THINKCELLSHAPEDONOTDELETE" val="tCdfCn1.KUJaW4uGfZzwBYQ"/>
</p:tagLst>
</file>

<file path=ppt/tags/tag1754.xml><?xml version="1.0" encoding="utf-8"?>
<p:tagLst xmlns:a="http://schemas.openxmlformats.org/drawingml/2006/main" xmlns:r="http://schemas.openxmlformats.org/officeDocument/2006/relationships" xmlns:p="http://schemas.openxmlformats.org/presentationml/2006/main">
  <p:tag name="THINKCELLSHAPEDONOTDELETE" val="tXxH3PXHy1EhBj7CKHC02eQ"/>
</p:tagLst>
</file>

<file path=ppt/tags/tag1755.xml><?xml version="1.0" encoding="utf-8"?>
<p:tagLst xmlns:a="http://schemas.openxmlformats.org/drawingml/2006/main" xmlns:r="http://schemas.openxmlformats.org/officeDocument/2006/relationships" xmlns:p="http://schemas.openxmlformats.org/presentationml/2006/main">
  <p:tag name="THINKCELLSHAPEDONOTDELETE" val="tI_qnuLJYxNZWKlaSMGfNBQ"/>
</p:tagLst>
</file>

<file path=ppt/tags/tag1756.xml><?xml version="1.0" encoding="utf-8"?>
<p:tagLst xmlns:a="http://schemas.openxmlformats.org/drawingml/2006/main" xmlns:r="http://schemas.openxmlformats.org/officeDocument/2006/relationships" xmlns:p="http://schemas.openxmlformats.org/presentationml/2006/main">
  <p:tag name="THINKCELLSHAPEDONOTDELETE" val="tgsb6hfimvDduRfqXntF6zQ"/>
</p:tagLst>
</file>

<file path=ppt/tags/tag1757.xml><?xml version="1.0" encoding="utf-8"?>
<p:tagLst xmlns:a="http://schemas.openxmlformats.org/drawingml/2006/main" xmlns:r="http://schemas.openxmlformats.org/officeDocument/2006/relationships" xmlns:p="http://schemas.openxmlformats.org/presentationml/2006/main">
  <p:tag name="THINKCELLSHAPEDONOTDELETE" val="tBPAM0UPZ.bHRhv_NQ.FkYQ"/>
</p:tagLst>
</file>

<file path=ppt/tags/tag1758.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759.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760.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761.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7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6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764.xml><?xml version="1.0" encoding="utf-8"?>
<p:tagLst xmlns:a="http://schemas.openxmlformats.org/drawingml/2006/main" xmlns:r="http://schemas.openxmlformats.org/officeDocument/2006/relationships" xmlns:p="http://schemas.openxmlformats.org/presentationml/2006/main">
  <p:tag name="THINKCELLSHAPEDONOTDELETE" val="tqhQPIww9qchZ8_u0FZprkw"/>
</p:tagLst>
</file>

<file path=ppt/tags/tag1765.xml><?xml version="1.0" encoding="utf-8"?>
<p:tagLst xmlns:a="http://schemas.openxmlformats.org/drawingml/2006/main" xmlns:r="http://schemas.openxmlformats.org/officeDocument/2006/relationships" xmlns:p="http://schemas.openxmlformats.org/presentationml/2006/main">
  <p:tag name="THINKCELLSHAPEDONOTDELETE" val="tUn36ZbS.1AkMI3cDnk9OlQ"/>
</p:tagLst>
</file>

<file path=ppt/tags/tag1766.xml><?xml version="1.0" encoding="utf-8"?>
<p:tagLst xmlns:a="http://schemas.openxmlformats.org/drawingml/2006/main" xmlns:r="http://schemas.openxmlformats.org/officeDocument/2006/relationships" xmlns:p="http://schemas.openxmlformats.org/presentationml/2006/main">
  <p:tag name="THINKCELLSHAPEDONOTDELETE" val="tN6pq2kMa2HPfprx2XzzJxA"/>
</p:tagLst>
</file>

<file path=ppt/tags/tag1767.xml><?xml version="1.0" encoding="utf-8"?>
<p:tagLst xmlns:a="http://schemas.openxmlformats.org/drawingml/2006/main" xmlns:r="http://schemas.openxmlformats.org/officeDocument/2006/relationships" xmlns:p="http://schemas.openxmlformats.org/presentationml/2006/main">
  <p:tag name="THINKCELLSHAPEDONOTDELETE" val="t4HDp0dn76KHi.28TNNSSeQ"/>
</p:tagLst>
</file>

<file path=ppt/tags/tag1768.xml><?xml version="1.0" encoding="utf-8"?>
<p:tagLst xmlns:a="http://schemas.openxmlformats.org/drawingml/2006/main" xmlns:r="http://schemas.openxmlformats.org/officeDocument/2006/relationships" xmlns:p="http://schemas.openxmlformats.org/presentationml/2006/main">
  <p:tag name="THINKCELLSHAPEDONOTDELETE" val="tr4FYP1wenX4JHQmQJvRAwQ"/>
</p:tagLst>
</file>

<file path=ppt/tags/tag1769.xml><?xml version="1.0" encoding="utf-8"?>
<p:tagLst xmlns:a="http://schemas.openxmlformats.org/drawingml/2006/main" xmlns:r="http://schemas.openxmlformats.org/officeDocument/2006/relationships" xmlns:p="http://schemas.openxmlformats.org/presentationml/2006/main">
  <p:tag name="THINKCELLSHAPEDONOTDELETE" val="tQOM41xdt9S8TaSUEYNc8lA"/>
</p:tagLst>
</file>

<file path=ppt/tags/tag1770.xml><?xml version="1.0" encoding="utf-8"?>
<p:tagLst xmlns:a="http://schemas.openxmlformats.org/drawingml/2006/main" xmlns:r="http://schemas.openxmlformats.org/officeDocument/2006/relationships" xmlns:p="http://schemas.openxmlformats.org/presentationml/2006/main">
  <p:tag name="THINKCELLSHAPEDONOTDELETE" val="tqx9LhkMiOVKniFVhCO62Tg"/>
</p:tagLst>
</file>

<file path=ppt/tags/tag1771.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772.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773.xml><?xml version="1.0" encoding="utf-8"?>
<p:tagLst xmlns:a="http://schemas.openxmlformats.org/drawingml/2006/main" xmlns:r="http://schemas.openxmlformats.org/officeDocument/2006/relationships" xmlns:p="http://schemas.openxmlformats.org/presentationml/2006/main">
  <p:tag name="THINKCELLSHAPEDONOTDELETE" val="tMg33fRS2JNQhyo_HOvmWkA"/>
</p:tagLst>
</file>

<file path=ppt/tags/tag1774.xml><?xml version="1.0" encoding="utf-8"?>
<p:tagLst xmlns:a="http://schemas.openxmlformats.org/drawingml/2006/main" xmlns:r="http://schemas.openxmlformats.org/officeDocument/2006/relationships" xmlns:p="http://schemas.openxmlformats.org/presentationml/2006/main">
  <p:tag name="THINKCELLSHAPEDONOTDELETE" val="tTaAmta.F_HbCFpulBhgPOA"/>
</p:tagLst>
</file>

<file path=ppt/tags/tag1775.xml><?xml version="1.0" encoding="utf-8"?>
<p:tagLst xmlns:a="http://schemas.openxmlformats.org/drawingml/2006/main" xmlns:r="http://schemas.openxmlformats.org/officeDocument/2006/relationships" xmlns:p="http://schemas.openxmlformats.org/presentationml/2006/main">
  <p:tag name="THINKCELLSHAPEDONOTDELETE" val="tuoAHGe.Zw7OMu2TUhpudPg"/>
</p:tagLst>
</file>

<file path=ppt/tags/tag1776.xml><?xml version="1.0" encoding="utf-8"?>
<p:tagLst xmlns:a="http://schemas.openxmlformats.org/drawingml/2006/main" xmlns:r="http://schemas.openxmlformats.org/officeDocument/2006/relationships" xmlns:p="http://schemas.openxmlformats.org/presentationml/2006/main">
  <p:tag name="THINKCELLSHAPEDONOTDELETE" val="t6l4qt.Op3Hs8zHaN.cCPUA"/>
</p:tagLst>
</file>

<file path=ppt/tags/tag1777.xml><?xml version="1.0" encoding="utf-8"?>
<p:tagLst xmlns:a="http://schemas.openxmlformats.org/drawingml/2006/main" xmlns:r="http://schemas.openxmlformats.org/officeDocument/2006/relationships" xmlns:p="http://schemas.openxmlformats.org/presentationml/2006/main">
  <p:tag name="THINKCELLSHAPEDONOTDELETE" val="t0S18GP.TEFJKQkZtb.oE8A"/>
</p:tagLst>
</file>

<file path=ppt/tags/tag1778.xml><?xml version="1.0" encoding="utf-8"?>
<p:tagLst xmlns:a="http://schemas.openxmlformats.org/drawingml/2006/main" xmlns:r="http://schemas.openxmlformats.org/officeDocument/2006/relationships" xmlns:p="http://schemas.openxmlformats.org/presentationml/2006/main">
  <p:tag name="THINKCELLSHAPEDONOTDELETE" val="tI_qnuLJYxNZWKlaSMGfNBQ"/>
</p:tagLst>
</file>

<file path=ppt/tags/tag1779.xml><?xml version="1.0" encoding="utf-8"?>
<p:tagLst xmlns:a="http://schemas.openxmlformats.org/drawingml/2006/main" xmlns:r="http://schemas.openxmlformats.org/officeDocument/2006/relationships" xmlns:p="http://schemas.openxmlformats.org/presentationml/2006/main">
  <p:tag name="THINKCELLSHAPEDONOTDELETE" val="tgsb6hfimvDduRfqXntF6zQ"/>
</p:tagLst>
</file>

<file path=ppt/tags/tag1780.xml><?xml version="1.0" encoding="utf-8"?>
<p:tagLst xmlns:a="http://schemas.openxmlformats.org/drawingml/2006/main" xmlns:r="http://schemas.openxmlformats.org/officeDocument/2006/relationships" xmlns:p="http://schemas.openxmlformats.org/presentationml/2006/main">
  <p:tag name="THINKCELLSHAPEDONOTDELETE" val="tBPAM0UPZ.bHRhv_NQ.FkYQ"/>
</p:tagLst>
</file>

<file path=ppt/tags/tag1781.xml><?xml version="1.0" encoding="utf-8"?>
<p:tagLst xmlns:a="http://schemas.openxmlformats.org/drawingml/2006/main" xmlns:r="http://schemas.openxmlformats.org/officeDocument/2006/relationships" xmlns:p="http://schemas.openxmlformats.org/presentationml/2006/main">
  <p:tag name="THINKCELLSHAPEDONOTDELETE" val="tYAUSYRdzXEXI2Yw2UBZl5w"/>
</p:tagLst>
</file>

<file path=ppt/tags/tag1782.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783.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784.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785.xml><?xml version="1.0" encoding="utf-8"?>
<p:tagLst xmlns:a="http://schemas.openxmlformats.org/drawingml/2006/main" xmlns:r="http://schemas.openxmlformats.org/officeDocument/2006/relationships" xmlns:p="http://schemas.openxmlformats.org/presentationml/2006/main">
  <p:tag name="THINKCELLSHAPEDONOTDELETE" val="tWQag8H8EOzgkOjVrTHnrTw"/>
</p:tagLst>
</file>

<file path=ppt/tags/tag1786.xml><?xml version="1.0" encoding="utf-8"?>
<p:tagLst xmlns:a="http://schemas.openxmlformats.org/drawingml/2006/main" xmlns:r="http://schemas.openxmlformats.org/officeDocument/2006/relationships" xmlns:p="http://schemas.openxmlformats.org/presentationml/2006/main">
  <p:tag name="THINKCELLSHAPEDONOTDELETE" val="tmVA1_87A5sz1jntd1Fu7ig"/>
</p:tagLst>
</file>

<file path=ppt/tags/tag1787.xml><?xml version="1.0" encoding="utf-8"?>
<p:tagLst xmlns:a="http://schemas.openxmlformats.org/drawingml/2006/main" xmlns:r="http://schemas.openxmlformats.org/officeDocument/2006/relationships" xmlns:p="http://schemas.openxmlformats.org/presentationml/2006/main">
  <p:tag name="THINKCELLSHAPEDONOTDELETE" val="tStcQ9wQzQyXKJifuO4EEAw"/>
</p:tagLst>
</file>

<file path=ppt/tags/tag1788.xml><?xml version="1.0" encoding="utf-8"?>
<p:tagLst xmlns:a="http://schemas.openxmlformats.org/drawingml/2006/main" xmlns:r="http://schemas.openxmlformats.org/officeDocument/2006/relationships" xmlns:p="http://schemas.openxmlformats.org/presentationml/2006/main">
  <p:tag name="THINKCELLSHAPEDONOTDELETE" val="tt2oEaPRcMZITy._wQiBNng"/>
</p:tagLst>
</file>

<file path=ppt/tags/tag1789.xml><?xml version="1.0" encoding="utf-8"?>
<p:tagLst xmlns:a="http://schemas.openxmlformats.org/drawingml/2006/main" xmlns:r="http://schemas.openxmlformats.org/officeDocument/2006/relationships" xmlns:p="http://schemas.openxmlformats.org/presentationml/2006/main">
  <p:tag name="THINKCELLSHAPEDONOTDELETE" val="t4L6NhHd7fV6BIlAQlXu0qw"/>
</p:tagLst>
</file>

<file path=ppt/tags/tag1790.xml><?xml version="1.0" encoding="utf-8"?>
<p:tagLst xmlns:a="http://schemas.openxmlformats.org/drawingml/2006/main" xmlns:r="http://schemas.openxmlformats.org/officeDocument/2006/relationships" xmlns:p="http://schemas.openxmlformats.org/presentationml/2006/main">
  <p:tag name="THINKCELLSHAPEDONOTDELETE" val="tzWhOPIrQkjfAEwQPhBzaGg"/>
</p:tagLst>
</file>

<file path=ppt/tags/tag1791.xml><?xml version="1.0" encoding="utf-8"?>
<p:tagLst xmlns:a="http://schemas.openxmlformats.org/drawingml/2006/main" xmlns:r="http://schemas.openxmlformats.org/officeDocument/2006/relationships" xmlns:p="http://schemas.openxmlformats.org/presentationml/2006/main">
  <p:tag name="THINKCELLSHAPEDONOTDELETE" val="t4cGixDCnBxPll307ndBSTA"/>
</p:tagLst>
</file>

<file path=ppt/tags/tag1792.xml><?xml version="1.0" encoding="utf-8"?>
<p:tagLst xmlns:a="http://schemas.openxmlformats.org/drawingml/2006/main" xmlns:r="http://schemas.openxmlformats.org/officeDocument/2006/relationships" xmlns:p="http://schemas.openxmlformats.org/presentationml/2006/main">
  <p:tag name="THINKCELLSHAPEDONOTDELETE" val="tf.oFTcjNeSzVBJvJ3OdQSQ"/>
</p:tagLst>
</file>

<file path=ppt/tags/tag1793.xml><?xml version="1.0" encoding="utf-8"?>
<p:tagLst xmlns:a="http://schemas.openxmlformats.org/drawingml/2006/main" xmlns:r="http://schemas.openxmlformats.org/officeDocument/2006/relationships" xmlns:p="http://schemas.openxmlformats.org/presentationml/2006/main">
  <p:tag name="THINKCELLSHAPEDONOTDELETE" val="t8UUFI.n7_1ZA7GWhkT8w_A"/>
</p:tagLst>
</file>

<file path=ppt/tags/tag1794.xml><?xml version="1.0" encoding="utf-8"?>
<p:tagLst xmlns:a="http://schemas.openxmlformats.org/drawingml/2006/main" xmlns:r="http://schemas.openxmlformats.org/officeDocument/2006/relationships" xmlns:p="http://schemas.openxmlformats.org/presentationml/2006/main">
  <p:tag name="THINKCELLSHAPEDONOTDELETE" val="t2UVHqOJHhrzarpt1Qa6gnA"/>
</p:tagLst>
</file>

<file path=ppt/tags/tag1795.xml><?xml version="1.0" encoding="utf-8"?>
<p:tagLst xmlns:a="http://schemas.openxmlformats.org/drawingml/2006/main" xmlns:r="http://schemas.openxmlformats.org/officeDocument/2006/relationships" xmlns:p="http://schemas.openxmlformats.org/presentationml/2006/main">
  <p:tag name="THINKCELLSHAPEDONOTDELETE" val="tVxXFWVj7lCdi3Y7xBr6WlQ"/>
</p:tagLst>
</file>

<file path=ppt/tags/tag1796.xml><?xml version="1.0" encoding="utf-8"?>
<p:tagLst xmlns:a="http://schemas.openxmlformats.org/drawingml/2006/main" xmlns:r="http://schemas.openxmlformats.org/officeDocument/2006/relationships" xmlns:p="http://schemas.openxmlformats.org/presentationml/2006/main">
  <p:tag name="THINKCELLSHAPEDONOTDELETE" val="tgunkoglX6unwh8k42_1ifA"/>
</p:tagLst>
</file>

<file path=ppt/tags/tag1797.xml><?xml version="1.0" encoding="utf-8"?>
<p:tagLst xmlns:a="http://schemas.openxmlformats.org/drawingml/2006/main" xmlns:r="http://schemas.openxmlformats.org/officeDocument/2006/relationships" xmlns:p="http://schemas.openxmlformats.org/presentationml/2006/main">
  <p:tag name="THINKCELLSHAPEDONOTDELETE" val="t25DZRVtjuRQ8s2Z8nneyGQ"/>
</p:tagLst>
</file>

<file path=ppt/tags/tag1798.xml><?xml version="1.0" encoding="utf-8"?>
<p:tagLst xmlns:a="http://schemas.openxmlformats.org/drawingml/2006/main" xmlns:r="http://schemas.openxmlformats.org/officeDocument/2006/relationships" xmlns:p="http://schemas.openxmlformats.org/presentationml/2006/main">
  <p:tag name="THINKCELLSHAPEDONOTDELETE" val="tirDicuo1n5sd8LVw23xw0w"/>
</p:tagLst>
</file>

<file path=ppt/tags/tag1799.xml><?xml version="1.0" encoding="utf-8"?>
<p:tagLst xmlns:a="http://schemas.openxmlformats.org/drawingml/2006/main" xmlns:r="http://schemas.openxmlformats.org/officeDocument/2006/relationships" xmlns:p="http://schemas.openxmlformats.org/presentationml/2006/main">
  <p:tag name="THINKCELLSHAPEDONOTDELETE" val="to4aT.fP.Hd4pVwYRxqA.wg"/>
</p:tagLst>
</file>

<file path=ppt/tags/tag1800.xml><?xml version="1.0" encoding="utf-8"?>
<p:tagLst xmlns:a="http://schemas.openxmlformats.org/drawingml/2006/main" xmlns:r="http://schemas.openxmlformats.org/officeDocument/2006/relationships" xmlns:p="http://schemas.openxmlformats.org/presentationml/2006/main">
  <p:tag name="THINKCELLSHAPEDONOTDELETE" val="t7z7Ea9Tg_BC1aXV7uHaqhg"/>
</p:tagLst>
</file>

<file path=ppt/tags/tag1801.xml><?xml version="1.0" encoding="utf-8"?>
<p:tagLst xmlns:a="http://schemas.openxmlformats.org/drawingml/2006/main" xmlns:r="http://schemas.openxmlformats.org/officeDocument/2006/relationships" xmlns:p="http://schemas.openxmlformats.org/presentationml/2006/main">
  <p:tag name="THINKCELLSHAPEDONOTDELETE" val="txqY3cTGUmZSQF8BLmiPnyg"/>
</p:tagLst>
</file>

<file path=ppt/tags/tag1802.xml><?xml version="1.0" encoding="utf-8"?>
<p:tagLst xmlns:a="http://schemas.openxmlformats.org/drawingml/2006/main" xmlns:r="http://schemas.openxmlformats.org/officeDocument/2006/relationships" xmlns:p="http://schemas.openxmlformats.org/presentationml/2006/main">
  <p:tag name="THINKCELLSHAPEDONOTDELETE" val="tRolV1OVihOKaB4k3zpSKMA"/>
</p:tagLst>
</file>

<file path=ppt/tags/tag1803.xml><?xml version="1.0" encoding="utf-8"?>
<p:tagLst xmlns:a="http://schemas.openxmlformats.org/drawingml/2006/main" xmlns:r="http://schemas.openxmlformats.org/officeDocument/2006/relationships" xmlns:p="http://schemas.openxmlformats.org/presentationml/2006/main">
  <p:tag name="THINKCELLSHAPEDONOTDELETE" val="tzHYpZ9jhc0Tc8JmG9uFDkw"/>
</p:tagLst>
</file>

<file path=ppt/tags/tag1804.xml><?xml version="1.0" encoding="utf-8"?>
<p:tagLst xmlns:a="http://schemas.openxmlformats.org/drawingml/2006/main" xmlns:r="http://schemas.openxmlformats.org/officeDocument/2006/relationships" xmlns:p="http://schemas.openxmlformats.org/presentationml/2006/main">
  <p:tag name="THINKCELLSHAPEDONOTDELETE" val="tsXu.JGB8iiN_Uu0WNgW5lw"/>
</p:tagLst>
</file>

<file path=ppt/tags/tag1805.xml><?xml version="1.0" encoding="utf-8"?>
<p:tagLst xmlns:a="http://schemas.openxmlformats.org/drawingml/2006/main" xmlns:r="http://schemas.openxmlformats.org/officeDocument/2006/relationships" xmlns:p="http://schemas.openxmlformats.org/presentationml/2006/main">
  <p:tag name="THINKCELLSHAPEDONOTDELETE" val="txUxWUMOafyKJgEGkHqIS_w"/>
</p:tagLst>
</file>

<file path=ppt/tags/tag1806.xml><?xml version="1.0" encoding="utf-8"?>
<p:tagLst xmlns:a="http://schemas.openxmlformats.org/drawingml/2006/main" xmlns:r="http://schemas.openxmlformats.org/officeDocument/2006/relationships" xmlns:p="http://schemas.openxmlformats.org/presentationml/2006/main">
  <p:tag name="THINKCELLSHAPEDONOTDELETE" val="t.RwdgcYD25ebEJkFBzJPDQ"/>
</p:tagLst>
</file>

<file path=ppt/tags/tag1807.xml><?xml version="1.0" encoding="utf-8"?>
<p:tagLst xmlns:a="http://schemas.openxmlformats.org/drawingml/2006/main" xmlns:r="http://schemas.openxmlformats.org/officeDocument/2006/relationships" xmlns:p="http://schemas.openxmlformats.org/presentationml/2006/main">
  <p:tag name="THINKCELLSHAPEDONOTDELETE" val="t7nZx.PrCG4uVfXuePyq2aw"/>
</p:tagLst>
</file>

<file path=ppt/tags/tag1808.xml><?xml version="1.0" encoding="utf-8"?>
<p:tagLst xmlns:a="http://schemas.openxmlformats.org/drawingml/2006/main" xmlns:r="http://schemas.openxmlformats.org/officeDocument/2006/relationships" xmlns:p="http://schemas.openxmlformats.org/presentationml/2006/main">
  <p:tag name="THINKCELLSHAPEDONOTDELETE" val="tsWIBNrww52yMcQZCz2Ud9g"/>
</p:tagLst>
</file>

<file path=ppt/tags/tag1809.xml><?xml version="1.0" encoding="utf-8"?>
<p:tagLst xmlns:a="http://schemas.openxmlformats.org/drawingml/2006/main" xmlns:r="http://schemas.openxmlformats.org/officeDocument/2006/relationships" xmlns:p="http://schemas.openxmlformats.org/presentationml/2006/main">
  <p:tag name="THINKCELLSHAPEDONOTDELETE" val="tamRkQxR_F1haVRS4muKcKw"/>
</p:tagLst>
</file>

<file path=ppt/tags/tag1810.xml><?xml version="1.0" encoding="utf-8"?>
<p:tagLst xmlns:a="http://schemas.openxmlformats.org/drawingml/2006/main" xmlns:r="http://schemas.openxmlformats.org/officeDocument/2006/relationships" xmlns:p="http://schemas.openxmlformats.org/presentationml/2006/main">
  <p:tag name="THINKCELLSHAPEDONOTDELETE" val="ttdRqx3I0ESwl3USrknGzDg"/>
</p:tagLst>
</file>

<file path=ppt/tags/tag1811.xml><?xml version="1.0" encoding="utf-8"?>
<p:tagLst xmlns:a="http://schemas.openxmlformats.org/drawingml/2006/main" xmlns:r="http://schemas.openxmlformats.org/officeDocument/2006/relationships" xmlns:p="http://schemas.openxmlformats.org/presentationml/2006/main">
  <p:tag name="THINKCELLSHAPEDONOTDELETE" val="tNhqDlz1cIgcuT83psey7CQ"/>
</p:tagLst>
</file>

<file path=ppt/tags/tag1812.xml><?xml version="1.0" encoding="utf-8"?>
<p:tagLst xmlns:a="http://schemas.openxmlformats.org/drawingml/2006/main" xmlns:r="http://schemas.openxmlformats.org/officeDocument/2006/relationships" xmlns:p="http://schemas.openxmlformats.org/presentationml/2006/main">
  <p:tag name="THINKCELLSHAPEDONOTDELETE" val="tGebFzLDHfk9gHZlkzmPvuA"/>
</p:tagLst>
</file>

<file path=ppt/tags/tag1813.xml><?xml version="1.0" encoding="utf-8"?>
<p:tagLst xmlns:a="http://schemas.openxmlformats.org/drawingml/2006/main" xmlns:r="http://schemas.openxmlformats.org/officeDocument/2006/relationships" xmlns:p="http://schemas.openxmlformats.org/presentationml/2006/main">
  <p:tag name="THINKCELLSHAPEDONOTDELETE" val="tINGMNypLiFAS9_YEK_67QA"/>
</p:tagLst>
</file>

<file path=ppt/tags/tag1814.xml><?xml version="1.0" encoding="utf-8"?>
<p:tagLst xmlns:a="http://schemas.openxmlformats.org/drawingml/2006/main" xmlns:r="http://schemas.openxmlformats.org/officeDocument/2006/relationships" xmlns:p="http://schemas.openxmlformats.org/presentationml/2006/main">
  <p:tag name="THINKCELLSHAPEDONOTDELETE" val="tXES_lKnh6BMgqz3I1tkfaw"/>
</p:tagLst>
</file>

<file path=ppt/tags/tag1815.xml><?xml version="1.0" encoding="utf-8"?>
<p:tagLst xmlns:a="http://schemas.openxmlformats.org/drawingml/2006/main" xmlns:r="http://schemas.openxmlformats.org/officeDocument/2006/relationships" xmlns:p="http://schemas.openxmlformats.org/presentationml/2006/main">
  <p:tag name="THINKCELLSHAPEDONOTDELETE" val="t.spfFfpWLTmOALrpaAeghw"/>
</p:tagLst>
</file>

<file path=ppt/tags/tag1816.xml><?xml version="1.0" encoding="utf-8"?>
<p:tagLst xmlns:a="http://schemas.openxmlformats.org/drawingml/2006/main" xmlns:r="http://schemas.openxmlformats.org/officeDocument/2006/relationships" xmlns:p="http://schemas.openxmlformats.org/presentationml/2006/main">
  <p:tag name="THINKCELLSHAPEDONOTDELETE" val="tYRZzMKZ9W9KI8jYunsBzRw"/>
</p:tagLst>
</file>

<file path=ppt/tags/tag1817.xml><?xml version="1.0" encoding="utf-8"?>
<p:tagLst xmlns:a="http://schemas.openxmlformats.org/drawingml/2006/main" xmlns:r="http://schemas.openxmlformats.org/officeDocument/2006/relationships" xmlns:p="http://schemas.openxmlformats.org/presentationml/2006/main">
  <p:tag name="THINKCELLSHAPEDONOTDELETE" val="tdyRI7qizZ0BAjTgwsAtg.w"/>
</p:tagLst>
</file>

<file path=ppt/tags/tag1818.xml><?xml version="1.0" encoding="utf-8"?>
<p:tagLst xmlns:a="http://schemas.openxmlformats.org/drawingml/2006/main" xmlns:r="http://schemas.openxmlformats.org/officeDocument/2006/relationships" xmlns:p="http://schemas.openxmlformats.org/presentationml/2006/main">
  <p:tag name="THINKCELLSHAPEDONOTDELETE" val="tlLXFZS6MgRo8TTS.mNDRbw"/>
</p:tagLst>
</file>

<file path=ppt/tags/tag1819.xml><?xml version="1.0" encoding="utf-8"?>
<p:tagLst xmlns:a="http://schemas.openxmlformats.org/drawingml/2006/main" xmlns:r="http://schemas.openxmlformats.org/officeDocument/2006/relationships" xmlns:p="http://schemas.openxmlformats.org/presentationml/2006/main">
  <p:tag name="THINKCELLSHAPEDONOTDELETE" val="tKkxeAFBgaE56Iw2XDANo5g"/>
</p:tagLst>
</file>

<file path=ppt/tags/tag1820.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21.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22.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23.xml><?xml version="1.0" encoding="utf-8"?>
<p:tagLst xmlns:a="http://schemas.openxmlformats.org/drawingml/2006/main" xmlns:r="http://schemas.openxmlformats.org/officeDocument/2006/relationships" xmlns:p="http://schemas.openxmlformats.org/presentationml/2006/main">
  <p:tag name="THINKCELLSHAPEDONOTDELETE" val="tEJGnI3O6vQG.wZOL5qWe8g"/>
</p:tagLst>
</file>

<file path=ppt/tags/tag1824.xml><?xml version="1.0" encoding="utf-8"?>
<p:tagLst xmlns:a="http://schemas.openxmlformats.org/drawingml/2006/main" xmlns:r="http://schemas.openxmlformats.org/officeDocument/2006/relationships" xmlns:p="http://schemas.openxmlformats.org/presentationml/2006/main">
  <p:tag name="THINKCELLSHAPEDONOTDELETE" val="t1Qk3Pt8ovph._YPZWwFSzw"/>
</p:tagLst>
</file>

<file path=ppt/tags/tag1825.xml><?xml version="1.0" encoding="utf-8"?>
<p:tagLst xmlns:a="http://schemas.openxmlformats.org/drawingml/2006/main" xmlns:r="http://schemas.openxmlformats.org/officeDocument/2006/relationships" xmlns:p="http://schemas.openxmlformats.org/presentationml/2006/main">
  <p:tag name="THINKCELLSHAPEDONOTDELETE" val="tNzicixD7eNWq31rEfe1i7A"/>
</p:tagLst>
</file>

<file path=ppt/tags/tag1826.xml><?xml version="1.0" encoding="utf-8"?>
<p:tagLst xmlns:a="http://schemas.openxmlformats.org/drawingml/2006/main" xmlns:r="http://schemas.openxmlformats.org/officeDocument/2006/relationships" xmlns:p="http://schemas.openxmlformats.org/presentationml/2006/main">
  <p:tag name="THINKCELLSHAPEDONOTDELETE" val="tXUy_HOMacH.AvSnv8Bb98A"/>
</p:tagLst>
</file>

<file path=ppt/tags/tag1827.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28.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30.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83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832.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8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3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835.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836.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37.xml><?xml version="1.0" encoding="utf-8"?>
<p:tagLst xmlns:a="http://schemas.openxmlformats.org/drawingml/2006/main" xmlns:r="http://schemas.openxmlformats.org/officeDocument/2006/relationships" xmlns:p="http://schemas.openxmlformats.org/presentationml/2006/main">
  <p:tag name="THINKCELLSHAPEDONOTDELETE" val="tMg33fRS2JNQhyo_HOvmWkA"/>
</p:tagLst>
</file>

<file path=ppt/tags/tag1838.xml><?xml version="1.0" encoding="utf-8"?>
<p:tagLst xmlns:a="http://schemas.openxmlformats.org/drawingml/2006/main" xmlns:r="http://schemas.openxmlformats.org/officeDocument/2006/relationships" xmlns:p="http://schemas.openxmlformats.org/presentationml/2006/main">
  <p:tag name="THINKCELLSHAPEDONOTDELETE" val="tSfEAMHqsR_s26XeNwPTrPw"/>
</p:tagLst>
</file>

<file path=ppt/tags/tag1839.xml><?xml version="1.0" encoding="utf-8"?>
<p:tagLst xmlns:a="http://schemas.openxmlformats.org/drawingml/2006/main" xmlns:r="http://schemas.openxmlformats.org/officeDocument/2006/relationships" xmlns:p="http://schemas.openxmlformats.org/presentationml/2006/main">
  <p:tag name="THINKCELLSHAPEDONOTDELETE" val="tMzOSBD7kxsteah7OqJ_6cw"/>
</p:tagLst>
</file>

<file path=ppt/tags/tag1840.xml><?xml version="1.0" encoding="utf-8"?>
<p:tagLst xmlns:a="http://schemas.openxmlformats.org/drawingml/2006/main" xmlns:r="http://schemas.openxmlformats.org/officeDocument/2006/relationships" xmlns:p="http://schemas.openxmlformats.org/presentationml/2006/main">
  <p:tag name="THINKCELLSHAPEDONOTDELETE" val="tLDTFHEBJA.If7.3NlYoCGQ"/>
</p:tagLst>
</file>

<file path=ppt/tags/tag1841.xml><?xml version="1.0" encoding="utf-8"?>
<p:tagLst xmlns:a="http://schemas.openxmlformats.org/drawingml/2006/main" xmlns:r="http://schemas.openxmlformats.org/officeDocument/2006/relationships" xmlns:p="http://schemas.openxmlformats.org/presentationml/2006/main">
  <p:tag name="THINKCELLSHAPEDONOTDELETE" val="t6fYyYZY2Q3kXaVmE5nSOOw"/>
</p:tagLst>
</file>

<file path=ppt/tags/tag1842.xml><?xml version="1.0" encoding="utf-8"?>
<p:tagLst xmlns:a="http://schemas.openxmlformats.org/drawingml/2006/main" xmlns:r="http://schemas.openxmlformats.org/officeDocument/2006/relationships" xmlns:p="http://schemas.openxmlformats.org/presentationml/2006/main">
  <p:tag name="THINKCELLSHAPEDONOTDELETE" val="tOcIjUbkij70oU60D0cuU6Q"/>
</p:tagLst>
</file>

<file path=ppt/tags/tag1843.xml><?xml version="1.0" encoding="utf-8"?>
<p:tagLst xmlns:a="http://schemas.openxmlformats.org/drawingml/2006/main" xmlns:r="http://schemas.openxmlformats.org/officeDocument/2006/relationships" xmlns:p="http://schemas.openxmlformats.org/presentationml/2006/main">
  <p:tag name="THINKCELLSHAPEDONOTDELETE" val="toG4wbqB2CsbI1m1.qAmdHQ"/>
</p:tagLst>
</file>

<file path=ppt/tags/tag1844.xml><?xml version="1.0" encoding="utf-8"?>
<p:tagLst xmlns:a="http://schemas.openxmlformats.org/drawingml/2006/main" xmlns:r="http://schemas.openxmlformats.org/officeDocument/2006/relationships" xmlns:p="http://schemas.openxmlformats.org/presentationml/2006/main">
  <p:tag name="THINKCELLSHAPEDONOTDELETE" val="tfwaYpBOSm4BiCoH7w0ViqQ"/>
</p:tagLst>
</file>

<file path=ppt/tags/tag1845.xml><?xml version="1.0" encoding="utf-8"?>
<p:tagLst xmlns:a="http://schemas.openxmlformats.org/drawingml/2006/main" xmlns:r="http://schemas.openxmlformats.org/officeDocument/2006/relationships" xmlns:p="http://schemas.openxmlformats.org/presentationml/2006/main">
  <p:tag name="THINKCELLSHAPEDONOTDELETE" val="tI00ZlqKk9sxNi4VgmBTvMQ"/>
</p:tagLst>
</file>

<file path=ppt/tags/tag1846.xml><?xml version="1.0" encoding="utf-8"?>
<p:tagLst xmlns:a="http://schemas.openxmlformats.org/drawingml/2006/main" xmlns:r="http://schemas.openxmlformats.org/officeDocument/2006/relationships" xmlns:p="http://schemas.openxmlformats.org/presentationml/2006/main">
  <p:tag name="THINKCELLSHAPEDONOTDELETE" val="t99Ce31BaD0IaxkshCgQUvA"/>
</p:tagLst>
</file>

<file path=ppt/tags/tag1847.xml><?xml version="1.0" encoding="utf-8"?>
<p:tagLst xmlns:a="http://schemas.openxmlformats.org/drawingml/2006/main" xmlns:r="http://schemas.openxmlformats.org/officeDocument/2006/relationships" xmlns:p="http://schemas.openxmlformats.org/presentationml/2006/main">
  <p:tag name="THINKCELLSHAPEDONOTDELETE" val="tZwxybef6ep.h1ZX2jOI9tg"/>
</p:tagLst>
</file>

<file path=ppt/tags/tag1848.xml><?xml version="1.0" encoding="utf-8"?>
<p:tagLst xmlns:a="http://schemas.openxmlformats.org/drawingml/2006/main" xmlns:r="http://schemas.openxmlformats.org/officeDocument/2006/relationships" xmlns:p="http://schemas.openxmlformats.org/presentationml/2006/main">
  <p:tag name="THINKCELLSHAPEDONOTDELETE" val="tI_qnuLJYxNZWKlaSMGfNBQ"/>
</p:tagLst>
</file>

<file path=ppt/tags/tag1849.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50.xml><?xml version="1.0" encoding="utf-8"?>
<p:tagLst xmlns:a="http://schemas.openxmlformats.org/drawingml/2006/main" xmlns:r="http://schemas.openxmlformats.org/officeDocument/2006/relationships" xmlns:p="http://schemas.openxmlformats.org/presentationml/2006/main">
  <p:tag name="THINKCELLSHAPEDONOTDELETE" val="tGawuUVHPmoCWF7DoXdDJow"/>
</p:tagLst>
</file>

<file path=ppt/tags/tag1851.xml><?xml version="1.0" encoding="utf-8"?>
<p:tagLst xmlns:a="http://schemas.openxmlformats.org/drawingml/2006/main" xmlns:r="http://schemas.openxmlformats.org/officeDocument/2006/relationships" xmlns:p="http://schemas.openxmlformats.org/presentationml/2006/main">
  <p:tag name="THINKCELLSHAPEDONOTDELETE" val="tbTdlmjx5Kduv8poUAYjGxg"/>
</p:tagLst>
</file>

<file path=ppt/tags/tag1852.xml><?xml version="1.0" encoding="utf-8"?>
<p:tagLst xmlns:a="http://schemas.openxmlformats.org/drawingml/2006/main" xmlns:r="http://schemas.openxmlformats.org/officeDocument/2006/relationships" xmlns:p="http://schemas.openxmlformats.org/presentationml/2006/main">
  <p:tag name="THINKCELLSHAPEDONOTDELETE" val="t5wBx5umjrbPdC4Zzv.jE7w"/>
</p:tagLst>
</file>

<file path=ppt/tags/tag1853.xml><?xml version="1.0" encoding="utf-8"?>
<p:tagLst xmlns:a="http://schemas.openxmlformats.org/drawingml/2006/main" xmlns:r="http://schemas.openxmlformats.org/officeDocument/2006/relationships" xmlns:p="http://schemas.openxmlformats.org/presentationml/2006/main">
  <p:tag name="THINKCELLSHAPEDONOTDELETE" val="tFfN_nyIeTelRcf2_JiB6jA"/>
</p:tagLst>
</file>

<file path=ppt/tags/tag1854.xml><?xml version="1.0" encoding="utf-8"?>
<p:tagLst xmlns:a="http://schemas.openxmlformats.org/drawingml/2006/main" xmlns:r="http://schemas.openxmlformats.org/officeDocument/2006/relationships" xmlns:p="http://schemas.openxmlformats.org/presentationml/2006/main">
  <p:tag name="THINKCELLSHAPEDONOTDELETE" val="t4GXa_PlPeY0nSEX0cvHbEg"/>
</p:tagLst>
</file>

<file path=ppt/tags/tag1855.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856.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57.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858.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59.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6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861.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86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863.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8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65.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66.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867.xml><?xml version="1.0" encoding="utf-8"?>
<p:tagLst xmlns:a="http://schemas.openxmlformats.org/drawingml/2006/main" xmlns:r="http://schemas.openxmlformats.org/officeDocument/2006/relationships" xmlns:p="http://schemas.openxmlformats.org/presentationml/2006/main">
  <p:tag name="THINKCELLSHAPEDONOTDELETE" val="tHG8UCNEm9ZwQTbLXOD13zw"/>
</p:tagLst>
</file>

<file path=ppt/tags/tag1868.xml><?xml version="1.0" encoding="utf-8"?>
<p:tagLst xmlns:a="http://schemas.openxmlformats.org/drawingml/2006/main" xmlns:r="http://schemas.openxmlformats.org/officeDocument/2006/relationships" xmlns:p="http://schemas.openxmlformats.org/presentationml/2006/main">
  <p:tag name="THINKCELLSHAPEDONOTDELETE" val="ti717nmm1y8RvOnVDpe0N.w"/>
</p:tagLst>
</file>

<file path=ppt/tags/tag1869.xml><?xml version="1.0" encoding="utf-8"?>
<p:tagLst xmlns:a="http://schemas.openxmlformats.org/drawingml/2006/main" xmlns:r="http://schemas.openxmlformats.org/officeDocument/2006/relationships" xmlns:p="http://schemas.openxmlformats.org/presentationml/2006/main">
  <p:tag name="THINKCELLSHAPEDONOTDELETE" val="tdhA6TPBGbwbOaj2VmHUMbA"/>
</p:tagLst>
</file>

<file path=ppt/tags/tag1870.xml><?xml version="1.0" encoding="utf-8"?>
<p:tagLst xmlns:a="http://schemas.openxmlformats.org/drawingml/2006/main" xmlns:r="http://schemas.openxmlformats.org/officeDocument/2006/relationships" xmlns:p="http://schemas.openxmlformats.org/presentationml/2006/main">
  <p:tag name="THINKCELLSHAPEDONOTDELETE" val="tNttYiGg4gLMkshvCnnKriA"/>
</p:tagLst>
</file>

<file path=ppt/tags/tag1871.xml><?xml version="1.0" encoding="utf-8"?>
<p:tagLst xmlns:a="http://schemas.openxmlformats.org/drawingml/2006/main" xmlns:r="http://schemas.openxmlformats.org/officeDocument/2006/relationships" xmlns:p="http://schemas.openxmlformats.org/presentationml/2006/main">
  <p:tag name="THINKCELLSHAPEDONOTDELETE" val="t6E2yW0QNMNBLsEqdsbtSGw"/>
</p:tagLst>
</file>

<file path=ppt/tags/tag1872.xml><?xml version="1.0" encoding="utf-8"?>
<p:tagLst xmlns:a="http://schemas.openxmlformats.org/drawingml/2006/main" xmlns:r="http://schemas.openxmlformats.org/officeDocument/2006/relationships" xmlns:p="http://schemas.openxmlformats.org/presentationml/2006/main">
  <p:tag name="THINKCELLSHAPEDONOTDELETE" val="tuhiXZ7T4xVTW3EQogLkcGA"/>
</p:tagLst>
</file>

<file path=ppt/tags/tag1873.xml><?xml version="1.0" encoding="utf-8"?>
<p:tagLst xmlns:a="http://schemas.openxmlformats.org/drawingml/2006/main" xmlns:r="http://schemas.openxmlformats.org/officeDocument/2006/relationships" xmlns:p="http://schemas.openxmlformats.org/presentationml/2006/main">
  <p:tag name="THINKCELLSHAPEDONOTDELETE" val="trFUt4yfpmBajaS82Jz2TvA"/>
</p:tagLst>
</file>

<file path=ppt/tags/tag1874.xml><?xml version="1.0" encoding="utf-8"?>
<p:tagLst xmlns:a="http://schemas.openxmlformats.org/drawingml/2006/main" xmlns:r="http://schemas.openxmlformats.org/officeDocument/2006/relationships" xmlns:p="http://schemas.openxmlformats.org/presentationml/2006/main">
  <p:tag name="THINKCELLSHAPEDONOTDELETE" val="tXV78_LMzi4g4el7_DhE9Nw"/>
</p:tagLst>
</file>

<file path=ppt/tags/tag1875.xml><?xml version="1.0" encoding="utf-8"?>
<p:tagLst xmlns:a="http://schemas.openxmlformats.org/drawingml/2006/main" xmlns:r="http://schemas.openxmlformats.org/officeDocument/2006/relationships" xmlns:p="http://schemas.openxmlformats.org/presentationml/2006/main">
  <p:tag name="THINKCELLSHAPEDONOTDELETE" val="tsDN9ERXw7VfJY_1K6odl9Q"/>
</p:tagLst>
</file>

<file path=ppt/tags/tag1876.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77.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7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879.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880.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881.xml><?xml version="1.0" encoding="utf-8"?>
<p:tagLst xmlns:a="http://schemas.openxmlformats.org/drawingml/2006/main" xmlns:r="http://schemas.openxmlformats.org/officeDocument/2006/relationships" xmlns:p="http://schemas.openxmlformats.org/presentationml/2006/main">
  <p:tag name="THINKCELLSHAPEDONOTDELETE" val="t27E6JH7wbep5LIYmlXQCnA"/>
</p:tagLst>
</file>

<file path=ppt/tags/tag1882.xml><?xml version="1.0" encoding="utf-8"?>
<p:tagLst xmlns:a="http://schemas.openxmlformats.org/drawingml/2006/main" xmlns:r="http://schemas.openxmlformats.org/officeDocument/2006/relationships" xmlns:p="http://schemas.openxmlformats.org/presentationml/2006/main">
  <p:tag name="THINKCELLSHAPEDONOTDELETE" val="tE9EUJs21sunHpeXeK09ZPg"/>
</p:tagLst>
</file>

<file path=ppt/tags/tag1883.xml><?xml version="1.0" encoding="utf-8"?>
<p:tagLst xmlns:a="http://schemas.openxmlformats.org/drawingml/2006/main" xmlns:r="http://schemas.openxmlformats.org/officeDocument/2006/relationships" xmlns:p="http://schemas.openxmlformats.org/presentationml/2006/main">
  <p:tag name="THINKCELLSHAPEDONOTDELETE" val="tw7_b2TWXMvKlmoAnnY5_Ag"/>
</p:tagLst>
</file>

<file path=ppt/tags/tag1884.xml><?xml version="1.0" encoding="utf-8"?>
<p:tagLst xmlns:a="http://schemas.openxmlformats.org/drawingml/2006/main" xmlns:r="http://schemas.openxmlformats.org/officeDocument/2006/relationships" xmlns:p="http://schemas.openxmlformats.org/presentationml/2006/main">
  <p:tag name="THINKCELLSHAPEDONOTDELETE" val="tPfdp9r.dSXKkDgwPDAgblA"/>
</p:tagLst>
</file>

<file path=ppt/tags/tag1885.xml><?xml version="1.0" encoding="utf-8"?>
<p:tagLst xmlns:a="http://schemas.openxmlformats.org/drawingml/2006/main" xmlns:r="http://schemas.openxmlformats.org/officeDocument/2006/relationships" xmlns:p="http://schemas.openxmlformats.org/presentationml/2006/main">
  <p:tag name="THINKCELLSHAPEDONOTDELETE" val="ttFEdAiZky7CeySbqJ7HHtA"/>
</p:tagLst>
</file>

<file path=ppt/tags/tag1886.xml><?xml version="1.0" encoding="utf-8"?>
<p:tagLst xmlns:a="http://schemas.openxmlformats.org/drawingml/2006/main" xmlns:r="http://schemas.openxmlformats.org/officeDocument/2006/relationships" xmlns:p="http://schemas.openxmlformats.org/presentationml/2006/main">
  <p:tag name="THINKCELLSHAPEDONOTDELETE" val="tSwxYW6hWNmoVixvLkqmKuA"/>
</p:tagLst>
</file>

<file path=ppt/tags/tag1887.xml><?xml version="1.0" encoding="utf-8"?>
<p:tagLst xmlns:a="http://schemas.openxmlformats.org/drawingml/2006/main" xmlns:r="http://schemas.openxmlformats.org/officeDocument/2006/relationships" xmlns:p="http://schemas.openxmlformats.org/presentationml/2006/main">
  <p:tag name="THINKCELLSHAPEDONOTDELETE" val="tS7K2.SwMTr.edu5mV5WqJw"/>
</p:tagLst>
</file>

<file path=ppt/tags/tag1888.xml><?xml version="1.0" encoding="utf-8"?>
<p:tagLst xmlns:a="http://schemas.openxmlformats.org/drawingml/2006/main" xmlns:r="http://schemas.openxmlformats.org/officeDocument/2006/relationships" xmlns:p="http://schemas.openxmlformats.org/presentationml/2006/main">
  <p:tag name="THINKCELLSHAPEDONOTDELETE" val="tuA03pdQk1WNc6YINNV3DJw"/>
</p:tagLst>
</file>

<file path=ppt/tags/tag1889.xml><?xml version="1.0" encoding="utf-8"?>
<p:tagLst xmlns:a="http://schemas.openxmlformats.org/drawingml/2006/main" xmlns:r="http://schemas.openxmlformats.org/officeDocument/2006/relationships" xmlns:p="http://schemas.openxmlformats.org/presentationml/2006/main">
  <p:tag name="THINKCELLSHAPEDONOTDELETE" val="t9JZd5v8QZtNBEN.bcRxaJg"/>
</p:tagLst>
</file>

<file path=ppt/tags/tag1890.xml><?xml version="1.0" encoding="utf-8"?>
<p:tagLst xmlns:a="http://schemas.openxmlformats.org/drawingml/2006/main" xmlns:r="http://schemas.openxmlformats.org/officeDocument/2006/relationships" xmlns:p="http://schemas.openxmlformats.org/presentationml/2006/main">
  <p:tag name="THINKCELLSHAPEDONOTDELETE" val="tW_SQgxpCekrr3q.D4RXNaw"/>
</p:tagLst>
</file>

<file path=ppt/tags/tag1891.xml><?xml version="1.0" encoding="utf-8"?>
<p:tagLst xmlns:a="http://schemas.openxmlformats.org/drawingml/2006/main" xmlns:r="http://schemas.openxmlformats.org/officeDocument/2006/relationships" xmlns:p="http://schemas.openxmlformats.org/presentationml/2006/main">
  <p:tag name="THINKCELLSHAPEDONOTDELETE" val="tPMbRTk5TVzzs78VDYuf0Rw"/>
</p:tagLst>
</file>

<file path=ppt/tags/tag1892.xml><?xml version="1.0" encoding="utf-8"?>
<p:tagLst xmlns:a="http://schemas.openxmlformats.org/drawingml/2006/main" xmlns:r="http://schemas.openxmlformats.org/officeDocument/2006/relationships" xmlns:p="http://schemas.openxmlformats.org/presentationml/2006/main">
  <p:tag name="THINKCELLSHAPEDONOTDELETE" val="tObAeSL34_PmO7UhzLIegFg"/>
</p:tagLst>
</file>

<file path=ppt/tags/tag1893.xml><?xml version="1.0" encoding="utf-8"?>
<p:tagLst xmlns:a="http://schemas.openxmlformats.org/drawingml/2006/main" xmlns:r="http://schemas.openxmlformats.org/officeDocument/2006/relationships" xmlns:p="http://schemas.openxmlformats.org/presentationml/2006/main">
  <p:tag name="THINKCELLSHAPEDONOTDELETE" val="tT5gB85me26oBgdVSJAT1kw"/>
</p:tagLst>
</file>

<file path=ppt/tags/tag1894.xml><?xml version="1.0" encoding="utf-8"?>
<p:tagLst xmlns:a="http://schemas.openxmlformats.org/drawingml/2006/main" xmlns:r="http://schemas.openxmlformats.org/officeDocument/2006/relationships" xmlns:p="http://schemas.openxmlformats.org/presentationml/2006/main">
  <p:tag name="THINKCELLSHAPEDONOTDELETE" val="tVEzafdyzgRyktGiRl1MVhA"/>
</p:tagLst>
</file>

<file path=ppt/tags/tag1895.xml><?xml version="1.0" encoding="utf-8"?>
<p:tagLst xmlns:a="http://schemas.openxmlformats.org/drawingml/2006/main" xmlns:r="http://schemas.openxmlformats.org/officeDocument/2006/relationships" xmlns:p="http://schemas.openxmlformats.org/presentationml/2006/main">
  <p:tag name="THINKCELLSHAPEDONOTDELETE" val="th4Xo.7P2ggoeMpCsi8OVQg"/>
</p:tagLst>
</file>

<file path=ppt/tags/tag1896.xml><?xml version="1.0" encoding="utf-8"?>
<p:tagLst xmlns:a="http://schemas.openxmlformats.org/drawingml/2006/main" xmlns:r="http://schemas.openxmlformats.org/officeDocument/2006/relationships" xmlns:p="http://schemas.openxmlformats.org/presentationml/2006/main">
  <p:tag name="THINKCELLSHAPEDONOTDELETE" val="twPHt1_XJSxa4H.06XlyTyQ"/>
</p:tagLst>
</file>

<file path=ppt/tags/tag1897.xml><?xml version="1.0" encoding="utf-8"?>
<p:tagLst xmlns:a="http://schemas.openxmlformats.org/drawingml/2006/main" xmlns:r="http://schemas.openxmlformats.org/officeDocument/2006/relationships" xmlns:p="http://schemas.openxmlformats.org/presentationml/2006/main">
  <p:tag name="THINKCELLSHAPEDONOTDELETE" val="tzYmI0Qoh63YPgop0CZynhQ"/>
</p:tagLst>
</file>

<file path=ppt/tags/tag1898.xml><?xml version="1.0" encoding="utf-8"?>
<p:tagLst xmlns:a="http://schemas.openxmlformats.org/drawingml/2006/main" xmlns:r="http://schemas.openxmlformats.org/officeDocument/2006/relationships" xmlns:p="http://schemas.openxmlformats.org/presentationml/2006/main">
  <p:tag name="THINKCELLSHAPEDONOTDELETE" val="t7XoX.qN5TatsPVjnS.OhtQ"/>
</p:tagLst>
</file>

<file path=ppt/tags/tag1899.xml><?xml version="1.0" encoding="utf-8"?>
<p:tagLst xmlns:a="http://schemas.openxmlformats.org/drawingml/2006/main" xmlns:r="http://schemas.openxmlformats.org/officeDocument/2006/relationships" xmlns:p="http://schemas.openxmlformats.org/presentationml/2006/main">
  <p:tag name="THINKCELLSHAPEDONOTDELETE" val="tTtnRdBf7NtV6IB5FvzkOmQ"/>
</p:tagLst>
</file>

<file path=ppt/tags/tag1900.xml><?xml version="1.0" encoding="utf-8"?>
<p:tagLst xmlns:a="http://schemas.openxmlformats.org/drawingml/2006/main" xmlns:r="http://schemas.openxmlformats.org/officeDocument/2006/relationships" xmlns:p="http://schemas.openxmlformats.org/presentationml/2006/main">
  <p:tag name="THINKCELLSHAPEDONOTDELETE" val="tmTR8ArIi7g066KKJj.DjOw"/>
</p:tagLst>
</file>

<file path=ppt/tags/tag1901.xml><?xml version="1.0" encoding="utf-8"?>
<p:tagLst xmlns:a="http://schemas.openxmlformats.org/drawingml/2006/main" xmlns:r="http://schemas.openxmlformats.org/officeDocument/2006/relationships" xmlns:p="http://schemas.openxmlformats.org/presentationml/2006/main">
  <p:tag name="THINKCELLSHAPEDONOTDELETE" val="tY6531dqY.FXalMkYFq2KnA"/>
</p:tagLst>
</file>

<file path=ppt/tags/tag19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0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904.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905.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906.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907.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908.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90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1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911.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912.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913.xml><?xml version="1.0" encoding="utf-8"?>
<p:tagLst xmlns:a="http://schemas.openxmlformats.org/drawingml/2006/main" xmlns:r="http://schemas.openxmlformats.org/officeDocument/2006/relationships" xmlns:p="http://schemas.openxmlformats.org/presentationml/2006/main">
  <p:tag name="THINKCELLSHAPEDONOTDELETE" val="tmPmdofLfLsgcUxciehcQzw"/>
</p:tagLst>
</file>

<file path=ppt/tags/tag1914.xml><?xml version="1.0" encoding="utf-8"?>
<p:tagLst xmlns:a="http://schemas.openxmlformats.org/drawingml/2006/main" xmlns:r="http://schemas.openxmlformats.org/officeDocument/2006/relationships" xmlns:p="http://schemas.openxmlformats.org/presentationml/2006/main">
  <p:tag name="THINKCELLSHAPEDONOTDELETE" val="t9fxXydENt5IO49ozvP.MtQ"/>
</p:tagLst>
</file>

<file path=ppt/tags/tag1915.xml><?xml version="1.0" encoding="utf-8"?>
<p:tagLst xmlns:a="http://schemas.openxmlformats.org/drawingml/2006/main" xmlns:r="http://schemas.openxmlformats.org/officeDocument/2006/relationships" xmlns:p="http://schemas.openxmlformats.org/presentationml/2006/main">
  <p:tag name="THINKCELLSHAPEDONOTDELETE" val="tRjuUlXdXpOE_1Xea7sNnGw"/>
</p:tagLst>
</file>

<file path=ppt/tags/tag1916.xml><?xml version="1.0" encoding="utf-8"?>
<p:tagLst xmlns:a="http://schemas.openxmlformats.org/drawingml/2006/main" xmlns:r="http://schemas.openxmlformats.org/officeDocument/2006/relationships" xmlns:p="http://schemas.openxmlformats.org/presentationml/2006/main">
  <p:tag name="THINKCELLSHAPEDONOTDELETE" val="tOtirJF4B7hHQVBI2eY6GkQ"/>
</p:tagLst>
</file>

<file path=ppt/tags/tag1917.xml><?xml version="1.0" encoding="utf-8"?>
<p:tagLst xmlns:a="http://schemas.openxmlformats.org/drawingml/2006/main" xmlns:r="http://schemas.openxmlformats.org/officeDocument/2006/relationships" xmlns:p="http://schemas.openxmlformats.org/presentationml/2006/main">
  <p:tag name="THINKCELLSHAPEDONOTDELETE" val="taVoGI6rppFMc6t6byaAK8Q"/>
</p:tagLst>
</file>

<file path=ppt/tags/tag1918.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1919.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920.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1921.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922.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923.xml><?xml version="1.0" encoding="utf-8"?>
<p:tagLst xmlns:a="http://schemas.openxmlformats.org/drawingml/2006/main" xmlns:r="http://schemas.openxmlformats.org/officeDocument/2006/relationships" xmlns:p="http://schemas.openxmlformats.org/presentationml/2006/main">
  <p:tag name="THINKCELLSHAPEDONOTDELETE" val="ppCiZceh9L4Q07MJTaVjiGg"/>
</p:tagLst>
</file>

<file path=ppt/tags/tag1924.xml><?xml version="1.0" encoding="utf-8"?>
<p:tagLst xmlns:a="http://schemas.openxmlformats.org/drawingml/2006/main" xmlns:r="http://schemas.openxmlformats.org/officeDocument/2006/relationships" xmlns:p="http://schemas.openxmlformats.org/presentationml/2006/main">
  <p:tag name="THINKCELLSHAPEDONOTDELETE" val="pYLqzJAYY3YoNW1G3IlVNQA"/>
</p:tagLst>
</file>

<file path=ppt/tags/tag1925.xml><?xml version="1.0" encoding="utf-8"?>
<p:tagLst xmlns:a="http://schemas.openxmlformats.org/drawingml/2006/main" xmlns:r="http://schemas.openxmlformats.org/officeDocument/2006/relationships" xmlns:p="http://schemas.openxmlformats.org/presentationml/2006/main">
  <p:tag name="THINKCELLSHAPEDONOTDELETE" val="pa.dr3OUKVkzt26GSltvm_A"/>
</p:tagLst>
</file>

<file path=ppt/tags/tag1926.xml><?xml version="1.0" encoding="utf-8"?>
<p:tagLst xmlns:a="http://schemas.openxmlformats.org/drawingml/2006/main" xmlns:r="http://schemas.openxmlformats.org/officeDocument/2006/relationships" xmlns:p="http://schemas.openxmlformats.org/presentationml/2006/main">
  <p:tag name="THINKCELLSHAPEDONOTDELETE" val="tsRIVdrMbH32HH1EVtrKCEA"/>
</p:tagLst>
</file>

<file path=ppt/tags/tag1927.xml><?xml version="1.0" encoding="utf-8"?>
<p:tagLst xmlns:a="http://schemas.openxmlformats.org/drawingml/2006/main" xmlns:r="http://schemas.openxmlformats.org/officeDocument/2006/relationships" xmlns:p="http://schemas.openxmlformats.org/presentationml/2006/main">
  <p:tag name="THINKCELLSHAPEDONOTDELETE" val="t.ayHgCMCI.JMjn7qqSY6_w"/>
</p:tagLst>
</file>

<file path=ppt/tags/tag1928.xml><?xml version="1.0" encoding="utf-8"?>
<p:tagLst xmlns:a="http://schemas.openxmlformats.org/drawingml/2006/main" xmlns:r="http://schemas.openxmlformats.org/officeDocument/2006/relationships" xmlns:p="http://schemas.openxmlformats.org/presentationml/2006/main">
  <p:tag name="THINKCELLSHAPEDONOTDELETE" val="tIyIsalr1pPtNuLNM3r7uqg"/>
</p:tagLst>
</file>

<file path=ppt/tags/tag1929.xml><?xml version="1.0" encoding="utf-8"?>
<p:tagLst xmlns:a="http://schemas.openxmlformats.org/drawingml/2006/main" xmlns:r="http://schemas.openxmlformats.org/officeDocument/2006/relationships" xmlns:p="http://schemas.openxmlformats.org/presentationml/2006/main">
  <p:tag name="THINKCELLSHAPEDONOTDELETE" val="tYyIESZx5qO5V9EIFRqr5pA"/>
</p:tagLst>
</file>

<file path=ppt/tags/tag1930.xml><?xml version="1.0" encoding="utf-8"?>
<p:tagLst xmlns:a="http://schemas.openxmlformats.org/drawingml/2006/main" xmlns:r="http://schemas.openxmlformats.org/officeDocument/2006/relationships" xmlns:p="http://schemas.openxmlformats.org/presentationml/2006/main">
  <p:tag name="THINKCELLSHAPEDONOTDELETE" val="t7o1uf9jn8pIJEafwQR6PmQ"/>
</p:tagLst>
</file>

<file path=ppt/tags/tag1931.xml><?xml version="1.0" encoding="utf-8"?>
<p:tagLst xmlns:a="http://schemas.openxmlformats.org/drawingml/2006/main" xmlns:r="http://schemas.openxmlformats.org/officeDocument/2006/relationships" xmlns:p="http://schemas.openxmlformats.org/presentationml/2006/main">
  <p:tag name="THINKCELLSHAPEDONOTDELETE" val="tUxk8xDnxcTK8erdIZrXwQA"/>
</p:tagLst>
</file>

<file path=ppt/tags/tag1932.xml><?xml version="1.0" encoding="utf-8"?>
<p:tagLst xmlns:a="http://schemas.openxmlformats.org/drawingml/2006/main" xmlns:r="http://schemas.openxmlformats.org/officeDocument/2006/relationships" xmlns:p="http://schemas.openxmlformats.org/presentationml/2006/main">
  <p:tag name="THINKCELLSHAPEDONOTDELETE" val="tuKSYpyFFctv_NISEqRJMKA"/>
</p:tagLst>
</file>

<file path=ppt/tags/tag1933.xml><?xml version="1.0" encoding="utf-8"?>
<p:tagLst xmlns:a="http://schemas.openxmlformats.org/drawingml/2006/main" xmlns:r="http://schemas.openxmlformats.org/officeDocument/2006/relationships" xmlns:p="http://schemas.openxmlformats.org/presentationml/2006/main">
  <p:tag name="THINKCELLSHAPEDONOTDELETE" val="tQfKc4m19wikgzPl_QfpKSQ"/>
</p:tagLst>
</file>

<file path=ppt/tags/tag1934.xml><?xml version="1.0" encoding="utf-8"?>
<p:tagLst xmlns:a="http://schemas.openxmlformats.org/drawingml/2006/main" xmlns:r="http://schemas.openxmlformats.org/officeDocument/2006/relationships" xmlns:p="http://schemas.openxmlformats.org/presentationml/2006/main">
  <p:tag name="THINKCELLSHAPEDONOTDELETE" val="tQb941WPx7cLm2mLLY.n44A"/>
</p:tagLst>
</file>

<file path=ppt/tags/tag1935.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936.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937.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938.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939.xml><?xml version="1.0" encoding="utf-8"?>
<p:tagLst xmlns:a="http://schemas.openxmlformats.org/drawingml/2006/main" xmlns:r="http://schemas.openxmlformats.org/officeDocument/2006/relationships" xmlns:p="http://schemas.openxmlformats.org/presentationml/2006/main">
  <p:tag name="THINKCELLSHAPEDONOTDELETE" val="p8G1hgYThiQTMAiBLHZn09A"/>
</p:tagLst>
</file>

<file path=ppt/tags/tag19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41.xml><?xml version="1.0" encoding="utf-8"?>
<p:tagLst xmlns:a="http://schemas.openxmlformats.org/drawingml/2006/main" xmlns:r="http://schemas.openxmlformats.org/officeDocument/2006/relationships" xmlns:p="http://schemas.openxmlformats.org/presentationml/2006/main">
  <p:tag name="THINKCELLSHAPEDONOTDELETE" val="thSKYy_LCUJXVKA7GEhygkA"/>
</p:tagLst>
</file>

<file path=ppt/tags/tag1942.xml><?xml version="1.0" encoding="utf-8"?>
<p:tagLst xmlns:a="http://schemas.openxmlformats.org/drawingml/2006/main" xmlns:r="http://schemas.openxmlformats.org/officeDocument/2006/relationships" xmlns:p="http://schemas.openxmlformats.org/presentationml/2006/main">
  <p:tag name="THINKCELLSHAPEDONOTDELETE" val="t7K3F4ee7nzGcJlaAzX_Beg"/>
</p:tagLst>
</file>

<file path=ppt/tags/tag1943.xml><?xml version="1.0" encoding="utf-8"?>
<p:tagLst xmlns:a="http://schemas.openxmlformats.org/drawingml/2006/main" xmlns:r="http://schemas.openxmlformats.org/officeDocument/2006/relationships" xmlns:p="http://schemas.openxmlformats.org/presentationml/2006/main">
  <p:tag name="THINKCELLSHAPEDONOTDELETE" val="tV5bEe.qqfV53J7WxiYudqg"/>
</p:tagLst>
</file>

<file path=ppt/tags/tag1944.xml><?xml version="1.0" encoding="utf-8"?>
<p:tagLst xmlns:a="http://schemas.openxmlformats.org/drawingml/2006/main" xmlns:r="http://schemas.openxmlformats.org/officeDocument/2006/relationships" xmlns:p="http://schemas.openxmlformats.org/presentationml/2006/main">
  <p:tag name="THINKCELLSHAPEDONOTDELETE" val="tSTEwycPaxRZ5gtVlNlC6Bw"/>
</p:tagLst>
</file>

<file path=ppt/tags/tag1945.xml><?xml version="1.0" encoding="utf-8"?>
<p:tagLst xmlns:a="http://schemas.openxmlformats.org/drawingml/2006/main" xmlns:r="http://schemas.openxmlformats.org/officeDocument/2006/relationships" xmlns:p="http://schemas.openxmlformats.org/presentationml/2006/main">
  <p:tag name="THINKCELLSHAPEDONOTDELETE" val="t1bvpXoa._WrdUtBvDJSb3A"/>
</p:tagLst>
</file>

<file path=ppt/tags/tag1946.xml><?xml version="1.0" encoding="utf-8"?>
<p:tagLst xmlns:a="http://schemas.openxmlformats.org/drawingml/2006/main" xmlns:r="http://schemas.openxmlformats.org/officeDocument/2006/relationships" xmlns:p="http://schemas.openxmlformats.org/presentationml/2006/main">
  <p:tag name="THINKCELLSHAPEDONOTDELETE" val="tOTE2ewDRITTSNUGLBNk1WA"/>
</p:tagLst>
</file>

<file path=ppt/tags/tag1947.xml><?xml version="1.0" encoding="utf-8"?>
<p:tagLst xmlns:a="http://schemas.openxmlformats.org/drawingml/2006/main" xmlns:r="http://schemas.openxmlformats.org/officeDocument/2006/relationships" xmlns:p="http://schemas.openxmlformats.org/presentationml/2006/main">
  <p:tag name="THINKCELLSHAPEDONOTDELETE" val="tniEtYYQ1WSaq7HfpAFxv7w"/>
</p:tagLst>
</file>

<file path=ppt/tags/tag1948.xml><?xml version="1.0" encoding="utf-8"?>
<p:tagLst xmlns:a="http://schemas.openxmlformats.org/drawingml/2006/main" xmlns:r="http://schemas.openxmlformats.org/officeDocument/2006/relationships" xmlns:p="http://schemas.openxmlformats.org/presentationml/2006/main">
  <p:tag name="THINKCELLSHAPEDONOTDELETE" val="pBLWGDfFkH57lLDyWI1bV3A"/>
</p:tagLst>
</file>

<file path=ppt/tags/tag1949.xml><?xml version="1.0" encoding="utf-8"?>
<p:tagLst xmlns:a="http://schemas.openxmlformats.org/drawingml/2006/main" xmlns:r="http://schemas.openxmlformats.org/officeDocument/2006/relationships" xmlns:p="http://schemas.openxmlformats.org/presentationml/2006/main">
  <p:tag name="THINKCELLSHAPEDONOTDELETE" val="pBLWGDfFkH57lLDyWI1bV3A"/>
</p:tagLst>
</file>

<file path=ppt/tags/tag1950.xml><?xml version="1.0" encoding="utf-8"?>
<p:tagLst xmlns:a="http://schemas.openxmlformats.org/drawingml/2006/main" xmlns:r="http://schemas.openxmlformats.org/officeDocument/2006/relationships" xmlns:p="http://schemas.openxmlformats.org/presentationml/2006/main">
  <p:tag name="THINKCELLSHAPEDONOTDELETE" val="pyMA3kd7bhgo_tR6UrTyB7Q"/>
</p:tagLst>
</file>

<file path=ppt/tags/tag1951.xml><?xml version="1.0" encoding="utf-8"?>
<p:tagLst xmlns:a="http://schemas.openxmlformats.org/drawingml/2006/main" xmlns:r="http://schemas.openxmlformats.org/officeDocument/2006/relationships" xmlns:p="http://schemas.openxmlformats.org/presentationml/2006/main">
  <p:tag name="THINKCELLSHAPEDONOTDELETE" val="tCezbWmU2gs0xVE.CLGGJcA"/>
</p:tagLst>
</file>

<file path=ppt/tags/tag1952.xml><?xml version="1.0" encoding="utf-8"?>
<p:tagLst xmlns:a="http://schemas.openxmlformats.org/drawingml/2006/main" xmlns:r="http://schemas.openxmlformats.org/officeDocument/2006/relationships" xmlns:p="http://schemas.openxmlformats.org/presentationml/2006/main">
  <p:tag name="THINKCELLSHAPEDONOTDELETE" val="tydGRGfaB2R6aGrJRovlJZg"/>
</p:tagLst>
</file>

<file path=ppt/tags/tag1953.xml><?xml version="1.0" encoding="utf-8"?>
<p:tagLst xmlns:a="http://schemas.openxmlformats.org/drawingml/2006/main" xmlns:r="http://schemas.openxmlformats.org/officeDocument/2006/relationships" xmlns:p="http://schemas.openxmlformats.org/presentationml/2006/main">
  <p:tag name="THINKCELLSHAPEDONOTDELETE" val="tk2tr.rc.XCg1ir5ogUdSfQ"/>
</p:tagLst>
</file>

<file path=ppt/tags/tag1954.xml><?xml version="1.0" encoding="utf-8"?>
<p:tagLst xmlns:a="http://schemas.openxmlformats.org/drawingml/2006/main" xmlns:r="http://schemas.openxmlformats.org/officeDocument/2006/relationships" xmlns:p="http://schemas.openxmlformats.org/presentationml/2006/main">
  <p:tag name="THINKCELLSHAPEDONOTDELETE" val="tqPF27PY5mpxeOjnU1iIhvA"/>
</p:tagLst>
</file>

<file path=ppt/tags/tag1955.xml><?xml version="1.0" encoding="utf-8"?>
<p:tagLst xmlns:a="http://schemas.openxmlformats.org/drawingml/2006/main" xmlns:r="http://schemas.openxmlformats.org/officeDocument/2006/relationships" xmlns:p="http://schemas.openxmlformats.org/presentationml/2006/main">
  <p:tag name="THINKCELLSHAPEDONOTDELETE" val="tx.4.9HJkDhPF8ve0M1poJQ"/>
</p:tagLst>
</file>

<file path=ppt/tags/tag1956.xml><?xml version="1.0" encoding="utf-8"?>
<p:tagLst xmlns:a="http://schemas.openxmlformats.org/drawingml/2006/main" xmlns:r="http://schemas.openxmlformats.org/officeDocument/2006/relationships" xmlns:p="http://schemas.openxmlformats.org/presentationml/2006/main">
  <p:tag name="THINKCELLSHAPEDONOTDELETE" val="txP9H2zDcLTAgX7W_uXBJCw"/>
</p:tagLst>
</file>

<file path=ppt/tags/tag1957.xml><?xml version="1.0" encoding="utf-8"?>
<p:tagLst xmlns:a="http://schemas.openxmlformats.org/drawingml/2006/main" xmlns:r="http://schemas.openxmlformats.org/officeDocument/2006/relationships" xmlns:p="http://schemas.openxmlformats.org/presentationml/2006/main">
  <p:tag name="THINKCELLSHAPEDONOTDELETE" val="tR8iBouSWAFs51IehlJ9nYw"/>
</p:tagLst>
</file>

<file path=ppt/tags/tag1958.xml><?xml version="1.0" encoding="utf-8"?>
<p:tagLst xmlns:a="http://schemas.openxmlformats.org/drawingml/2006/main" xmlns:r="http://schemas.openxmlformats.org/officeDocument/2006/relationships" xmlns:p="http://schemas.openxmlformats.org/presentationml/2006/main">
  <p:tag name="THINKCELLSHAPEDONOTDELETE" val="teiEQC0B_IKOUVRapswsyXQ"/>
</p:tagLst>
</file>

<file path=ppt/tags/tag1959.xml><?xml version="1.0" encoding="utf-8"?>
<p:tagLst xmlns:a="http://schemas.openxmlformats.org/drawingml/2006/main" xmlns:r="http://schemas.openxmlformats.org/officeDocument/2006/relationships" xmlns:p="http://schemas.openxmlformats.org/presentationml/2006/main">
  <p:tag name="THINKCELLSHAPEDONOTDELETE" val="tqwy1O4kcuYtQCXGnw8158w"/>
</p:tagLst>
</file>

<file path=ppt/tags/tag1960.xml><?xml version="1.0" encoding="utf-8"?>
<p:tagLst xmlns:a="http://schemas.openxmlformats.org/drawingml/2006/main" xmlns:r="http://schemas.openxmlformats.org/officeDocument/2006/relationships" xmlns:p="http://schemas.openxmlformats.org/presentationml/2006/main">
  <p:tag name="THINKCELLSHAPEDONOTDELETE" val="tHoGUodGw.pgzRNZWaWdBEQ"/>
</p:tagLst>
</file>

<file path=ppt/tags/tag1961.xml><?xml version="1.0" encoding="utf-8"?>
<p:tagLst xmlns:a="http://schemas.openxmlformats.org/drawingml/2006/main" xmlns:r="http://schemas.openxmlformats.org/officeDocument/2006/relationships" xmlns:p="http://schemas.openxmlformats.org/presentationml/2006/main">
  <p:tag name="THINKCELLSHAPEDONOTDELETE" val="te3CefuvojhXlE.x0o3aO9g"/>
</p:tagLst>
</file>

<file path=ppt/tags/tag1962.xml><?xml version="1.0" encoding="utf-8"?>
<p:tagLst xmlns:a="http://schemas.openxmlformats.org/drawingml/2006/main" xmlns:r="http://schemas.openxmlformats.org/officeDocument/2006/relationships" xmlns:p="http://schemas.openxmlformats.org/presentationml/2006/main">
  <p:tag name="THINKCELLSHAPEDONOTDELETE" val="tsPKUCNFUXq60is_QlG3yHg"/>
</p:tagLst>
</file>

<file path=ppt/tags/tag1963.xml><?xml version="1.0" encoding="utf-8"?>
<p:tagLst xmlns:a="http://schemas.openxmlformats.org/drawingml/2006/main" xmlns:r="http://schemas.openxmlformats.org/officeDocument/2006/relationships" xmlns:p="http://schemas.openxmlformats.org/presentationml/2006/main">
  <p:tag name="THINKCELLSHAPEDONOTDELETE" val="t4uKfe5yuO3TaMQJeAPY_yQ"/>
</p:tagLst>
</file>

<file path=ppt/tags/tag196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965.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19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67.xml><?xml version="1.0" encoding="utf-8"?>
<p:tagLst xmlns:a="http://schemas.openxmlformats.org/drawingml/2006/main" xmlns:r="http://schemas.openxmlformats.org/officeDocument/2006/relationships" xmlns:p="http://schemas.openxmlformats.org/presentationml/2006/main">
  <p:tag name="THINKCELLSHAPEDONOTDELETE" val="tYcwpUHRoWRc1hY23gtD5zQ"/>
</p:tagLst>
</file>

<file path=ppt/tags/tag1968.xml><?xml version="1.0" encoding="utf-8"?>
<p:tagLst xmlns:a="http://schemas.openxmlformats.org/drawingml/2006/main" xmlns:r="http://schemas.openxmlformats.org/officeDocument/2006/relationships" xmlns:p="http://schemas.openxmlformats.org/presentationml/2006/main">
  <p:tag name="THINKCELLSHAPEDONOTDELETE" val="tczDrlk9PfkEQm2PVdY6zNA"/>
</p:tagLst>
</file>

<file path=ppt/tags/tag1969.xml><?xml version="1.0" encoding="utf-8"?>
<p:tagLst xmlns:a="http://schemas.openxmlformats.org/drawingml/2006/main" xmlns:r="http://schemas.openxmlformats.org/officeDocument/2006/relationships" xmlns:p="http://schemas.openxmlformats.org/presentationml/2006/main">
  <p:tag name="THINKCELLSHAPEDONOTDELETE" val="td1qofYQ8lopEL0NPvte86w"/>
</p:tagLst>
</file>

<file path=ppt/tags/tag1970.xml><?xml version="1.0" encoding="utf-8"?>
<p:tagLst xmlns:a="http://schemas.openxmlformats.org/drawingml/2006/main" xmlns:r="http://schemas.openxmlformats.org/officeDocument/2006/relationships" xmlns:p="http://schemas.openxmlformats.org/presentationml/2006/main">
  <p:tag name="THINKCELLSHAPEDONOTDELETE" val="tCdiBMRBkHW8wybYtd5YsVw"/>
</p:tagLst>
</file>

<file path=ppt/tags/tag1971.xml><?xml version="1.0" encoding="utf-8"?>
<p:tagLst xmlns:a="http://schemas.openxmlformats.org/drawingml/2006/main" xmlns:r="http://schemas.openxmlformats.org/officeDocument/2006/relationships" xmlns:p="http://schemas.openxmlformats.org/presentationml/2006/main">
  <p:tag name="THINKCELLSHAPEDONOTDELETE" val="tdtTnhwxvxxXhQjvystpBrw"/>
</p:tagLst>
</file>

<file path=ppt/tags/tag1972.xml><?xml version="1.0" encoding="utf-8"?>
<p:tagLst xmlns:a="http://schemas.openxmlformats.org/drawingml/2006/main" xmlns:r="http://schemas.openxmlformats.org/officeDocument/2006/relationships" xmlns:p="http://schemas.openxmlformats.org/presentationml/2006/main">
  <p:tag name="THINKCELLSHAPEDONOTDELETE" val="tPcSXMJM9HrRicBHnNWnGWA"/>
</p:tagLst>
</file>

<file path=ppt/tags/tag1973.xml><?xml version="1.0" encoding="utf-8"?>
<p:tagLst xmlns:a="http://schemas.openxmlformats.org/drawingml/2006/main" xmlns:r="http://schemas.openxmlformats.org/officeDocument/2006/relationships" xmlns:p="http://schemas.openxmlformats.org/presentationml/2006/main">
  <p:tag name="THINKCELLSHAPEDONOTDELETE" val="tC7BPbD1RgY5gXiAmDmK7XA"/>
</p:tagLst>
</file>

<file path=ppt/tags/tag1974.xml><?xml version="1.0" encoding="utf-8"?>
<p:tagLst xmlns:a="http://schemas.openxmlformats.org/drawingml/2006/main" xmlns:r="http://schemas.openxmlformats.org/officeDocument/2006/relationships" xmlns:p="http://schemas.openxmlformats.org/presentationml/2006/main">
  <p:tag name="THINKCELLSHAPEDONOTDELETE" val="totrE9WvAsjMupzlFQWFNcA"/>
</p:tagLst>
</file>

<file path=ppt/tags/tag1975.xml><?xml version="1.0" encoding="utf-8"?>
<p:tagLst xmlns:a="http://schemas.openxmlformats.org/drawingml/2006/main" xmlns:r="http://schemas.openxmlformats.org/officeDocument/2006/relationships" xmlns:p="http://schemas.openxmlformats.org/presentationml/2006/main">
  <p:tag name="THINKCELLSHAPEDONOTDELETE" val="tVRdEu1oM.QXlRrcqcIoFOA"/>
</p:tagLst>
</file>

<file path=ppt/tags/tag1976.xml><?xml version="1.0" encoding="utf-8"?>
<p:tagLst xmlns:a="http://schemas.openxmlformats.org/drawingml/2006/main" xmlns:r="http://schemas.openxmlformats.org/officeDocument/2006/relationships" xmlns:p="http://schemas.openxmlformats.org/presentationml/2006/main">
  <p:tag name="THINKCELLSHAPEDONOTDELETE" val="t23gsjdw_7hzq_ikulthGgw"/>
</p:tagLst>
</file>

<file path=ppt/tags/tag1977.xml><?xml version="1.0" encoding="utf-8"?>
<p:tagLst xmlns:a="http://schemas.openxmlformats.org/drawingml/2006/main" xmlns:r="http://schemas.openxmlformats.org/officeDocument/2006/relationships" xmlns:p="http://schemas.openxmlformats.org/presentationml/2006/main">
  <p:tag name="THINKCELLSHAPEDONOTDELETE" val="tOjABu2YAI8Y9BZEQe_OVeQ"/>
</p:tagLst>
</file>

<file path=ppt/tags/tag1978.xml><?xml version="1.0" encoding="utf-8"?>
<p:tagLst xmlns:a="http://schemas.openxmlformats.org/drawingml/2006/main" xmlns:r="http://schemas.openxmlformats.org/officeDocument/2006/relationships" xmlns:p="http://schemas.openxmlformats.org/presentationml/2006/main">
  <p:tag name="THINKCELLSHAPEDONOTDELETE" val="tru8605bZ.sPaGe5zXxNFbA"/>
</p:tagLst>
</file>

<file path=ppt/tags/tag1979.xml><?xml version="1.0" encoding="utf-8"?>
<p:tagLst xmlns:a="http://schemas.openxmlformats.org/drawingml/2006/main" xmlns:r="http://schemas.openxmlformats.org/officeDocument/2006/relationships" xmlns:p="http://schemas.openxmlformats.org/presentationml/2006/main">
  <p:tag name="THINKCELLSHAPEDONOTDELETE" val="tFrY08XaGLaGW5q2vtS7hog"/>
</p:tagLst>
</file>

<file path=ppt/tags/tag1980.xml><?xml version="1.0" encoding="utf-8"?>
<p:tagLst xmlns:a="http://schemas.openxmlformats.org/drawingml/2006/main" xmlns:r="http://schemas.openxmlformats.org/officeDocument/2006/relationships" xmlns:p="http://schemas.openxmlformats.org/presentationml/2006/main">
  <p:tag name="THINKCELLSHAPEDONOTDELETE" val="tTJjM_nIbGl3J.jJcZWMNlg"/>
</p:tagLst>
</file>

<file path=ppt/tags/tag1981.xml><?xml version="1.0" encoding="utf-8"?>
<p:tagLst xmlns:a="http://schemas.openxmlformats.org/drawingml/2006/main" xmlns:r="http://schemas.openxmlformats.org/officeDocument/2006/relationships" xmlns:p="http://schemas.openxmlformats.org/presentationml/2006/main">
  <p:tag name="THINKCELLSHAPEDONOTDELETE" val="thbK9_GGQYMASYDfn3U.F0A"/>
</p:tagLst>
</file>

<file path=ppt/tags/tag1982.xml><?xml version="1.0" encoding="utf-8"?>
<p:tagLst xmlns:a="http://schemas.openxmlformats.org/drawingml/2006/main" xmlns:r="http://schemas.openxmlformats.org/officeDocument/2006/relationships" xmlns:p="http://schemas.openxmlformats.org/presentationml/2006/main">
  <p:tag name="THINKCELLSHAPEDONOTDELETE" val="tuAQo3VzBLpb56X7AC6A3FA"/>
</p:tagLst>
</file>

<file path=ppt/tags/tag1983.xml><?xml version="1.0" encoding="utf-8"?>
<p:tagLst xmlns:a="http://schemas.openxmlformats.org/drawingml/2006/main" xmlns:r="http://schemas.openxmlformats.org/officeDocument/2006/relationships" xmlns:p="http://schemas.openxmlformats.org/presentationml/2006/main">
  <p:tag name="THINKCELLSHAPEDONOTDELETE" val="tfBUwHx4i_OdhJUgSYOqJ5A"/>
</p:tagLst>
</file>

<file path=ppt/tags/tag1984.xml><?xml version="1.0" encoding="utf-8"?>
<p:tagLst xmlns:a="http://schemas.openxmlformats.org/drawingml/2006/main" xmlns:r="http://schemas.openxmlformats.org/officeDocument/2006/relationships" xmlns:p="http://schemas.openxmlformats.org/presentationml/2006/main">
  <p:tag name="THINKCELLSHAPEDONOTDELETE" val="t5NJqnPGEr4ecIrH0GEYdCg"/>
</p:tagLst>
</file>

<file path=ppt/tags/tag1985.xml><?xml version="1.0" encoding="utf-8"?>
<p:tagLst xmlns:a="http://schemas.openxmlformats.org/drawingml/2006/main" xmlns:r="http://schemas.openxmlformats.org/officeDocument/2006/relationships" xmlns:p="http://schemas.openxmlformats.org/presentationml/2006/main">
  <p:tag name="THINKCELLSHAPEDONOTDELETE" val="tMD1BpZwvpAycwmiZFZJi9w"/>
</p:tagLst>
</file>

<file path=ppt/tags/tag1986.xml><?xml version="1.0" encoding="utf-8"?>
<p:tagLst xmlns:a="http://schemas.openxmlformats.org/drawingml/2006/main" xmlns:r="http://schemas.openxmlformats.org/officeDocument/2006/relationships" xmlns:p="http://schemas.openxmlformats.org/presentationml/2006/main">
  <p:tag name="THINKCELLSHAPEDONOTDELETE" val="ttXhs3JF8LR874q333EC9Xw"/>
</p:tagLst>
</file>

<file path=ppt/tags/tag1987.xml><?xml version="1.0" encoding="utf-8"?>
<p:tagLst xmlns:a="http://schemas.openxmlformats.org/drawingml/2006/main" xmlns:r="http://schemas.openxmlformats.org/officeDocument/2006/relationships" xmlns:p="http://schemas.openxmlformats.org/presentationml/2006/main">
  <p:tag name="THINKCELLSHAPEDONOTDELETE" val="tKQBVNxh38Wx9_Z2eoefCkA"/>
</p:tagLst>
</file>

<file path=ppt/tags/tag1988.xml><?xml version="1.0" encoding="utf-8"?>
<p:tagLst xmlns:a="http://schemas.openxmlformats.org/drawingml/2006/main" xmlns:r="http://schemas.openxmlformats.org/officeDocument/2006/relationships" xmlns:p="http://schemas.openxmlformats.org/presentationml/2006/main">
  <p:tag name="THINKCELLSHAPEDONOTDELETE" val="txyvm3I9xMD0mrtgfoDWfbg"/>
</p:tagLst>
</file>

<file path=ppt/tags/tag1989.xml><?xml version="1.0" encoding="utf-8"?>
<p:tagLst xmlns:a="http://schemas.openxmlformats.org/drawingml/2006/main" xmlns:r="http://schemas.openxmlformats.org/officeDocument/2006/relationships" xmlns:p="http://schemas.openxmlformats.org/presentationml/2006/main">
  <p:tag name="THINKCELLSHAPEDONOTDELETE" val="t1tczwpjnCCQBR2BKzn3X.g"/>
</p:tagLst>
</file>

<file path=ppt/tags/tag1990.xml><?xml version="1.0" encoding="utf-8"?>
<p:tagLst xmlns:a="http://schemas.openxmlformats.org/drawingml/2006/main" xmlns:r="http://schemas.openxmlformats.org/officeDocument/2006/relationships" xmlns:p="http://schemas.openxmlformats.org/presentationml/2006/main">
  <p:tag name="THINKCELLSHAPEDONOTDELETE" val="tDfwQEnIW46SWOtKqA3pgzg"/>
</p:tagLst>
</file>

<file path=ppt/tags/tag1991.xml><?xml version="1.0" encoding="utf-8"?>
<p:tagLst xmlns:a="http://schemas.openxmlformats.org/drawingml/2006/main" xmlns:r="http://schemas.openxmlformats.org/officeDocument/2006/relationships" xmlns:p="http://schemas.openxmlformats.org/presentationml/2006/main">
  <p:tag name="THINKCELLSHAPEDONOTDELETE" val="pyMA3kd7bhgo_tR6UrTyB7Q"/>
</p:tagLst>
</file>

<file path=ppt/tags/tag199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993.xml><?xml version="1.0" encoding="utf-8"?>
<p:tagLst xmlns:a="http://schemas.openxmlformats.org/drawingml/2006/main" xmlns:r="http://schemas.openxmlformats.org/officeDocument/2006/relationships" xmlns:p="http://schemas.openxmlformats.org/presentationml/2006/main">
  <p:tag name="THINKCELLSHAPEDONOTDELETE" val="tqBc1FuebD6Vo3AwffQ8loA"/>
</p:tagLst>
</file>

<file path=ppt/tags/tag1994.xml><?xml version="1.0" encoding="utf-8"?>
<p:tagLst xmlns:a="http://schemas.openxmlformats.org/drawingml/2006/main" xmlns:r="http://schemas.openxmlformats.org/officeDocument/2006/relationships" xmlns:p="http://schemas.openxmlformats.org/presentationml/2006/main">
  <p:tag name="THINKCELLSHAPEDONOTDELETE" val="tAHSXgwHQ10nFPzzzK1OYSQ"/>
</p:tagLst>
</file>

<file path=ppt/tags/tag1995.xml><?xml version="1.0" encoding="utf-8"?>
<p:tagLst xmlns:a="http://schemas.openxmlformats.org/drawingml/2006/main" xmlns:r="http://schemas.openxmlformats.org/officeDocument/2006/relationships" xmlns:p="http://schemas.openxmlformats.org/presentationml/2006/main">
  <p:tag name="THINKCELLSHAPEDONOTDELETE" val="tJEFQxmbOCzC_GQirXuqAFw"/>
</p:tagLst>
</file>

<file path=ppt/tags/tag1996.xml><?xml version="1.0" encoding="utf-8"?>
<p:tagLst xmlns:a="http://schemas.openxmlformats.org/drawingml/2006/main" xmlns:r="http://schemas.openxmlformats.org/officeDocument/2006/relationships" xmlns:p="http://schemas.openxmlformats.org/presentationml/2006/main">
  <p:tag name="THINKCELLSHAPEDONOTDELETE" val="tqRWSi25aKr1onAv8LJSUYA"/>
</p:tagLst>
</file>

<file path=ppt/tags/tag1997.xml><?xml version="1.0" encoding="utf-8"?>
<p:tagLst xmlns:a="http://schemas.openxmlformats.org/drawingml/2006/main" xmlns:r="http://schemas.openxmlformats.org/officeDocument/2006/relationships" xmlns:p="http://schemas.openxmlformats.org/presentationml/2006/main">
  <p:tag name="THINKCELLSHAPEDONOTDELETE" val="tqg_PhZUxxDIJJsEqRZobiw"/>
</p:tagLst>
</file>

<file path=ppt/tags/tag1998.xml><?xml version="1.0" encoding="utf-8"?>
<p:tagLst xmlns:a="http://schemas.openxmlformats.org/drawingml/2006/main" xmlns:r="http://schemas.openxmlformats.org/officeDocument/2006/relationships" xmlns:p="http://schemas.openxmlformats.org/presentationml/2006/main">
  <p:tag name="THINKCELLSHAPEDONOTDELETE" val="tmWuihdnz0LsQbsqKps6JWQ"/>
</p:tagLst>
</file>

<file path=ppt/tags/tag1999.xml><?xml version="1.0" encoding="utf-8"?>
<p:tagLst xmlns:a="http://schemas.openxmlformats.org/drawingml/2006/main" xmlns:r="http://schemas.openxmlformats.org/officeDocument/2006/relationships" xmlns:p="http://schemas.openxmlformats.org/presentationml/2006/main">
  <p:tag name="THINKCELLSHAPEDONOTDELETE" val="t.5FaxkEEKnAjcNin_nG5fQ"/>
</p:tagLst>
</file>

<file path=ppt/tags/tag2000.xml><?xml version="1.0" encoding="utf-8"?>
<p:tagLst xmlns:a="http://schemas.openxmlformats.org/drawingml/2006/main" xmlns:r="http://schemas.openxmlformats.org/officeDocument/2006/relationships" xmlns:p="http://schemas.openxmlformats.org/presentationml/2006/main">
  <p:tag name="THINKCELLSHAPEDONOTDELETE" val="tJa4pPwC9WMQiWCfS3.TNWQ"/>
</p:tagLst>
</file>

<file path=ppt/tags/tag2001.xml><?xml version="1.0" encoding="utf-8"?>
<p:tagLst xmlns:a="http://schemas.openxmlformats.org/drawingml/2006/main" xmlns:r="http://schemas.openxmlformats.org/officeDocument/2006/relationships" xmlns:p="http://schemas.openxmlformats.org/presentationml/2006/main">
  <p:tag name="THINKCELLSHAPEDONOTDELETE" val="tUY5Y7Nen.6wBDlfd7tpGuQ"/>
</p:tagLst>
</file>

<file path=ppt/tags/tag2002.xml><?xml version="1.0" encoding="utf-8"?>
<p:tagLst xmlns:a="http://schemas.openxmlformats.org/drawingml/2006/main" xmlns:r="http://schemas.openxmlformats.org/officeDocument/2006/relationships" xmlns:p="http://schemas.openxmlformats.org/presentationml/2006/main">
  <p:tag name="THINKCELLSHAPEDONOTDELETE" val="pBLWGDfFkH57lLDyWI1bV3A"/>
</p:tagLst>
</file>

<file path=ppt/tags/tag2003.xml><?xml version="1.0" encoding="utf-8"?>
<p:tagLst xmlns:a="http://schemas.openxmlformats.org/drawingml/2006/main" xmlns:r="http://schemas.openxmlformats.org/officeDocument/2006/relationships" xmlns:p="http://schemas.openxmlformats.org/presentationml/2006/main">
  <p:tag name="THINKCELLSHAPEDONOTDELETE" val="pBLWGDfFkH57lLDyWI1bV3A"/>
</p:tagLst>
</file>

<file path=ppt/tags/tag2004.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00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006.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0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0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009.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2010.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2011.xml><?xml version="1.0" encoding="utf-8"?>
<p:tagLst xmlns:a="http://schemas.openxmlformats.org/drawingml/2006/main" xmlns:r="http://schemas.openxmlformats.org/officeDocument/2006/relationships" xmlns:p="http://schemas.openxmlformats.org/presentationml/2006/main">
  <p:tag name="THINKCELLSHAPEDONOTDELETE" val="t4dvvC0kndY55zANI0tYi1A"/>
</p:tagLst>
</file>

<file path=ppt/tags/tag2012.xml><?xml version="1.0" encoding="utf-8"?>
<p:tagLst xmlns:a="http://schemas.openxmlformats.org/drawingml/2006/main" xmlns:r="http://schemas.openxmlformats.org/officeDocument/2006/relationships" xmlns:p="http://schemas.openxmlformats.org/presentationml/2006/main">
  <p:tag name="THINKCELLSHAPEDONOTDELETE" val="tyiPmB6CmgODRKEbBiowyig"/>
</p:tagLst>
</file>

<file path=ppt/tags/tag2013.xml><?xml version="1.0" encoding="utf-8"?>
<p:tagLst xmlns:a="http://schemas.openxmlformats.org/drawingml/2006/main" xmlns:r="http://schemas.openxmlformats.org/officeDocument/2006/relationships" xmlns:p="http://schemas.openxmlformats.org/presentationml/2006/main">
  <p:tag name="THINKCELLSHAPEDONOTDELETE" val="tsgM8xuu472Dya.RlKMC8rw"/>
</p:tagLst>
</file>

<file path=ppt/tags/tag2014.xml><?xml version="1.0" encoding="utf-8"?>
<p:tagLst xmlns:a="http://schemas.openxmlformats.org/drawingml/2006/main" xmlns:r="http://schemas.openxmlformats.org/officeDocument/2006/relationships" xmlns:p="http://schemas.openxmlformats.org/presentationml/2006/main">
  <p:tag name="THINKCELLSHAPEDONOTDELETE" val="tY.jXrC6k.YWy7zXsk_mszg"/>
</p:tagLst>
</file>

<file path=ppt/tags/tag2015.xml><?xml version="1.0" encoding="utf-8"?>
<p:tagLst xmlns:a="http://schemas.openxmlformats.org/drawingml/2006/main" xmlns:r="http://schemas.openxmlformats.org/officeDocument/2006/relationships" xmlns:p="http://schemas.openxmlformats.org/presentationml/2006/main">
  <p:tag name="THINKCELLSHAPEDONOTDELETE" val="tYC9Ypl3ZdBz09UgfgrdNcg"/>
</p:tagLst>
</file>

<file path=ppt/tags/tag2016.xml><?xml version="1.0" encoding="utf-8"?>
<p:tagLst xmlns:a="http://schemas.openxmlformats.org/drawingml/2006/main" xmlns:r="http://schemas.openxmlformats.org/officeDocument/2006/relationships" xmlns:p="http://schemas.openxmlformats.org/presentationml/2006/main">
  <p:tag name="THINKCELLSHAPEDONOTDELETE" val="t92.mGt9vRXqnLc_IvhXEzw"/>
</p:tagLst>
</file>

<file path=ppt/tags/tag2017.xml><?xml version="1.0" encoding="utf-8"?>
<p:tagLst xmlns:a="http://schemas.openxmlformats.org/drawingml/2006/main" xmlns:r="http://schemas.openxmlformats.org/officeDocument/2006/relationships" xmlns:p="http://schemas.openxmlformats.org/presentationml/2006/main">
  <p:tag name="THINKCELLSHAPEDONOTDELETE" val="toFGCmy4T3xGKvlAndIUPig"/>
</p:tagLst>
</file>

<file path=ppt/tags/tag2018.xml><?xml version="1.0" encoding="utf-8"?>
<p:tagLst xmlns:a="http://schemas.openxmlformats.org/drawingml/2006/main" xmlns:r="http://schemas.openxmlformats.org/officeDocument/2006/relationships" xmlns:p="http://schemas.openxmlformats.org/presentationml/2006/main">
  <p:tag name="THINKCELLSHAPEDONOTDELETE" val="t40SRG4dXtbkp0lZ1SKmdGw"/>
</p:tagLst>
</file>

<file path=ppt/tags/tag2019.xml><?xml version="1.0" encoding="utf-8"?>
<p:tagLst xmlns:a="http://schemas.openxmlformats.org/drawingml/2006/main" xmlns:r="http://schemas.openxmlformats.org/officeDocument/2006/relationships" xmlns:p="http://schemas.openxmlformats.org/presentationml/2006/main">
  <p:tag name="THINKCELLSHAPEDONOTDELETE" val="tr6pRZyEvdKUuNxvY_ckzsA"/>
</p:tagLst>
</file>

<file path=ppt/tags/tag2020.xml><?xml version="1.0" encoding="utf-8"?>
<p:tagLst xmlns:a="http://schemas.openxmlformats.org/drawingml/2006/main" xmlns:r="http://schemas.openxmlformats.org/officeDocument/2006/relationships" xmlns:p="http://schemas.openxmlformats.org/presentationml/2006/main">
  <p:tag name="THINKCELLSHAPEDONOTDELETE" val="t5e5nfl5fne46JrCDTvRodw"/>
</p:tagLst>
</file>

<file path=ppt/tags/tag2021.xml><?xml version="1.0" encoding="utf-8"?>
<p:tagLst xmlns:a="http://schemas.openxmlformats.org/drawingml/2006/main" xmlns:r="http://schemas.openxmlformats.org/officeDocument/2006/relationships" xmlns:p="http://schemas.openxmlformats.org/presentationml/2006/main">
  <p:tag name="THINKCELLSHAPEDONOTDELETE" val="tqGK2FpUJtaf4IzrHZwxe5Q"/>
</p:tagLst>
</file>

<file path=ppt/tags/tag2022.xml><?xml version="1.0" encoding="utf-8"?>
<p:tagLst xmlns:a="http://schemas.openxmlformats.org/drawingml/2006/main" xmlns:r="http://schemas.openxmlformats.org/officeDocument/2006/relationships" xmlns:p="http://schemas.openxmlformats.org/presentationml/2006/main">
  <p:tag name="THINKCELLSHAPEDONOTDELETE" val="tmReb5r2KJRK24oNJR_liaA"/>
</p:tagLst>
</file>

<file path=ppt/tags/tag2023.xml><?xml version="1.0" encoding="utf-8"?>
<p:tagLst xmlns:a="http://schemas.openxmlformats.org/drawingml/2006/main" xmlns:r="http://schemas.openxmlformats.org/officeDocument/2006/relationships" xmlns:p="http://schemas.openxmlformats.org/presentationml/2006/main">
  <p:tag name="THINKCELLSHAPEDONOTDELETE" val="tOT6MjVXmMFFP2phK4Wxd5g"/>
</p:tagLst>
</file>

<file path=ppt/tags/tag2024.xml><?xml version="1.0" encoding="utf-8"?>
<p:tagLst xmlns:a="http://schemas.openxmlformats.org/drawingml/2006/main" xmlns:r="http://schemas.openxmlformats.org/officeDocument/2006/relationships" xmlns:p="http://schemas.openxmlformats.org/presentationml/2006/main">
  <p:tag name="THINKCELLSHAPEDONOTDELETE" val="t7xpok2PKiEG9hBqBlv.YIw"/>
</p:tagLst>
</file>

<file path=ppt/tags/tag2025.xml><?xml version="1.0" encoding="utf-8"?>
<p:tagLst xmlns:a="http://schemas.openxmlformats.org/drawingml/2006/main" xmlns:r="http://schemas.openxmlformats.org/officeDocument/2006/relationships" xmlns:p="http://schemas.openxmlformats.org/presentationml/2006/main">
  <p:tag name="THINKCELLSHAPEDONOTDELETE" val="tS0d86qQsKODo6kzS5UnM4A"/>
</p:tagLst>
</file>

<file path=ppt/tags/tag2026.xml><?xml version="1.0" encoding="utf-8"?>
<p:tagLst xmlns:a="http://schemas.openxmlformats.org/drawingml/2006/main" xmlns:r="http://schemas.openxmlformats.org/officeDocument/2006/relationships" xmlns:p="http://schemas.openxmlformats.org/presentationml/2006/main">
  <p:tag name="THINKCELLSHAPEDONOTDELETE" val="tm2mdRXlUbLlYqGl4ggF_.g"/>
</p:tagLst>
</file>

<file path=ppt/tags/tag2027.xml><?xml version="1.0" encoding="utf-8"?>
<p:tagLst xmlns:a="http://schemas.openxmlformats.org/drawingml/2006/main" xmlns:r="http://schemas.openxmlformats.org/officeDocument/2006/relationships" xmlns:p="http://schemas.openxmlformats.org/presentationml/2006/main">
  <p:tag name="THINKCELLSHAPEDONOTDELETE" val="tftUezPP0q015IZVRhLp0Pw"/>
</p:tagLst>
</file>

<file path=ppt/tags/tag2028.xml><?xml version="1.0" encoding="utf-8"?>
<p:tagLst xmlns:a="http://schemas.openxmlformats.org/drawingml/2006/main" xmlns:r="http://schemas.openxmlformats.org/officeDocument/2006/relationships" xmlns:p="http://schemas.openxmlformats.org/presentationml/2006/main">
  <p:tag name="THINKCELLSHAPEDONOTDELETE" val="t8TclxKTcpLMCp82DaB9bLA"/>
</p:tagLst>
</file>

<file path=ppt/tags/tag2029.xml><?xml version="1.0" encoding="utf-8"?>
<p:tagLst xmlns:a="http://schemas.openxmlformats.org/drawingml/2006/main" xmlns:r="http://schemas.openxmlformats.org/officeDocument/2006/relationships" xmlns:p="http://schemas.openxmlformats.org/presentationml/2006/main">
  <p:tag name="THINKCELLSHAPEDONOTDELETE" val="tVnCRcHvl.Ak5HL5NDVnLqg"/>
</p:tagLst>
</file>

<file path=ppt/tags/tag2030.xml><?xml version="1.0" encoding="utf-8"?>
<p:tagLst xmlns:a="http://schemas.openxmlformats.org/drawingml/2006/main" xmlns:r="http://schemas.openxmlformats.org/officeDocument/2006/relationships" xmlns:p="http://schemas.openxmlformats.org/presentationml/2006/main">
  <p:tag name="THINKCELLSHAPEDONOTDELETE" val="tF1hFcstrqbivhKPfBRfsRQ"/>
</p:tagLst>
</file>

<file path=ppt/tags/tag2031.xml><?xml version="1.0" encoding="utf-8"?>
<p:tagLst xmlns:a="http://schemas.openxmlformats.org/drawingml/2006/main" xmlns:r="http://schemas.openxmlformats.org/officeDocument/2006/relationships" xmlns:p="http://schemas.openxmlformats.org/presentationml/2006/main">
  <p:tag name="THINKCELLSHAPEDONOTDELETE" val="tPnrnZowUdkAmKmZ.7B_51w"/>
</p:tagLst>
</file>

<file path=ppt/tags/tag2032.xml><?xml version="1.0" encoding="utf-8"?>
<p:tagLst xmlns:a="http://schemas.openxmlformats.org/drawingml/2006/main" xmlns:r="http://schemas.openxmlformats.org/officeDocument/2006/relationships" xmlns:p="http://schemas.openxmlformats.org/presentationml/2006/main">
  <p:tag name="THINKCELLSHAPEDONOTDELETE" val="tq.1pv.E5gJg0uz15IzNJhg"/>
</p:tagLst>
</file>

<file path=ppt/tags/tag2033.xml><?xml version="1.0" encoding="utf-8"?>
<p:tagLst xmlns:a="http://schemas.openxmlformats.org/drawingml/2006/main" xmlns:r="http://schemas.openxmlformats.org/officeDocument/2006/relationships" xmlns:p="http://schemas.openxmlformats.org/presentationml/2006/main">
  <p:tag name="THINKCELLSHAPEDONOTDELETE" val="txeQWGv.VPWBbzEAAUyat3w"/>
</p:tagLst>
</file>

<file path=ppt/tags/tag2034.xml><?xml version="1.0" encoding="utf-8"?>
<p:tagLst xmlns:a="http://schemas.openxmlformats.org/drawingml/2006/main" xmlns:r="http://schemas.openxmlformats.org/officeDocument/2006/relationships" xmlns:p="http://schemas.openxmlformats.org/presentationml/2006/main">
  <p:tag name="THINKCELLSHAPEDONOTDELETE" val="tVPn4jFAg_Wy7er.nQttUbg"/>
</p:tagLst>
</file>

<file path=ppt/tags/tag2035.xml><?xml version="1.0" encoding="utf-8"?>
<p:tagLst xmlns:a="http://schemas.openxmlformats.org/drawingml/2006/main" xmlns:r="http://schemas.openxmlformats.org/officeDocument/2006/relationships" xmlns:p="http://schemas.openxmlformats.org/presentationml/2006/main">
  <p:tag name="THINKCELLSHAPEDONOTDELETE" val="tYbmfOm3NJb3RqJ.ICH58HQ"/>
</p:tagLst>
</file>

<file path=ppt/tags/tag2036.xml><?xml version="1.0" encoding="utf-8"?>
<p:tagLst xmlns:a="http://schemas.openxmlformats.org/drawingml/2006/main" xmlns:r="http://schemas.openxmlformats.org/officeDocument/2006/relationships" xmlns:p="http://schemas.openxmlformats.org/presentationml/2006/main">
  <p:tag name="THINKCELLSHAPEDONOTDELETE" val="tVuN.6bis9w4t75Rjz2TJ7w"/>
</p:tagLst>
</file>

<file path=ppt/tags/tag2037.xml><?xml version="1.0" encoding="utf-8"?>
<p:tagLst xmlns:a="http://schemas.openxmlformats.org/drawingml/2006/main" xmlns:r="http://schemas.openxmlformats.org/officeDocument/2006/relationships" xmlns:p="http://schemas.openxmlformats.org/presentationml/2006/main">
  <p:tag name="THINKCELLSHAPEDONOTDELETE" val="tCScJgw402rjg.orvekNSHg"/>
</p:tagLst>
</file>

<file path=ppt/tags/tag2038.xml><?xml version="1.0" encoding="utf-8"?>
<p:tagLst xmlns:a="http://schemas.openxmlformats.org/drawingml/2006/main" xmlns:r="http://schemas.openxmlformats.org/officeDocument/2006/relationships" xmlns:p="http://schemas.openxmlformats.org/presentationml/2006/main">
  <p:tag name="THINKCELLSHAPEDONOTDELETE" val="t7meaY1dygggkF.2eMdfrIQ"/>
</p:tagLst>
</file>

<file path=ppt/tags/tag2039.xml><?xml version="1.0" encoding="utf-8"?>
<p:tagLst xmlns:a="http://schemas.openxmlformats.org/drawingml/2006/main" xmlns:r="http://schemas.openxmlformats.org/officeDocument/2006/relationships" xmlns:p="http://schemas.openxmlformats.org/presentationml/2006/main">
  <p:tag name="THINKCELLSHAPEDONOTDELETE" val="ti_S6b25vJUBAPFMEV.j_2w"/>
</p:tagLst>
</file>

<file path=ppt/tags/tag2040.xml><?xml version="1.0" encoding="utf-8"?>
<p:tagLst xmlns:a="http://schemas.openxmlformats.org/drawingml/2006/main" xmlns:r="http://schemas.openxmlformats.org/officeDocument/2006/relationships" xmlns:p="http://schemas.openxmlformats.org/presentationml/2006/main">
  <p:tag name="THINKCELLSHAPEDONOTDELETE" val="pOCOPWU8kISr8Ms1.2AivoA"/>
</p:tagLst>
</file>

<file path=ppt/tags/tag2041.xml><?xml version="1.0" encoding="utf-8"?>
<p:tagLst xmlns:a="http://schemas.openxmlformats.org/drawingml/2006/main" xmlns:r="http://schemas.openxmlformats.org/officeDocument/2006/relationships" xmlns:p="http://schemas.openxmlformats.org/presentationml/2006/main">
  <p:tag name="THINKCELLSHAPEDONOTDELETE" val="tSfzDrC7DaRALRuQLrfGjUw"/>
</p:tagLst>
</file>

<file path=ppt/tags/tag2042.xml><?xml version="1.0" encoding="utf-8"?>
<p:tagLst xmlns:a="http://schemas.openxmlformats.org/drawingml/2006/main" xmlns:r="http://schemas.openxmlformats.org/officeDocument/2006/relationships" xmlns:p="http://schemas.openxmlformats.org/presentationml/2006/main">
  <p:tag name="THINKCELLSHAPEDONOTDELETE" val="t1snATPQTeSj4Wxix3kbazw"/>
</p:tagLst>
</file>

<file path=ppt/tags/tag2043.xml><?xml version="1.0" encoding="utf-8"?>
<p:tagLst xmlns:a="http://schemas.openxmlformats.org/drawingml/2006/main" xmlns:r="http://schemas.openxmlformats.org/officeDocument/2006/relationships" xmlns:p="http://schemas.openxmlformats.org/presentationml/2006/main">
  <p:tag name="THINKCELLSHAPEDONOTDELETE" val="twP8A0pICW6bq7ZTtCntqZw"/>
</p:tagLst>
</file>

<file path=ppt/tags/tag2044.xml><?xml version="1.0" encoding="utf-8"?>
<p:tagLst xmlns:a="http://schemas.openxmlformats.org/drawingml/2006/main" xmlns:r="http://schemas.openxmlformats.org/officeDocument/2006/relationships" xmlns:p="http://schemas.openxmlformats.org/presentationml/2006/main">
  <p:tag name="THINKCELLSHAPEDONOTDELETE" val="tKioQshSERhcOmWHCqVqt1w"/>
</p:tagLst>
</file>

<file path=ppt/tags/tag2045.xml><?xml version="1.0" encoding="utf-8"?>
<p:tagLst xmlns:a="http://schemas.openxmlformats.org/drawingml/2006/main" xmlns:r="http://schemas.openxmlformats.org/officeDocument/2006/relationships" xmlns:p="http://schemas.openxmlformats.org/presentationml/2006/main">
  <p:tag name="THINKCELLSHAPEDONOTDELETE" val="tRcRhWKIPGyB8iBzia1Mr2w"/>
</p:tagLst>
</file>

<file path=ppt/tags/tag2046.xml><?xml version="1.0" encoding="utf-8"?>
<p:tagLst xmlns:a="http://schemas.openxmlformats.org/drawingml/2006/main" xmlns:r="http://schemas.openxmlformats.org/officeDocument/2006/relationships" xmlns:p="http://schemas.openxmlformats.org/presentationml/2006/main">
  <p:tag name="THINKCELLSHAPEDONOTDELETE" val="tn66Jh81VWmrRXVzop840Yw"/>
</p:tagLst>
</file>

<file path=ppt/tags/tag2047.xml><?xml version="1.0" encoding="utf-8"?>
<p:tagLst xmlns:a="http://schemas.openxmlformats.org/drawingml/2006/main" xmlns:r="http://schemas.openxmlformats.org/officeDocument/2006/relationships" xmlns:p="http://schemas.openxmlformats.org/presentationml/2006/main">
  <p:tag name="THINKCELLSHAPEDONOTDELETE" val="tFSw8ILc08_0iTHVfpQ9E.A"/>
</p:tagLst>
</file>

<file path=ppt/tags/tag2048.xml><?xml version="1.0" encoding="utf-8"?>
<p:tagLst xmlns:a="http://schemas.openxmlformats.org/drawingml/2006/main" xmlns:r="http://schemas.openxmlformats.org/officeDocument/2006/relationships" xmlns:p="http://schemas.openxmlformats.org/presentationml/2006/main">
  <p:tag name="THINKCELLSHAPEDONOTDELETE" val="tMt6Cj4IKE4IPYkp9zWzNJA"/>
</p:tagLst>
</file>

<file path=ppt/tags/tag2049.xml><?xml version="1.0" encoding="utf-8"?>
<p:tagLst xmlns:a="http://schemas.openxmlformats.org/drawingml/2006/main" xmlns:r="http://schemas.openxmlformats.org/officeDocument/2006/relationships" xmlns:p="http://schemas.openxmlformats.org/presentationml/2006/main">
  <p:tag name="THINKCELLSHAPEDONOTDELETE" val="tDvzzERnAM0YcRDDZVPhj9Q"/>
</p:tagLst>
</file>

<file path=ppt/tags/tag2050.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2051.xml><?xml version="1.0" encoding="utf-8"?>
<p:tagLst xmlns:a="http://schemas.openxmlformats.org/drawingml/2006/main" xmlns:r="http://schemas.openxmlformats.org/officeDocument/2006/relationships" xmlns:p="http://schemas.openxmlformats.org/presentationml/2006/main">
  <p:tag name="THINKCELLSHAPEDONOTDELETE" val="p6V.KDgw5VN.7K_KltcfdYw"/>
</p:tagLst>
</file>

<file path=ppt/tags/tag2052.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053.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2054.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20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56.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057.xml><?xml version="1.0" encoding="utf-8"?>
<p:tagLst xmlns:a="http://schemas.openxmlformats.org/drawingml/2006/main" xmlns:r="http://schemas.openxmlformats.org/officeDocument/2006/relationships" xmlns:p="http://schemas.openxmlformats.org/presentationml/2006/main">
  <p:tag name="THINKCELLSHAPEDONOTDELETE" val="tU_xIzikZQXF7Zd0CK2v9Hg"/>
</p:tagLst>
</file>

<file path=ppt/tags/tag2058.xml><?xml version="1.0" encoding="utf-8"?>
<p:tagLst xmlns:a="http://schemas.openxmlformats.org/drawingml/2006/main" xmlns:r="http://schemas.openxmlformats.org/officeDocument/2006/relationships" xmlns:p="http://schemas.openxmlformats.org/presentationml/2006/main">
  <p:tag name="THINKCELLSHAPEDONOTDELETE" val="t49Xy3h78jUcPx5a4QUAqRw"/>
</p:tagLst>
</file>

<file path=ppt/tags/tag2059.xml><?xml version="1.0" encoding="utf-8"?>
<p:tagLst xmlns:a="http://schemas.openxmlformats.org/drawingml/2006/main" xmlns:r="http://schemas.openxmlformats.org/officeDocument/2006/relationships" xmlns:p="http://schemas.openxmlformats.org/presentationml/2006/main">
  <p:tag name="THINKCELLSHAPEDONOTDELETE" val="t66kE6pbLtFkwyR6VyWAyGA"/>
</p:tagLst>
</file>

<file path=ppt/tags/tag2060.xml><?xml version="1.0" encoding="utf-8"?>
<p:tagLst xmlns:a="http://schemas.openxmlformats.org/drawingml/2006/main" xmlns:r="http://schemas.openxmlformats.org/officeDocument/2006/relationships" xmlns:p="http://schemas.openxmlformats.org/presentationml/2006/main">
  <p:tag name="THINKCELLSHAPEDONOTDELETE" val="tFa9J1rPP1swseUcW4CvgCA"/>
</p:tagLst>
</file>

<file path=ppt/tags/tag2061.xml><?xml version="1.0" encoding="utf-8"?>
<p:tagLst xmlns:a="http://schemas.openxmlformats.org/drawingml/2006/main" xmlns:r="http://schemas.openxmlformats.org/officeDocument/2006/relationships" xmlns:p="http://schemas.openxmlformats.org/presentationml/2006/main">
  <p:tag name="THINKCELLSHAPEDONOTDELETE" val="tL4ObE3L00rdsVsg7qsdZqQ"/>
</p:tagLst>
</file>

<file path=ppt/tags/tag2062.xml><?xml version="1.0" encoding="utf-8"?>
<p:tagLst xmlns:a="http://schemas.openxmlformats.org/drawingml/2006/main" xmlns:r="http://schemas.openxmlformats.org/officeDocument/2006/relationships" xmlns:p="http://schemas.openxmlformats.org/presentationml/2006/main">
  <p:tag name="THINKCELLSHAPEDONOTDELETE" val="tCA5iRrqKMJt65.a1XEj_mg"/>
</p:tagLst>
</file>

<file path=ppt/tags/tag2063.xml><?xml version="1.0" encoding="utf-8"?>
<p:tagLst xmlns:a="http://schemas.openxmlformats.org/drawingml/2006/main" xmlns:r="http://schemas.openxmlformats.org/officeDocument/2006/relationships" xmlns:p="http://schemas.openxmlformats.org/presentationml/2006/main">
  <p:tag name="THINKCELLSHAPEDONOTDELETE" val="tLpTI0A8qBxAzI3lkSssqlg"/>
</p:tagLst>
</file>

<file path=ppt/tags/tag2064.xml><?xml version="1.0" encoding="utf-8"?>
<p:tagLst xmlns:a="http://schemas.openxmlformats.org/drawingml/2006/main" xmlns:r="http://schemas.openxmlformats.org/officeDocument/2006/relationships" xmlns:p="http://schemas.openxmlformats.org/presentationml/2006/main">
  <p:tag name="THINKCELLSHAPEDONOTDELETE" val="tcwH993_6YjQM69AVTFy95Q"/>
</p:tagLst>
</file>

<file path=ppt/tags/tag2065.xml><?xml version="1.0" encoding="utf-8"?>
<p:tagLst xmlns:a="http://schemas.openxmlformats.org/drawingml/2006/main" xmlns:r="http://schemas.openxmlformats.org/officeDocument/2006/relationships" xmlns:p="http://schemas.openxmlformats.org/presentationml/2006/main">
  <p:tag name="THINKCELLSHAPEDONOTDELETE" val="tWxzSPneyE_hP8QVzkbh5Wg"/>
</p:tagLst>
</file>

<file path=ppt/tags/tag2066.xml><?xml version="1.0" encoding="utf-8"?>
<p:tagLst xmlns:a="http://schemas.openxmlformats.org/drawingml/2006/main" xmlns:r="http://schemas.openxmlformats.org/officeDocument/2006/relationships" xmlns:p="http://schemas.openxmlformats.org/presentationml/2006/main">
  <p:tag name="THINKCELLSHAPEDONOTDELETE" val="tzZqFeEBE.e14hIqHmVPVKw"/>
</p:tagLst>
</file>

<file path=ppt/tags/tag2067.xml><?xml version="1.0" encoding="utf-8"?>
<p:tagLst xmlns:a="http://schemas.openxmlformats.org/drawingml/2006/main" xmlns:r="http://schemas.openxmlformats.org/officeDocument/2006/relationships" xmlns:p="http://schemas.openxmlformats.org/presentationml/2006/main">
  <p:tag name="THINKCELLSHAPEDONOTDELETE" val="tideGuNSBrWzI8f34c6k6pg"/>
</p:tagLst>
</file>

<file path=ppt/tags/tag2068.xml><?xml version="1.0" encoding="utf-8"?>
<p:tagLst xmlns:a="http://schemas.openxmlformats.org/drawingml/2006/main" xmlns:r="http://schemas.openxmlformats.org/officeDocument/2006/relationships" xmlns:p="http://schemas.openxmlformats.org/presentationml/2006/main">
  <p:tag name="THINKCELLSHAPEDONOTDELETE" val="t_PNR2pduA1Cqyykgs4fm4A"/>
</p:tagLst>
</file>

<file path=ppt/tags/tag2069.xml><?xml version="1.0" encoding="utf-8"?>
<p:tagLst xmlns:a="http://schemas.openxmlformats.org/drawingml/2006/main" xmlns:r="http://schemas.openxmlformats.org/officeDocument/2006/relationships" xmlns:p="http://schemas.openxmlformats.org/presentationml/2006/main">
  <p:tag name="THINKCELLSHAPEDONOTDELETE" val="tfGxVrmHqTRUn9.34GFRWkQ"/>
</p:tagLst>
</file>

<file path=ppt/tags/tag2070.xml><?xml version="1.0" encoding="utf-8"?>
<p:tagLst xmlns:a="http://schemas.openxmlformats.org/drawingml/2006/main" xmlns:r="http://schemas.openxmlformats.org/officeDocument/2006/relationships" xmlns:p="http://schemas.openxmlformats.org/presentationml/2006/main">
  <p:tag name="THINKCELLSHAPEDONOTDELETE" val="toAGP5q_PWAtL.VZ_rZiGew"/>
</p:tagLst>
</file>

<file path=ppt/tags/tag2071.xml><?xml version="1.0" encoding="utf-8"?>
<p:tagLst xmlns:a="http://schemas.openxmlformats.org/drawingml/2006/main" xmlns:r="http://schemas.openxmlformats.org/officeDocument/2006/relationships" xmlns:p="http://schemas.openxmlformats.org/presentationml/2006/main">
  <p:tag name="THINKCELLSHAPEDONOTDELETE" val="tleBwH0sx65x6AQT6ZihsLQ"/>
</p:tagLst>
</file>

<file path=ppt/tags/tag2072.xml><?xml version="1.0" encoding="utf-8"?>
<p:tagLst xmlns:a="http://schemas.openxmlformats.org/drawingml/2006/main" xmlns:r="http://schemas.openxmlformats.org/officeDocument/2006/relationships" xmlns:p="http://schemas.openxmlformats.org/presentationml/2006/main">
  <p:tag name="THINKCELLSHAPEDONOTDELETE" val="txUSWpryYnESljIl.5OdF5g"/>
</p:tagLst>
</file>

<file path=ppt/tags/tag2073.xml><?xml version="1.0" encoding="utf-8"?>
<p:tagLst xmlns:a="http://schemas.openxmlformats.org/drawingml/2006/main" xmlns:r="http://schemas.openxmlformats.org/officeDocument/2006/relationships" xmlns:p="http://schemas.openxmlformats.org/presentationml/2006/main">
  <p:tag name="THINKCELLSHAPEDONOTDELETE" val="tE8oQF5dleLO0eEKioMv1aw"/>
</p:tagLst>
</file>

<file path=ppt/tags/tag2074.xml><?xml version="1.0" encoding="utf-8"?>
<p:tagLst xmlns:a="http://schemas.openxmlformats.org/drawingml/2006/main" xmlns:r="http://schemas.openxmlformats.org/officeDocument/2006/relationships" xmlns:p="http://schemas.openxmlformats.org/presentationml/2006/main">
  <p:tag name="THINKCELLSHAPEDONOTDELETE" val="tWGbPNUdvf8Soetsu.ijbiA"/>
</p:tagLst>
</file>

<file path=ppt/tags/tag2075.xml><?xml version="1.0" encoding="utf-8"?>
<p:tagLst xmlns:a="http://schemas.openxmlformats.org/drawingml/2006/main" xmlns:r="http://schemas.openxmlformats.org/officeDocument/2006/relationships" xmlns:p="http://schemas.openxmlformats.org/presentationml/2006/main">
  <p:tag name="THINKCELLSHAPEDONOTDELETE" val="tP8mu2DhGc7c_hbyQeEw92g"/>
</p:tagLst>
</file>

<file path=ppt/tags/tag2076.xml><?xml version="1.0" encoding="utf-8"?>
<p:tagLst xmlns:a="http://schemas.openxmlformats.org/drawingml/2006/main" xmlns:r="http://schemas.openxmlformats.org/officeDocument/2006/relationships" xmlns:p="http://schemas.openxmlformats.org/presentationml/2006/main">
  <p:tag name="THINKCELLSHAPEDONOTDELETE" val="tfwctBPZbZN5w37D1nJUivA"/>
</p:tagLst>
</file>

<file path=ppt/tags/tag2077.xml><?xml version="1.0" encoding="utf-8"?>
<p:tagLst xmlns:a="http://schemas.openxmlformats.org/drawingml/2006/main" xmlns:r="http://schemas.openxmlformats.org/officeDocument/2006/relationships" xmlns:p="http://schemas.openxmlformats.org/presentationml/2006/main">
  <p:tag name="THINKCELLSHAPEDONOTDELETE" val="tQjugvcU11hTcXCQNpieLfw"/>
</p:tagLst>
</file>

<file path=ppt/tags/tag2078.xml><?xml version="1.0" encoding="utf-8"?>
<p:tagLst xmlns:a="http://schemas.openxmlformats.org/drawingml/2006/main" xmlns:r="http://schemas.openxmlformats.org/officeDocument/2006/relationships" xmlns:p="http://schemas.openxmlformats.org/presentationml/2006/main">
  <p:tag name="THINKCELLSHAPEDONOTDELETE" val="t197uvWp7uxmGkFJ9OuP09g"/>
</p:tagLst>
</file>

<file path=ppt/tags/tag2079.xml><?xml version="1.0" encoding="utf-8"?>
<p:tagLst xmlns:a="http://schemas.openxmlformats.org/drawingml/2006/main" xmlns:r="http://schemas.openxmlformats.org/officeDocument/2006/relationships" xmlns:p="http://schemas.openxmlformats.org/presentationml/2006/main">
  <p:tag name="THINKCELLSHAPEDONOTDELETE" val="t2SWGElgaRB2EN4DfMd8A_w"/>
</p:tagLst>
</file>

<file path=ppt/tags/tag2080.xml><?xml version="1.0" encoding="utf-8"?>
<p:tagLst xmlns:a="http://schemas.openxmlformats.org/drawingml/2006/main" xmlns:r="http://schemas.openxmlformats.org/officeDocument/2006/relationships" xmlns:p="http://schemas.openxmlformats.org/presentationml/2006/main">
  <p:tag name="THINKCELLSHAPEDONOTDELETE" val="tK4.arOkfU8pizmOFpcLuAw"/>
</p:tagLst>
</file>

<file path=ppt/tags/tag2081.xml><?xml version="1.0" encoding="utf-8"?>
<p:tagLst xmlns:a="http://schemas.openxmlformats.org/drawingml/2006/main" xmlns:r="http://schemas.openxmlformats.org/officeDocument/2006/relationships" xmlns:p="http://schemas.openxmlformats.org/presentationml/2006/main">
  <p:tag name="THINKCELLSHAPEDONOTDELETE" val="tApBiQ7n6KD7WvVj66kzS0A"/>
</p:tagLst>
</file>

<file path=ppt/tags/tag2082.xml><?xml version="1.0" encoding="utf-8"?>
<p:tagLst xmlns:a="http://schemas.openxmlformats.org/drawingml/2006/main" xmlns:r="http://schemas.openxmlformats.org/officeDocument/2006/relationships" xmlns:p="http://schemas.openxmlformats.org/presentationml/2006/main">
  <p:tag name="THINKCELLSHAPEDONOTDELETE" val="tCqCYNYZkqFUjqkfIoMC25A"/>
</p:tagLst>
</file>

<file path=ppt/tags/tag2083.xml><?xml version="1.0" encoding="utf-8"?>
<p:tagLst xmlns:a="http://schemas.openxmlformats.org/drawingml/2006/main" xmlns:r="http://schemas.openxmlformats.org/officeDocument/2006/relationships" xmlns:p="http://schemas.openxmlformats.org/presentationml/2006/main">
  <p:tag name="THINKCELLSHAPEDONOTDELETE" val="tz..5lfOPu3MSw0grUqxxmw"/>
</p:tagLst>
</file>

<file path=ppt/tags/tag2084.xml><?xml version="1.0" encoding="utf-8"?>
<p:tagLst xmlns:a="http://schemas.openxmlformats.org/drawingml/2006/main" xmlns:r="http://schemas.openxmlformats.org/officeDocument/2006/relationships" xmlns:p="http://schemas.openxmlformats.org/presentationml/2006/main">
  <p:tag name="THINKCELLSHAPEDONOTDELETE" val="tIY3_xILtjhBSDHoHNOxpgA"/>
</p:tagLst>
</file>

<file path=ppt/tags/tag20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86.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2087.xml><?xml version="1.0" encoding="utf-8"?>
<p:tagLst xmlns:a="http://schemas.openxmlformats.org/drawingml/2006/main" xmlns:r="http://schemas.openxmlformats.org/officeDocument/2006/relationships" xmlns:p="http://schemas.openxmlformats.org/presentationml/2006/main">
  <p:tag name="THINKCELLSHAPEDONOTDELETE" val="pRdoezwFng__5RHTI9V2S9g"/>
</p:tagLst>
</file>

<file path=ppt/tags/tag2088.xml><?xml version="1.0" encoding="utf-8"?>
<p:tagLst xmlns:a="http://schemas.openxmlformats.org/drawingml/2006/main" xmlns:r="http://schemas.openxmlformats.org/officeDocument/2006/relationships" xmlns:p="http://schemas.openxmlformats.org/presentationml/2006/main">
  <p:tag name="THINKCELLSHAPEDONOTDELETE" val="tHG8UCNEm9ZwQTbLXOD13zw"/>
</p:tagLst>
</file>

<file path=ppt/tags/tag2089.xml><?xml version="1.0" encoding="utf-8"?>
<p:tagLst xmlns:a="http://schemas.openxmlformats.org/drawingml/2006/main" xmlns:r="http://schemas.openxmlformats.org/officeDocument/2006/relationships" xmlns:p="http://schemas.openxmlformats.org/presentationml/2006/main">
  <p:tag name="THINKCELLSHAPEDONOTDELETE" val="ti717nmm1y8RvOnVDpe0N.w"/>
</p:tagLst>
</file>

<file path=ppt/tags/tag2090.xml><?xml version="1.0" encoding="utf-8"?>
<p:tagLst xmlns:a="http://schemas.openxmlformats.org/drawingml/2006/main" xmlns:r="http://schemas.openxmlformats.org/officeDocument/2006/relationships" xmlns:p="http://schemas.openxmlformats.org/presentationml/2006/main">
  <p:tag name="THINKCELLSHAPEDONOTDELETE" val="tdhA6TPBGbwbOaj2VmHUMbA"/>
</p:tagLst>
</file>

<file path=ppt/tags/tag2091.xml><?xml version="1.0" encoding="utf-8"?>
<p:tagLst xmlns:a="http://schemas.openxmlformats.org/drawingml/2006/main" xmlns:r="http://schemas.openxmlformats.org/officeDocument/2006/relationships" xmlns:p="http://schemas.openxmlformats.org/presentationml/2006/main">
  <p:tag name="THINKCELLSHAPEDONOTDELETE" val="tvtQessniKqHznZ4o2TrhEw"/>
</p:tagLst>
</file>

<file path=ppt/tags/tag2092.xml><?xml version="1.0" encoding="utf-8"?>
<p:tagLst xmlns:a="http://schemas.openxmlformats.org/drawingml/2006/main" xmlns:r="http://schemas.openxmlformats.org/officeDocument/2006/relationships" xmlns:p="http://schemas.openxmlformats.org/presentationml/2006/main">
  <p:tag name="THINKCELLSHAPEDONOTDELETE" val="tNttYiGg4gLMkshvCnnKriA"/>
</p:tagLst>
</file>

<file path=ppt/tags/tag2093.xml><?xml version="1.0" encoding="utf-8"?>
<p:tagLst xmlns:a="http://schemas.openxmlformats.org/drawingml/2006/main" xmlns:r="http://schemas.openxmlformats.org/officeDocument/2006/relationships" xmlns:p="http://schemas.openxmlformats.org/presentationml/2006/main">
  <p:tag name="THINKCELLSHAPEDONOTDELETE" val="trFUt4yfpmBajaS82Jz2TvA"/>
</p:tagLst>
</file>

<file path=ppt/tags/tag2094.xml><?xml version="1.0" encoding="utf-8"?>
<p:tagLst xmlns:a="http://schemas.openxmlformats.org/drawingml/2006/main" xmlns:r="http://schemas.openxmlformats.org/officeDocument/2006/relationships" xmlns:p="http://schemas.openxmlformats.org/presentationml/2006/main">
  <p:tag name="THINKCELLSHAPEDONOTDELETE" val="tx4t4h7vIEzX4pKZADG1oWg"/>
</p:tagLst>
</file>

<file path=ppt/tags/tag2095.xml><?xml version="1.0" encoding="utf-8"?>
<p:tagLst xmlns:a="http://schemas.openxmlformats.org/drawingml/2006/main" xmlns:r="http://schemas.openxmlformats.org/officeDocument/2006/relationships" xmlns:p="http://schemas.openxmlformats.org/presentationml/2006/main">
  <p:tag name="THINKCELLSHAPEDONOTDELETE" val="tXV78_LMzi4g4el7_DhE9Nw"/>
</p:tagLst>
</file>

<file path=ppt/tags/tag2096.xml><?xml version="1.0" encoding="utf-8"?>
<p:tagLst xmlns:a="http://schemas.openxmlformats.org/drawingml/2006/main" xmlns:r="http://schemas.openxmlformats.org/officeDocument/2006/relationships" xmlns:p="http://schemas.openxmlformats.org/presentationml/2006/main">
  <p:tag name="THINKCELLSHAPEDONOTDELETE" val="tsDN9ERXw7VfJY_1K6odl9Q"/>
</p:tagLst>
</file>

<file path=ppt/tags/tag209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098.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099.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2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02.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03.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0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06.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0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09.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1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12.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14.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1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16.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21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1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19.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2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22.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2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25.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2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28.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3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31.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3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34.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3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37.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39.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40.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41.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43.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4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45.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4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48.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49.xml><?xml version="1.0" encoding="utf-8"?>
<p:tagLst xmlns:a="http://schemas.openxmlformats.org/drawingml/2006/main" xmlns:r="http://schemas.openxmlformats.org/officeDocument/2006/relationships" xmlns:p="http://schemas.openxmlformats.org/presentationml/2006/main">
  <p:tag name="THINKCELLSHAPEDONOTDELETE" val="pwvntwchqBV_.j4B2RY_A2A"/>
</p:tagLst>
</file>

<file path=ppt/tags/tag21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51.xml><?xml version="1.0" encoding="utf-8"?>
<p:tagLst xmlns:a="http://schemas.openxmlformats.org/drawingml/2006/main" xmlns:r="http://schemas.openxmlformats.org/officeDocument/2006/relationships" xmlns:p="http://schemas.openxmlformats.org/presentationml/2006/main">
  <p:tag name="THINKCELLSHAPEDONOTDELETE" val="pbFmwoYjIS0.NOzXVKCAq6A"/>
</p:tagLst>
</file>

<file path=ppt/tags/tag2152.xml><?xml version="1.0" encoding="utf-8"?>
<p:tagLst xmlns:a="http://schemas.openxmlformats.org/drawingml/2006/main" xmlns:r="http://schemas.openxmlformats.org/officeDocument/2006/relationships" xmlns:p="http://schemas.openxmlformats.org/presentationml/2006/main">
  <p:tag name="THINKCELLSHAPEDONOTDELETE" val="tzqS668ZVtLR4zL7y17CWcA"/>
</p:tagLst>
</file>

<file path=ppt/tags/tag2153.xml><?xml version="1.0" encoding="utf-8"?>
<p:tagLst xmlns:a="http://schemas.openxmlformats.org/drawingml/2006/main" xmlns:r="http://schemas.openxmlformats.org/officeDocument/2006/relationships" xmlns:p="http://schemas.openxmlformats.org/presentationml/2006/main">
  <p:tag name="THINKCELLSHAPEDONOTDELETE" val="taHA08JH0ZMkg4pZ7RrvhoA"/>
</p:tagLst>
</file>

<file path=ppt/tags/tag2154.xml><?xml version="1.0" encoding="utf-8"?>
<p:tagLst xmlns:a="http://schemas.openxmlformats.org/drawingml/2006/main" xmlns:r="http://schemas.openxmlformats.org/officeDocument/2006/relationships" xmlns:p="http://schemas.openxmlformats.org/presentationml/2006/main">
  <p:tag name="THINKCELLSHAPEDONOTDELETE" val="tRwAw6SK0pA0GxOs6qzdVEg"/>
</p:tagLst>
</file>

<file path=ppt/tags/tag2155.xml><?xml version="1.0" encoding="utf-8"?>
<p:tagLst xmlns:a="http://schemas.openxmlformats.org/drawingml/2006/main" xmlns:r="http://schemas.openxmlformats.org/officeDocument/2006/relationships" xmlns:p="http://schemas.openxmlformats.org/presentationml/2006/main">
  <p:tag name="THINKCELLSHAPEDONOTDELETE" val="tJ2A7rX17EOxnOcImoirQaw"/>
</p:tagLst>
</file>

<file path=ppt/tags/tag2156.xml><?xml version="1.0" encoding="utf-8"?>
<p:tagLst xmlns:a="http://schemas.openxmlformats.org/drawingml/2006/main" xmlns:r="http://schemas.openxmlformats.org/officeDocument/2006/relationships" xmlns:p="http://schemas.openxmlformats.org/presentationml/2006/main">
  <p:tag name="THINKCELLSHAPEDONOTDELETE" val="twiK9Cszb8D_Ar4pvuehvbw"/>
</p:tagLst>
</file>

<file path=ppt/tags/tag2157.xml><?xml version="1.0" encoding="utf-8"?>
<p:tagLst xmlns:a="http://schemas.openxmlformats.org/drawingml/2006/main" xmlns:r="http://schemas.openxmlformats.org/officeDocument/2006/relationships" xmlns:p="http://schemas.openxmlformats.org/presentationml/2006/main">
  <p:tag name="THINKCELLSHAPEDONOTDELETE" val="tuCYxvg2s0vywA1wi.pcXVg"/>
</p:tagLst>
</file>

<file path=ppt/tags/tag215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60.xml><?xml version="1.0" encoding="utf-8"?>
<p:tagLst xmlns:a="http://schemas.openxmlformats.org/drawingml/2006/main" xmlns:r="http://schemas.openxmlformats.org/officeDocument/2006/relationships" xmlns:p="http://schemas.openxmlformats.org/presentationml/2006/main">
  <p:tag name="THINKCELLSHAPEDONOTDELETE" val="tTjicW0X.0sXnFXrdkx.1xQ"/>
</p:tagLst>
</file>

<file path=ppt/tags/tag2161.xml><?xml version="1.0" encoding="utf-8"?>
<p:tagLst xmlns:a="http://schemas.openxmlformats.org/drawingml/2006/main" xmlns:r="http://schemas.openxmlformats.org/officeDocument/2006/relationships" xmlns:p="http://schemas.openxmlformats.org/presentationml/2006/main">
  <p:tag name="THINKCELLSHAPEDONOTDELETE" val="tW7F_y0pQv6w8vxp46S4wyg"/>
</p:tagLst>
</file>

<file path=ppt/tags/tag2162.xml><?xml version="1.0" encoding="utf-8"?>
<p:tagLst xmlns:a="http://schemas.openxmlformats.org/drawingml/2006/main" xmlns:r="http://schemas.openxmlformats.org/officeDocument/2006/relationships" xmlns:p="http://schemas.openxmlformats.org/presentationml/2006/main">
  <p:tag name="THINKCELLSHAPEDONOTDELETE" val="tMeAthEWLFNLcLnoXqj6YUA"/>
</p:tagLst>
</file>

<file path=ppt/tags/tag2163.xml><?xml version="1.0" encoding="utf-8"?>
<p:tagLst xmlns:a="http://schemas.openxmlformats.org/drawingml/2006/main" xmlns:r="http://schemas.openxmlformats.org/officeDocument/2006/relationships" xmlns:p="http://schemas.openxmlformats.org/presentationml/2006/main">
  <p:tag name="THINKCELLSHAPEDONOTDELETE" val="tQ4_PoIY6jkzNDGzbfH_DyA"/>
</p:tagLst>
</file>

<file path=ppt/tags/tag2164.xml><?xml version="1.0" encoding="utf-8"?>
<p:tagLst xmlns:a="http://schemas.openxmlformats.org/drawingml/2006/main" xmlns:r="http://schemas.openxmlformats.org/officeDocument/2006/relationships" xmlns:p="http://schemas.openxmlformats.org/presentationml/2006/main">
  <p:tag name="THINKCELLSHAPEDONOTDELETE" val="twhiC_4v7tRBnF6FZGn7X3A"/>
</p:tagLst>
</file>

<file path=ppt/tags/tag2165.xml><?xml version="1.0" encoding="utf-8"?>
<p:tagLst xmlns:a="http://schemas.openxmlformats.org/drawingml/2006/main" xmlns:r="http://schemas.openxmlformats.org/officeDocument/2006/relationships" xmlns:p="http://schemas.openxmlformats.org/presentationml/2006/main">
  <p:tag name="THINKCELLSHAPEDONOTDELETE" val="tC9EUgkpDqglaxLlfC2JElQ"/>
</p:tagLst>
</file>

<file path=ppt/tags/tag2166.xml><?xml version="1.0" encoding="utf-8"?>
<p:tagLst xmlns:a="http://schemas.openxmlformats.org/drawingml/2006/main" xmlns:r="http://schemas.openxmlformats.org/officeDocument/2006/relationships" xmlns:p="http://schemas.openxmlformats.org/presentationml/2006/main">
  <p:tag name="THINKCELLSHAPEDONOTDELETE" val="tc3iY5xgdfu52VwnyE3Y9Ng"/>
</p:tagLst>
</file>

<file path=ppt/tags/tag2167.xml><?xml version="1.0" encoding="utf-8"?>
<p:tagLst xmlns:a="http://schemas.openxmlformats.org/drawingml/2006/main" xmlns:r="http://schemas.openxmlformats.org/officeDocument/2006/relationships" xmlns:p="http://schemas.openxmlformats.org/presentationml/2006/main">
  <p:tag name="THINKCELLSHAPEDONOTDELETE" val="tpT_1.3YKsAjJh6OCOSZpWA"/>
</p:tagLst>
</file>

<file path=ppt/tags/tag2168.xml><?xml version="1.0" encoding="utf-8"?>
<p:tagLst xmlns:a="http://schemas.openxmlformats.org/drawingml/2006/main" xmlns:r="http://schemas.openxmlformats.org/officeDocument/2006/relationships" xmlns:p="http://schemas.openxmlformats.org/presentationml/2006/main">
  <p:tag name="THINKCELLSHAPEDONOTDELETE" val="tM45clCK_gnsIx142VfC5Sg"/>
</p:tagLst>
</file>

<file path=ppt/tags/tag2169.xml><?xml version="1.0" encoding="utf-8"?>
<p:tagLst xmlns:a="http://schemas.openxmlformats.org/drawingml/2006/main" xmlns:r="http://schemas.openxmlformats.org/officeDocument/2006/relationships" xmlns:p="http://schemas.openxmlformats.org/presentationml/2006/main">
  <p:tag name="THINKCELLSHAPEDONOTDELETE" val="thrahZp31w_v31YTBeljjOw"/>
</p:tagLst>
</file>

<file path=ppt/tags/tag2170.xml><?xml version="1.0" encoding="utf-8"?>
<p:tagLst xmlns:a="http://schemas.openxmlformats.org/drawingml/2006/main" xmlns:r="http://schemas.openxmlformats.org/officeDocument/2006/relationships" xmlns:p="http://schemas.openxmlformats.org/presentationml/2006/main">
  <p:tag name="THINKCELLSHAPEDONOTDELETE" val="tQR_t2ADX1ZN2g2KenNs5FQ"/>
</p:tagLst>
</file>

<file path=ppt/tags/tag2171.xml><?xml version="1.0" encoding="utf-8"?>
<p:tagLst xmlns:a="http://schemas.openxmlformats.org/drawingml/2006/main" xmlns:r="http://schemas.openxmlformats.org/officeDocument/2006/relationships" xmlns:p="http://schemas.openxmlformats.org/presentationml/2006/main">
  <p:tag name="THINKCELLSHAPEDONOTDELETE" val="tZKjfLCEUjw1vshCbGtchWA"/>
</p:tagLst>
</file>

<file path=ppt/tags/tag2172.xml><?xml version="1.0" encoding="utf-8"?>
<p:tagLst xmlns:a="http://schemas.openxmlformats.org/drawingml/2006/main" xmlns:r="http://schemas.openxmlformats.org/officeDocument/2006/relationships" xmlns:p="http://schemas.openxmlformats.org/presentationml/2006/main">
  <p:tag name="THINKCELLSHAPEDONOTDELETE" val="tAlFR6QcZOZ46608G3z4.qw"/>
</p:tagLst>
</file>

<file path=ppt/tags/tag2173.xml><?xml version="1.0" encoding="utf-8"?>
<p:tagLst xmlns:a="http://schemas.openxmlformats.org/drawingml/2006/main" xmlns:r="http://schemas.openxmlformats.org/officeDocument/2006/relationships" xmlns:p="http://schemas.openxmlformats.org/presentationml/2006/main">
  <p:tag name="THINKCELLSHAPEDONOTDELETE" val="tlzmcP0xTp7yLRc32dizyFQ"/>
</p:tagLst>
</file>

<file path=ppt/tags/tag2174.xml><?xml version="1.0" encoding="utf-8"?>
<p:tagLst xmlns:a="http://schemas.openxmlformats.org/drawingml/2006/main" xmlns:r="http://schemas.openxmlformats.org/officeDocument/2006/relationships" xmlns:p="http://schemas.openxmlformats.org/presentationml/2006/main">
  <p:tag name="THINKCELLSHAPEDONOTDELETE" val="tbY_HpKAdDMmVF9jUe9c3Eg"/>
</p:tagLst>
</file>

<file path=ppt/tags/tag2175.xml><?xml version="1.0" encoding="utf-8"?>
<p:tagLst xmlns:a="http://schemas.openxmlformats.org/drawingml/2006/main" xmlns:r="http://schemas.openxmlformats.org/officeDocument/2006/relationships" xmlns:p="http://schemas.openxmlformats.org/presentationml/2006/main">
  <p:tag name="THINKCELLSHAPEDONOTDELETE" val="t.5vgv1idrWBbcfNtHTFCjw"/>
</p:tagLst>
</file>

<file path=ppt/tags/tag2176.xml><?xml version="1.0" encoding="utf-8"?>
<p:tagLst xmlns:a="http://schemas.openxmlformats.org/drawingml/2006/main" xmlns:r="http://schemas.openxmlformats.org/officeDocument/2006/relationships" xmlns:p="http://schemas.openxmlformats.org/presentationml/2006/main">
  <p:tag name="THINKCELLSHAPEDONOTDELETE" val="tnhTwrYGsZarqgMmZDN.ttg"/>
</p:tagLst>
</file>

<file path=ppt/tags/tag2177.xml><?xml version="1.0" encoding="utf-8"?>
<p:tagLst xmlns:a="http://schemas.openxmlformats.org/drawingml/2006/main" xmlns:r="http://schemas.openxmlformats.org/officeDocument/2006/relationships" xmlns:p="http://schemas.openxmlformats.org/presentationml/2006/main">
  <p:tag name="THINKCELLSHAPEDONOTDELETE" val="tch3jiXbhGjRo.5GLpNS5jQ"/>
</p:tagLst>
</file>

<file path=ppt/tags/tag2178.xml><?xml version="1.0" encoding="utf-8"?>
<p:tagLst xmlns:a="http://schemas.openxmlformats.org/drawingml/2006/main" xmlns:r="http://schemas.openxmlformats.org/officeDocument/2006/relationships" xmlns:p="http://schemas.openxmlformats.org/presentationml/2006/main">
  <p:tag name="THINKCELLSHAPEDONOTDELETE" val="tBSitQCw3mDrKj9FCXYzihQ"/>
</p:tagLst>
</file>

<file path=ppt/tags/tag2179.xml><?xml version="1.0" encoding="utf-8"?>
<p:tagLst xmlns:a="http://schemas.openxmlformats.org/drawingml/2006/main" xmlns:r="http://schemas.openxmlformats.org/officeDocument/2006/relationships" xmlns:p="http://schemas.openxmlformats.org/presentationml/2006/main">
  <p:tag name="THINKCELLSHAPEDONOTDELETE" val="t15r5U0IMTLXXDsj5VnBrfA"/>
</p:tagLst>
</file>

<file path=ppt/tags/tag2180.xml><?xml version="1.0" encoding="utf-8"?>
<p:tagLst xmlns:a="http://schemas.openxmlformats.org/drawingml/2006/main" xmlns:r="http://schemas.openxmlformats.org/officeDocument/2006/relationships" xmlns:p="http://schemas.openxmlformats.org/presentationml/2006/main">
  <p:tag name="THINKCELLSHAPEDONOTDELETE" val="tCSgZmAMc2cDYHz1Z.HgZKg"/>
</p:tagLst>
</file>

<file path=ppt/tags/tag2181.xml><?xml version="1.0" encoding="utf-8"?>
<p:tagLst xmlns:a="http://schemas.openxmlformats.org/drawingml/2006/main" xmlns:r="http://schemas.openxmlformats.org/officeDocument/2006/relationships" xmlns:p="http://schemas.openxmlformats.org/presentationml/2006/main">
  <p:tag name="THINKCELLSHAPEDONOTDELETE" val="tQfAPqIr6FCNagEpsEz1cPw"/>
</p:tagLst>
</file>

<file path=ppt/tags/tag2182.xml><?xml version="1.0" encoding="utf-8"?>
<p:tagLst xmlns:a="http://schemas.openxmlformats.org/drawingml/2006/main" xmlns:r="http://schemas.openxmlformats.org/officeDocument/2006/relationships" xmlns:p="http://schemas.openxmlformats.org/presentationml/2006/main">
  <p:tag name="THINKCELLSHAPEDONOTDELETE" val="tGkuWqe5M5AAFJo.Ua9uVEQ"/>
</p:tagLst>
</file>

<file path=ppt/tags/tag2183.xml><?xml version="1.0" encoding="utf-8"?>
<p:tagLst xmlns:a="http://schemas.openxmlformats.org/drawingml/2006/main" xmlns:r="http://schemas.openxmlformats.org/officeDocument/2006/relationships" xmlns:p="http://schemas.openxmlformats.org/presentationml/2006/main">
  <p:tag name="THINKCELLSHAPEDONOTDELETE" val="tZDghoPPQK7WSqKtdlDLcBA"/>
</p:tagLst>
</file>

<file path=ppt/tags/tag2184.xml><?xml version="1.0" encoding="utf-8"?>
<p:tagLst xmlns:a="http://schemas.openxmlformats.org/drawingml/2006/main" xmlns:r="http://schemas.openxmlformats.org/officeDocument/2006/relationships" xmlns:p="http://schemas.openxmlformats.org/presentationml/2006/main">
  <p:tag name="THINKCELLSHAPEDONOTDELETE" val="tqWUVTiWpNkua9nOu6HTfqQ"/>
</p:tagLst>
</file>

<file path=ppt/tags/tag2185.xml><?xml version="1.0" encoding="utf-8"?>
<p:tagLst xmlns:a="http://schemas.openxmlformats.org/drawingml/2006/main" xmlns:r="http://schemas.openxmlformats.org/officeDocument/2006/relationships" xmlns:p="http://schemas.openxmlformats.org/presentationml/2006/main">
  <p:tag name="THINKCELLSHAPEDONOTDELETE" val="t32L_8wDAepLn44MZ8drPlg"/>
</p:tagLst>
</file>

<file path=ppt/tags/tag2186.xml><?xml version="1.0" encoding="utf-8"?>
<p:tagLst xmlns:a="http://schemas.openxmlformats.org/drawingml/2006/main" xmlns:r="http://schemas.openxmlformats.org/officeDocument/2006/relationships" xmlns:p="http://schemas.openxmlformats.org/presentationml/2006/main">
  <p:tag name="THINKCELLSHAPEDONOTDELETE" val="tHgcPisN6Q5f4mDgfb.4F2w"/>
</p:tagLst>
</file>

<file path=ppt/tags/tag2187.xml><?xml version="1.0" encoding="utf-8"?>
<p:tagLst xmlns:a="http://schemas.openxmlformats.org/drawingml/2006/main" xmlns:r="http://schemas.openxmlformats.org/officeDocument/2006/relationships" xmlns:p="http://schemas.openxmlformats.org/presentationml/2006/main">
  <p:tag name="THINKCELLSHAPEDONOTDELETE" val="tklYXOcoDLp7inr0GvCWexQ"/>
</p:tagLst>
</file>

<file path=ppt/tags/tag2188.xml><?xml version="1.0" encoding="utf-8"?>
<p:tagLst xmlns:a="http://schemas.openxmlformats.org/drawingml/2006/main" xmlns:r="http://schemas.openxmlformats.org/officeDocument/2006/relationships" xmlns:p="http://schemas.openxmlformats.org/presentationml/2006/main">
  <p:tag name="THINKCELLSHAPEDONOTDELETE" val="tQD.Z_6qKXfLdkx5zMHDcCg"/>
</p:tagLst>
</file>

<file path=ppt/tags/tag2189.xml><?xml version="1.0" encoding="utf-8"?>
<p:tagLst xmlns:a="http://schemas.openxmlformats.org/drawingml/2006/main" xmlns:r="http://schemas.openxmlformats.org/officeDocument/2006/relationships" xmlns:p="http://schemas.openxmlformats.org/presentationml/2006/main">
  <p:tag name="THINKCELLSHAPEDONOTDELETE" val="t4MFHFeF8NLMIoVAeYeI1SA"/>
</p:tagLst>
</file>

<file path=ppt/tags/tag2190.xml><?xml version="1.0" encoding="utf-8"?>
<p:tagLst xmlns:a="http://schemas.openxmlformats.org/drawingml/2006/main" xmlns:r="http://schemas.openxmlformats.org/officeDocument/2006/relationships" xmlns:p="http://schemas.openxmlformats.org/presentationml/2006/main">
  <p:tag name="THINKCELLSHAPEDONOTDELETE" val="tiIJNu5hTOGY2ZN7tVjPxZw"/>
</p:tagLst>
</file>

<file path=ppt/tags/tag2191.xml><?xml version="1.0" encoding="utf-8"?>
<p:tagLst xmlns:a="http://schemas.openxmlformats.org/drawingml/2006/main" xmlns:r="http://schemas.openxmlformats.org/officeDocument/2006/relationships" xmlns:p="http://schemas.openxmlformats.org/presentationml/2006/main">
  <p:tag name="THINKCELLSHAPEDONOTDELETE" val="tppPOstz2F2F0e65f.zTz9A"/>
</p:tagLst>
</file>

<file path=ppt/tags/tag2192.xml><?xml version="1.0" encoding="utf-8"?>
<p:tagLst xmlns:a="http://schemas.openxmlformats.org/drawingml/2006/main" xmlns:r="http://schemas.openxmlformats.org/officeDocument/2006/relationships" xmlns:p="http://schemas.openxmlformats.org/presentationml/2006/main">
  <p:tag name="THINKCELLSHAPEDONOTDELETE" val="tsprzfL_c2QQ13BplXB0VSw"/>
</p:tagLst>
</file>

<file path=ppt/tags/tag2193.xml><?xml version="1.0" encoding="utf-8"?>
<p:tagLst xmlns:a="http://schemas.openxmlformats.org/drawingml/2006/main" xmlns:r="http://schemas.openxmlformats.org/officeDocument/2006/relationships" xmlns:p="http://schemas.openxmlformats.org/presentationml/2006/main">
  <p:tag name="THINKCELLSHAPEDONOTDELETE" val="tC0xScQnr83OzsGJRHXzPYQ"/>
</p:tagLst>
</file>

<file path=ppt/tags/tag2194.xml><?xml version="1.0" encoding="utf-8"?>
<p:tagLst xmlns:a="http://schemas.openxmlformats.org/drawingml/2006/main" xmlns:r="http://schemas.openxmlformats.org/officeDocument/2006/relationships" xmlns:p="http://schemas.openxmlformats.org/presentationml/2006/main">
  <p:tag name="THINKCELLSHAPEDONOTDELETE" val="tXGLLkyodxyP1AlNOg0IPnQ"/>
</p:tagLst>
</file>

<file path=ppt/tags/tag2195.xml><?xml version="1.0" encoding="utf-8"?>
<p:tagLst xmlns:a="http://schemas.openxmlformats.org/drawingml/2006/main" xmlns:r="http://schemas.openxmlformats.org/officeDocument/2006/relationships" xmlns:p="http://schemas.openxmlformats.org/presentationml/2006/main">
  <p:tag name="THINKCELLSHAPEDONOTDELETE" val="tCk7zm1acGwu9J01agFoD9Q"/>
</p:tagLst>
</file>

<file path=ppt/tags/tag21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97.xml><?xml version="1.0" encoding="utf-8"?>
<p:tagLst xmlns:a="http://schemas.openxmlformats.org/drawingml/2006/main" xmlns:r="http://schemas.openxmlformats.org/officeDocument/2006/relationships" xmlns:p="http://schemas.openxmlformats.org/presentationml/2006/main">
  <p:tag name="THINKCELLSHAPEDONOTDELETE" val="tTjicW0X.0sXnFXrdkx.1xQ"/>
</p:tagLst>
</file>

<file path=ppt/tags/tag2198.xml><?xml version="1.0" encoding="utf-8"?>
<p:tagLst xmlns:a="http://schemas.openxmlformats.org/drawingml/2006/main" xmlns:r="http://schemas.openxmlformats.org/officeDocument/2006/relationships" xmlns:p="http://schemas.openxmlformats.org/presentationml/2006/main">
  <p:tag name="THINKCELLSHAPEDONOTDELETE" val="tW7F_y0pQv6w8vxp46S4wyg"/>
</p:tagLst>
</file>

<file path=ppt/tags/tag2199.xml><?xml version="1.0" encoding="utf-8"?>
<p:tagLst xmlns:a="http://schemas.openxmlformats.org/drawingml/2006/main" xmlns:r="http://schemas.openxmlformats.org/officeDocument/2006/relationships" xmlns:p="http://schemas.openxmlformats.org/presentationml/2006/main">
  <p:tag name="THINKCELLSHAPEDONOTDELETE" val="tMeAthEWLFNLcLnoXqj6YUA"/>
</p:tagLst>
</file>

<file path=ppt/tags/tag2200.xml><?xml version="1.0" encoding="utf-8"?>
<p:tagLst xmlns:a="http://schemas.openxmlformats.org/drawingml/2006/main" xmlns:r="http://schemas.openxmlformats.org/officeDocument/2006/relationships" xmlns:p="http://schemas.openxmlformats.org/presentationml/2006/main">
  <p:tag name="THINKCELLSHAPEDONOTDELETE" val="tQ4_PoIY6jkzNDGzbfH_DyA"/>
</p:tagLst>
</file>

<file path=ppt/tags/tag2201.xml><?xml version="1.0" encoding="utf-8"?>
<p:tagLst xmlns:a="http://schemas.openxmlformats.org/drawingml/2006/main" xmlns:r="http://schemas.openxmlformats.org/officeDocument/2006/relationships" xmlns:p="http://schemas.openxmlformats.org/presentationml/2006/main">
  <p:tag name="THINKCELLSHAPEDONOTDELETE" val="tgnZwTBBGH_cr1NIq5krjLw"/>
</p:tagLst>
</file>

<file path=ppt/tags/tag2202.xml><?xml version="1.0" encoding="utf-8"?>
<p:tagLst xmlns:a="http://schemas.openxmlformats.org/drawingml/2006/main" xmlns:r="http://schemas.openxmlformats.org/officeDocument/2006/relationships" xmlns:p="http://schemas.openxmlformats.org/presentationml/2006/main">
  <p:tag name="THINKCELLSHAPEDONOTDELETE" val="twhiC_4v7tRBnF6FZGn7X3A"/>
</p:tagLst>
</file>

<file path=ppt/tags/tag2203.xml><?xml version="1.0" encoding="utf-8"?>
<p:tagLst xmlns:a="http://schemas.openxmlformats.org/drawingml/2006/main" xmlns:r="http://schemas.openxmlformats.org/officeDocument/2006/relationships" xmlns:p="http://schemas.openxmlformats.org/presentationml/2006/main">
  <p:tag name="THINKCELLSHAPEDONOTDELETE" val="tbY_HpKAdDMmVF9jUe9c3Eg"/>
</p:tagLst>
</file>

<file path=ppt/tags/tag2204.xml><?xml version="1.0" encoding="utf-8"?>
<p:tagLst xmlns:a="http://schemas.openxmlformats.org/drawingml/2006/main" xmlns:r="http://schemas.openxmlformats.org/officeDocument/2006/relationships" xmlns:p="http://schemas.openxmlformats.org/presentationml/2006/main">
  <p:tag name="THINKCELLSHAPEDONOTDELETE" val="t.5vgv1idrWBbcfNtHTFCjw"/>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White">
  <a:themeElements>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fontScheme name="Custom">
      <a:majorFont>
        <a:latin typeface="Arial"/>
        <a:ea typeface=""/>
        <a:cs typeface=""/>
      </a:majorFont>
      <a:minorFont>
        <a:latin typeface="Arial"/>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flat">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extraClrScheme>
  </a:extraClrSchemeLst>
  <a:custClrLst>
    <a:custClr name="Dark Gray">
      <a:srgbClr val="4D4D4D"/>
    </a:custClr>
    <a:custClr name="Mid Gray">
      <a:srgbClr val="7F7F7F"/>
    </a:custClr>
    <a:custClr name="Light Gray">
      <a:srgbClr val="B3B3B3"/>
    </a:custClr>
    <a:custClr name="Super Light Gray">
      <a:srgbClr val="D0D0D0"/>
    </a:custClr>
    <a:custClr name="Pale Gray">
      <a:srgbClr val="E6E6E6"/>
    </a:custClr>
    <a:custClr name="Custom Color6">
      <a:srgbClr val="295479"/>
    </a:custClr>
    <a:custClr name="Custom Color7">
      <a:srgbClr val="E43334"/>
    </a:custClr>
    <a:custClr name="Custom Color8">
      <a:srgbClr val="00B0D2"/>
    </a:custClr>
    <a:custClr name="Custom Color9">
      <a:srgbClr val="20C0D6"/>
    </a:custClr>
    <a:custClr name="Custom Color10">
      <a:srgbClr val="54D4F9"/>
    </a:custClr>
  </a:custClrLst>
  <a:extLst>
    <a:ext uri="{05A4C25C-085E-4340-85A3-A5531E510DB2}">
      <thm15:themeFamily xmlns:thm15="http://schemas.microsoft.com/office/thememl/2012/main" name="8224RB01_CF_16x9_ENG_V1" id="{369356AE-3A8F-4EE4-8021-C1106D30425F}" vid="{2571C463-AE14-451B-B3F7-2D690CB8A824}"/>
    </a:ext>
  </a:extLst>
</a:theme>
</file>

<file path=ppt/theme/theme3.xml><?xml version="1.0" encoding="utf-8"?>
<a:theme xmlns:a="http://schemas.openxmlformats.org/drawingml/2006/main" name="White">
  <a:themeElements>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fontScheme name="Custom">
      <a:majorFont>
        <a:latin typeface="Arial"/>
        <a:ea typeface=""/>
        <a:cs typeface=""/>
      </a:majorFont>
      <a:minorFont>
        <a:latin typeface="Arial"/>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flat">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extraClrScheme>
  </a:extraClrSchemeLst>
  <a:custClrLst>
    <a:custClr name="Dark Gray">
      <a:srgbClr val="4D4D4D"/>
    </a:custClr>
    <a:custClr name="Mid Gray">
      <a:srgbClr val="7F7F7F"/>
    </a:custClr>
    <a:custClr name="Light Gray">
      <a:srgbClr val="B3B3B3"/>
    </a:custClr>
    <a:custClr name="Super Light Gray">
      <a:srgbClr val="D0D0D0"/>
    </a:custClr>
    <a:custClr name="Pale Gray">
      <a:srgbClr val="E6E6E6"/>
    </a:custClr>
    <a:custClr name="Custom Color6">
      <a:srgbClr val="295479"/>
    </a:custClr>
    <a:custClr name="Custom Color7">
      <a:srgbClr val="E43334"/>
    </a:custClr>
    <a:custClr name="Custom Color8">
      <a:srgbClr val="00B0D2"/>
    </a:custClr>
    <a:custClr name="Custom Color9">
      <a:srgbClr val="20C0D6"/>
    </a:custClr>
    <a:custClr name="Custom Color10">
      <a:srgbClr val="54D4F9"/>
    </a:custClr>
  </a:custClrLst>
  <a:extLst>
    <a:ext uri="{05A4C25C-085E-4340-85A3-A5531E510DB2}">
      <thm15:themeFamily xmlns:thm15="http://schemas.microsoft.com/office/thememl/2012/main" name="8224RB01_CF_16x9_ENG_V1" id="{369356AE-3A8F-4EE4-8021-C1106D30425F}" vid="{2571C463-AE14-451B-B3F7-2D690CB8A824}"/>
    </a:ext>
  </a:extLst>
</a:theme>
</file>

<file path=ppt/theme/theme4.xml><?xml version="1.0" encoding="utf-8"?>
<a:theme xmlns:a="http://schemas.openxmlformats.org/drawingml/2006/main" name="1_White">
  <a:themeElements>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fontScheme name="Custom">
      <a:majorFont>
        <a:latin typeface="Arial"/>
        <a:ea typeface=""/>
        <a:cs typeface=""/>
      </a:majorFont>
      <a:minorFont>
        <a:latin typeface="Arial"/>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flat">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extraClrScheme>
  </a:extraClrSchemeLst>
  <a:custClrLst>
    <a:custClr name="Dark Gray">
      <a:srgbClr val="4D4D4D"/>
    </a:custClr>
    <a:custClr name="Mid Gray">
      <a:srgbClr val="7F7F7F"/>
    </a:custClr>
    <a:custClr name="Light Gray">
      <a:srgbClr val="B3B3B3"/>
    </a:custClr>
    <a:custClr name="Super Light Gray">
      <a:srgbClr val="D0D0D0"/>
    </a:custClr>
    <a:custClr name="Pale Gray">
      <a:srgbClr val="E6E6E6"/>
    </a:custClr>
    <a:custClr name="Custom Color6">
      <a:srgbClr val="295479"/>
    </a:custClr>
    <a:custClr name="Custom Color7">
      <a:srgbClr val="E43334"/>
    </a:custClr>
    <a:custClr name="Custom Color8">
      <a:srgbClr val="00B0D2"/>
    </a:custClr>
    <a:custClr name="Custom Color9">
      <a:srgbClr val="20C0D6"/>
    </a:custClr>
    <a:custClr name="Custom Color10">
      <a:srgbClr val="54D4F9"/>
    </a:custClr>
  </a:custClrLst>
  <a:extLst>
    <a:ext uri="{05A4C25C-085E-4340-85A3-A5531E510DB2}">
      <thm15:themeFamily xmlns:thm15="http://schemas.microsoft.com/office/thememl/2012/main" name="8224RB01_CF_16x9_ENG_V1" id="{369356AE-3A8F-4EE4-8021-C1106D30425F}" vid="{2571C463-AE14-451B-B3F7-2D690CB8A824}"/>
    </a:ext>
  </a:extLst>
</a:theme>
</file>

<file path=ppt/theme/theme5.xml><?xml version="1.0" encoding="utf-8"?>
<a:theme xmlns:a="http://schemas.openxmlformats.org/drawingml/2006/main" name="9_White">
  <a:themeElements>
    <a:clrScheme name="Custom 50">
      <a:dk1>
        <a:srgbClr val="2C3846"/>
      </a:dk1>
      <a:lt1>
        <a:srgbClr val="F2F2F2"/>
      </a:lt1>
      <a:dk2>
        <a:srgbClr val="FFFFFE"/>
      </a:dk2>
      <a:lt2>
        <a:srgbClr val="2C3846"/>
      </a:lt2>
      <a:accent1>
        <a:srgbClr val="295479"/>
      </a:accent1>
      <a:accent2>
        <a:srgbClr val="E43334"/>
      </a:accent2>
      <a:accent3>
        <a:srgbClr val="00B0D2"/>
      </a:accent3>
      <a:accent4>
        <a:srgbClr val="39BFC3"/>
      </a:accent4>
      <a:accent5>
        <a:srgbClr val="20C0D6"/>
      </a:accent5>
      <a:accent6>
        <a:srgbClr val="54D4F9"/>
      </a:accent6>
      <a:hlink>
        <a:srgbClr val="1F40E6"/>
      </a:hlink>
      <a:folHlink>
        <a:srgbClr val="8C5AC8"/>
      </a:folHlink>
    </a:clrScheme>
    <a:fontScheme name="White Fonts">
      <a:majorFont>
        <a:latin typeface="Georgia"/>
        <a:ea typeface=""/>
        <a:cs typeface=""/>
      </a:majorFont>
      <a:minorFont>
        <a:latin typeface="Arial"/>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flat">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 White">
        <a:dk1>
          <a:srgbClr val="000000"/>
        </a:dk1>
        <a:lt1>
          <a:srgbClr val="FFFFFF"/>
        </a:lt1>
        <a:dk2>
          <a:srgbClr val="FFFFFF"/>
        </a:dk2>
        <a:lt2>
          <a:srgbClr val="FFFFFF"/>
        </a:lt2>
        <a:accent1>
          <a:srgbClr val="051C2C"/>
        </a:accent1>
        <a:accent2>
          <a:srgbClr val="00A9F4"/>
        </a:accent2>
        <a:accent3>
          <a:srgbClr val="1F40E6"/>
        </a:accent3>
        <a:accent4>
          <a:srgbClr val="AAE6F0"/>
        </a:accent4>
        <a:accent5>
          <a:srgbClr val="3C96B4"/>
        </a:accent5>
        <a:accent6>
          <a:srgbClr val="AFC3FF"/>
        </a:accent6>
        <a:hlink>
          <a:srgbClr val="1F40E6"/>
        </a:hlink>
        <a:folHlink>
          <a:srgbClr val="8C5AC8"/>
        </a:folHlink>
      </a:clrScheme>
    </a:extraClrScheme>
  </a:extraClrSchemeLst>
  <a:custClrLst>
    <a:custClr name="Electric Blue">
      <a:srgbClr val="2251FF"/>
    </a:custClr>
    <a:custClr name="Cyan">
      <a:srgbClr val="00A9F4"/>
    </a:custClr>
    <a:custClr name="Pale Blue">
      <a:srgbClr val="6DC1DB"/>
    </a:custClr>
    <a:custClr name="Super Light Gray">
      <a:srgbClr val="D0D0D0"/>
    </a:custClr>
    <a:custClr name="Pink">
      <a:srgbClr val="E8BDAD"/>
    </a:custClr>
    <a:custClr name="Orange">
      <a:srgbClr val="FAA082"/>
    </a:custClr>
    <a:custClr name="Red">
      <a:srgbClr val="E5546C"/>
    </a:custClr>
    <a:custClr name="Null">
      <a:srgbClr val="FEFFFF"/>
    </a:custClr>
    <a:custClr name="Null">
      <a:srgbClr val="FEFFFF"/>
    </a:custClr>
    <a:custClr name="Null">
      <a:srgbClr val="FEFFFF"/>
    </a:custClr>
    <a:custClr name="Dark Gray">
      <a:srgbClr val="4D4D4D"/>
    </a:custClr>
    <a:custClr name="Mid Gray">
      <a:srgbClr val="7F7F7F"/>
    </a:custClr>
    <a:custClr name="Light Gray">
      <a:srgbClr val="B3B3B3"/>
    </a:custClr>
    <a:custClr name="Super Light Gray">
      <a:srgbClr val="D0D0D0"/>
    </a:custClr>
    <a:custClr name="Pale Gray">
      <a:srgbClr val="E6E6E6"/>
    </a:custClr>
    <a:custClr name="Null">
      <a:srgbClr val="FEFFFF"/>
    </a:custClr>
    <a:custClr name="Null">
      <a:srgbClr val="FEFFFF"/>
    </a:custClr>
    <a:custClr name="Null">
      <a:srgbClr val="FEFFFF"/>
    </a:custClr>
    <a:custClr name="Null">
      <a:srgbClr val="FEFFFF"/>
    </a:custClr>
    <a:custClr name="Null">
      <a:srgbClr val="FEFFFF"/>
    </a:custClr>
    <a:custClr name="Linear 1 (Deep Blue)">
      <a:srgbClr val="051C2C"/>
    </a:custClr>
    <a:custClr name="Linear 2">
      <a:srgbClr val="034B6F"/>
    </a:custClr>
    <a:custClr name="Linear 3">
      <a:srgbClr val="027AB1"/>
    </a:custClr>
    <a:custClr name="Linear 4 (Cyan)">
      <a:srgbClr val="00A9F4"/>
    </a:custClr>
    <a:custClr name="Linear 5">
      <a:srgbClr val="39BDF3"/>
    </a:custClr>
    <a:custClr name="Linear 6">
      <a:srgbClr val="71D2F1"/>
    </a:custClr>
    <a:custClr name="Linear 7 (Pale Blue)">
      <a:srgbClr val="AAE6F0"/>
    </a:custClr>
    <a:custClr name="Null">
      <a:srgbClr val="FEFFFF"/>
    </a:custClr>
    <a:custClr name="Null">
      <a:srgbClr val="FEFFFF"/>
    </a:custClr>
    <a:custClr name="Null">
      <a:srgbClr val="FEFFFF"/>
    </a:custClr>
  </a:custClrLst>
  <a:extLst>
    <a:ext uri="{05A4C25C-085E-4340-85A3-A5531E510DB2}">
      <thm15:themeFamily xmlns:thm15="http://schemas.microsoft.com/office/thememl/2012/main" name="OneFirm-English (United States)-Wide.potx" id="{63F3F1B3-6474-4090-9DDD-93ADAA306497}" vid="{6B29A0EF-93A1-4B0F-9B98-3A3781F585FE}"/>
    </a:ext>
  </a:extLst>
</a:theme>
</file>

<file path=ppt/theme/theme6.xml><?xml version="1.0" encoding="utf-8"?>
<a:theme xmlns:a="http://schemas.openxmlformats.org/drawingml/2006/main" name="2_White">
  <a:themeElements>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fontScheme name="Custom">
      <a:majorFont>
        <a:latin typeface="Arial"/>
        <a:ea typeface=""/>
        <a:cs typeface=""/>
      </a:majorFont>
      <a:minorFont>
        <a:latin typeface="Arial"/>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flat">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extraClrScheme>
  </a:extraClrSchemeLst>
  <a:custClrLst>
    <a:custClr name="Dark Gray">
      <a:srgbClr val="4D4D4D"/>
    </a:custClr>
    <a:custClr name="Mid Gray">
      <a:srgbClr val="7F7F7F"/>
    </a:custClr>
    <a:custClr name="Light Gray">
      <a:srgbClr val="B3B3B3"/>
    </a:custClr>
    <a:custClr name="Super Light Gray">
      <a:srgbClr val="D0D0D0"/>
    </a:custClr>
    <a:custClr name="Pale Gray">
      <a:srgbClr val="E6E6E6"/>
    </a:custClr>
    <a:custClr name="Custom Color6">
      <a:srgbClr val="295479"/>
    </a:custClr>
    <a:custClr name="Custom Color7">
      <a:srgbClr val="E43334"/>
    </a:custClr>
    <a:custClr name="Custom Color8">
      <a:srgbClr val="00B0D2"/>
    </a:custClr>
    <a:custClr name="Custom Color9">
      <a:srgbClr val="20C0D6"/>
    </a:custClr>
    <a:custClr name="Custom Color10">
      <a:srgbClr val="54D4F9"/>
    </a:custClr>
  </a:custClrLst>
  <a:extLst>
    <a:ext uri="{05A4C25C-085E-4340-85A3-A5531E510DB2}">
      <thm15:themeFamily xmlns:thm15="http://schemas.microsoft.com/office/thememl/2012/main" name="8224RB01_CF_16x9_ENG_V1" id="{369356AE-3A8F-4EE4-8021-C1106D30425F}" vid="{2571C463-AE14-451B-B3F7-2D690CB8A824}"/>
    </a:ext>
  </a:extLst>
</a:theme>
</file>

<file path=ppt/theme/theme7.xml><?xml version="1.0" encoding="utf-8"?>
<a:theme xmlns:a="http://schemas.openxmlformats.org/drawingml/2006/main" name="4_White - no watermark">
  <a:themeElements>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fontScheme name="Custom">
      <a:majorFont>
        <a:latin typeface="Arial"/>
        <a:ea typeface=""/>
        <a:cs typeface=""/>
      </a:majorFont>
      <a:minorFont>
        <a:latin typeface="Arial"/>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flat">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1">
        <a:dk1>
          <a:srgbClr val="2C3846"/>
        </a:dk1>
        <a:lt1>
          <a:srgbClr val="FFFFFF"/>
        </a:lt1>
        <a:dk2>
          <a:srgbClr val="FFFFFF"/>
        </a:dk2>
        <a:lt2>
          <a:srgbClr val="FFFFFF"/>
        </a:lt2>
        <a:accent1>
          <a:srgbClr val="1F405C"/>
        </a:accent1>
        <a:accent2>
          <a:srgbClr val="01748A"/>
        </a:accent2>
        <a:accent3>
          <a:srgbClr val="39BFC3"/>
        </a:accent3>
        <a:accent4>
          <a:srgbClr val="ADCECD"/>
        </a:accent4>
        <a:accent5>
          <a:srgbClr val="A5A5A5"/>
        </a:accent5>
        <a:accent6>
          <a:srgbClr val="DDDDDD"/>
        </a:accent6>
        <a:hlink>
          <a:srgbClr val="0000FF"/>
        </a:hlink>
        <a:folHlink>
          <a:srgbClr val="800080"/>
        </a:folHlink>
      </a:clrScheme>
    </a:extraClrScheme>
  </a:extraClrSchemeLst>
  <a:custClrLst>
    <a:custClr name="Dark Gray">
      <a:srgbClr val="4D4D4D"/>
    </a:custClr>
    <a:custClr name="Mid Gray">
      <a:srgbClr val="7F7F7F"/>
    </a:custClr>
    <a:custClr name="Light Gray">
      <a:srgbClr val="B3B3B3"/>
    </a:custClr>
    <a:custClr name="Super Light Gray">
      <a:srgbClr val="D0D0D0"/>
    </a:custClr>
    <a:custClr name="Pale Gray">
      <a:srgbClr val="E6E6E6"/>
    </a:custClr>
    <a:custClr name="Custom Color6">
      <a:srgbClr val="295479"/>
    </a:custClr>
    <a:custClr name="Custom Color7">
      <a:srgbClr val="E43334"/>
    </a:custClr>
    <a:custClr name="Custom Color8">
      <a:srgbClr val="00B0D2"/>
    </a:custClr>
    <a:custClr name="Custom Color9">
      <a:srgbClr val="20C0D6"/>
    </a:custClr>
    <a:custClr name="Custom Color10">
      <a:srgbClr val="54D4F9"/>
    </a:custClr>
  </a:custClrLst>
  <a:extLst>
    <a:ext uri="{05A4C25C-085E-4340-85A3-A5531E510DB2}">
      <thm15:themeFamily xmlns:thm15="http://schemas.microsoft.com/office/thememl/2012/main" name="8224RB01_CF_16x9_ENG_V1" id="{369356AE-3A8F-4EE4-8021-C1106D30425F}" vid="{2571C463-AE14-451B-B3F7-2D690CB8A824}"/>
    </a:ext>
  </a:extLst>
</a:theme>
</file>

<file path=ppt/theme/theme8.xml><?xml version="1.0" encoding="utf-8"?>
<a:theme xmlns:a="http://schemas.openxmlformats.org/drawingml/2006/main" name="11_White">
  <a:themeElements>
    <a:clrScheme name="Custom 50">
      <a:dk1>
        <a:srgbClr val="2C3846"/>
      </a:dk1>
      <a:lt1>
        <a:srgbClr val="F2F2F2"/>
      </a:lt1>
      <a:dk2>
        <a:srgbClr val="FFFFFE"/>
      </a:dk2>
      <a:lt2>
        <a:srgbClr val="2C3846"/>
      </a:lt2>
      <a:accent1>
        <a:srgbClr val="295479"/>
      </a:accent1>
      <a:accent2>
        <a:srgbClr val="E43334"/>
      </a:accent2>
      <a:accent3>
        <a:srgbClr val="00B0D2"/>
      </a:accent3>
      <a:accent4>
        <a:srgbClr val="39BFC3"/>
      </a:accent4>
      <a:accent5>
        <a:srgbClr val="20C0D6"/>
      </a:accent5>
      <a:accent6>
        <a:srgbClr val="54D4F9"/>
      </a:accent6>
      <a:hlink>
        <a:srgbClr val="1F40E6"/>
      </a:hlink>
      <a:folHlink>
        <a:srgbClr val="8C5AC8"/>
      </a:folHlink>
    </a:clrScheme>
    <a:fontScheme name="White Fonts">
      <a:majorFont>
        <a:latin typeface="Georgia"/>
        <a:ea typeface=""/>
        <a:cs typeface=""/>
      </a:majorFont>
      <a:minorFont>
        <a:latin typeface="Arial"/>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flat">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 White">
        <a:dk1>
          <a:srgbClr val="000000"/>
        </a:dk1>
        <a:lt1>
          <a:srgbClr val="FFFFFF"/>
        </a:lt1>
        <a:dk2>
          <a:srgbClr val="FFFFFF"/>
        </a:dk2>
        <a:lt2>
          <a:srgbClr val="FFFFFF"/>
        </a:lt2>
        <a:accent1>
          <a:srgbClr val="051C2C"/>
        </a:accent1>
        <a:accent2>
          <a:srgbClr val="00A9F4"/>
        </a:accent2>
        <a:accent3>
          <a:srgbClr val="1F40E6"/>
        </a:accent3>
        <a:accent4>
          <a:srgbClr val="AAE6F0"/>
        </a:accent4>
        <a:accent5>
          <a:srgbClr val="3C96B4"/>
        </a:accent5>
        <a:accent6>
          <a:srgbClr val="AFC3FF"/>
        </a:accent6>
        <a:hlink>
          <a:srgbClr val="1F40E6"/>
        </a:hlink>
        <a:folHlink>
          <a:srgbClr val="8C5AC8"/>
        </a:folHlink>
      </a:clrScheme>
    </a:extraClrScheme>
  </a:extraClrSchemeLst>
  <a:custClrLst>
    <a:custClr name="Electric Blue">
      <a:srgbClr val="2251FF"/>
    </a:custClr>
    <a:custClr name="Cyan">
      <a:srgbClr val="00A9F4"/>
    </a:custClr>
    <a:custClr name="Pale Blue">
      <a:srgbClr val="6DC1DB"/>
    </a:custClr>
    <a:custClr name="Super Light Gray">
      <a:srgbClr val="D0D0D0"/>
    </a:custClr>
    <a:custClr name="Pink">
      <a:srgbClr val="E8BDAD"/>
    </a:custClr>
    <a:custClr name="Orange">
      <a:srgbClr val="FAA082"/>
    </a:custClr>
    <a:custClr name="Red">
      <a:srgbClr val="E5546C"/>
    </a:custClr>
    <a:custClr name="Null">
      <a:srgbClr val="FEFFFF"/>
    </a:custClr>
    <a:custClr name="Null">
      <a:srgbClr val="FEFFFF"/>
    </a:custClr>
    <a:custClr name="Null">
      <a:srgbClr val="FEFFFF"/>
    </a:custClr>
    <a:custClr name="Dark Gray">
      <a:srgbClr val="4D4D4D"/>
    </a:custClr>
    <a:custClr name="Mid Gray">
      <a:srgbClr val="7F7F7F"/>
    </a:custClr>
    <a:custClr name="Light Gray">
      <a:srgbClr val="B3B3B3"/>
    </a:custClr>
    <a:custClr name="Super Light Gray">
      <a:srgbClr val="D0D0D0"/>
    </a:custClr>
    <a:custClr name="Pale Gray">
      <a:srgbClr val="E6E6E6"/>
    </a:custClr>
    <a:custClr name="Null">
      <a:srgbClr val="FEFFFF"/>
    </a:custClr>
    <a:custClr name="Null">
      <a:srgbClr val="FEFFFF"/>
    </a:custClr>
    <a:custClr name="Null">
      <a:srgbClr val="FEFFFF"/>
    </a:custClr>
    <a:custClr name="Null">
      <a:srgbClr val="FEFFFF"/>
    </a:custClr>
    <a:custClr name="Null">
      <a:srgbClr val="FEFFFF"/>
    </a:custClr>
    <a:custClr name="Linear 1 (Deep Blue)">
      <a:srgbClr val="051C2C"/>
    </a:custClr>
    <a:custClr name="Linear 2">
      <a:srgbClr val="034B6F"/>
    </a:custClr>
    <a:custClr name="Linear 3">
      <a:srgbClr val="027AB1"/>
    </a:custClr>
    <a:custClr name="Linear 4 (Cyan)">
      <a:srgbClr val="00A9F4"/>
    </a:custClr>
    <a:custClr name="Linear 5">
      <a:srgbClr val="39BDF3"/>
    </a:custClr>
    <a:custClr name="Linear 6">
      <a:srgbClr val="71D2F1"/>
    </a:custClr>
    <a:custClr name="Linear 7 (Pale Blue)">
      <a:srgbClr val="AAE6F0"/>
    </a:custClr>
    <a:custClr name="Null">
      <a:srgbClr val="FEFFFF"/>
    </a:custClr>
    <a:custClr name="Null">
      <a:srgbClr val="FEFFFF"/>
    </a:custClr>
    <a:custClr name="Null">
      <a:srgbClr val="FEFFFF"/>
    </a:custClr>
  </a:custClrLst>
  <a:extLst>
    <a:ext uri="{05A4C25C-085E-4340-85A3-A5531E510DB2}">
      <thm15:themeFamily xmlns:thm15="http://schemas.microsoft.com/office/thememl/2012/main" name="OneFirm-English (United States)-Wide.potx" id="{63F3F1B3-6474-4090-9DDD-93ADAA306497}" vid="{6B29A0EF-93A1-4B0F-9B98-3A3781F585FE}"/>
    </a:ext>
  </a:extLst>
</a:theme>
</file>

<file path=ppt/theme/theme9.xml><?xml version="1.0" encoding="utf-8"?>
<a:theme xmlns:a="http://schemas.openxmlformats.org/drawingml/2006/main" name="10_White">
  <a:themeElements>
    <a:clrScheme name="Custom 50">
      <a:dk1>
        <a:srgbClr val="2C3846"/>
      </a:dk1>
      <a:lt1>
        <a:srgbClr val="F2F2F2"/>
      </a:lt1>
      <a:dk2>
        <a:srgbClr val="FFFFFE"/>
      </a:dk2>
      <a:lt2>
        <a:srgbClr val="2C3846"/>
      </a:lt2>
      <a:accent1>
        <a:srgbClr val="295479"/>
      </a:accent1>
      <a:accent2>
        <a:srgbClr val="E43334"/>
      </a:accent2>
      <a:accent3>
        <a:srgbClr val="00B0D2"/>
      </a:accent3>
      <a:accent4>
        <a:srgbClr val="39BFC3"/>
      </a:accent4>
      <a:accent5>
        <a:srgbClr val="20C0D6"/>
      </a:accent5>
      <a:accent6>
        <a:srgbClr val="54D4F9"/>
      </a:accent6>
      <a:hlink>
        <a:srgbClr val="1F40E6"/>
      </a:hlink>
      <a:folHlink>
        <a:srgbClr val="8C5AC8"/>
      </a:folHlink>
    </a:clrScheme>
    <a:fontScheme name="White Fonts">
      <a:majorFont>
        <a:latin typeface="Georgia"/>
        <a:ea typeface=""/>
        <a:cs typeface=""/>
      </a:majorFont>
      <a:minorFont>
        <a:latin typeface="Arial"/>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flat">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 White">
        <a:dk1>
          <a:srgbClr val="000000"/>
        </a:dk1>
        <a:lt1>
          <a:srgbClr val="FFFFFF"/>
        </a:lt1>
        <a:dk2>
          <a:srgbClr val="FFFFFF"/>
        </a:dk2>
        <a:lt2>
          <a:srgbClr val="FFFFFF"/>
        </a:lt2>
        <a:accent1>
          <a:srgbClr val="051C2C"/>
        </a:accent1>
        <a:accent2>
          <a:srgbClr val="00A9F4"/>
        </a:accent2>
        <a:accent3>
          <a:srgbClr val="1F40E6"/>
        </a:accent3>
        <a:accent4>
          <a:srgbClr val="AAE6F0"/>
        </a:accent4>
        <a:accent5>
          <a:srgbClr val="3C96B4"/>
        </a:accent5>
        <a:accent6>
          <a:srgbClr val="AFC3FF"/>
        </a:accent6>
        <a:hlink>
          <a:srgbClr val="1F40E6"/>
        </a:hlink>
        <a:folHlink>
          <a:srgbClr val="8C5AC8"/>
        </a:folHlink>
      </a:clrScheme>
    </a:extraClrScheme>
  </a:extraClrSchemeLst>
  <a:custClrLst>
    <a:custClr name="Electric Blue">
      <a:srgbClr val="2251FF"/>
    </a:custClr>
    <a:custClr name="Cyan">
      <a:srgbClr val="00A9F4"/>
    </a:custClr>
    <a:custClr name="Pale Blue">
      <a:srgbClr val="6DC1DB"/>
    </a:custClr>
    <a:custClr name="Super Light Gray">
      <a:srgbClr val="D0D0D0"/>
    </a:custClr>
    <a:custClr name="Pink">
      <a:srgbClr val="E8BDAD"/>
    </a:custClr>
    <a:custClr name="Orange">
      <a:srgbClr val="FAA082"/>
    </a:custClr>
    <a:custClr name="Red">
      <a:srgbClr val="E5546C"/>
    </a:custClr>
    <a:custClr name="Null">
      <a:srgbClr val="FEFFFF"/>
    </a:custClr>
    <a:custClr name="Null">
      <a:srgbClr val="FEFFFF"/>
    </a:custClr>
    <a:custClr name="Null">
      <a:srgbClr val="FEFFFF"/>
    </a:custClr>
    <a:custClr name="Dark Gray">
      <a:srgbClr val="4D4D4D"/>
    </a:custClr>
    <a:custClr name="Mid Gray">
      <a:srgbClr val="7F7F7F"/>
    </a:custClr>
    <a:custClr name="Light Gray">
      <a:srgbClr val="B3B3B3"/>
    </a:custClr>
    <a:custClr name="Super Light Gray">
      <a:srgbClr val="D0D0D0"/>
    </a:custClr>
    <a:custClr name="Pale Gray">
      <a:srgbClr val="E6E6E6"/>
    </a:custClr>
    <a:custClr name="Null">
      <a:srgbClr val="FEFFFF"/>
    </a:custClr>
    <a:custClr name="Null">
      <a:srgbClr val="FEFFFF"/>
    </a:custClr>
    <a:custClr name="Null">
      <a:srgbClr val="FEFFFF"/>
    </a:custClr>
    <a:custClr name="Null">
      <a:srgbClr val="FEFFFF"/>
    </a:custClr>
    <a:custClr name="Null">
      <a:srgbClr val="FEFFFF"/>
    </a:custClr>
    <a:custClr name="Linear 1 (Deep Blue)">
      <a:srgbClr val="051C2C"/>
    </a:custClr>
    <a:custClr name="Linear 2">
      <a:srgbClr val="034B6F"/>
    </a:custClr>
    <a:custClr name="Linear 3">
      <a:srgbClr val="027AB1"/>
    </a:custClr>
    <a:custClr name="Linear 4 (Cyan)">
      <a:srgbClr val="00A9F4"/>
    </a:custClr>
    <a:custClr name="Linear 5">
      <a:srgbClr val="39BDF3"/>
    </a:custClr>
    <a:custClr name="Linear 6">
      <a:srgbClr val="71D2F1"/>
    </a:custClr>
    <a:custClr name="Linear 7 (Pale Blue)">
      <a:srgbClr val="AAE6F0"/>
    </a:custClr>
    <a:custClr name="Null">
      <a:srgbClr val="FEFFFF"/>
    </a:custClr>
    <a:custClr name="Null">
      <a:srgbClr val="FEFFFF"/>
    </a:custClr>
    <a:custClr name="Null">
      <a:srgbClr val="FEFFFF"/>
    </a:custClr>
  </a:custClrLst>
  <a:extLst>
    <a:ext uri="{05A4C25C-085E-4340-85A3-A5531E510DB2}">
      <thm15:themeFamily xmlns:thm15="http://schemas.microsoft.com/office/thememl/2012/main" name="OneFirm-English (United States)-Wide.potx" id="{63F3F1B3-6474-4090-9DDD-93ADAA306497}" vid="{6B29A0EF-93A1-4B0F-9B98-3A3781F585FE}"/>
    </a:ext>
  </a:extLst>
</a:theme>
</file>

<file path=ppt/theme/theme10.xml><?xml version="1.0" encoding="utf-8"?>
<a:theme xmlns:a="http://schemas.openxmlformats.org/drawingml/2006/main" name="Contrast">
  <a:themeElements>
    <a:clrScheme name="Scheme2">
      <a:dk1>
        <a:srgbClr val="FFFFFF"/>
      </a:dk1>
      <a:lt1>
        <a:srgbClr val="1F405C"/>
      </a:lt1>
      <a:dk2>
        <a:srgbClr val="2C3846"/>
      </a:dk2>
      <a:lt2>
        <a:srgbClr val="2C3846"/>
      </a:lt2>
      <a:accent1>
        <a:srgbClr val="FFFFFF"/>
      </a:accent1>
      <a:accent2>
        <a:srgbClr val="39BFC3"/>
      </a:accent2>
      <a:accent3>
        <a:srgbClr val="ADCECD"/>
      </a:accent3>
      <a:accent4>
        <a:srgbClr val="A5A5A5"/>
      </a:accent4>
      <a:accent5>
        <a:srgbClr val="DDDDDD"/>
      </a:accent5>
      <a:accent6>
        <a:srgbClr val="01748A"/>
      </a:accent6>
      <a:hlink>
        <a:srgbClr val="0000FF"/>
      </a:hlink>
      <a:folHlink>
        <a:srgbClr val="800080"/>
      </a:folHlink>
    </a:clrScheme>
    <a:fontScheme name="Custom">
      <a:majorFont>
        <a:latin typeface="Arial"/>
        <a:ea typeface=""/>
        <a:cs typeface=""/>
      </a:majorFont>
      <a:minorFont>
        <a:latin typeface="Arial"/>
        <a:ea typeface=""/>
        <a:cs typeface=""/>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flat">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2">
        <a:dk1>
          <a:srgbClr val="FFFFFF"/>
        </a:dk1>
        <a:lt1>
          <a:srgbClr val="1F405C"/>
        </a:lt1>
        <a:dk2>
          <a:srgbClr val="2C3846"/>
        </a:dk2>
        <a:lt2>
          <a:srgbClr val="2C3846"/>
        </a:lt2>
        <a:accent1>
          <a:srgbClr val="FFFFFF"/>
        </a:accent1>
        <a:accent2>
          <a:srgbClr val="39BFC3"/>
        </a:accent2>
        <a:accent3>
          <a:srgbClr val="ADCECD"/>
        </a:accent3>
        <a:accent4>
          <a:srgbClr val="A5A5A5"/>
        </a:accent4>
        <a:accent5>
          <a:srgbClr val="DDDDDD"/>
        </a:accent5>
        <a:accent6>
          <a:srgbClr val="01748A"/>
        </a:accent6>
        <a:hlink>
          <a:srgbClr val="0000FF"/>
        </a:hlink>
        <a:folHlink>
          <a:srgbClr val="800080"/>
        </a:folHlink>
      </a:clrScheme>
    </a:extraClrScheme>
  </a:extraClrSchemeLst>
  <a:custClrLst>
    <a:custClr name="Dark Gray">
      <a:srgbClr val="4D4D4D"/>
    </a:custClr>
    <a:custClr name="Mid Gray">
      <a:srgbClr val="7F7F7F"/>
    </a:custClr>
    <a:custClr name="Light Gray">
      <a:srgbClr val="B3B3B3"/>
    </a:custClr>
    <a:custClr name="Super Light Gray">
      <a:srgbClr val="D0D0D0"/>
    </a:custClr>
    <a:custClr name="Pale Gray">
      <a:srgbClr val="E6E6E6"/>
    </a:custClr>
    <a:custClr name="Custom Color6">
      <a:srgbClr val="295479"/>
    </a:custClr>
    <a:custClr name="Custom Color7">
      <a:srgbClr val="E43334"/>
    </a:custClr>
    <a:custClr name="Custom Color8">
      <a:srgbClr val="00B0D2"/>
    </a:custClr>
    <a:custClr name="Custom Color9">
      <a:srgbClr val="20C0D6"/>
    </a:custClr>
    <a:custClr name="Custom Color10">
      <a:srgbClr val="54D4F9"/>
    </a:custClr>
  </a:custClrLst>
  <a:extLst>
    <a:ext uri="{05A4C25C-085E-4340-85A3-A5531E510DB2}">
      <thm15:themeFamily xmlns:thm15="http://schemas.microsoft.com/office/thememl/2012/main" name="8224RB01_CF_16x9_ENG_V1" id="{369356AE-3A8F-4EE4-8021-C1106D30425F}" vid="{0E3605FA-7EC2-4192-B124-1185F508C01A}"/>
    </a:ext>
  </a:extLst>
</a:theme>
</file>

<file path=ppt/theme/theme11.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acc27042-4fe4-4250-bc5a-309bae259732">
      <Terms xmlns="http://schemas.microsoft.com/office/infopath/2007/PartnerControls"/>
    </lcf76f155ced4ddcb4097134ff3c332f>
    <TaxCatchAll xmlns="752cbc3d-1a57-4d4b-9f31-9ed6da3f78b1"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C92C8DFFCE373C41810A544478F11D42" ma:contentTypeVersion="14" ma:contentTypeDescription="Create a new document." ma:contentTypeScope="" ma:versionID="e96bdd01826cda9866f5dcc79587654e">
  <xsd:schema xmlns:xsd="http://www.w3.org/2001/XMLSchema" xmlns:xs="http://www.w3.org/2001/XMLSchema" xmlns:p="http://schemas.microsoft.com/office/2006/metadata/properties" xmlns:ns2="acc27042-4fe4-4250-bc5a-309bae259732" xmlns:ns3="752cbc3d-1a57-4d4b-9f31-9ed6da3f78b1" targetNamespace="http://schemas.microsoft.com/office/2006/metadata/properties" ma:root="true" ma:fieldsID="4d01925805d59f6fdf5b37e5a529a22f" ns2:_="" ns3:_="">
    <xsd:import namespace="acc27042-4fe4-4250-bc5a-309bae259732"/>
    <xsd:import namespace="752cbc3d-1a57-4d4b-9f31-9ed6da3f78b1"/>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Location" minOccurs="0"/>
                <xsd:element ref="ns2:MediaServiceGenerationTime" minOccurs="0"/>
                <xsd:element ref="ns2:MediaServiceEventHashCode" minOccurs="0"/>
                <xsd:element ref="ns2:MediaLengthInSeconds" minOccurs="0"/>
                <xsd:element ref="ns2:lcf76f155ced4ddcb4097134ff3c332f" minOccurs="0"/>
                <xsd:element ref="ns3:TaxCatchAll" minOccurs="0"/>
                <xsd:element ref="ns2:MediaServiceOCR"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cc27042-4fe4-4250-bc5a-309bae259732"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Location" ma:index="13" nillable="true" ma:displayName="Location" ma:indexed="true" ma:internalName="MediaServiceLocation" ma:readOnly="true">
      <xsd:simpleType>
        <xsd:restriction base="dms:Text"/>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LengthInSeconds" ma:index="16" nillable="true" ma:displayName="MediaLengthInSeconds" ma:hidden="true" ma:internalName="MediaLengthInSeconds" ma:readOnly="true">
      <xsd:simpleType>
        <xsd:restriction base="dms:Unknown"/>
      </xsd:simpleType>
    </xsd:element>
    <xsd:element name="lcf76f155ced4ddcb4097134ff3c332f" ma:index="18" nillable="true" ma:taxonomy="true" ma:internalName="lcf76f155ced4ddcb4097134ff3c332f" ma:taxonomyFieldName="MediaServiceImageTags" ma:displayName="Image Tags" ma:readOnly="false" ma:fieldId="{5cf76f15-5ced-4ddc-b409-7134ff3c332f}" ma:taxonomyMulti="true" ma:sspId="ece709ef-a731-48a5-98ba-48fe19832591" ma:termSetId="09814cd3-568e-fe90-9814-8d621ff8fb84" ma:anchorId="fba54fb3-c3e1-fe81-a776-ca4b69148c4d" ma:open="true" ma:isKeyword="false">
      <xsd:complexType>
        <xsd:sequence>
          <xsd:element ref="pc:Terms" minOccurs="0" maxOccurs="1"/>
        </xsd:sequence>
      </xsd:complexType>
    </xsd:element>
    <xsd:element name="MediaServiceOCR" ma:index="20" nillable="true" ma:displayName="Extracted Text" ma:internalName="MediaServiceOCR" ma:readOnly="true">
      <xsd:simpleType>
        <xsd:restriction base="dms:Note">
          <xsd:maxLength value="255"/>
        </xsd:restriction>
      </xsd:simpleType>
    </xsd:element>
    <xsd:element name="MediaServiceBillingMetadata" ma:index="21"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752cbc3d-1a57-4d4b-9f31-9ed6da3f78b1" elementFormDefault="qualified">
    <xsd:import namespace="http://schemas.microsoft.com/office/2006/documentManagement/types"/>
    <xsd:import namespace="http://schemas.microsoft.com/office/infopath/2007/PartnerControls"/>
    <xsd:element name="TaxCatchAll" ma:index="19" nillable="true" ma:displayName="Taxonomy Catch All Column" ma:hidden="true" ma:list="{40b4ecb7-9e48-45f2-a455-39878fab6ffc}" ma:internalName="TaxCatchAll" ma:showField="CatchAllData" ma:web="752cbc3d-1a57-4d4b-9f31-9ed6da3f78b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995F108-34ED-49FA-8F93-28C7F7DDD155}">
  <ds:schemaRefs>
    <ds:schemaRef ds:uri="http://schemas.microsoft.com/sharepoint/v3/contenttype/forms"/>
  </ds:schemaRefs>
</ds:datastoreItem>
</file>

<file path=customXml/itemProps2.xml><?xml version="1.0" encoding="utf-8"?>
<ds:datastoreItem xmlns:ds="http://schemas.openxmlformats.org/officeDocument/2006/customXml" ds:itemID="{1513B16D-D3FF-4975-8F15-256F0FDAEAFD}">
  <ds:schemaRefs>
    <ds:schemaRef ds:uri="752cbc3d-1a57-4d4b-9f31-9ed6da3f78b1"/>
    <ds:schemaRef ds:uri="acc27042-4fe4-4250-bc5a-309bae259732"/>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B236E23D-F347-4834-8F35-D60184E2D83B}">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acc27042-4fe4-4250-bc5a-309bae259732"/>
    <ds:schemaRef ds:uri="752cbc3d-1a57-4d4b-9f31-9ed6da3f78b1"/>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87481cd8-4e1e-4bb0-9fdf-0ef4781fc69d}" enabled="1" method="Standard" siteId="{00cef4e1-ca8e-46b3-835c-418218121c69}" removed="0"/>
</clbl:labelList>
</file>

<file path=docProps/app.xml><?xml version="1.0" encoding="utf-8"?>
<Properties xmlns="http://schemas.openxmlformats.org/officeDocument/2006/extended-properties" xmlns:vt="http://schemas.openxmlformats.org/officeDocument/2006/docPropsVTypes">
  <TotalTime>0</TotalTime>
  <Words>13894</Words>
  <Application>Microsoft Office PowerPoint</Application>
  <PresentationFormat>Widescreen</PresentationFormat>
  <Paragraphs>3268</Paragraphs>
  <Slides>73</Slides>
  <Notes>56</Notes>
  <HiddenSlides>0</HiddenSlides>
  <MMClips>0</MMClips>
  <ScaleCrop>false</ScaleCrop>
  <HeadingPairs>
    <vt:vector size="4" baseType="variant">
      <vt:variant>
        <vt:lpstr>Theme</vt:lpstr>
      </vt:variant>
      <vt:variant>
        <vt:i4>11</vt:i4>
      </vt:variant>
      <vt:variant>
        <vt:lpstr>Slide Titles</vt:lpstr>
      </vt:variant>
      <vt:variant>
        <vt:i4>73</vt:i4>
      </vt:variant>
    </vt:vector>
  </HeadingPairs>
  <TitlesOfParts>
    <vt:vector size="84" baseType="lpstr">
      <vt:lpstr>Office Theme</vt:lpstr>
      <vt:lpstr>White</vt:lpstr>
      <vt:lpstr>White</vt:lpstr>
      <vt:lpstr>1_White</vt:lpstr>
      <vt:lpstr>9_White</vt:lpstr>
      <vt:lpstr>2_White</vt:lpstr>
      <vt:lpstr>4_White - no watermark</vt:lpstr>
      <vt:lpstr>11_White</vt:lpstr>
      <vt:lpstr>10_White</vt:lpstr>
      <vt:lpstr>Contrast</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umar tariq</dc:creator>
  <cp:lastModifiedBy>Fatima Durrani</cp:lastModifiedBy>
  <cp:revision>52</cp:revision>
  <dcterms:created xsi:type="dcterms:W3CDTF">2025-05-12T07:02:41Z</dcterms:created>
  <dcterms:modified xsi:type="dcterms:W3CDTF">2025-11-29T22:23:06Z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0x010100C92C8DFFCE373C41810A544478F11D42</vt:lpwstr>
  </property>
  <property fmtid="{D5CDD505-2E9C-101B-9397-08002B2CF9AE}" pid="3" name="MediaServiceImageTags">
    <vt:lpwstr/>
  </property>
</Properties>
</file>