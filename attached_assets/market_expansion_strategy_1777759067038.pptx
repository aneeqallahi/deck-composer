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91440"/>
            <a:ext cx="82296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4305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Expansion Strategy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318897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is positioned to extend oncology care beyond Riyadh, but expansion decisions must balance speed, quality, and capital discipline. The Board’s stake is clear: secure sustainable growth while protecting clinical outcomes, reputation, and regulatory compliance.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3657600" y="3857625"/>
            <a:ext cx="1828800" cy="45720"/>
          </a:xfrm>
          <a:prstGeom prst="rect">
            <a:avLst/>
          </a:prstGeom>
          <a:solidFill>
            <a:srgbClr val="DBDFE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91440"/>
            <a:ext cx="82296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Definition &amp; Root Causes: Why Expansion Often Underperforms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54864" cy="54864"/>
          </a:xfrm>
          <a:prstGeom prst="rect">
            <a:avLst/>
          </a:prstGeom>
          <a:solidFill>
            <a:srgbClr val="DBDFE6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1280160"/>
            <a:ext cx="8229600" cy="3406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expansion criteria: demand, referral density, payer mix, and accessibility not assessed through one lens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 mismatch: clinic footprint, service lines, and hours not aligned to local patient journeys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constraints: oncologists, nurses, pharmacists, and physicists not secured ahead of launch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gaps: equipment procurement, commissioning, and IT integration sequenced too late</a:t>
            </a:r>
            <a:endParaRPr lang="en-US" sz="1400" dirty="0"/>
          </a:p>
          <a:p>
            <a:pPr>
              <a:spcBef>
                <a:spcPts val="600"/>
              </a:spcBef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ambiguity: decision rights, risk controls, and launch stage-gates not consistently applied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A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0" y="91440"/>
            <a:ext cx="822960" cy="320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A Stage-Gated Expansion Blueprint (Site → Model → Launch) + Board Actions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77640" cy="3497580"/>
          </a:xfrm>
          <a:prstGeom prst="rect">
            <a:avLst/>
          </a:prstGeom>
          <a:solidFill>
            <a:srgbClr val="477038"/>
          </a:solidFill>
          <a:ln w="12700">
            <a:solidFill>
              <a:srgbClr val="47703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709160" y="1188720"/>
            <a:ext cx="3977640" cy="3497580"/>
          </a:xfrm>
          <a:prstGeom prst="rect">
            <a:avLst/>
          </a:prstGeom>
          <a:solidFill>
            <a:srgbClr val="477038"/>
          </a:solidFill>
          <a:ln w="12700">
            <a:solidFill>
              <a:srgbClr val="47703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280160"/>
            <a:ext cx="3703320" cy="3406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(how the organization executes)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Stage 1: Market prioritization using a single scorecard (demand, referral networks, payer access, competition, logistics)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Stage 2: Clinic archetype definition (service lines, staffing model, equipment set, patient pathway standards)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Stage 3: Launch playbook with stage-gates (regulatory, contracting, hiring, commissioning, IT, quality audits)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Replication model: reusable SOPs, training, and clinical governance to protect Riyadh-level outcomes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846320" y="1280160"/>
            <a:ext cx="3703320" cy="34061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(what success looks like)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Higher confidence in site selection and capital allocation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Faster ramp-up through standardized pathways and readiness sequencing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Consistent clinical quality and patient experience across regions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Reduced execution risk via clear decision rights and stage-gate controls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to action (Board decisions)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Approve site selection criteria and the expansion scorecard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Endorse the target clinic archetype and investment envelope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Mandate a stage-gated governance cadence with monthly readiness reporting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Expansion Strategy</dc:title>
  <dc:subject>PptxGenJS Presentation</dc:subject>
  <dc:creator>DeckAI</dc:creator>
  <cp:lastModifiedBy>DeckAI</cp:lastModifiedBy>
  <cp:revision>1</cp:revision>
  <dcterms:created xsi:type="dcterms:W3CDTF">2026-05-02T21:57:35Z</dcterms:created>
  <dcterms:modified xsi:type="dcterms:W3CDTF">2026-05-02T21:57:35Z</dcterms:modified>
</cp:coreProperties>
</file>